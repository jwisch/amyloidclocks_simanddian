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377282" y="1495425"/>
            <a:ext cx="5943600" cy="4572000"/>
            <a:chOff x="2377282" y="1495425"/>
            <a:chExt cx="5943600" cy="4572000"/>
          </a:xfrm>
        </p:grpSpPr>
        <p:sp>
          <p:nvSpPr>
            <p:cNvPr id="3" name="rc3"/>
            <p:cNvSpPr/>
            <p:nvPr/>
          </p:nvSpPr>
          <p:spPr>
            <a:xfrm>
              <a:off x="2377281" y="1495425"/>
              <a:ext cx="59436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377281" y="1495425"/>
              <a:ext cx="2971800" cy="228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739545" y="1565014"/>
              <a:ext cx="2539947" cy="18065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739545" y="3341777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739545" y="3035456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39545" y="2729136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739545" y="2422815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39545" y="2116494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9545" y="1810173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239837" y="1565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09518" y="1565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79199" y="1565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39545" y="3188617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39545" y="2882296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739545" y="2575975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39545" y="2269654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39545" y="1963334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739545" y="1657013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854997" y="1565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624678" y="1565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4359" y="1565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64040" y="1565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586194" y="2164762"/>
              <a:ext cx="1577845" cy="1057132"/>
            </a:xfrm>
            <a:custGeom>
              <a:avLst/>
              <a:pathLst>
                <a:path w="1577845" h="1057132">
                  <a:moveTo>
                    <a:pt x="0" y="1057132"/>
                  </a:moveTo>
                  <a:lnTo>
                    <a:pt x="38484" y="1031031"/>
                  </a:lnTo>
                  <a:lnTo>
                    <a:pt x="76968" y="1005510"/>
                  </a:lnTo>
                  <a:lnTo>
                    <a:pt x="115452" y="978656"/>
                  </a:lnTo>
                  <a:lnTo>
                    <a:pt x="153936" y="950665"/>
                  </a:lnTo>
                  <a:lnTo>
                    <a:pt x="192420" y="920001"/>
                  </a:lnTo>
                  <a:lnTo>
                    <a:pt x="230904" y="888275"/>
                  </a:lnTo>
                  <a:lnTo>
                    <a:pt x="269388" y="855427"/>
                  </a:lnTo>
                  <a:lnTo>
                    <a:pt x="307872" y="821581"/>
                  </a:lnTo>
                  <a:lnTo>
                    <a:pt x="346356" y="787364"/>
                  </a:lnTo>
                  <a:lnTo>
                    <a:pt x="384840" y="752590"/>
                  </a:lnTo>
                  <a:lnTo>
                    <a:pt x="423324" y="717518"/>
                  </a:lnTo>
                  <a:lnTo>
                    <a:pt x="461808" y="683420"/>
                  </a:lnTo>
                  <a:lnTo>
                    <a:pt x="500292" y="648399"/>
                  </a:lnTo>
                  <a:lnTo>
                    <a:pt x="538776" y="613383"/>
                  </a:lnTo>
                  <a:lnTo>
                    <a:pt x="577260" y="577112"/>
                  </a:lnTo>
                  <a:lnTo>
                    <a:pt x="615744" y="542858"/>
                  </a:lnTo>
                  <a:lnTo>
                    <a:pt x="654228" y="508947"/>
                  </a:lnTo>
                  <a:lnTo>
                    <a:pt x="692712" y="475425"/>
                  </a:lnTo>
                  <a:lnTo>
                    <a:pt x="731196" y="442218"/>
                  </a:lnTo>
                  <a:lnTo>
                    <a:pt x="769680" y="409997"/>
                  </a:lnTo>
                  <a:lnTo>
                    <a:pt x="808165" y="377705"/>
                  </a:lnTo>
                  <a:lnTo>
                    <a:pt x="846649" y="344661"/>
                  </a:lnTo>
                  <a:lnTo>
                    <a:pt x="885133" y="311394"/>
                  </a:lnTo>
                  <a:lnTo>
                    <a:pt x="923617" y="277243"/>
                  </a:lnTo>
                  <a:lnTo>
                    <a:pt x="962101" y="243714"/>
                  </a:lnTo>
                  <a:lnTo>
                    <a:pt x="1000585" y="209729"/>
                  </a:lnTo>
                  <a:lnTo>
                    <a:pt x="1039069" y="175365"/>
                  </a:lnTo>
                  <a:lnTo>
                    <a:pt x="1077553" y="141352"/>
                  </a:lnTo>
                  <a:lnTo>
                    <a:pt x="1116037" y="110745"/>
                  </a:lnTo>
                  <a:lnTo>
                    <a:pt x="1154521" y="78033"/>
                  </a:lnTo>
                  <a:lnTo>
                    <a:pt x="1193005" y="52212"/>
                  </a:lnTo>
                  <a:lnTo>
                    <a:pt x="1231489" y="33703"/>
                  </a:lnTo>
                  <a:lnTo>
                    <a:pt x="1269973" y="31124"/>
                  </a:lnTo>
                  <a:lnTo>
                    <a:pt x="1308457" y="25171"/>
                  </a:lnTo>
                  <a:lnTo>
                    <a:pt x="1346941" y="16339"/>
                  </a:lnTo>
                  <a:lnTo>
                    <a:pt x="1385425" y="7963"/>
                  </a:lnTo>
                  <a:lnTo>
                    <a:pt x="1423909" y="0"/>
                  </a:lnTo>
                  <a:lnTo>
                    <a:pt x="1462393" y="27117"/>
                  </a:lnTo>
                  <a:lnTo>
                    <a:pt x="1500877" y="21293"/>
                  </a:lnTo>
                  <a:lnTo>
                    <a:pt x="1539361" y="32998"/>
                  </a:lnTo>
                  <a:lnTo>
                    <a:pt x="1577845" y="4321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3586194" y="1647128"/>
              <a:ext cx="1577845" cy="1642292"/>
            </a:xfrm>
            <a:custGeom>
              <a:avLst/>
              <a:pathLst>
                <a:path w="1577845" h="1642292">
                  <a:moveTo>
                    <a:pt x="0" y="1507238"/>
                  </a:moveTo>
                  <a:lnTo>
                    <a:pt x="38484" y="1477086"/>
                  </a:lnTo>
                  <a:lnTo>
                    <a:pt x="76968" y="1442423"/>
                  </a:lnTo>
                  <a:lnTo>
                    <a:pt x="115452" y="1412275"/>
                  </a:lnTo>
                  <a:lnTo>
                    <a:pt x="153936" y="1377208"/>
                  </a:lnTo>
                  <a:lnTo>
                    <a:pt x="192420" y="1331228"/>
                  </a:lnTo>
                  <a:lnTo>
                    <a:pt x="230904" y="1291457"/>
                  </a:lnTo>
                  <a:lnTo>
                    <a:pt x="269388" y="1257645"/>
                  </a:lnTo>
                  <a:lnTo>
                    <a:pt x="307872" y="1219405"/>
                  </a:lnTo>
                  <a:lnTo>
                    <a:pt x="346356" y="1176029"/>
                  </a:lnTo>
                  <a:lnTo>
                    <a:pt x="384840" y="1133874"/>
                  </a:lnTo>
                  <a:lnTo>
                    <a:pt x="423324" y="1096271"/>
                  </a:lnTo>
                  <a:lnTo>
                    <a:pt x="461808" y="1043610"/>
                  </a:lnTo>
                  <a:lnTo>
                    <a:pt x="500292" y="1003212"/>
                  </a:lnTo>
                  <a:lnTo>
                    <a:pt x="538776" y="971103"/>
                  </a:lnTo>
                  <a:lnTo>
                    <a:pt x="577260" y="923711"/>
                  </a:lnTo>
                  <a:lnTo>
                    <a:pt x="615744" y="889121"/>
                  </a:lnTo>
                  <a:lnTo>
                    <a:pt x="654228" y="842480"/>
                  </a:lnTo>
                  <a:lnTo>
                    <a:pt x="692712" y="803858"/>
                  </a:lnTo>
                  <a:lnTo>
                    <a:pt x="731196" y="768583"/>
                  </a:lnTo>
                  <a:lnTo>
                    <a:pt x="769680" y="729435"/>
                  </a:lnTo>
                  <a:lnTo>
                    <a:pt x="808165" y="688009"/>
                  </a:lnTo>
                  <a:lnTo>
                    <a:pt x="846649" y="646260"/>
                  </a:lnTo>
                  <a:lnTo>
                    <a:pt x="885133" y="601051"/>
                  </a:lnTo>
                  <a:lnTo>
                    <a:pt x="923617" y="568599"/>
                  </a:lnTo>
                  <a:lnTo>
                    <a:pt x="962101" y="526161"/>
                  </a:lnTo>
                  <a:lnTo>
                    <a:pt x="1000585" y="483476"/>
                  </a:lnTo>
                  <a:lnTo>
                    <a:pt x="1039069" y="425361"/>
                  </a:lnTo>
                  <a:lnTo>
                    <a:pt x="1077553" y="390801"/>
                  </a:lnTo>
                  <a:lnTo>
                    <a:pt x="1116037" y="363630"/>
                  </a:lnTo>
                  <a:lnTo>
                    <a:pt x="1154521" y="337738"/>
                  </a:lnTo>
                  <a:lnTo>
                    <a:pt x="1193005" y="298662"/>
                  </a:lnTo>
                  <a:lnTo>
                    <a:pt x="1231489" y="274653"/>
                  </a:lnTo>
                  <a:lnTo>
                    <a:pt x="1269973" y="237680"/>
                  </a:lnTo>
                  <a:lnTo>
                    <a:pt x="1308457" y="216861"/>
                  </a:lnTo>
                  <a:lnTo>
                    <a:pt x="1346941" y="159005"/>
                  </a:lnTo>
                  <a:lnTo>
                    <a:pt x="1385425" y="112319"/>
                  </a:lnTo>
                  <a:lnTo>
                    <a:pt x="1423909" y="140160"/>
                  </a:lnTo>
                  <a:lnTo>
                    <a:pt x="1462393" y="93343"/>
                  </a:lnTo>
                  <a:lnTo>
                    <a:pt x="1500877" y="103460"/>
                  </a:lnTo>
                  <a:lnTo>
                    <a:pt x="1539361" y="64074"/>
                  </a:lnTo>
                  <a:lnTo>
                    <a:pt x="1577845" y="0"/>
                  </a:lnTo>
                  <a:lnTo>
                    <a:pt x="1577845" y="1121701"/>
                  </a:lnTo>
                  <a:lnTo>
                    <a:pt x="1539361" y="1037190"/>
                  </a:lnTo>
                  <a:lnTo>
                    <a:pt x="1500877" y="974394"/>
                  </a:lnTo>
                  <a:lnTo>
                    <a:pt x="1462393" y="996159"/>
                  </a:lnTo>
                  <a:lnTo>
                    <a:pt x="1423909" y="895107"/>
                  </a:lnTo>
                  <a:lnTo>
                    <a:pt x="1385425" y="938874"/>
                  </a:lnTo>
                  <a:lnTo>
                    <a:pt x="1346941" y="908940"/>
                  </a:lnTo>
                  <a:lnTo>
                    <a:pt x="1308457" y="868750"/>
                  </a:lnTo>
                  <a:lnTo>
                    <a:pt x="1269973" y="859837"/>
                  </a:lnTo>
                  <a:lnTo>
                    <a:pt x="1231489" y="828020"/>
                  </a:lnTo>
                  <a:lnTo>
                    <a:pt x="1193005" y="841029"/>
                  </a:lnTo>
                  <a:lnTo>
                    <a:pt x="1154521" y="853597"/>
                  </a:lnTo>
                  <a:lnTo>
                    <a:pt x="1116037" y="893128"/>
                  </a:lnTo>
                  <a:lnTo>
                    <a:pt x="1077553" y="927169"/>
                  </a:lnTo>
                  <a:lnTo>
                    <a:pt x="1039069" y="960636"/>
                  </a:lnTo>
                  <a:lnTo>
                    <a:pt x="1000585" y="971251"/>
                  </a:lnTo>
                  <a:lnTo>
                    <a:pt x="962101" y="996536"/>
                  </a:lnTo>
                  <a:lnTo>
                    <a:pt x="923617" y="1021154"/>
                  </a:lnTo>
                  <a:lnTo>
                    <a:pt x="885133" y="1057006"/>
                  </a:lnTo>
                  <a:lnTo>
                    <a:pt x="846649" y="1078329"/>
                  </a:lnTo>
                  <a:lnTo>
                    <a:pt x="808165" y="1102669"/>
                  </a:lnTo>
                  <a:lnTo>
                    <a:pt x="769680" y="1125827"/>
                  </a:lnTo>
                  <a:lnTo>
                    <a:pt x="731196" y="1151122"/>
                  </a:lnTo>
                  <a:lnTo>
                    <a:pt x="692712" y="1182259"/>
                  </a:lnTo>
                  <a:lnTo>
                    <a:pt x="654228" y="1210681"/>
                  </a:lnTo>
                  <a:lnTo>
                    <a:pt x="615744" y="1231862"/>
                  </a:lnTo>
                  <a:lnTo>
                    <a:pt x="577260" y="1265780"/>
                  </a:lnTo>
                  <a:lnTo>
                    <a:pt x="538776" y="1290931"/>
                  </a:lnTo>
                  <a:lnTo>
                    <a:pt x="500292" y="1328855"/>
                  </a:lnTo>
                  <a:lnTo>
                    <a:pt x="461808" y="1358498"/>
                  </a:lnTo>
                  <a:lnTo>
                    <a:pt x="423324" y="1374034"/>
                  </a:lnTo>
                  <a:lnTo>
                    <a:pt x="384840" y="1406574"/>
                  </a:lnTo>
                  <a:lnTo>
                    <a:pt x="346356" y="1433967"/>
                  </a:lnTo>
                  <a:lnTo>
                    <a:pt x="307872" y="1459025"/>
                  </a:lnTo>
                  <a:lnTo>
                    <a:pt x="269388" y="1488476"/>
                  </a:lnTo>
                  <a:lnTo>
                    <a:pt x="230904" y="1520361"/>
                  </a:lnTo>
                  <a:lnTo>
                    <a:pt x="192420" y="1544042"/>
                  </a:lnTo>
                  <a:lnTo>
                    <a:pt x="153936" y="1559389"/>
                  </a:lnTo>
                  <a:lnTo>
                    <a:pt x="115452" y="1580306"/>
                  </a:lnTo>
                  <a:lnTo>
                    <a:pt x="76968" y="1603865"/>
                  </a:lnTo>
                  <a:lnTo>
                    <a:pt x="38484" y="1620243"/>
                  </a:lnTo>
                  <a:lnTo>
                    <a:pt x="0" y="1642292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586194" y="1647128"/>
              <a:ext cx="1577845" cy="1507238"/>
            </a:xfrm>
            <a:custGeom>
              <a:avLst/>
              <a:pathLst>
                <a:path w="1577845" h="1507238">
                  <a:moveTo>
                    <a:pt x="0" y="1507238"/>
                  </a:moveTo>
                  <a:lnTo>
                    <a:pt x="38484" y="1477086"/>
                  </a:lnTo>
                  <a:lnTo>
                    <a:pt x="76968" y="1442423"/>
                  </a:lnTo>
                  <a:lnTo>
                    <a:pt x="115452" y="1412275"/>
                  </a:lnTo>
                  <a:lnTo>
                    <a:pt x="153936" y="1377208"/>
                  </a:lnTo>
                  <a:lnTo>
                    <a:pt x="192420" y="1331228"/>
                  </a:lnTo>
                  <a:lnTo>
                    <a:pt x="230904" y="1291457"/>
                  </a:lnTo>
                  <a:lnTo>
                    <a:pt x="269388" y="1257645"/>
                  </a:lnTo>
                  <a:lnTo>
                    <a:pt x="307872" y="1219405"/>
                  </a:lnTo>
                  <a:lnTo>
                    <a:pt x="346356" y="1176029"/>
                  </a:lnTo>
                  <a:lnTo>
                    <a:pt x="384840" y="1133874"/>
                  </a:lnTo>
                  <a:lnTo>
                    <a:pt x="423324" y="1096271"/>
                  </a:lnTo>
                  <a:lnTo>
                    <a:pt x="461808" y="1043610"/>
                  </a:lnTo>
                  <a:lnTo>
                    <a:pt x="500292" y="1003212"/>
                  </a:lnTo>
                  <a:lnTo>
                    <a:pt x="538776" y="971103"/>
                  </a:lnTo>
                  <a:lnTo>
                    <a:pt x="577260" y="923711"/>
                  </a:lnTo>
                  <a:lnTo>
                    <a:pt x="615744" y="889121"/>
                  </a:lnTo>
                  <a:lnTo>
                    <a:pt x="654228" y="842480"/>
                  </a:lnTo>
                  <a:lnTo>
                    <a:pt x="692712" y="803858"/>
                  </a:lnTo>
                  <a:lnTo>
                    <a:pt x="731196" y="768583"/>
                  </a:lnTo>
                  <a:lnTo>
                    <a:pt x="769680" y="729435"/>
                  </a:lnTo>
                  <a:lnTo>
                    <a:pt x="808165" y="688009"/>
                  </a:lnTo>
                  <a:lnTo>
                    <a:pt x="846649" y="646260"/>
                  </a:lnTo>
                  <a:lnTo>
                    <a:pt x="885133" y="601051"/>
                  </a:lnTo>
                  <a:lnTo>
                    <a:pt x="923617" y="568599"/>
                  </a:lnTo>
                  <a:lnTo>
                    <a:pt x="962101" y="526161"/>
                  </a:lnTo>
                  <a:lnTo>
                    <a:pt x="1000585" y="483476"/>
                  </a:lnTo>
                  <a:lnTo>
                    <a:pt x="1039069" y="425361"/>
                  </a:lnTo>
                  <a:lnTo>
                    <a:pt x="1077553" y="390801"/>
                  </a:lnTo>
                  <a:lnTo>
                    <a:pt x="1116037" y="363630"/>
                  </a:lnTo>
                  <a:lnTo>
                    <a:pt x="1154521" y="337738"/>
                  </a:lnTo>
                  <a:lnTo>
                    <a:pt x="1193005" y="298662"/>
                  </a:lnTo>
                  <a:lnTo>
                    <a:pt x="1231489" y="274653"/>
                  </a:lnTo>
                  <a:lnTo>
                    <a:pt x="1269973" y="237680"/>
                  </a:lnTo>
                  <a:lnTo>
                    <a:pt x="1308457" y="216861"/>
                  </a:lnTo>
                  <a:lnTo>
                    <a:pt x="1346941" y="159005"/>
                  </a:lnTo>
                  <a:lnTo>
                    <a:pt x="1385425" y="112319"/>
                  </a:lnTo>
                  <a:lnTo>
                    <a:pt x="1423909" y="140160"/>
                  </a:lnTo>
                  <a:lnTo>
                    <a:pt x="1462393" y="93343"/>
                  </a:lnTo>
                  <a:lnTo>
                    <a:pt x="1500877" y="103460"/>
                  </a:lnTo>
                  <a:lnTo>
                    <a:pt x="1539361" y="64074"/>
                  </a:lnTo>
                  <a:lnTo>
                    <a:pt x="157784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86194" y="2475149"/>
              <a:ext cx="1577845" cy="814272"/>
            </a:xfrm>
            <a:custGeom>
              <a:avLst/>
              <a:pathLst>
                <a:path w="1577845" h="814272">
                  <a:moveTo>
                    <a:pt x="1577845" y="293681"/>
                  </a:moveTo>
                  <a:lnTo>
                    <a:pt x="1539361" y="209170"/>
                  </a:lnTo>
                  <a:lnTo>
                    <a:pt x="1500877" y="146373"/>
                  </a:lnTo>
                  <a:lnTo>
                    <a:pt x="1462393" y="168139"/>
                  </a:lnTo>
                  <a:lnTo>
                    <a:pt x="1423909" y="67087"/>
                  </a:lnTo>
                  <a:lnTo>
                    <a:pt x="1385425" y="110853"/>
                  </a:lnTo>
                  <a:lnTo>
                    <a:pt x="1346941" y="80920"/>
                  </a:lnTo>
                  <a:lnTo>
                    <a:pt x="1308457" y="40729"/>
                  </a:lnTo>
                  <a:lnTo>
                    <a:pt x="1269973" y="31817"/>
                  </a:lnTo>
                  <a:lnTo>
                    <a:pt x="1231489" y="0"/>
                  </a:lnTo>
                  <a:lnTo>
                    <a:pt x="1193005" y="13009"/>
                  </a:lnTo>
                  <a:lnTo>
                    <a:pt x="1154521" y="25576"/>
                  </a:lnTo>
                  <a:lnTo>
                    <a:pt x="1116037" y="65108"/>
                  </a:lnTo>
                  <a:lnTo>
                    <a:pt x="1077553" y="99149"/>
                  </a:lnTo>
                  <a:lnTo>
                    <a:pt x="1039069" y="132616"/>
                  </a:lnTo>
                  <a:lnTo>
                    <a:pt x="1000585" y="143230"/>
                  </a:lnTo>
                  <a:lnTo>
                    <a:pt x="962101" y="168515"/>
                  </a:lnTo>
                  <a:lnTo>
                    <a:pt x="923617" y="193134"/>
                  </a:lnTo>
                  <a:lnTo>
                    <a:pt x="885133" y="228986"/>
                  </a:lnTo>
                  <a:lnTo>
                    <a:pt x="846649" y="250308"/>
                  </a:lnTo>
                  <a:lnTo>
                    <a:pt x="808165" y="274649"/>
                  </a:lnTo>
                  <a:lnTo>
                    <a:pt x="769680" y="297807"/>
                  </a:lnTo>
                  <a:lnTo>
                    <a:pt x="731196" y="323101"/>
                  </a:lnTo>
                  <a:lnTo>
                    <a:pt x="692712" y="354239"/>
                  </a:lnTo>
                  <a:lnTo>
                    <a:pt x="654228" y="382661"/>
                  </a:lnTo>
                  <a:lnTo>
                    <a:pt x="615744" y="403842"/>
                  </a:lnTo>
                  <a:lnTo>
                    <a:pt x="577260" y="437760"/>
                  </a:lnTo>
                  <a:lnTo>
                    <a:pt x="538776" y="462910"/>
                  </a:lnTo>
                  <a:lnTo>
                    <a:pt x="500292" y="500834"/>
                  </a:lnTo>
                  <a:lnTo>
                    <a:pt x="461808" y="530478"/>
                  </a:lnTo>
                  <a:lnTo>
                    <a:pt x="423324" y="546014"/>
                  </a:lnTo>
                  <a:lnTo>
                    <a:pt x="384840" y="578553"/>
                  </a:lnTo>
                  <a:lnTo>
                    <a:pt x="346356" y="605947"/>
                  </a:lnTo>
                  <a:lnTo>
                    <a:pt x="307872" y="631005"/>
                  </a:lnTo>
                  <a:lnTo>
                    <a:pt x="269388" y="660456"/>
                  </a:lnTo>
                  <a:lnTo>
                    <a:pt x="230904" y="692340"/>
                  </a:lnTo>
                  <a:lnTo>
                    <a:pt x="192420" y="716022"/>
                  </a:lnTo>
                  <a:lnTo>
                    <a:pt x="153936" y="731369"/>
                  </a:lnTo>
                  <a:lnTo>
                    <a:pt x="115452" y="752286"/>
                  </a:lnTo>
                  <a:lnTo>
                    <a:pt x="76968" y="775845"/>
                  </a:lnTo>
                  <a:lnTo>
                    <a:pt x="38484" y="792223"/>
                  </a:lnTo>
                  <a:lnTo>
                    <a:pt x="0" y="8142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739545" y="1565014"/>
              <a:ext cx="2539947" cy="18065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2614759" y="314692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614759" y="2841969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614759" y="2535648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614759" y="2227908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614759" y="1923334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614759" y="1616740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6" name="pl36"/>
            <p:cNvSpPr/>
            <p:nvPr/>
          </p:nvSpPr>
          <p:spPr>
            <a:xfrm>
              <a:off x="2704750" y="31886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04750" y="28822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04750" y="25759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04750" y="22696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04750" y="19633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04750" y="165701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854997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624678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394359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64040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2774233" y="3432474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93600" y="343247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332203" y="34324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101884" y="34324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81687" y="3579918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954339" y="2403575"/>
              <a:ext cx="105566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Amyloid PET -  Z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5349081" y="1495425"/>
              <a:ext cx="2971799" cy="228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778020" y="1565014"/>
              <a:ext cx="2473272" cy="18065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778020" y="3015706"/>
              <a:ext cx="2473272" cy="0"/>
            </a:xfrm>
            <a:custGeom>
              <a:avLst/>
              <a:pathLst>
                <a:path w="2473272" h="0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778020" y="2468275"/>
              <a:ext cx="2473272" cy="0"/>
            </a:xfrm>
            <a:custGeom>
              <a:avLst/>
              <a:pathLst>
                <a:path w="2473272" h="0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778020" y="1920844"/>
              <a:ext cx="2473272" cy="0"/>
            </a:xfrm>
            <a:custGeom>
              <a:avLst/>
              <a:pathLst>
                <a:path w="2473272" h="0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265179" y="1565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014656" y="1565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764132" y="1565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778020" y="3289421"/>
              <a:ext cx="2473272" cy="0"/>
            </a:xfrm>
            <a:custGeom>
              <a:avLst/>
              <a:pathLst>
                <a:path w="2473272" h="0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778020" y="2741990"/>
              <a:ext cx="2473272" cy="0"/>
            </a:xfrm>
            <a:custGeom>
              <a:avLst/>
              <a:pathLst>
                <a:path w="2473272" h="0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778020" y="2194559"/>
              <a:ext cx="2473272" cy="0"/>
            </a:xfrm>
            <a:custGeom>
              <a:avLst/>
              <a:pathLst>
                <a:path w="2473272" h="0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778020" y="1647128"/>
              <a:ext cx="2473272" cy="0"/>
            </a:xfrm>
            <a:custGeom>
              <a:avLst/>
              <a:pathLst>
                <a:path w="2473272" h="0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890441" y="1565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639918" y="1565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7389394" y="1565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138870" y="1565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778020" y="1565014"/>
              <a:ext cx="2473272" cy="1806522"/>
            </a:xfrm>
            <a:custGeom>
              <a:avLst/>
              <a:pathLst>
                <a:path w="2473272" h="1806522">
                  <a:moveTo>
                    <a:pt x="0" y="1806522"/>
                  </a:moveTo>
                  <a:lnTo>
                    <a:pt x="0" y="1806522"/>
                  </a:ln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639918" y="3015706"/>
              <a:ext cx="1298964" cy="355830"/>
            </a:xfrm>
            <a:custGeom>
              <a:avLst/>
              <a:pathLst>
                <a:path w="1298964" h="355830">
                  <a:moveTo>
                    <a:pt x="1298964" y="355830"/>
                  </a:moveTo>
                  <a:lnTo>
                    <a:pt x="1298964" y="25146"/>
                  </a:lnTo>
                  <a:lnTo>
                    <a:pt x="1298638" y="21112"/>
                  </a:lnTo>
                  <a:lnTo>
                    <a:pt x="1297670" y="17183"/>
                  </a:lnTo>
                  <a:lnTo>
                    <a:pt x="1296084" y="13460"/>
                  </a:lnTo>
                  <a:lnTo>
                    <a:pt x="1293921" y="10039"/>
                  </a:lnTo>
                  <a:lnTo>
                    <a:pt x="1291237" y="7010"/>
                  </a:lnTo>
                  <a:lnTo>
                    <a:pt x="1288102" y="4451"/>
                  </a:lnTo>
                  <a:lnTo>
                    <a:pt x="1284598" y="2427"/>
                  </a:lnTo>
                  <a:lnTo>
                    <a:pt x="1280814" y="992"/>
                  </a:lnTo>
                  <a:lnTo>
                    <a:pt x="1276849" y="183"/>
                  </a:lnTo>
                  <a:lnTo>
                    <a:pt x="1273818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5583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6681828" y="3027807"/>
              <a:ext cx="1114257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2.15 years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6681828" y="3227679"/>
              <a:ext cx="121514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3.05 years</a:t>
              </a:r>
            </a:p>
          </p:txBody>
        </p:sp>
        <p:sp>
          <p:nvSpPr>
            <p:cNvPr id="72" name="pt72"/>
            <p:cNvSpPr/>
            <p:nvPr/>
          </p:nvSpPr>
          <p:spPr>
            <a:xfrm>
              <a:off x="6454505" y="2566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6666810" y="2742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6925711" y="2414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043154" y="3087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6007138" y="3114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6496445" y="2790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6571465" y="2604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7249674" y="2294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6832624" y="2563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6436049" y="2486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172259" y="2663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168653" y="2383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6909314" y="2200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6337784" y="2810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7460723" y="2105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352983" y="2096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7058087" y="2361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5778020" y="1565014"/>
              <a:ext cx="2473272" cy="18065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tx90"/>
            <p:cNvSpPr/>
            <p:nvPr/>
          </p:nvSpPr>
          <p:spPr>
            <a:xfrm>
              <a:off x="5591078" y="324772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5591078" y="270029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5591078" y="215286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5591078" y="160543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90</a:t>
              </a:r>
            </a:p>
          </p:txBody>
        </p:sp>
        <p:sp>
          <p:nvSpPr>
            <p:cNvPr id="94" name="pl94"/>
            <p:cNvSpPr/>
            <p:nvPr/>
          </p:nvSpPr>
          <p:spPr>
            <a:xfrm>
              <a:off x="5743225" y="328942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743225" y="27419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5743225" y="21945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5743225" y="16471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890441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639918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7389394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138870" y="3371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tx102"/>
            <p:cNvSpPr/>
            <p:nvPr/>
          </p:nvSpPr>
          <p:spPr>
            <a:xfrm>
              <a:off x="5828286" y="34324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6577762" y="34324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70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7327238" y="34324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8076715" y="34324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90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6117759" y="3552087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107" name="tx107"/>
            <p:cNvSpPr/>
            <p:nvPr/>
          </p:nvSpPr>
          <p:spPr>
            <a:xfrm rot="-5400000">
              <a:off x="4563963" y="2402722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  <p:sp>
          <p:nvSpPr>
            <p:cNvPr id="108" name="rc108"/>
            <p:cNvSpPr/>
            <p:nvPr/>
          </p:nvSpPr>
          <p:spPr>
            <a:xfrm>
              <a:off x="2377281" y="3781425"/>
              <a:ext cx="2971800" cy="228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2739545" y="3851014"/>
              <a:ext cx="2539947" cy="18065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739545" y="5276331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739545" y="4724064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739545" y="4171796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3239837" y="3851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009518" y="3851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779199" y="3851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739545" y="5552465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739545" y="5000198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739545" y="4447930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739545" y="3895662"/>
              <a:ext cx="2539947" cy="0"/>
            </a:xfrm>
            <a:custGeom>
              <a:avLst/>
              <a:pathLst>
                <a:path w="2539947" h="0">
                  <a:moveTo>
                    <a:pt x="0" y="0"/>
                  </a:moveTo>
                  <a:lnTo>
                    <a:pt x="2539947" y="0"/>
                  </a:lnTo>
                  <a:lnTo>
                    <a:pt x="25399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854997" y="3851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3624678" y="3851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4394359" y="3851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164040" y="3851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3624678" y="4486495"/>
              <a:ext cx="1539361" cy="1059091"/>
            </a:xfrm>
            <a:custGeom>
              <a:avLst/>
              <a:pathLst>
                <a:path w="1539361" h="1059091">
                  <a:moveTo>
                    <a:pt x="0" y="1059091"/>
                  </a:moveTo>
                  <a:lnTo>
                    <a:pt x="38484" y="1047520"/>
                  </a:lnTo>
                  <a:lnTo>
                    <a:pt x="76968" y="1034445"/>
                  </a:lnTo>
                  <a:lnTo>
                    <a:pt x="115452" y="1020699"/>
                  </a:lnTo>
                  <a:lnTo>
                    <a:pt x="153936" y="1006024"/>
                  </a:lnTo>
                  <a:lnTo>
                    <a:pt x="192420" y="990788"/>
                  </a:lnTo>
                  <a:lnTo>
                    <a:pt x="230904" y="974898"/>
                  </a:lnTo>
                  <a:lnTo>
                    <a:pt x="269388" y="958398"/>
                  </a:lnTo>
                  <a:lnTo>
                    <a:pt x="307872" y="941195"/>
                  </a:lnTo>
                  <a:lnTo>
                    <a:pt x="346356" y="922706"/>
                  </a:lnTo>
                  <a:lnTo>
                    <a:pt x="384840" y="902982"/>
                  </a:lnTo>
                  <a:lnTo>
                    <a:pt x="423324" y="881700"/>
                  </a:lnTo>
                  <a:lnTo>
                    <a:pt x="461808" y="860194"/>
                  </a:lnTo>
                  <a:lnTo>
                    <a:pt x="500292" y="839422"/>
                  </a:lnTo>
                  <a:lnTo>
                    <a:pt x="538776" y="816102"/>
                  </a:lnTo>
                  <a:lnTo>
                    <a:pt x="577260" y="790722"/>
                  </a:lnTo>
                  <a:lnTo>
                    <a:pt x="615744" y="765223"/>
                  </a:lnTo>
                  <a:lnTo>
                    <a:pt x="654228" y="738845"/>
                  </a:lnTo>
                  <a:lnTo>
                    <a:pt x="692712" y="712935"/>
                  </a:lnTo>
                  <a:lnTo>
                    <a:pt x="731196" y="685307"/>
                  </a:lnTo>
                  <a:lnTo>
                    <a:pt x="769680" y="655948"/>
                  </a:lnTo>
                  <a:lnTo>
                    <a:pt x="808165" y="627097"/>
                  </a:lnTo>
                  <a:lnTo>
                    <a:pt x="846649" y="597629"/>
                  </a:lnTo>
                  <a:lnTo>
                    <a:pt x="885133" y="568832"/>
                  </a:lnTo>
                  <a:lnTo>
                    <a:pt x="923617" y="538781"/>
                  </a:lnTo>
                  <a:lnTo>
                    <a:pt x="962101" y="507707"/>
                  </a:lnTo>
                  <a:lnTo>
                    <a:pt x="1000585" y="475026"/>
                  </a:lnTo>
                  <a:lnTo>
                    <a:pt x="1039069" y="443520"/>
                  </a:lnTo>
                  <a:lnTo>
                    <a:pt x="1077553" y="407013"/>
                  </a:lnTo>
                  <a:lnTo>
                    <a:pt x="1116037" y="369894"/>
                  </a:lnTo>
                  <a:lnTo>
                    <a:pt x="1154521" y="333273"/>
                  </a:lnTo>
                  <a:lnTo>
                    <a:pt x="1193005" y="292294"/>
                  </a:lnTo>
                  <a:lnTo>
                    <a:pt x="1231489" y="245455"/>
                  </a:lnTo>
                  <a:lnTo>
                    <a:pt x="1269973" y="203515"/>
                  </a:lnTo>
                  <a:lnTo>
                    <a:pt x="1308457" y="163736"/>
                  </a:lnTo>
                  <a:lnTo>
                    <a:pt x="1346941" y="125973"/>
                  </a:lnTo>
                  <a:lnTo>
                    <a:pt x="1385425" y="96036"/>
                  </a:lnTo>
                  <a:lnTo>
                    <a:pt x="1423909" y="68588"/>
                  </a:lnTo>
                  <a:lnTo>
                    <a:pt x="1462393" y="50877"/>
                  </a:lnTo>
                  <a:lnTo>
                    <a:pt x="1500877" y="18784"/>
                  </a:lnTo>
                  <a:lnTo>
                    <a:pt x="153936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3624678" y="3933128"/>
              <a:ext cx="1539361" cy="1642292"/>
            </a:xfrm>
            <a:custGeom>
              <a:avLst/>
              <a:pathLst>
                <a:path w="1539361" h="1642292">
                  <a:moveTo>
                    <a:pt x="0" y="1582625"/>
                  </a:moveTo>
                  <a:lnTo>
                    <a:pt x="38484" y="1569362"/>
                  </a:lnTo>
                  <a:lnTo>
                    <a:pt x="76968" y="1553916"/>
                  </a:lnTo>
                  <a:lnTo>
                    <a:pt x="115452" y="1535372"/>
                  </a:lnTo>
                  <a:lnTo>
                    <a:pt x="153936" y="1516752"/>
                  </a:lnTo>
                  <a:lnTo>
                    <a:pt x="192420" y="1497228"/>
                  </a:lnTo>
                  <a:lnTo>
                    <a:pt x="230904" y="1476387"/>
                  </a:lnTo>
                  <a:lnTo>
                    <a:pt x="269388" y="1454255"/>
                  </a:lnTo>
                  <a:lnTo>
                    <a:pt x="307872" y="1430798"/>
                  </a:lnTo>
                  <a:lnTo>
                    <a:pt x="346356" y="1405446"/>
                  </a:lnTo>
                  <a:lnTo>
                    <a:pt x="384840" y="1378503"/>
                  </a:lnTo>
                  <a:lnTo>
                    <a:pt x="423324" y="1350000"/>
                  </a:lnTo>
                  <a:lnTo>
                    <a:pt x="461808" y="1318569"/>
                  </a:lnTo>
                  <a:lnTo>
                    <a:pt x="500292" y="1289849"/>
                  </a:lnTo>
                  <a:lnTo>
                    <a:pt x="538776" y="1260098"/>
                  </a:lnTo>
                  <a:lnTo>
                    <a:pt x="577260" y="1227608"/>
                  </a:lnTo>
                  <a:lnTo>
                    <a:pt x="615744" y="1192284"/>
                  </a:lnTo>
                  <a:lnTo>
                    <a:pt x="654228" y="1159668"/>
                  </a:lnTo>
                  <a:lnTo>
                    <a:pt x="692712" y="1126752"/>
                  </a:lnTo>
                  <a:lnTo>
                    <a:pt x="731196" y="1091315"/>
                  </a:lnTo>
                  <a:lnTo>
                    <a:pt x="769680" y="1053196"/>
                  </a:lnTo>
                  <a:lnTo>
                    <a:pt x="808165" y="1014991"/>
                  </a:lnTo>
                  <a:lnTo>
                    <a:pt x="846649" y="975082"/>
                  </a:lnTo>
                  <a:lnTo>
                    <a:pt x="885133" y="939712"/>
                  </a:lnTo>
                  <a:lnTo>
                    <a:pt x="923617" y="897213"/>
                  </a:lnTo>
                  <a:lnTo>
                    <a:pt x="962101" y="848978"/>
                  </a:lnTo>
                  <a:lnTo>
                    <a:pt x="1000585" y="798723"/>
                  </a:lnTo>
                  <a:lnTo>
                    <a:pt x="1039069" y="743276"/>
                  </a:lnTo>
                  <a:lnTo>
                    <a:pt x="1077553" y="675220"/>
                  </a:lnTo>
                  <a:lnTo>
                    <a:pt x="1116037" y="602705"/>
                  </a:lnTo>
                  <a:lnTo>
                    <a:pt x="1154521" y="525911"/>
                  </a:lnTo>
                  <a:lnTo>
                    <a:pt x="1193005" y="459580"/>
                  </a:lnTo>
                  <a:lnTo>
                    <a:pt x="1231489" y="375993"/>
                  </a:lnTo>
                  <a:lnTo>
                    <a:pt x="1269973" y="310480"/>
                  </a:lnTo>
                  <a:lnTo>
                    <a:pt x="1308457" y="233084"/>
                  </a:lnTo>
                  <a:lnTo>
                    <a:pt x="1346941" y="178513"/>
                  </a:lnTo>
                  <a:lnTo>
                    <a:pt x="1385425" y="131197"/>
                  </a:lnTo>
                  <a:lnTo>
                    <a:pt x="1423909" y="82980"/>
                  </a:lnTo>
                  <a:lnTo>
                    <a:pt x="1462393" y="52388"/>
                  </a:lnTo>
                  <a:lnTo>
                    <a:pt x="1500877" y="18066"/>
                  </a:lnTo>
                  <a:lnTo>
                    <a:pt x="1539361" y="0"/>
                  </a:lnTo>
                  <a:lnTo>
                    <a:pt x="1539361" y="1106734"/>
                  </a:lnTo>
                  <a:lnTo>
                    <a:pt x="1500877" y="1126236"/>
                  </a:lnTo>
                  <a:lnTo>
                    <a:pt x="1462393" y="1156100"/>
                  </a:lnTo>
                  <a:lnTo>
                    <a:pt x="1423909" y="1160930"/>
                  </a:lnTo>
                  <a:lnTo>
                    <a:pt x="1385425" y="1167611"/>
                  </a:lnTo>
                  <a:lnTo>
                    <a:pt x="1346941" y="1180168"/>
                  </a:lnTo>
                  <a:lnTo>
                    <a:pt x="1308457" y="1201122"/>
                  </a:lnTo>
                  <a:lnTo>
                    <a:pt x="1269973" y="1203284"/>
                  </a:lnTo>
                  <a:lnTo>
                    <a:pt x="1231489" y="1221652"/>
                  </a:lnTo>
                  <a:lnTo>
                    <a:pt x="1193005" y="1231743"/>
                  </a:lnTo>
                  <a:lnTo>
                    <a:pt x="1154521" y="1247371"/>
                  </a:lnTo>
                  <a:lnTo>
                    <a:pt x="1116037" y="1243817"/>
                  </a:lnTo>
                  <a:lnTo>
                    <a:pt x="1077553" y="1245542"/>
                  </a:lnTo>
                  <a:lnTo>
                    <a:pt x="1039069" y="1250498"/>
                  </a:lnTo>
                  <a:lnTo>
                    <a:pt x="1000585" y="1258063"/>
                  </a:lnTo>
                  <a:lnTo>
                    <a:pt x="962101" y="1273171"/>
                  </a:lnTo>
                  <a:lnTo>
                    <a:pt x="923617" y="1287084"/>
                  </a:lnTo>
                  <a:lnTo>
                    <a:pt x="885133" y="1304688"/>
                  </a:lnTo>
                  <a:lnTo>
                    <a:pt x="846649" y="1326911"/>
                  </a:lnTo>
                  <a:lnTo>
                    <a:pt x="808165" y="1345937"/>
                  </a:lnTo>
                  <a:lnTo>
                    <a:pt x="769680" y="1365434"/>
                  </a:lnTo>
                  <a:lnTo>
                    <a:pt x="731196" y="1386034"/>
                  </a:lnTo>
                  <a:lnTo>
                    <a:pt x="692712" y="1405854"/>
                  </a:lnTo>
                  <a:lnTo>
                    <a:pt x="654228" y="1424755"/>
                  </a:lnTo>
                  <a:lnTo>
                    <a:pt x="615744" y="1444897"/>
                  </a:lnTo>
                  <a:lnTo>
                    <a:pt x="577260" y="1460570"/>
                  </a:lnTo>
                  <a:lnTo>
                    <a:pt x="538776" y="1478840"/>
                  </a:lnTo>
                  <a:lnTo>
                    <a:pt x="500292" y="1495729"/>
                  </a:lnTo>
                  <a:lnTo>
                    <a:pt x="461808" y="1508553"/>
                  </a:lnTo>
                  <a:lnTo>
                    <a:pt x="423324" y="1520134"/>
                  </a:lnTo>
                  <a:lnTo>
                    <a:pt x="384840" y="1534195"/>
                  </a:lnTo>
                  <a:lnTo>
                    <a:pt x="346356" y="1546700"/>
                  </a:lnTo>
                  <a:lnTo>
                    <a:pt x="307872" y="1558326"/>
                  </a:lnTo>
                  <a:lnTo>
                    <a:pt x="269388" y="1569276"/>
                  </a:lnTo>
                  <a:lnTo>
                    <a:pt x="230904" y="1580143"/>
                  </a:lnTo>
                  <a:lnTo>
                    <a:pt x="192420" y="1591082"/>
                  </a:lnTo>
                  <a:lnTo>
                    <a:pt x="153936" y="1602031"/>
                  </a:lnTo>
                  <a:lnTo>
                    <a:pt x="115452" y="1612761"/>
                  </a:lnTo>
                  <a:lnTo>
                    <a:pt x="76968" y="1621708"/>
                  </a:lnTo>
                  <a:lnTo>
                    <a:pt x="38484" y="1632413"/>
                  </a:lnTo>
                  <a:lnTo>
                    <a:pt x="0" y="1642292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624678" y="3933128"/>
              <a:ext cx="1539361" cy="1582625"/>
            </a:xfrm>
            <a:custGeom>
              <a:avLst/>
              <a:pathLst>
                <a:path w="1539361" h="1582625">
                  <a:moveTo>
                    <a:pt x="0" y="1582625"/>
                  </a:moveTo>
                  <a:lnTo>
                    <a:pt x="38484" y="1569362"/>
                  </a:lnTo>
                  <a:lnTo>
                    <a:pt x="76968" y="1553916"/>
                  </a:lnTo>
                  <a:lnTo>
                    <a:pt x="115452" y="1535372"/>
                  </a:lnTo>
                  <a:lnTo>
                    <a:pt x="153936" y="1516752"/>
                  </a:lnTo>
                  <a:lnTo>
                    <a:pt x="192420" y="1497228"/>
                  </a:lnTo>
                  <a:lnTo>
                    <a:pt x="230904" y="1476387"/>
                  </a:lnTo>
                  <a:lnTo>
                    <a:pt x="269388" y="1454255"/>
                  </a:lnTo>
                  <a:lnTo>
                    <a:pt x="307872" y="1430798"/>
                  </a:lnTo>
                  <a:lnTo>
                    <a:pt x="346356" y="1405446"/>
                  </a:lnTo>
                  <a:lnTo>
                    <a:pt x="384840" y="1378503"/>
                  </a:lnTo>
                  <a:lnTo>
                    <a:pt x="423324" y="1350000"/>
                  </a:lnTo>
                  <a:lnTo>
                    <a:pt x="461808" y="1318569"/>
                  </a:lnTo>
                  <a:lnTo>
                    <a:pt x="500292" y="1289849"/>
                  </a:lnTo>
                  <a:lnTo>
                    <a:pt x="538776" y="1260098"/>
                  </a:lnTo>
                  <a:lnTo>
                    <a:pt x="577260" y="1227608"/>
                  </a:lnTo>
                  <a:lnTo>
                    <a:pt x="615744" y="1192284"/>
                  </a:lnTo>
                  <a:lnTo>
                    <a:pt x="654228" y="1159668"/>
                  </a:lnTo>
                  <a:lnTo>
                    <a:pt x="692712" y="1126752"/>
                  </a:lnTo>
                  <a:lnTo>
                    <a:pt x="731196" y="1091315"/>
                  </a:lnTo>
                  <a:lnTo>
                    <a:pt x="769680" y="1053196"/>
                  </a:lnTo>
                  <a:lnTo>
                    <a:pt x="808165" y="1014991"/>
                  </a:lnTo>
                  <a:lnTo>
                    <a:pt x="846649" y="975082"/>
                  </a:lnTo>
                  <a:lnTo>
                    <a:pt x="885133" y="939712"/>
                  </a:lnTo>
                  <a:lnTo>
                    <a:pt x="923617" y="897213"/>
                  </a:lnTo>
                  <a:lnTo>
                    <a:pt x="962101" y="848978"/>
                  </a:lnTo>
                  <a:lnTo>
                    <a:pt x="1000585" y="798723"/>
                  </a:lnTo>
                  <a:lnTo>
                    <a:pt x="1039069" y="743276"/>
                  </a:lnTo>
                  <a:lnTo>
                    <a:pt x="1077553" y="675220"/>
                  </a:lnTo>
                  <a:lnTo>
                    <a:pt x="1116037" y="602705"/>
                  </a:lnTo>
                  <a:lnTo>
                    <a:pt x="1154521" y="525911"/>
                  </a:lnTo>
                  <a:lnTo>
                    <a:pt x="1193005" y="459580"/>
                  </a:lnTo>
                  <a:lnTo>
                    <a:pt x="1231489" y="375993"/>
                  </a:lnTo>
                  <a:lnTo>
                    <a:pt x="1269973" y="310480"/>
                  </a:lnTo>
                  <a:lnTo>
                    <a:pt x="1308457" y="233084"/>
                  </a:lnTo>
                  <a:lnTo>
                    <a:pt x="1346941" y="178513"/>
                  </a:lnTo>
                  <a:lnTo>
                    <a:pt x="1385425" y="131197"/>
                  </a:lnTo>
                  <a:lnTo>
                    <a:pt x="1423909" y="82980"/>
                  </a:lnTo>
                  <a:lnTo>
                    <a:pt x="1462393" y="52388"/>
                  </a:lnTo>
                  <a:lnTo>
                    <a:pt x="1500877" y="18066"/>
                  </a:lnTo>
                  <a:lnTo>
                    <a:pt x="153936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624678" y="5039863"/>
              <a:ext cx="1539361" cy="535558"/>
            </a:xfrm>
            <a:custGeom>
              <a:avLst/>
              <a:pathLst>
                <a:path w="1539361" h="535558">
                  <a:moveTo>
                    <a:pt x="1539361" y="0"/>
                  </a:moveTo>
                  <a:lnTo>
                    <a:pt x="1500877" y="19502"/>
                  </a:lnTo>
                  <a:lnTo>
                    <a:pt x="1462393" y="49366"/>
                  </a:lnTo>
                  <a:lnTo>
                    <a:pt x="1423909" y="54195"/>
                  </a:lnTo>
                  <a:lnTo>
                    <a:pt x="1385425" y="60876"/>
                  </a:lnTo>
                  <a:lnTo>
                    <a:pt x="1346941" y="73433"/>
                  </a:lnTo>
                  <a:lnTo>
                    <a:pt x="1308457" y="94388"/>
                  </a:lnTo>
                  <a:lnTo>
                    <a:pt x="1269973" y="96550"/>
                  </a:lnTo>
                  <a:lnTo>
                    <a:pt x="1231489" y="114917"/>
                  </a:lnTo>
                  <a:lnTo>
                    <a:pt x="1193005" y="125008"/>
                  </a:lnTo>
                  <a:lnTo>
                    <a:pt x="1154521" y="140636"/>
                  </a:lnTo>
                  <a:lnTo>
                    <a:pt x="1116037" y="137083"/>
                  </a:lnTo>
                  <a:lnTo>
                    <a:pt x="1077553" y="138807"/>
                  </a:lnTo>
                  <a:lnTo>
                    <a:pt x="1039069" y="143764"/>
                  </a:lnTo>
                  <a:lnTo>
                    <a:pt x="1000585" y="151328"/>
                  </a:lnTo>
                  <a:lnTo>
                    <a:pt x="962101" y="166437"/>
                  </a:lnTo>
                  <a:lnTo>
                    <a:pt x="923617" y="180349"/>
                  </a:lnTo>
                  <a:lnTo>
                    <a:pt x="885133" y="197953"/>
                  </a:lnTo>
                  <a:lnTo>
                    <a:pt x="846649" y="220176"/>
                  </a:lnTo>
                  <a:lnTo>
                    <a:pt x="808165" y="239202"/>
                  </a:lnTo>
                  <a:lnTo>
                    <a:pt x="769680" y="258699"/>
                  </a:lnTo>
                  <a:lnTo>
                    <a:pt x="731196" y="279299"/>
                  </a:lnTo>
                  <a:lnTo>
                    <a:pt x="692712" y="299119"/>
                  </a:lnTo>
                  <a:lnTo>
                    <a:pt x="654228" y="318021"/>
                  </a:lnTo>
                  <a:lnTo>
                    <a:pt x="615744" y="338162"/>
                  </a:lnTo>
                  <a:lnTo>
                    <a:pt x="577260" y="353836"/>
                  </a:lnTo>
                  <a:lnTo>
                    <a:pt x="538776" y="372106"/>
                  </a:lnTo>
                  <a:lnTo>
                    <a:pt x="500292" y="388995"/>
                  </a:lnTo>
                  <a:lnTo>
                    <a:pt x="461808" y="401819"/>
                  </a:lnTo>
                  <a:lnTo>
                    <a:pt x="423324" y="413399"/>
                  </a:lnTo>
                  <a:lnTo>
                    <a:pt x="384840" y="427460"/>
                  </a:lnTo>
                  <a:lnTo>
                    <a:pt x="346356" y="439965"/>
                  </a:lnTo>
                  <a:lnTo>
                    <a:pt x="307872" y="451591"/>
                  </a:lnTo>
                  <a:lnTo>
                    <a:pt x="269388" y="462541"/>
                  </a:lnTo>
                  <a:lnTo>
                    <a:pt x="230904" y="473409"/>
                  </a:lnTo>
                  <a:lnTo>
                    <a:pt x="192420" y="484347"/>
                  </a:lnTo>
                  <a:lnTo>
                    <a:pt x="153936" y="495296"/>
                  </a:lnTo>
                  <a:lnTo>
                    <a:pt x="115452" y="506026"/>
                  </a:lnTo>
                  <a:lnTo>
                    <a:pt x="76968" y="514973"/>
                  </a:lnTo>
                  <a:lnTo>
                    <a:pt x="38484" y="525679"/>
                  </a:lnTo>
                  <a:lnTo>
                    <a:pt x="0" y="5355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2739545" y="3851014"/>
              <a:ext cx="2539947" cy="18065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tx129"/>
            <p:cNvSpPr/>
            <p:nvPr/>
          </p:nvSpPr>
          <p:spPr>
            <a:xfrm>
              <a:off x="2614759" y="551077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2614759" y="4959870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2614759" y="4407930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2614759" y="385397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33" name="pl133"/>
            <p:cNvSpPr/>
            <p:nvPr/>
          </p:nvSpPr>
          <p:spPr>
            <a:xfrm>
              <a:off x="2704750" y="555246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704750" y="50001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704750" y="44479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704750" y="38956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2854997" y="5657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3624678" y="5657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394359" y="5657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164040" y="5657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tx141"/>
            <p:cNvSpPr/>
            <p:nvPr/>
          </p:nvSpPr>
          <p:spPr>
            <a:xfrm>
              <a:off x="2774233" y="5718474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3593600" y="571847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4332203" y="57184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5101884" y="57184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3281687" y="5865918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146" name="tx146"/>
            <p:cNvSpPr/>
            <p:nvPr/>
          </p:nvSpPr>
          <p:spPr>
            <a:xfrm rot="-5400000">
              <a:off x="1779407" y="4689541"/>
              <a:ext cx="1405458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pT217/AB42 Z</a:t>
              </a:r>
            </a:p>
          </p:txBody>
        </p:sp>
        <p:sp>
          <p:nvSpPr>
            <p:cNvPr id="147" name="rc147"/>
            <p:cNvSpPr/>
            <p:nvPr/>
          </p:nvSpPr>
          <p:spPr>
            <a:xfrm>
              <a:off x="5349081" y="3781425"/>
              <a:ext cx="2971799" cy="228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5778020" y="3851014"/>
              <a:ext cx="2473272" cy="18065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778020" y="5301706"/>
              <a:ext cx="2473272" cy="0"/>
            </a:xfrm>
            <a:custGeom>
              <a:avLst/>
              <a:pathLst>
                <a:path w="2473272" h="0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778020" y="4754275"/>
              <a:ext cx="2473272" cy="0"/>
            </a:xfrm>
            <a:custGeom>
              <a:avLst/>
              <a:pathLst>
                <a:path w="2473272" h="0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778020" y="4206844"/>
              <a:ext cx="2473272" cy="0"/>
            </a:xfrm>
            <a:custGeom>
              <a:avLst/>
              <a:pathLst>
                <a:path w="2473272" h="0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6265179" y="3851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7014656" y="3851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7764132" y="3851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778020" y="5575421"/>
              <a:ext cx="2473272" cy="0"/>
            </a:xfrm>
            <a:custGeom>
              <a:avLst/>
              <a:pathLst>
                <a:path w="2473272" h="0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778020" y="5027990"/>
              <a:ext cx="2473272" cy="0"/>
            </a:xfrm>
            <a:custGeom>
              <a:avLst/>
              <a:pathLst>
                <a:path w="2473272" h="0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778020" y="4480559"/>
              <a:ext cx="2473272" cy="0"/>
            </a:xfrm>
            <a:custGeom>
              <a:avLst/>
              <a:pathLst>
                <a:path w="2473272" h="0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5778020" y="3933128"/>
              <a:ext cx="2473272" cy="0"/>
            </a:xfrm>
            <a:custGeom>
              <a:avLst/>
              <a:pathLst>
                <a:path w="2473272" h="0">
                  <a:moveTo>
                    <a:pt x="0" y="0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890441" y="3851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6639918" y="3851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7389394" y="3851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138870" y="3851014"/>
              <a:ext cx="0" cy="1806522"/>
            </a:xfrm>
            <a:custGeom>
              <a:avLst/>
              <a:pathLst>
                <a:path w="0" h="1806522">
                  <a:moveTo>
                    <a:pt x="0" y="18065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778020" y="3851014"/>
              <a:ext cx="2473272" cy="1806522"/>
            </a:xfrm>
            <a:custGeom>
              <a:avLst/>
              <a:pathLst>
                <a:path w="2473272" h="1806522">
                  <a:moveTo>
                    <a:pt x="0" y="1806522"/>
                  </a:moveTo>
                  <a:lnTo>
                    <a:pt x="2473272" y="0"/>
                  </a:lnTo>
                  <a:lnTo>
                    <a:pt x="24732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39918" y="5301706"/>
              <a:ext cx="1298964" cy="355830"/>
            </a:xfrm>
            <a:custGeom>
              <a:avLst/>
              <a:pathLst>
                <a:path w="1298964" h="355830">
                  <a:moveTo>
                    <a:pt x="1298964" y="355830"/>
                  </a:moveTo>
                  <a:lnTo>
                    <a:pt x="1298964" y="25146"/>
                  </a:lnTo>
                  <a:lnTo>
                    <a:pt x="1298638" y="21112"/>
                  </a:lnTo>
                  <a:lnTo>
                    <a:pt x="1297670" y="17183"/>
                  </a:lnTo>
                  <a:lnTo>
                    <a:pt x="1296084" y="13460"/>
                  </a:lnTo>
                  <a:lnTo>
                    <a:pt x="1293921" y="10039"/>
                  </a:lnTo>
                  <a:lnTo>
                    <a:pt x="1291237" y="7010"/>
                  </a:lnTo>
                  <a:lnTo>
                    <a:pt x="1288102" y="4451"/>
                  </a:lnTo>
                  <a:lnTo>
                    <a:pt x="1284598" y="2427"/>
                  </a:lnTo>
                  <a:lnTo>
                    <a:pt x="1280814" y="992"/>
                  </a:lnTo>
                  <a:lnTo>
                    <a:pt x="1276849" y="183"/>
                  </a:lnTo>
                  <a:lnTo>
                    <a:pt x="1273818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5583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tx165"/>
            <p:cNvSpPr/>
            <p:nvPr/>
          </p:nvSpPr>
          <p:spPr>
            <a:xfrm>
              <a:off x="6681828" y="5313807"/>
              <a:ext cx="1114257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MAE = 3.78 years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6681828" y="5513679"/>
              <a:ext cx="121514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RMSE = 4.88 years</a:t>
              </a:r>
            </a:p>
          </p:txBody>
        </p:sp>
        <p:sp>
          <p:nvSpPr>
            <p:cNvPr id="167" name="pt167"/>
            <p:cNvSpPr/>
            <p:nvPr/>
          </p:nvSpPr>
          <p:spPr>
            <a:xfrm>
              <a:off x="7199159" y="4765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6666810" y="4870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7148762" y="4717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6064713" y="5253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6496445" y="4742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778011" y="4611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8011943" y="3973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8010890" y="4591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6350320" y="4932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7058087" y="4652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5778020" y="3851014"/>
              <a:ext cx="2473272" cy="18065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tx178"/>
            <p:cNvSpPr/>
            <p:nvPr/>
          </p:nvSpPr>
          <p:spPr>
            <a:xfrm>
              <a:off x="5591078" y="553372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5591078" y="498629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70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5591078" y="443886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5591078" y="389143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90</a:t>
              </a:r>
            </a:p>
          </p:txBody>
        </p:sp>
        <p:sp>
          <p:nvSpPr>
            <p:cNvPr id="182" name="pl182"/>
            <p:cNvSpPr/>
            <p:nvPr/>
          </p:nvSpPr>
          <p:spPr>
            <a:xfrm>
              <a:off x="5743225" y="557542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5743225" y="50279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5743225" y="44805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5743225" y="39331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5890441" y="5657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6639918" y="5657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7389394" y="5657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8138870" y="565753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tx190"/>
            <p:cNvSpPr/>
            <p:nvPr/>
          </p:nvSpPr>
          <p:spPr>
            <a:xfrm>
              <a:off x="5828286" y="57184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6577762" y="57184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70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7327238" y="57184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8076715" y="57184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90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6117759" y="5838087"/>
              <a:ext cx="1793794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Age at Conversion</a:t>
              </a:r>
            </a:p>
          </p:txBody>
        </p:sp>
        <p:sp>
          <p:nvSpPr>
            <p:cNvPr id="195" name="tx195"/>
            <p:cNvSpPr/>
            <p:nvPr/>
          </p:nvSpPr>
          <p:spPr>
            <a:xfrm rot="-5400000">
              <a:off x="4563963" y="4688722"/>
              <a:ext cx="177831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Age at Conversion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2026-05-20T10:11:55Z</dcterms:modified>
</cp:coreProperties>
</file>