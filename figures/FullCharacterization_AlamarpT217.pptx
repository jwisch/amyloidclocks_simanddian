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71800" y="1691481"/>
            <a:ext cx="9144000" cy="7315200"/>
            <a:chOff x="2971800" y="1691481"/>
            <a:chExt cx="9144000" cy="7315200"/>
          </a:xfrm>
        </p:grpSpPr>
        <p:sp>
          <p:nvSpPr>
            <p:cNvPr id="3" name="rc3"/>
            <p:cNvSpPr/>
            <p:nvPr/>
          </p:nvSpPr>
          <p:spPr>
            <a:xfrm>
              <a:off x="2971800" y="1691481"/>
              <a:ext cx="91440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71800" y="1691481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372163" y="1761070"/>
              <a:ext cx="410204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372163" y="4714414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372163" y="4065337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72163" y="3416260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72163" y="2767183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2163" y="2118106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19878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4239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864911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72163" y="4389876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72163" y="3740799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372163" y="3091721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372163" y="2442644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372163" y="1793567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558620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881136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203653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533794" y="3307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807106" y="4011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096135" y="29216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533794" y="2886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247949" y="25034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592532" y="4327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533794" y="3171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848299" y="2936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477500" y="2795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411134" y="34407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533794" y="3594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837986" y="3533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533794" y="40498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401220" y="3207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837948" y="3362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123467" y="3146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827660" y="33724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533794" y="3699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456294" y="46066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533794" y="2687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856887" y="41017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5383868" y="43918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533794" y="4421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4112624" y="4419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533794" y="2683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814016" y="26750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4329478" y="3712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533794" y="3825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081947" y="3366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533794" y="2551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849749" y="2345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533794" y="2912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110629" y="28073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533794" y="24225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780002" y="2227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533794" y="3535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802061" y="36530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533794" y="4082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765379" y="3025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533794" y="2529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070400" y="21540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533794" y="39526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893229" y="4332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533794" y="2863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533794" y="30754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798462" y="2438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070772" y="27343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861534" y="3537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115016" y="38852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5363577" y="3752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533794" y="30736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4041061" y="20385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588184" y="2126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4857035" y="2166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120814" y="2168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533794" y="2199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809892" y="2067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4068277" y="2134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533794" y="2880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533794" y="46589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400495" y="3917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533794" y="3269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533794" y="3551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533794" y="3237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040560" y="3067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329478" y="3260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533794" y="3736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3787427" y="29078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4049757" y="2794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533794" y="37416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3837695" y="4123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533794" y="3924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807718" y="3525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4077569" y="3600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4341073" y="2478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4686014" y="3691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533794" y="2489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802398" y="2367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533794" y="2995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4390350" y="2992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533794" y="3175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3533794" y="4152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3808443" y="3159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4132369" y="3573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3533794" y="2575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3842736" y="4165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091063" y="38780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3533794" y="3285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3801196" y="3038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4074813" y="33846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4302665" y="3193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533794" y="3971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3818588" y="3894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081794" y="3781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3533794" y="3400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3812723" y="3290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4101865" y="3319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3533794" y="3955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3843197" y="37135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3533794" y="3819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836946" y="2554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3533794" y="3242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143898" y="37112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3533794" y="2744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3803214" y="27268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4068598" y="22132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5013714" y="2231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3533794" y="3550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3533794" y="31561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4288897" y="32734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4613547" y="30306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4857035" y="3586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4369335" y="44761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5227340" y="3879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3533794" y="2621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3822211" y="2467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4095632" y="21009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3533794" y="4131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3768196" y="3156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4127631" y="4224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4918966" y="3950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3533794" y="38060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706304" y="3240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3533794" y="4398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3533794" y="2472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533794" y="4110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533794" y="3089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3819313" y="3294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4072221" y="3363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4248674" y="41470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4603402" y="4275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3533794" y="3907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4356677" y="3795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4380205" y="3409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3533794" y="4131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4132369" y="4210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3533794" y="3042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3823546" y="29870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4096860" y="30329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3533794" y="4169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533794" y="2505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3797573" y="2366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4071120" y="2241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4345421" y="22065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4649056" y="1978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533794" y="3293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3825835" y="41523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061351" y="4443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4378031" y="4319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4633113" y="2874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5388265" y="4078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5896207" y="4126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533794" y="2021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3807718" y="2027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4152089" y="19300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4416438" y="1880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4689637" y="1906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3533794" y="4769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3820372" y="4157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533794" y="3621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137324" y="2923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4552675" y="4369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3533794" y="3016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4334697" y="4221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4825296" y="2839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5408653" y="4333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3533794" y="2800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806797" y="3009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3533794" y="4339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4044316" y="3628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3533794" y="38196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3808247" y="2894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533794" y="3498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803370" y="3427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533794" y="4131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4036713" y="4705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4604851" y="39761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3533794" y="3145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3851832" y="35129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3533794" y="2500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3809167" y="2618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4078019" y="2127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3533794" y="42783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335204" y="3523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533794" y="3763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3774215" y="3943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104663" y="3736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533794" y="29318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4338899" y="2365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4157732" y="3050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4638910" y="2668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4912834" y="2234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533794" y="3567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3533794" y="4122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3833081" y="44663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4321734" y="3663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3533794" y="31952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100861" y="3017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4602647" y="2420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4902343" y="26905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533794" y="42305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3533794" y="2957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3798620" y="3075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078743" y="3080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3533794" y="40536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3533794" y="4222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4152006" y="3359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3533794" y="3845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3831747" y="3789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533794" y="2368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3853372" y="2319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533794" y="38612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3847351" y="3841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4147587" y="3609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4659926" y="4038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3533794" y="3648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4472962" y="45579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3533794" y="3079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3533794" y="2747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068000" y="2930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3533794" y="3746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3801950" y="4180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4065729" y="37265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800990" y="2779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3533794" y="3732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4323776" y="2955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533794" y="2277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3533794" y="2948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4390350" y="2525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3533794" y="3532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067655" y="3249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4336000" y="34334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4618620" y="2920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4858484" y="29456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3533794" y="3959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4066232" y="4259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3533794" y="32235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3817863" y="2588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3533794" y="36766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3863517" y="3747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5070812" y="27105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4905429" y="3141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5425174" y="4516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3533794" y="2996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3802200" y="3702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4065699" y="3090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4334551" y="3178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3533794" y="2306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533794" y="3995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4072493" y="3059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4562820" y="28501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3533794" y="42169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3533794" y="3823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3533794" y="3652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4066331" y="3102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3533794" y="4268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4370059" y="3641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3533794" y="42592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3792308" y="3810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086523" y="3742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3558620" y="2946456"/>
              <a:ext cx="562341" cy="1089911"/>
            </a:xfrm>
            <a:custGeom>
              <a:avLst/>
              <a:pathLst>
                <a:path w="562341" h="1089911">
                  <a:moveTo>
                    <a:pt x="0" y="385549"/>
                  </a:moveTo>
                  <a:lnTo>
                    <a:pt x="273312" y="1089911"/>
                  </a:lnTo>
                  <a:lnTo>
                    <a:pt x="5623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3558620" y="2528306"/>
              <a:ext cx="1058737" cy="1824415"/>
            </a:xfrm>
            <a:custGeom>
              <a:avLst/>
              <a:pathLst>
                <a:path w="1058737" h="1824415">
                  <a:moveTo>
                    <a:pt x="0" y="383407"/>
                  </a:moveTo>
                  <a:lnTo>
                    <a:pt x="714154" y="0"/>
                  </a:lnTo>
                  <a:lnTo>
                    <a:pt x="1058737" y="18244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3558620" y="2820756"/>
              <a:ext cx="943705" cy="375533"/>
            </a:xfrm>
            <a:custGeom>
              <a:avLst/>
              <a:pathLst>
                <a:path w="943705" h="375533">
                  <a:moveTo>
                    <a:pt x="0" y="375533"/>
                  </a:moveTo>
                  <a:lnTo>
                    <a:pt x="314505" y="140349"/>
                  </a:lnTo>
                  <a:lnTo>
                    <a:pt x="9437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3558620" y="3558086"/>
              <a:ext cx="304191" cy="61695"/>
            </a:xfrm>
            <a:custGeom>
              <a:avLst/>
              <a:pathLst>
                <a:path w="304191" h="61695">
                  <a:moveTo>
                    <a:pt x="0" y="61695"/>
                  </a:moveTo>
                  <a:lnTo>
                    <a:pt x="30419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3862774" y="3171601"/>
              <a:ext cx="285518" cy="215489"/>
            </a:xfrm>
            <a:custGeom>
              <a:avLst/>
              <a:pathLst>
                <a:path w="285518" h="215489">
                  <a:moveTo>
                    <a:pt x="0" y="215489"/>
                  </a:moveTo>
                  <a:lnTo>
                    <a:pt x="2855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3558620" y="3724085"/>
              <a:ext cx="922500" cy="907417"/>
            </a:xfrm>
            <a:custGeom>
              <a:avLst/>
              <a:pathLst>
                <a:path w="922500" h="907417">
                  <a:moveTo>
                    <a:pt x="0" y="0"/>
                  </a:moveTo>
                  <a:lnTo>
                    <a:pt x="922500" y="90741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4881713" y="4126600"/>
              <a:ext cx="526981" cy="290059"/>
            </a:xfrm>
            <a:custGeom>
              <a:avLst/>
              <a:pathLst>
                <a:path w="526981" h="290059">
                  <a:moveTo>
                    <a:pt x="0" y="0"/>
                  </a:moveTo>
                  <a:lnTo>
                    <a:pt x="526981" y="29005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3558620" y="4444727"/>
              <a:ext cx="578830" cy="1508"/>
            </a:xfrm>
            <a:custGeom>
              <a:avLst/>
              <a:pathLst>
                <a:path w="578830" h="1508">
                  <a:moveTo>
                    <a:pt x="0" y="1508"/>
                  </a:moveTo>
                  <a:lnTo>
                    <a:pt x="57883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3558620" y="2699873"/>
              <a:ext cx="280222" cy="7991"/>
            </a:xfrm>
            <a:custGeom>
              <a:avLst/>
              <a:pathLst>
                <a:path w="280222" h="7991">
                  <a:moveTo>
                    <a:pt x="0" y="7991"/>
                  </a:moveTo>
                  <a:lnTo>
                    <a:pt x="28022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3558620" y="3391236"/>
              <a:ext cx="548152" cy="458844"/>
            </a:xfrm>
            <a:custGeom>
              <a:avLst/>
              <a:pathLst>
                <a:path w="548152" h="458844">
                  <a:moveTo>
                    <a:pt x="0" y="458844"/>
                  </a:moveTo>
                  <a:lnTo>
                    <a:pt x="5481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3558620" y="2370250"/>
              <a:ext cx="315954" cy="206420"/>
            </a:xfrm>
            <a:custGeom>
              <a:avLst/>
              <a:pathLst>
                <a:path w="315954" h="206420">
                  <a:moveTo>
                    <a:pt x="0" y="206420"/>
                  </a:moveTo>
                  <a:lnTo>
                    <a:pt x="31595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3558620" y="2252624"/>
              <a:ext cx="246208" cy="194778"/>
            </a:xfrm>
            <a:custGeom>
              <a:avLst/>
              <a:pathLst>
                <a:path w="246208" h="194778">
                  <a:moveTo>
                    <a:pt x="0" y="194778"/>
                  </a:moveTo>
                  <a:lnTo>
                    <a:pt x="24620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3558620" y="3560528"/>
              <a:ext cx="268267" cy="117381"/>
            </a:xfrm>
            <a:custGeom>
              <a:avLst/>
              <a:pathLst>
                <a:path w="268267" h="117381">
                  <a:moveTo>
                    <a:pt x="0" y="0"/>
                  </a:moveTo>
                  <a:lnTo>
                    <a:pt x="268267" y="11738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3558620" y="3050378"/>
              <a:ext cx="1231584" cy="1056665"/>
            </a:xfrm>
            <a:custGeom>
              <a:avLst/>
              <a:pathLst>
                <a:path w="1231584" h="1056665">
                  <a:moveTo>
                    <a:pt x="0" y="1056665"/>
                  </a:moveTo>
                  <a:lnTo>
                    <a:pt x="12315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3558620" y="3977500"/>
              <a:ext cx="359434" cy="379448"/>
            </a:xfrm>
            <a:custGeom>
              <a:avLst/>
              <a:pathLst>
                <a:path w="359434" h="379448">
                  <a:moveTo>
                    <a:pt x="0" y="0"/>
                  </a:moveTo>
                  <a:lnTo>
                    <a:pt x="359434" y="37944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3558620" y="2463806"/>
              <a:ext cx="1829782" cy="1446311"/>
            </a:xfrm>
            <a:custGeom>
              <a:avLst/>
              <a:pathLst>
                <a:path w="1829782" h="1446311">
                  <a:moveTo>
                    <a:pt x="0" y="636500"/>
                  </a:moveTo>
                  <a:lnTo>
                    <a:pt x="264667" y="0"/>
                  </a:lnTo>
                  <a:lnTo>
                    <a:pt x="536977" y="295400"/>
                  </a:lnTo>
                  <a:lnTo>
                    <a:pt x="1327739" y="1098119"/>
                  </a:lnTo>
                  <a:lnTo>
                    <a:pt x="1581222" y="1446311"/>
                  </a:lnTo>
                  <a:lnTo>
                    <a:pt x="1829782" y="13133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3558620" y="2063353"/>
              <a:ext cx="1587019" cy="1035097"/>
            </a:xfrm>
            <a:custGeom>
              <a:avLst/>
              <a:pathLst>
                <a:path w="1587019" h="1035097">
                  <a:moveTo>
                    <a:pt x="0" y="1035097"/>
                  </a:moveTo>
                  <a:lnTo>
                    <a:pt x="507266" y="0"/>
                  </a:lnTo>
                  <a:lnTo>
                    <a:pt x="1054389" y="87533"/>
                  </a:lnTo>
                  <a:lnTo>
                    <a:pt x="1323241" y="127778"/>
                  </a:lnTo>
                  <a:lnTo>
                    <a:pt x="1587019" y="1296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3558620" y="2092273"/>
              <a:ext cx="534483" cy="132075"/>
            </a:xfrm>
            <a:custGeom>
              <a:avLst/>
              <a:pathLst>
                <a:path w="534483" h="132075">
                  <a:moveTo>
                    <a:pt x="0" y="132075"/>
                  </a:moveTo>
                  <a:lnTo>
                    <a:pt x="276097" y="0"/>
                  </a:lnTo>
                  <a:lnTo>
                    <a:pt x="534483" y="671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3558620" y="3942583"/>
              <a:ext cx="866701" cy="741189"/>
            </a:xfrm>
            <a:custGeom>
              <a:avLst/>
              <a:pathLst>
                <a:path w="866701" h="741189">
                  <a:moveTo>
                    <a:pt x="0" y="741189"/>
                  </a:moveTo>
                  <a:lnTo>
                    <a:pt x="8667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3558620" y="3092094"/>
              <a:ext cx="795683" cy="193011"/>
            </a:xfrm>
            <a:custGeom>
              <a:avLst/>
              <a:pathLst>
                <a:path w="795683" h="193011">
                  <a:moveTo>
                    <a:pt x="0" y="170555"/>
                  </a:moveTo>
                  <a:lnTo>
                    <a:pt x="506765" y="0"/>
                  </a:lnTo>
                  <a:lnTo>
                    <a:pt x="795683" y="19301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3812253" y="2818899"/>
              <a:ext cx="262329" cy="113776"/>
            </a:xfrm>
            <a:custGeom>
              <a:avLst/>
              <a:pathLst>
                <a:path w="262329" h="113776">
                  <a:moveTo>
                    <a:pt x="0" y="113776"/>
                  </a:moveTo>
                  <a:lnTo>
                    <a:pt x="2623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3558620" y="3766471"/>
              <a:ext cx="303900" cy="381389"/>
            </a:xfrm>
            <a:custGeom>
              <a:avLst/>
              <a:pathLst>
                <a:path w="303900" h="381389">
                  <a:moveTo>
                    <a:pt x="0" y="0"/>
                  </a:moveTo>
                  <a:lnTo>
                    <a:pt x="303900" y="3813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3558620" y="2503680"/>
              <a:ext cx="1152219" cy="1445228"/>
            </a:xfrm>
            <a:custGeom>
              <a:avLst/>
              <a:pathLst>
                <a:path w="1152219" h="1445228">
                  <a:moveTo>
                    <a:pt x="0" y="1445228"/>
                  </a:moveTo>
                  <a:lnTo>
                    <a:pt x="273923" y="1046904"/>
                  </a:lnTo>
                  <a:lnTo>
                    <a:pt x="543775" y="1122070"/>
                  </a:lnTo>
                  <a:lnTo>
                    <a:pt x="807278" y="0"/>
                  </a:lnTo>
                  <a:lnTo>
                    <a:pt x="1152219" y="12124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3558620" y="2392294"/>
              <a:ext cx="268603" cy="122372"/>
            </a:xfrm>
            <a:custGeom>
              <a:avLst/>
              <a:pathLst>
                <a:path w="268603" h="122372">
                  <a:moveTo>
                    <a:pt x="0" y="122372"/>
                  </a:moveTo>
                  <a:lnTo>
                    <a:pt x="2686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3558620" y="3017615"/>
              <a:ext cx="856555" cy="3164"/>
            </a:xfrm>
            <a:custGeom>
              <a:avLst/>
              <a:pathLst>
                <a:path w="856555" h="3164">
                  <a:moveTo>
                    <a:pt x="0" y="3164"/>
                  </a:moveTo>
                  <a:lnTo>
                    <a:pt x="8565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3558620" y="3184733"/>
              <a:ext cx="598574" cy="992429"/>
            </a:xfrm>
            <a:custGeom>
              <a:avLst/>
              <a:pathLst>
                <a:path w="598574" h="992429">
                  <a:moveTo>
                    <a:pt x="0" y="992429"/>
                  </a:moveTo>
                  <a:lnTo>
                    <a:pt x="274648" y="0"/>
                  </a:lnTo>
                  <a:lnTo>
                    <a:pt x="598574" y="41405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3558620" y="2600218"/>
              <a:ext cx="557268" cy="1590048"/>
            </a:xfrm>
            <a:custGeom>
              <a:avLst/>
              <a:pathLst>
                <a:path w="557268" h="1590048">
                  <a:moveTo>
                    <a:pt x="0" y="0"/>
                  </a:moveTo>
                  <a:lnTo>
                    <a:pt x="308941" y="1590048"/>
                  </a:lnTo>
                  <a:lnTo>
                    <a:pt x="557268" y="13026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3558620" y="3063320"/>
              <a:ext cx="768871" cy="346201"/>
            </a:xfrm>
            <a:custGeom>
              <a:avLst/>
              <a:pathLst>
                <a:path w="768871" h="346201">
                  <a:moveTo>
                    <a:pt x="0" y="247195"/>
                  </a:moveTo>
                  <a:lnTo>
                    <a:pt x="267401" y="0"/>
                  </a:lnTo>
                  <a:lnTo>
                    <a:pt x="541018" y="346201"/>
                  </a:lnTo>
                  <a:lnTo>
                    <a:pt x="768871" y="1551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3558620" y="3805940"/>
              <a:ext cx="548000" cy="190620"/>
            </a:xfrm>
            <a:custGeom>
              <a:avLst/>
              <a:pathLst>
                <a:path w="548000" h="190620">
                  <a:moveTo>
                    <a:pt x="0" y="190620"/>
                  </a:moveTo>
                  <a:lnTo>
                    <a:pt x="284793" y="113671"/>
                  </a:lnTo>
                  <a:lnTo>
                    <a:pt x="5480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3558620" y="3314872"/>
              <a:ext cx="568071" cy="110290"/>
            </a:xfrm>
            <a:custGeom>
              <a:avLst/>
              <a:pathLst>
                <a:path w="568071" h="110290">
                  <a:moveTo>
                    <a:pt x="0" y="110290"/>
                  </a:moveTo>
                  <a:lnTo>
                    <a:pt x="278929" y="0"/>
                  </a:lnTo>
                  <a:lnTo>
                    <a:pt x="568071" y="2955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3558620" y="3738399"/>
              <a:ext cx="309402" cy="242252"/>
            </a:xfrm>
            <a:custGeom>
              <a:avLst/>
              <a:pathLst>
                <a:path w="309402" h="242252">
                  <a:moveTo>
                    <a:pt x="0" y="242252"/>
                  </a:moveTo>
                  <a:lnTo>
                    <a:pt x="30940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3558620" y="2579550"/>
              <a:ext cx="303152" cy="1264837"/>
            </a:xfrm>
            <a:custGeom>
              <a:avLst/>
              <a:pathLst>
                <a:path w="303152" h="1264837">
                  <a:moveTo>
                    <a:pt x="0" y="1264837"/>
                  </a:moveTo>
                  <a:lnTo>
                    <a:pt x="3031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3558620" y="2238098"/>
              <a:ext cx="1479919" cy="530807"/>
            </a:xfrm>
            <a:custGeom>
              <a:avLst/>
              <a:pathLst>
                <a:path w="1479919" h="530807">
                  <a:moveTo>
                    <a:pt x="0" y="530807"/>
                  </a:moveTo>
                  <a:lnTo>
                    <a:pt x="269419" y="513535"/>
                  </a:lnTo>
                  <a:lnTo>
                    <a:pt x="534803" y="0"/>
                  </a:lnTo>
                  <a:lnTo>
                    <a:pt x="1479919" y="178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4313722" y="3055474"/>
              <a:ext cx="568138" cy="556271"/>
            </a:xfrm>
            <a:custGeom>
              <a:avLst/>
              <a:pathLst>
                <a:path w="568138" h="556271">
                  <a:moveTo>
                    <a:pt x="0" y="242805"/>
                  </a:moveTo>
                  <a:lnTo>
                    <a:pt x="324650" y="0"/>
                  </a:lnTo>
                  <a:lnTo>
                    <a:pt x="568138" y="55627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4394160" y="3903866"/>
              <a:ext cx="858005" cy="597085"/>
            </a:xfrm>
            <a:custGeom>
              <a:avLst/>
              <a:pathLst>
                <a:path w="858005" h="597085">
                  <a:moveTo>
                    <a:pt x="0" y="597085"/>
                  </a:moveTo>
                  <a:lnTo>
                    <a:pt x="8580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3558620" y="2125789"/>
              <a:ext cx="561838" cy="520331"/>
            </a:xfrm>
            <a:custGeom>
              <a:avLst/>
              <a:pathLst>
                <a:path w="561838" h="520331">
                  <a:moveTo>
                    <a:pt x="0" y="520331"/>
                  </a:moveTo>
                  <a:lnTo>
                    <a:pt x="288417" y="366181"/>
                  </a:lnTo>
                  <a:lnTo>
                    <a:pt x="56183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3558620" y="3181530"/>
              <a:ext cx="1385172" cy="1067554"/>
            </a:xfrm>
            <a:custGeom>
              <a:avLst/>
              <a:pathLst>
                <a:path w="1385172" h="1067554">
                  <a:moveTo>
                    <a:pt x="0" y="975215"/>
                  </a:moveTo>
                  <a:lnTo>
                    <a:pt x="234401" y="0"/>
                  </a:lnTo>
                  <a:lnTo>
                    <a:pt x="593836" y="1067554"/>
                  </a:lnTo>
                  <a:lnTo>
                    <a:pt x="1385172" y="79351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3558620" y="3265015"/>
              <a:ext cx="1172510" cy="565864"/>
            </a:xfrm>
            <a:custGeom>
              <a:avLst/>
              <a:pathLst>
                <a:path w="1172510" h="565864">
                  <a:moveTo>
                    <a:pt x="0" y="565864"/>
                  </a:moveTo>
                  <a:lnTo>
                    <a:pt x="117251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3558620" y="3114421"/>
              <a:ext cx="538427" cy="273855"/>
            </a:xfrm>
            <a:custGeom>
              <a:avLst/>
              <a:pathLst>
                <a:path w="538427" h="273855">
                  <a:moveTo>
                    <a:pt x="0" y="0"/>
                  </a:moveTo>
                  <a:lnTo>
                    <a:pt x="285518" y="204643"/>
                  </a:lnTo>
                  <a:lnTo>
                    <a:pt x="538427" y="27385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4273500" y="4171867"/>
              <a:ext cx="354728" cy="128343"/>
            </a:xfrm>
            <a:custGeom>
              <a:avLst/>
              <a:pathLst>
                <a:path w="354728" h="128343">
                  <a:moveTo>
                    <a:pt x="0" y="0"/>
                  </a:moveTo>
                  <a:lnTo>
                    <a:pt x="354728" y="1283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3558620" y="3819857"/>
              <a:ext cx="822882" cy="112394"/>
            </a:xfrm>
            <a:custGeom>
              <a:avLst/>
              <a:pathLst>
                <a:path w="822882" h="112394">
                  <a:moveTo>
                    <a:pt x="0" y="112394"/>
                  </a:moveTo>
                  <a:lnTo>
                    <a:pt x="8228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3558620" y="4155836"/>
              <a:ext cx="598574" cy="79847"/>
            </a:xfrm>
            <a:custGeom>
              <a:avLst/>
              <a:pathLst>
                <a:path w="598574" h="79847">
                  <a:moveTo>
                    <a:pt x="0" y="0"/>
                  </a:moveTo>
                  <a:lnTo>
                    <a:pt x="598574" y="7984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3558620" y="3011834"/>
              <a:ext cx="563065" cy="55004"/>
            </a:xfrm>
            <a:custGeom>
              <a:avLst/>
              <a:pathLst>
                <a:path w="563065" h="55004">
                  <a:moveTo>
                    <a:pt x="0" y="55004"/>
                  </a:moveTo>
                  <a:lnTo>
                    <a:pt x="289751" y="0"/>
                  </a:lnTo>
                  <a:lnTo>
                    <a:pt x="563065" y="4589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3558620" y="2003474"/>
              <a:ext cx="1115261" cy="526764"/>
            </a:xfrm>
            <a:custGeom>
              <a:avLst/>
              <a:pathLst>
                <a:path w="1115261" h="526764">
                  <a:moveTo>
                    <a:pt x="0" y="526764"/>
                  </a:moveTo>
                  <a:lnTo>
                    <a:pt x="263778" y="388183"/>
                  </a:lnTo>
                  <a:lnTo>
                    <a:pt x="537326" y="262869"/>
                  </a:lnTo>
                  <a:lnTo>
                    <a:pt x="811626" y="227857"/>
                  </a:lnTo>
                  <a:lnTo>
                    <a:pt x="111526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3558620" y="2898925"/>
              <a:ext cx="2362412" cy="1569804"/>
            </a:xfrm>
            <a:custGeom>
              <a:avLst/>
              <a:pathLst>
                <a:path w="2362412" h="1569804">
                  <a:moveTo>
                    <a:pt x="0" y="419484"/>
                  </a:moveTo>
                  <a:lnTo>
                    <a:pt x="292040" y="1278274"/>
                  </a:lnTo>
                  <a:lnTo>
                    <a:pt x="527557" y="1569804"/>
                  </a:lnTo>
                  <a:lnTo>
                    <a:pt x="844236" y="1445225"/>
                  </a:lnTo>
                  <a:lnTo>
                    <a:pt x="1099319" y="0"/>
                  </a:lnTo>
                  <a:lnTo>
                    <a:pt x="1854471" y="1204158"/>
                  </a:lnTo>
                  <a:lnTo>
                    <a:pt x="2362412" y="125288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3558620" y="1905530"/>
              <a:ext cx="1155843" cy="147235"/>
            </a:xfrm>
            <a:custGeom>
              <a:avLst/>
              <a:pathLst>
                <a:path w="1155843" h="147235">
                  <a:moveTo>
                    <a:pt x="0" y="141083"/>
                  </a:moveTo>
                  <a:lnTo>
                    <a:pt x="273923" y="147235"/>
                  </a:lnTo>
                  <a:lnTo>
                    <a:pt x="618294" y="49365"/>
                  </a:lnTo>
                  <a:lnTo>
                    <a:pt x="882643" y="0"/>
                  </a:lnTo>
                  <a:lnTo>
                    <a:pt x="1155843" y="2558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3558620" y="4181956"/>
              <a:ext cx="286577" cy="612775"/>
            </a:xfrm>
            <a:custGeom>
              <a:avLst/>
              <a:pathLst>
                <a:path w="286577" h="612775">
                  <a:moveTo>
                    <a:pt x="0" y="612775"/>
                  </a:moveTo>
                  <a:lnTo>
                    <a:pt x="28657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3558620" y="2948721"/>
              <a:ext cx="1018881" cy="1445810"/>
            </a:xfrm>
            <a:custGeom>
              <a:avLst/>
              <a:pathLst>
                <a:path w="1018881" h="1445810">
                  <a:moveTo>
                    <a:pt x="0" y="697414"/>
                  </a:moveTo>
                  <a:lnTo>
                    <a:pt x="603530" y="0"/>
                  </a:lnTo>
                  <a:lnTo>
                    <a:pt x="1018881" y="144581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4359523" y="2864585"/>
              <a:ext cx="1073955" cy="1493908"/>
            </a:xfrm>
            <a:custGeom>
              <a:avLst/>
              <a:pathLst>
                <a:path w="1073955" h="1493908">
                  <a:moveTo>
                    <a:pt x="0" y="1382173"/>
                  </a:moveTo>
                  <a:lnTo>
                    <a:pt x="490599" y="0"/>
                  </a:lnTo>
                  <a:lnTo>
                    <a:pt x="1073955" y="14939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3558620" y="2825413"/>
              <a:ext cx="273003" cy="208713"/>
            </a:xfrm>
            <a:custGeom>
              <a:avLst/>
              <a:pathLst>
                <a:path w="273003" h="208713">
                  <a:moveTo>
                    <a:pt x="0" y="0"/>
                  </a:moveTo>
                  <a:lnTo>
                    <a:pt x="273003" y="20871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3558620" y="3653164"/>
              <a:ext cx="510521" cy="711109"/>
            </a:xfrm>
            <a:custGeom>
              <a:avLst/>
              <a:pathLst>
                <a:path w="510521" h="711109">
                  <a:moveTo>
                    <a:pt x="0" y="711109"/>
                  </a:moveTo>
                  <a:lnTo>
                    <a:pt x="5105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3558620" y="2918927"/>
              <a:ext cx="274452" cy="925537"/>
            </a:xfrm>
            <a:custGeom>
              <a:avLst/>
              <a:pathLst>
                <a:path w="274452" h="925537">
                  <a:moveTo>
                    <a:pt x="0" y="925537"/>
                  </a:moveTo>
                  <a:lnTo>
                    <a:pt x="2744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3558620" y="3452410"/>
              <a:ext cx="269575" cy="70671"/>
            </a:xfrm>
            <a:custGeom>
              <a:avLst/>
              <a:pathLst>
                <a:path w="269575" h="70671">
                  <a:moveTo>
                    <a:pt x="0" y="70671"/>
                  </a:moveTo>
                  <a:lnTo>
                    <a:pt x="26957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3558620" y="4000952"/>
              <a:ext cx="1071057" cy="729662"/>
            </a:xfrm>
            <a:custGeom>
              <a:avLst/>
              <a:pathLst>
                <a:path w="1071057" h="729662">
                  <a:moveTo>
                    <a:pt x="0" y="155261"/>
                  </a:moveTo>
                  <a:lnTo>
                    <a:pt x="502918" y="729662"/>
                  </a:lnTo>
                  <a:lnTo>
                    <a:pt x="107105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3558620" y="3170588"/>
              <a:ext cx="318037" cy="367186"/>
            </a:xfrm>
            <a:custGeom>
              <a:avLst/>
              <a:pathLst>
                <a:path w="318037" h="367186">
                  <a:moveTo>
                    <a:pt x="0" y="0"/>
                  </a:moveTo>
                  <a:lnTo>
                    <a:pt x="318037" y="36718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3558620" y="2152735"/>
              <a:ext cx="544224" cy="490950"/>
            </a:xfrm>
            <a:custGeom>
              <a:avLst/>
              <a:pathLst>
                <a:path w="544224" h="490950">
                  <a:moveTo>
                    <a:pt x="0" y="373009"/>
                  </a:moveTo>
                  <a:lnTo>
                    <a:pt x="275373" y="490950"/>
                  </a:lnTo>
                  <a:lnTo>
                    <a:pt x="54422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3558620" y="3548718"/>
              <a:ext cx="801409" cy="754506"/>
            </a:xfrm>
            <a:custGeom>
              <a:avLst/>
              <a:pathLst>
                <a:path w="801409" h="754506">
                  <a:moveTo>
                    <a:pt x="0" y="754506"/>
                  </a:moveTo>
                  <a:lnTo>
                    <a:pt x="80140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3558620" y="3760950"/>
              <a:ext cx="570868" cy="207423"/>
            </a:xfrm>
            <a:custGeom>
              <a:avLst/>
              <a:pathLst>
                <a:path w="570868" h="207423">
                  <a:moveTo>
                    <a:pt x="0" y="27297"/>
                  </a:moveTo>
                  <a:lnTo>
                    <a:pt x="240420" y="207423"/>
                  </a:lnTo>
                  <a:lnTo>
                    <a:pt x="57086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3558620" y="2390496"/>
              <a:ext cx="805104" cy="566192"/>
            </a:xfrm>
            <a:custGeom>
              <a:avLst/>
              <a:pathLst>
                <a:path w="805104" h="566192">
                  <a:moveTo>
                    <a:pt x="0" y="566192"/>
                  </a:moveTo>
                  <a:lnTo>
                    <a:pt x="8051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4182558" y="2259457"/>
              <a:ext cx="755102" cy="816165"/>
            </a:xfrm>
            <a:custGeom>
              <a:avLst/>
              <a:pathLst>
                <a:path w="755102" h="816165">
                  <a:moveTo>
                    <a:pt x="0" y="816165"/>
                  </a:moveTo>
                  <a:lnTo>
                    <a:pt x="481178" y="433649"/>
                  </a:lnTo>
                  <a:lnTo>
                    <a:pt x="75510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3558620" y="3688683"/>
              <a:ext cx="787940" cy="802487"/>
            </a:xfrm>
            <a:custGeom>
              <a:avLst/>
              <a:pathLst>
                <a:path w="787940" h="802487">
                  <a:moveTo>
                    <a:pt x="0" y="459112"/>
                  </a:moveTo>
                  <a:lnTo>
                    <a:pt x="299287" y="802487"/>
                  </a:lnTo>
                  <a:lnTo>
                    <a:pt x="7879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4125687" y="2445108"/>
              <a:ext cx="801481" cy="597562"/>
            </a:xfrm>
            <a:custGeom>
              <a:avLst/>
              <a:pathLst>
                <a:path w="801481" h="597562">
                  <a:moveTo>
                    <a:pt x="0" y="597562"/>
                  </a:moveTo>
                  <a:lnTo>
                    <a:pt x="501786" y="0"/>
                  </a:lnTo>
                  <a:lnTo>
                    <a:pt x="801481" y="27027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3558620" y="2982541"/>
              <a:ext cx="544949" cy="123180"/>
            </a:xfrm>
            <a:custGeom>
              <a:avLst/>
              <a:pathLst>
                <a:path w="544949" h="123180">
                  <a:moveTo>
                    <a:pt x="0" y="0"/>
                  </a:moveTo>
                  <a:lnTo>
                    <a:pt x="264826" y="117898"/>
                  </a:lnTo>
                  <a:lnTo>
                    <a:pt x="544949" y="12318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3558620" y="3384725"/>
              <a:ext cx="618211" cy="862915"/>
            </a:xfrm>
            <a:custGeom>
              <a:avLst/>
              <a:pathLst>
                <a:path w="618211" h="862915">
                  <a:moveTo>
                    <a:pt x="0" y="862915"/>
                  </a:moveTo>
                  <a:lnTo>
                    <a:pt x="61821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3558620" y="3813900"/>
              <a:ext cx="297952" cy="56670"/>
            </a:xfrm>
            <a:custGeom>
              <a:avLst/>
              <a:pathLst>
                <a:path w="297952" h="56670">
                  <a:moveTo>
                    <a:pt x="0" y="56670"/>
                  </a:moveTo>
                  <a:lnTo>
                    <a:pt x="2979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3558620" y="2344427"/>
              <a:ext cx="319577" cy="48813"/>
            </a:xfrm>
            <a:custGeom>
              <a:avLst/>
              <a:pathLst>
                <a:path w="319577" h="48813">
                  <a:moveTo>
                    <a:pt x="0" y="48813"/>
                  </a:moveTo>
                  <a:lnTo>
                    <a:pt x="31957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3558620" y="3634447"/>
              <a:ext cx="1126131" cy="428819"/>
            </a:xfrm>
            <a:custGeom>
              <a:avLst/>
              <a:pathLst>
                <a:path w="1126131" h="428819">
                  <a:moveTo>
                    <a:pt x="0" y="251593"/>
                  </a:moveTo>
                  <a:lnTo>
                    <a:pt x="313556" y="231850"/>
                  </a:lnTo>
                  <a:lnTo>
                    <a:pt x="613792" y="0"/>
                  </a:lnTo>
                  <a:lnTo>
                    <a:pt x="1126131" y="4288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3558620" y="3672907"/>
              <a:ext cx="939167" cy="909842"/>
            </a:xfrm>
            <a:custGeom>
              <a:avLst/>
              <a:pathLst>
                <a:path w="939167" h="909842">
                  <a:moveTo>
                    <a:pt x="0" y="0"/>
                  </a:moveTo>
                  <a:lnTo>
                    <a:pt x="939167" y="90984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3558620" y="3751416"/>
              <a:ext cx="531934" cy="453801"/>
            </a:xfrm>
            <a:custGeom>
              <a:avLst/>
              <a:pathLst>
                <a:path w="531934" h="453801">
                  <a:moveTo>
                    <a:pt x="0" y="19720"/>
                  </a:moveTo>
                  <a:lnTo>
                    <a:pt x="268156" y="453801"/>
                  </a:lnTo>
                  <a:lnTo>
                    <a:pt x="5319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3558620" y="2980258"/>
              <a:ext cx="789981" cy="777368"/>
            </a:xfrm>
            <a:custGeom>
              <a:avLst/>
              <a:pathLst>
                <a:path w="789981" h="777368">
                  <a:moveTo>
                    <a:pt x="0" y="777368"/>
                  </a:moveTo>
                  <a:lnTo>
                    <a:pt x="78998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3558620" y="2550083"/>
              <a:ext cx="856555" cy="423385"/>
            </a:xfrm>
            <a:custGeom>
              <a:avLst/>
              <a:pathLst>
                <a:path w="856555" h="423385">
                  <a:moveTo>
                    <a:pt x="0" y="423385"/>
                  </a:moveTo>
                  <a:lnTo>
                    <a:pt x="8565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3558620" y="2945622"/>
              <a:ext cx="1324690" cy="611582"/>
            </a:xfrm>
            <a:custGeom>
              <a:avLst/>
              <a:pathLst>
                <a:path w="1324690" h="611582">
                  <a:moveTo>
                    <a:pt x="0" y="611582"/>
                  </a:moveTo>
                  <a:lnTo>
                    <a:pt x="533861" y="328277"/>
                  </a:lnTo>
                  <a:lnTo>
                    <a:pt x="802205" y="512604"/>
                  </a:lnTo>
                  <a:lnTo>
                    <a:pt x="1084825" y="0"/>
                  </a:lnTo>
                  <a:lnTo>
                    <a:pt x="1324690" y="2481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3558620" y="3983985"/>
              <a:ext cx="532437" cy="300138"/>
            </a:xfrm>
            <a:custGeom>
              <a:avLst/>
              <a:pathLst>
                <a:path w="532437" h="300138">
                  <a:moveTo>
                    <a:pt x="0" y="0"/>
                  </a:moveTo>
                  <a:lnTo>
                    <a:pt x="532437" y="3001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3558620" y="2612931"/>
              <a:ext cx="284069" cy="635439"/>
            </a:xfrm>
            <a:custGeom>
              <a:avLst/>
              <a:pathLst>
                <a:path w="284069" h="635439">
                  <a:moveTo>
                    <a:pt x="0" y="635439"/>
                  </a:moveTo>
                  <a:lnTo>
                    <a:pt x="2840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3558620" y="2735414"/>
              <a:ext cx="1537017" cy="1036612"/>
            </a:xfrm>
            <a:custGeom>
              <a:avLst/>
              <a:pathLst>
                <a:path w="1537017" h="1036612">
                  <a:moveTo>
                    <a:pt x="0" y="966091"/>
                  </a:moveTo>
                  <a:lnTo>
                    <a:pt x="329723" y="1036612"/>
                  </a:lnTo>
                  <a:lnTo>
                    <a:pt x="153701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4930255" y="3166680"/>
              <a:ext cx="519744" cy="1374264"/>
            </a:xfrm>
            <a:custGeom>
              <a:avLst/>
              <a:pathLst>
                <a:path w="519744" h="1374264">
                  <a:moveTo>
                    <a:pt x="0" y="0"/>
                  </a:moveTo>
                  <a:lnTo>
                    <a:pt x="519744" y="137426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3558620" y="3021025"/>
              <a:ext cx="800756" cy="706319"/>
            </a:xfrm>
            <a:custGeom>
              <a:avLst/>
              <a:pathLst>
                <a:path w="800756" h="706319">
                  <a:moveTo>
                    <a:pt x="0" y="0"/>
                  </a:moveTo>
                  <a:lnTo>
                    <a:pt x="268405" y="706319"/>
                  </a:lnTo>
                  <a:lnTo>
                    <a:pt x="531905" y="94216"/>
                  </a:lnTo>
                  <a:lnTo>
                    <a:pt x="800756" y="18199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3558620" y="2875009"/>
              <a:ext cx="1029026" cy="1145420"/>
            </a:xfrm>
            <a:custGeom>
              <a:avLst/>
              <a:pathLst>
                <a:path w="1029026" h="1145420">
                  <a:moveTo>
                    <a:pt x="0" y="1145420"/>
                  </a:moveTo>
                  <a:lnTo>
                    <a:pt x="538698" y="209267"/>
                  </a:lnTo>
                  <a:lnTo>
                    <a:pt x="102902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3558620" y="3127795"/>
              <a:ext cx="532536" cy="549045"/>
            </a:xfrm>
            <a:custGeom>
              <a:avLst/>
              <a:pathLst>
                <a:path w="532536" h="549045">
                  <a:moveTo>
                    <a:pt x="0" y="549045"/>
                  </a:moveTo>
                  <a:lnTo>
                    <a:pt x="53253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3558620" y="3666669"/>
              <a:ext cx="836265" cy="626591"/>
            </a:xfrm>
            <a:custGeom>
              <a:avLst/>
              <a:pathLst>
                <a:path w="836265" h="626591">
                  <a:moveTo>
                    <a:pt x="0" y="626591"/>
                  </a:moveTo>
                  <a:lnTo>
                    <a:pt x="83626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3558620" y="3767447"/>
              <a:ext cx="552728" cy="516658"/>
            </a:xfrm>
            <a:custGeom>
              <a:avLst/>
              <a:pathLst>
                <a:path w="552728" h="516658">
                  <a:moveTo>
                    <a:pt x="0" y="516658"/>
                  </a:moveTo>
                  <a:lnTo>
                    <a:pt x="258513" y="67839"/>
                  </a:lnTo>
                  <a:lnTo>
                    <a:pt x="55272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rc363"/>
            <p:cNvSpPr/>
            <p:nvPr/>
          </p:nvSpPr>
          <p:spPr>
            <a:xfrm>
              <a:off x="3372163" y="1761070"/>
              <a:ext cx="410204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tx364"/>
            <p:cNvSpPr/>
            <p:nvPr/>
          </p:nvSpPr>
          <p:spPr>
            <a:xfrm>
              <a:off x="3210161" y="4349548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365" name="tx365"/>
            <p:cNvSpPr/>
            <p:nvPr/>
          </p:nvSpPr>
          <p:spPr>
            <a:xfrm>
              <a:off x="3247378" y="369910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66" name="tx366"/>
            <p:cNvSpPr/>
            <p:nvPr/>
          </p:nvSpPr>
          <p:spPr>
            <a:xfrm>
              <a:off x="3247378" y="3051394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67" name="tx367"/>
            <p:cNvSpPr/>
            <p:nvPr/>
          </p:nvSpPr>
          <p:spPr>
            <a:xfrm>
              <a:off x="3247378" y="2402317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68" name="tx368"/>
            <p:cNvSpPr/>
            <p:nvPr/>
          </p:nvSpPr>
          <p:spPr>
            <a:xfrm>
              <a:off x="3247378" y="1751821"/>
              <a:ext cx="62155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369" name="pl369"/>
            <p:cNvSpPr/>
            <p:nvPr/>
          </p:nvSpPr>
          <p:spPr>
            <a:xfrm>
              <a:off x="3337369" y="43898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3337369" y="374079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3337369" y="309172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3337369" y="24426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3337369" y="17935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3558620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4881136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6203653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tx377"/>
            <p:cNvSpPr/>
            <p:nvPr/>
          </p:nvSpPr>
          <p:spPr>
            <a:xfrm>
              <a:off x="3527542" y="50001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78" name="tx378"/>
            <p:cNvSpPr/>
            <p:nvPr/>
          </p:nvSpPr>
          <p:spPr>
            <a:xfrm>
              <a:off x="4850059" y="50015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79" name="tx379"/>
            <p:cNvSpPr/>
            <p:nvPr/>
          </p:nvSpPr>
          <p:spPr>
            <a:xfrm>
              <a:off x="6141497" y="50001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80" name="tx380"/>
            <p:cNvSpPr/>
            <p:nvPr/>
          </p:nvSpPr>
          <p:spPr>
            <a:xfrm>
              <a:off x="4802006" y="51475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381" name="tx381"/>
            <p:cNvSpPr/>
            <p:nvPr/>
          </p:nvSpPr>
          <p:spPr>
            <a:xfrm rot="-5400000">
              <a:off x="2198516" y="3284579"/>
              <a:ext cx="175464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Alamar Plasma pTau217 (Z)</a:t>
              </a:r>
            </a:p>
          </p:txBody>
        </p:sp>
        <p:sp>
          <p:nvSpPr>
            <p:cNvPr id="382" name="rc382"/>
            <p:cNvSpPr/>
            <p:nvPr/>
          </p:nvSpPr>
          <p:spPr>
            <a:xfrm>
              <a:off x="7543800" y="1691481"/>
              <a:ext cx="45719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rc383"/>
            <p:cNvSpPr/>
            <p:nvPr/>
          </p:nvSpPr>
          <p:spPr>
            <a:xfrm>
              <a:off x="7648183" y="1761070"/>
              <a:ext cx="439802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7648183" y="4493774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7648183" y="3891856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7648183" y="3289939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7648183" y="2688022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7648183" y="2086105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7848093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864773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9447376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10247017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11046659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11846300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7648183" y="4794732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6"/>
            <p:cNvSpPr/>
            <p:nvPr/>
          </p:nvSpPr>
          <p:spPr>
            <a:xfrm>
              <a:off x="7648183" y="4192815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7648183" y="3590898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8"/>
            <p:cNvSpPr/>
            <p:nvPr/>
          </p:nvSpPr>
          <p:spPr>
            <a:xfrm>
              <a:off x="7648183" y="2988981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7648183" y="2387064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400"/>
            <p:cNvSpPr/>
            <p:nvPr/>
          </p:nvSpPr>
          <p:spPr>
            <a:xfrm>
              <a:off x="7648183" y="1785147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1"/>
            <p:cNvSpPr/>
            <p:nvPr/>
          </p:nvSpPr>
          <p:spPr>
            <a:xfrm>
              <a:off x="8247914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904755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9847197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10646838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11446479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rc406"/>
            <p:cNvSpPr/>
            <p:nvPr/>
          </p:nvSpPr>
          <p:spPr>
            <a:xfrm>
              <a:off x="7848093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07" name="rc407"/>
            <p:cNvSpPr/>
            <p:nvPr/>
          </p:nvSpPr>
          <p:spPr>
            <a:xfrm>
              <a:off x="7985963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08" name="rc408"/>
            <p:cNvSpPr/>
            <p:nvPr/>
          </p:nvSpPr>
          <p:spPr>
            <a:xfrm>
              <a:off x="8123832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09" name="rc409"/>
            <p:cNvSpPr/>
            <p:nvPr/>
          </p:nvSpPr>
          <p:spPr>
            <a:xfrm>
              <a:off x="8261701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10" name="rc410"/>
            <p:cNvSpPr/>
            <p:nvPr/>
          </p:nvSpPr>
          <p:spPr>
            <a:xfrm>
              <a:off x="8399570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11" name="rc411"/>
            <p:cNvSpPr/>
            <p:nvPr/>
          </p:nvSpPr>
          <p:spPr>
            <a:xfrm>
              <a:off x="8537439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12" name="rc412"/>
            <p:cNvSpPr/>
            <p:nvPr/>
          </p:nvSpPr>
          <p:spPr>
            <a:xfrm>
              <a:off x="8675309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13" name="rc413"/>
            <p:cNvSpPr/>
            <p:nvPr/>
          </p:nvSpPr>
          <p:spPr>
            <a:xfrm>
              <a:off x="8813178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14" name="rc414"/>
            <p:cNvSpPr/>
            <p:nvPr/>
          </p:nvSpPr>
          <p:spPr>
            <a:xfrm>
              <a:off x="8951047" y="4553965"/>
              <a:ext cx="137869" cy="240766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15" name="rc415"/>
            <p:cNvSpPr/>
            <p:nvPr/>
          </p:nvSpPr>
          <p:spPr>
            <a:xfrm>
              <a:off x="9088916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16" name="rc416"/>
            <p:cNvSpPr/>
            <p:nvPr/>
          </p:nvSpPr>
          <p:spPr>
            <a:xfrm>
              <a:off x="9226785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17" name="rc417"/>
            <p:cNvSpPr/>
            <p:nvPr/>
          </p:nvSpPr>
          <p:spPr>
            <a:xfrm>
              <a:off x="9364655" y="4433582"/>
              <a:ext cx="137869" cy="36115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18" name="rc418"/>
            <p:cNvSpPr/>
            <p:nvPr/>
          </p:nvSpPr>
          <p:spPr>
            <a:xfrm>
              <a:off x="9502524" y="4072432"/>
              <a:ext cx="137869" cy="72230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19" name="rc419"/>
            <p:cNvSpPr/>
            <p:nvPr/>
          </p:nvSpPr>
          <p:spPr>
            <a:xfrm>
              <a:off x="9640393" y="3952048"/>
              <a:ext cx="137869" cy="842683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20" name="rc420"/>
            <p:cNvSpPr/>
            <p:nvPr/>
          </p:nvSpPr>
          <p:spPr>
            <a:xfrm>
              <a:off x="9778262" y="1905530"/>
              <a:ext cx="137869" cy="2889201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21" name="rc421"/>
            <p:cNvSpPr/>
            <p:nvPr/>
          </p:nvSpPr>
          <p:spPr>
            <a:xfrm>
              <a:off x="9916131" y="3229748"/>
              <a:ext cx="137869" cy="1564984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22" name="rc422"/>
            <p:cNvSpPr/>
            <p:nvPr/>
          </p:nvSpPr>
          <p:spPr>
            <a:xfrm>
              <a:off x="10054001" y="2146297"/>
              <a:ext cx="137869" cy="2648435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23" name="rc423"/>
            <p:cNvSpPr/>
            <p:nvPr/>
          </p:nvSpPr>
          <p:spPr>
            <a:xfrm>
              <a:off x="10191870" y="4433582"/>
              <a:ext cx="137869" cy="36115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24" name="rc424"/>
            <p:cNvSpPr/>
            <p:nvPr/>
          </p:nvSpPr>
          <p:spPr>
            <a:xfrm>
              <a:off x="10329739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25" name="rc425"/>
            <p:cNvSpPr/>
            <p:nvPr/>
          </p:nvSpPr>
          <p:spPr>
            <a:xfrm>
              <a:off x="10467608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26" name="rc426"/>
            <p:cNvSpPr/>
            <p:nvPr/>
          </p:nvSpPr>
          <p:spPr>
            <a:xfrm>
              <a:off x="10605477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27" name="rc427"/>
            <p:cNvSpPr/>
            <p:nvPr/>
          </p:nvSpPr>
          <p:spPr>
            <a:xfrm>
              <a:off x="10743347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28" name="rc428"/>
            <p:cNvSpPr/>
            <p:nvPr/>
          </p:nvSpPr>
          <p:spPr>
            <a:xfrm>
              <a:off x="10881216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29" name="rc429"/>
            <p:cNvSpPr/>
            <p:nvPr/>
          </p:nvSpPr>
          <p:spPr>
            <a:xfrm>
              <a:off x="11019085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30" name="rc430"/>
            <p:cNvSpPr/>
            <p:nvPr/>
          </p:nvSpPr>
          <p:spPr>
            <a:xfrm>
              <a:off x="11156954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31" name="rc431"/>
            <p:cNvSpPr/>
            <p:nvPr/>
          </p:nvSpPr>
          <p:spPr>
            <a:xfrm>
              <a:off x="11294823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32" name="rc432"/>
            <p:cNvSpPr/>
            <p:nvPr/>
          </p:nvSpPr>
          <p:spPr>
            <a:xfrm>
              <a:off x="11432693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33" name="rc433"/>
            <p:cNvSpPr/>
            <p:nvPr/>
          </p:nvSpPr>
          <p:spPr>
            <a:xfrm>
              <a:off x="11570562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34" name="rc434"/>
            <p:cNvSpPr/>
            <p:nvPr/>
          </p:nvSpPr>
          <p:spPr>
            <a:xfrm>
              <a:off x="11708431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35" name="rc435"/>
            <p:cNvSpPr/>
            <p:nvPr/>
          </p:nvSpPr>
          <p:spPr>
            <a:xfrm>
              <a:off x="784809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36" name="rc436"/>
            <p:cNvSpPr/>
            <p:nvPr/>
          </p:nvSpPr>
          <p:spPr>
            <a:xfrm>
              <a:off x="798596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37" name="rc437"/>
            <p:cNvSpPr/>
            <p:nvPr/>
          </p:nvSpPr>
          <p:spPr>
            <a:xfrm>
              <a:off x="8123832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38" name="rc438"/>
            <p:cNvSpPr/>
            <p:nvPr/>
          </p:nvSpPr>
          <p:spPr>
            <a:xfrm>
              <a:off x="8261701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39" name="rc439"/>
            <p:cNvSpPr/>
            <p:nvPr/>
          </p:nvSpPr>
          <p:spPr>
            <a:xfrm>
              <a:off x="8399570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40" name="rc440"/>
            <p:cNvSpPr/>
            <p:nvPr/>
          </p:nvSpPr>
          <p:spPr>
            <a:xfrm>
              <a:off x="8537439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41" name="rc441"/>
            <p:cNvSpPr/>
            <p:nvPr/>
          </p:nvSpPr>
          <p:spPr>
            <a:xfrm>
              <a:off x="8675309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42" name="rc442"/>
            <p:cNvSpPr/>
            <p:nvPr/>
          </p:nvSpPr>
          <p:spPr>
            <a:xfrm>
              <a:off x="8813178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43" name="rc443"/>
            <p:cNvSpPr/>
            <p:nvPr/>
          </p:nvSpPr>
          <p:spPr>
            <a:xfrm>
              <a:off x="8951047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44" name="rc444"/>
            <p:cNvSpPr/>
            <p:nvPr/>
          </p:nvSpPr>
          <p:spPr>
            <a:xfrm>
              <a:off x="9088916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45" name="rc445"/>
            <p:cNvSpPr/>
            <p:nvPr/>
          </p:nvSpPr>
          <p:spPr>
            <a:xfrm>
              <a:off x="9226785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46" name="rc446"/>
            <p:cNvSpPr/>
            <p:nvPr/>
          </p:nvSpPr>
          <p:spPr>
            <a:xfrm>
              <a:off x="9364655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47" name="rc447"/>
            <p:cNvSpPr/>
            <p:nvPr/>
          </p:nvSpPr>
          <p:spPr>
            <a:xfrm>
              <a:off x="9502524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48" name="rc448"/>
            <p:cNvSpPr/>
            <p:nvPr/>
          </p:nvSpPr>
          <p:spPr>
            <a:xfrm>
              <a:off x="964039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49" name="rc449"/>
            <p:cNvSpPr/>
            <p:nvPr/>
          </p:nvSpPr>
          <p:spPr>
            <a:xfrm>
              <a:off x="9778262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50" name="rc450"/>
            <p:cNvSpPr/>
            <p:nvPr/>
          </p:nvSpPr>
          <p:spPr>
            <a:xfrm>
              <a:off x="9916131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51" name="rc451"/>
            <p:cNvSpPr/>
            <p:nvPr/>
          </p:nvSpPr>
          <p:spPr>
            <a:xfrm>
              <a:off x="10054001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52" name="rc452"/>
            <p:cNvSpPr/>
            <p:nvPr/>
          </p:nvSpPr>
          <p:spPr>
            <a:xfrm>
              <a:off x="10191870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53" name="rc453"/>
            <p:cNvSpPr/>
            <p:nvPr/>
          </p:nvSpPr>
          <p:spPr>
            <a:xfrm>
              <a:off x="10329739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54" name="rc454"/>
            <p:cNvSpPr/>
            <p:nvPr/>
          </p:nvSpPr>
          <p:spPr>
            <a:xfrm>
              <a:off x="10467608" y="4553965"/>
              <a:ext cx="137869" cy="240766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55" name="rc455"/>
            <p:cNvSpPr/>
            <p:nvPr/>
          </p:nvSpPr>
          <p:spPr>
            <a:xfrm>
              <a:off x="10605477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56" name="rc456"/>
            <p:cNvSpPr/>
            <p:nvPr/>
          </p:nvSpPr>
          <p:spPr>
            <a:xfrm>
              <a:off x="10743347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57" name="rc457"/>
            <p:cNvSpPr/>
            <p:nvPr/>
          </p:nvSpPr>
          <p:spPr>
            <a:xfrm>
              <a:off x="10881216" y="4674349"/>
              <a:ext cx="137869" cy="120383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58" name="rc458"/>
            <p:cNvSpPr/>
            <p:nvPr/>
          </p:nvSpPr>
          <p:spPr>
            <a:xfrm>
              <a:off x="11019085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59" name="rc459"/>
            <p:cNvSpPr/>
            <p:nvPr/>
          </p:nvSpPr>
          <p:spPr>
            <a:xfrm>
              <a:off x="11156954" y="4674349"/>
              <a:ext cx="137869" cy="120383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0" name="rc460"/>
            <p:cNvSpPr/>
            <p:nvPr/>
          </p:nvSpPr>
          <p:spPr>
            <a:xfrm>
              <a:off x="1129482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1" name="rc461"/>
            <p:cNvSpPr/>
            <p:nvPr/>
          </p:nvSpPr>
          <p:spPr>
            <a:xfrm>
              <a:off x="1143269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2" name="rc462"/>
            <p:cNvSpPr/>
            <p:nvPr/>
          </p:nvSpPr>
          <p:spPr>
            <a:xfrm>
              <a:off x="11570562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3" name="rc463"/>
            <p:cNvSpPr/>
            <p:nvPr/>
          </p:nvSpPr>
          <p:spPr>
            <a:xfrm>
              <a:off x="11708431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4" name="pl464"/>
            <p:cNvSpPr/>
            <p:nvPr/>
          </p:nvSpPr>
          <p:spPr>
            <a:xfrm>
              <a:off x="10302039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10347523" y="3639051"/>
              <a:ext cx="1023446" cy="790163"/>
            </a:xfrm>
            <a:custGeom>
              <a:avLst/>
              <a:pathLst>
                <a:path w="1023446" h="790163">
                  <a:moveTo>
                    <a:pt x="25236" y="790163"/>
                  </a:moveTo>
                  <a:lnTo>
                    <a:pt x="998209" y="790163"/>
                  </a:lnTo>
                  <a:lnTo>
                    <a:pt x="997193" y="790142"/>
                  </a:lnTo>
                  <a:lnTo>
                    <a:pt x="1001251" y="789979"/>
                  </a:lnTo>
                  <a:lnTo>
                    <a:pt x="1005231" y="789167"/>
                  </a:lnTo>
                  <a:lnTo>
                    <a:pt x="1009028" y="787726"/>
                  </a:lnTo>
                  <a:lnTo>
                    <a:pt x="1012546" y="785696"/>
                  </a:lnTo>
                  <a:lnTo>
                    <a:pt x="1015692" y="783127"/>
                  </a:lnTo>
                  <a:lnTo>
                    <a:pt x="1018385" y="780087"/>
                  </a:lnTo>
                  <a:lnTo>
                    <a:pt x="1020555" y="776654"/>
                  </a:lnTo>
                  <a:lnTo>
                    <a:pt x="1022147" y="772918"/>
                  </a:lnTo>
                  <a:lnTo>
                    <a:pt x="1023119" y="768974"/>
                  </a:lnTo>
                  <a:lnTo>
                    <a:pt x="1023446" y="764926"/>
                  </a:lnTo>
                  <a:lnTo>
                    <a:pt x="1023446" y="25236"/>
                  </a:lnTo>
                  <a:lnTo>
                    <a:pt x="1023119" y="21188"/>
                  </a:lnTo>
                  <a:lnTo>
                    <a:pt x="1022147" y="17245"/>
                  </a:lnTo>
                  <a:lnTo>
                    <a:pt x="1020555" y="13508"/>
                  </a:lnTo>
                  <a:lnTo>
                    <a:pt x="1018385" y="10075"/>
                  </a:lnTo>
                  <a:lnTo>
                    <a:pt x="1015692" y="7035"/>
                  </a:lnTo>
                  <a:lnTo>
                    <a:pt x="1012546" y="4467"/>
                  </a:lnTo>
                  <a:lnTo>
                    <a:pt x="1009028" y="2436"/>
                  </a:lnTo>
                  <a:lnTo>
                    <a:pt x="1005231" y="996"/>
                  </a:lnTo>
                  <a:lnTo>
                    <a:pt x="1001251" y="184"/>
                  </a:lnTo>
                  <a:lnTo>
                    <a:pt x="998209" y="0"/>
                  </a:lnTo>
                  <a:lnTo>
                    <a:pt x="25236" y="0"/>
                  </a:lnTo>
                  <a:lnTo>
                    <a:pt x="28278" y="184"/>
                  </a:lnTo>
                  <a:lnTo>
                    <a:pt x="24220" y="20"/>
                  </a:lnTo>
                  <a:lnTo>
                    <a:pt x="20188" y="510"/>
                  </a:lnTo>
                  <a:lnTo>
                    <a:pt x="16287" y="1639"/>
                  </a:lnTo>
                  <a:lnTo>
                    <a:pt x="12618" y="3381"/>
                  </a:lnTo>
                  <a:lnTo>
                    <a:pt x="9275" y="5688"/>
                  </a:lnTo>
                  <a:lnTo>
                    <a:pt x="6346" y="8501"/>
                  </a:lnTo>
                  <a:lnTo>
                    <a:pt x="3906" y="11748"/>
                  </a:lnTo>
                  <a:lnTo>
                    <a:pt x="2019" y="15344"/>
                  </a:lnTo>
                  <a:lnTo>
                    <a:pt x="733" y="19197"/>
                  </a:lnTo>
                  <a:lnTo>
                    <a:pt x="81" y="23205"/>
                  </a:lnTo>
                  <a:lnTo>
                    <a:pt x="0" y="25236"/>
                  </a:lnTo>
                  <a:lnTo>
                    <a:pt x="0" y="764926"/>
                  </a:lnTo>
                  <a:lnTo>
                    <a:pt x="81" y="762896"/>
                  </a:lnTo>
                  <a:lnTo>
                    <a:pt x="81" y="766957"/>
                  </a:lnTo>
                  <a:lnTo>
                    <a:pt x="733" y="770966"/>
                  </a:lnTo>
                  <a:lnTo>
                    <a:pt x="2019" y="774818"/>
                  </a:lnTo>
                  <a:lnTo>
                    <a:pt x="3906" y="778414"/>
                  </a:lnTo>
                  <a:lnTo>
                    <a:pt x="6346" y="781661"/>
                  </a:lnTo>
                  <a:lnTo>
                    <a:pt x="9275" y="784475"/>
                  </a:lnTo>
                  <a:lnTo>
                    <a:pt x="12618" y="786782"/>
                  </a:lnTo>
                  <a:lnTo>
                    <a:pt x="16287" y="788523"/>
                  </a:lnTo>
                  <a:lnTo>
                    <a:pt x="20188" y="789653"/>
                  </a:lnTo>
                  <a:lnTo>
                    <a:pt x="24220" y="790142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813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tx466"/>
            <p:cNvSpPr/>
            <p:nvPr/>
          </p:nvSpPr>
          <p:spPr>
            <a:xfrm>
              <a:off x="10389584" y="3649895"/>
              <a:ext cx="709165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0.57 Z/year</a:t>
              </a:r>
            </a:p>
          </p:txBody>
        </p:sp>
        <p:sp>
          <p:nvSpPr>
            <p:cNvPr id="467" name="tx467"/>
            <p:cNvSpPr/>
            <p:nvPr/>
          </p:nvSpPr>
          <p:spPr>
            <a:xfrm>
              <a:off x="10389584" y="3880884"/>
              <a:ext cx="658574" cy="1024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xi = -0.191</a:t>
              </a:r>
            </a:p>
          </p:txBody>
        </p:sp>
        <p:sp>
          <p:nvSpPr>
            <p:cNvPr id="468" name="tx468"/>
            <p:cNvSpPr/>
            <p:nvPr/>
          </p:nvSpPr>
          <p:spPr>
            <a:xfrm>
              <a:off x="10389584" y="4054983"/>
              <a:ext cx="939324" cy="1302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omega = 0.496</a:t>
              </a:r>
            </a:p>
          </p:txBody>
        </p:sp>
        <p:sp>
          <p:nvSpPr>
            <p:cNvPr id="469" name="tx469"/>
            <p:cNvSpPr/>
            <p:nvPr/>
          </p:nvSpPr>
          <p:spPr>
            <a:xfrm>
              <a:off x="10389584" y="4258519"/>
              <a:ext cx="853682" cy="128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alpha = 1.221</a:t>
              </a:r>
            </a:p>
          </p:txBody>
        </p:sp>
        <p:sp>
          <p:nvSpPr>
            <p:cNvPr id="470" name="pg470"/>
            <p:cNvSpPr/>
            <p:nvPr/>
          </p:nvSpPr>
          <p:spPr>
            <a:xfrm>
              <a:off x="7848093" y="2823190"/>
              <a:ext cx="3998206" cy="1971541"/>
            </a:xfrm>
            <a:custGeom>
              <a:avLst/>
              <a:pathLst>
                <a:path w="3998206" h="1971541">
                  <a:moveTo>
                    <a:pt x="0" y="1971541"/>
                  </a:moveTo>
                  <a:lnTo>
                    <a:pt x="7824" y="1971541"/>
                  </a:lnTo>
                  <a:lnTo>
                    <a:pt x="15648" y="1971541"/>
                  </a:lnTo>
                  <a:lnTo>
                    <a:pt x="23472" y="1971541"/>
                  </a:lnTo>
                  <a:lnTo>
                    <a:pt x="31297" y="1971541"/>
                  </a:lnTo>
                  <a:lnTo>
                    <a:pt x="39121" y="1971541"/>
                  </a:lnTo>
                  <a:lnTo>
                    <a:pt x="46945" y="1971541"/>
                  </a:lnTo>
                  <a:lnTo>
                    <a:pt x="54769" y="1971541"/>
                  </a:lnTo>
                  <a:lnTo>
                    <a:pt x="62594" y="1971541"/>
                  </a:lnTo>
                  <a:lnTo>
                    <a:pt x="70418" y="1971541"/>
                  </a:lnTo>
                  <a:lnTo>
                    <a:pt x="78242" y="1971541"/>
                  </a:lnTo>
                  <a:lnTo>
                    <a:pt x="86067" y="1971541"/>
                  </a:lnTo>
                  <a:lnTo>
                    <a:pt x="93891" y="1971541"/>
                  </a:lnTo>
                  <a:lnTo>
                    <a:pt x="101715" y="1971541"/>
                  </a:lnTo>
                  <a:lnTo>
                    <a:pt x="109539" y="1971541"/>
                  </a:lnTo>
                  <a:lnTo>
                    <a:pt x="117364" y="1971541"/>
                  </a:lnTo>
                  <a:lnTo>
                    <a:pt x="125188" y="1971541"/>
                  </a:lnTo>
                  <a:lnTo>
                    <a:pt x="133012" y="1971541"/>
                  </a:lnTo>
                  <a:lnTo>
                    <a:pt x="140837" y="1971541"/>
                  </a:lnTo>
                  <a:lnTo>
                    <a:pt x="148661" y="1971541"/>
                  </a:lnTo>
                  <a:lnTo>
                    <a:pt x="156485" y="1971541"/>
                  </a:lnTo>
                  <a:lnTo>
                    <a:pt x="164309" y="1971541"/>
                  </a:lnTo>
                  <a:lnTo>
                    <a:pt x="172134" y="1971541"/>
                  </a:lnTo>
                  <a:lnTo>
                    <a:pt x="179958" y="1971541"/>
                  </a:lnTo>
                  <a:lnTo>
                    <a:pt x="187782" y="1971541"/>
                  </a:lnTo>
                  <a:lnTo>
                    <a:pt x="195606" y="1971541"/>
                  </a:lnTo>
                  <a:lnTo>
                    <a:pt x="203431" y="1971541"/>
                  </a:lnTo>
                  <a:lnTo>
                    <a:pt x="211255" y="1971541"/>
                  </a:lnTo>
                  <a:lnTo>
                    <a:pt x="219079" y="1971541"/>
                  </a:lnTo>
                  <a:lnTo>
                    <a:pt x="226904" y="1971541"/>
                  </a:lnTo>
                  <a:lnTo>
                    <a:pt x="234728" y="1971541"/>
                  </a:lnTo>
                  <a:lnTo>
                    <a:pt x="242552" y="1971541"/>
                  </a:lnTo>
                  <a:lnTo>
                    <a:pt x="250376" y="1971541"/>
                  </a:lnTo>
                  <a:lnTo>
                    <a:pt x="258201" y="1971541"/>
                  </a:lnTo>
                  <a:lnTo>
                    <a:pt x="266025" y="1971541"/>
                  </a:lnTo>
                  <a:lnTo>
                    <a:pt x="273849" y="1971541"/>
                  </a:lnTo>
                  <a:lnTo>
                    <a:pt x="281674" y="1971541"/>
                  </a:lnTo>
                  <a:lnTo>
                    <a:pt x="289498" y="1971541"/>
                  </a:lnTo>
                  <a:lnTo>
                    <a:pt x="297322" y="1971541"/>
                  </a:lnTo>
                  <a:lnTo>
                    <a:pt x="305146" y="1971541"/>
                  </a:lnTo>
                  <a:lnTo>
                    <a:pt x="312971" y="1971541"/>
                  </a:lnTo>
                  <a:lnTo>
                    <a:pt x="320795" y="1971541"/>
                  </a:lnTo>
                  <a:lnTo>
                    <a:pt x="328619" y="1971541"/>
                  </a:lnTo>
                  <a:lnTo>
                    <a:pt x="336444" y="1971541"/>
                  </a:lnTo>
                  <a:lnTo>
                    <a:pt x="344268" y="1971541"/>
                  </a:lnTo>
                  <a:lnTo>
                    <a:pt x="352092" y="1971541"/>
                  </a:lnTo>
                  <a:lnTo>
                    <a:pt x="359916" y="1971541"/>
                  </a:lnTo>
                  <a:lnTo>
                    <a:pt x="367741" y="1971541"/>
                  </a:lnTo>
                  <a:lnTo>
                    <a:pt x="375565" y="1971541"/>
                  </a:lnTo>
                  <a:lnTo>
                    <a:pt x="383389" y="1971541"/>
                  </a:lnTo>
                  <a:lnTo>
                    <a:pt x="391213" y="1971541"/>
                  </a:lnTo>
                  <a:lnTo>
                    <a:pt x="399038" y="1971541"/>
                  </a:lnTo>
                  <a:lnTo>
                    <a:pt x="406862" y="1971540"/>
                  </a:lnTo>
                  <a:lnTo>
                    <a:pt x="414686" y="1971540"/>
                  </a:lnTo>
                  <a:lnTo>
                    <a:pt x="422511" y="1971540"/>
                  </a:lnTo>
                  <a:lnTo>
                    <a:pt x="430335" y="1971540"/>
                  </a:lnTo>
                  <a:lnTo>
                    <a:pt x="438159" y="1971539"/>
                  </a:lnTo>
                  <a:lnTo>
                    <a:pt x="445983" y="1971539"/>
                  </a:lnTo>
                  <a:lnTo>
                    <a:pt x="453808" y="1971538"/>
                  </a:lnTo>
                  <a:lnTo>
                    <a:pt x="461632" y="1971537"/>
                  </a:lnTo>
                  <a:lnTo>
                    <a:pt x="469456" y="1971536"/>
                  </a:lnTo>
                  <a:lnTo>
                    <a:pt x="477281" y="1971535"/>
                  </a:lnTo>
                  <a:lnTo>
                    <a:pt x="485105" y="1971534"/>
                  </a:lnTo>
                  <a:lnTo>
                    <a:pt x="492929" y="1971532"/>
                  </a:lnTo>
                  <a:lnTo>
                    <a:pt x="500753" y="1971530"/>
                  </a:lnTo>
                  <a:lnTo>
                    <a:pt x="508578" y="1971527"/>
                  </a:lnTo>
                  <a:lnTo>
                    <a:pt x="516402" y="1971524"/>
                  </a:lnTo>
                  <a:lnTo>
                    <a:pt x="524226" y="1971520"/>
                  </a:lnTo>
                  <a:lnTo>
                    <a:pt x="532050" y="1971516"/>
                  </a:lnTo>
                  <a:lnTo>
                    <a:pt x="539875" y="1971510"/>
                  </a:lnTo>
                  <a:lnTo>
                    <a:pt x="547699" y="1971504"/>
                  </a:lnTo>
                  <a:lnTo>
                    <a:pt x="555523" y="1971496"/>
                  </a:lnTo>
                  <a:lnTo>
                    <a:pt x="563348" y="1971486"/>
                  </a:lnTo>
                  <a:lnTo>
                    <a:pt x="571172" y="1971475"/>
                  </a:lnTo>
                  <a:lnTo>
                    <a:pt x="578996" y="1971461"/>
                  </a:lnTo>
                  <a:lnTo>
                    <a:pt x="586820" y="1971445"/>
                  </a:lnTo>
                  <a:lnTo>
                    <a:pt x="594645" y="1971426"/>
                  </a:lnTo>
                  <a:lnTo>
                    <a:pt x="602469" y="1971404"/>
                  </a:lnTo>
                  <a:lnTo>
                    <a:pt x="610293" y="1971378"/>
                  </a:lnTo>
                  <a:lnTo>
                    <a:pt x="618118" y="1971347"/>
                  </a:lnTo>
                  <a:lnTo>
                    <a:pt x="625942" y="1971310"/>
                  </a:lnTo>
                  <a:lnTo>
                    <a:pt x="633766" y="1971268"/>
                  </a:lnTo>
                  <a:lnTo>
                    <a:pt x="641590" y="1971219"/>
                  </a:lnTo>
                  <a:lnTo>
                    <a:pt x="649415" y="1971163"/>
                  </a:lnTo>
                  <a:lnTo>
                    <a:pt x="657239" y="1971096"/>
                  </a:lnTo>
                  <a:lnTo>
                    <a:pt x="665063" y="1971019"/>
                  </a:lnTo>
                  <a:lnTo>
                    <a:pt x="672888" y="1970932"/>
                  </a:lnTo>
                  <a:lnTo>
                    <a:pt x="680712" y="1970833"/>
                  </a:lnTo>
                  <a:lnTo>
                    <a:pt x="688536" y="1970716"/>
                  </a:lnTo>
                  <a:lnTo>
                    <a:pt x="696360" y="1970583"/>
                  </a:lnTo>
                  <a:lnTo>
                    <a:pt x="704185" y="1970433"/>
                  </a:lnTo>
                  <a:lnTo>
                    <a:pt x="712009" y="1970266"/>
                  </a:lnTo>
                  <a:lnTo>
                    <a:pt x="719833" y="1970070"/>
                  </a:lnTo>
                  <a:lnTo>
                    <a:pt x="727657" y="1969849"/>
                  </a:lnTo>
                  <a:lnTo>
                    <a:pt x="735482" y="1969603"/>
                  </a:lnTo>
                  <a:lnTo>
                    <a:pt x="743306" y="1969331"/>
                  </a:lnTo>
                  <a:lnTo>
                    <a:pt x="751130" y="1969019"/>
                  </a:lnTo>
                  <a:lnTo>
                    <a:pt x="758955" y="1968669"/>
                  </a:lnTo>
                  <a:lnTo>
                    <a:pt x="766779" y="1968283"/>
                  </a:lnTo>
                  <a:lnTo>
                    <a:pt x="774603" y="1967858"/>
                  </a:lnTo>
                  <a:lnTo>
                    <a:pt x="782427" y="1967385"/>
                  </a:lnTo>
                  <a:lnTo>
                    <a:pt x="790252" y="1966853"/>
                  </a:lnTo>
                  <a:lnTo>
                    <a:pt x="798076" y="1966273"/>
                  </a:lnTo>
                  <a:lnTo>
                    <a:pt x="805900" y="1965642"/>
                  </a:lnTo>
                  <a:lnTo>
                    <a:pt x="813725" y="1964952"/>
                  </a:lnTo>
                  <a:lnTo>
                    <a:pt x="821549" y="1964183"/>
                  </a:lnTo>
                  <a:lnTo>
                    <a:pt x="829373" y="1963351"/>
                  </a:lnTo>
                  <a:lnTo>
                    <a:pt x="837197" y="1962456"/>
                  </a:lnTo>
                  <a:lnTo>
                    <a:pt x="845022" y="1961494"/>
                  </a:lnTo>
                  <a:lnTo>
                    <a:pt x="852846" y="1960432"/>
                  </a:lnTo>
                  <a:lnTo>
                    <a:pt x="860670" y="1959296"/>
                  </a:lnTo>
                  <a:lnTo>
                    <a:pt x="868495" y="1958085"/>
                  </a:lnTo>
                  <a:lnTo>
                    <a:pt x="876319" y="1956799"/>
                  </a:lnTo>
                  <a:lnTo>
                    <a:pt x="884143" y="1955409"/>
                  </a:lnTo>
                  <a:lnTo>
                    <a:pt x="891967" y="1953932"/>
                  </a:lnTo>
                  <a:lnTo>
                    <a:pt x="899792" y="1952376"/>
                  </a:lnTo>
                  <a:lnTo>
                    <a:pt x="907616" y="1950741"/>
                  </a:lnTo>
                  <a:lnTo>
                    <a:pt x="915440" y="1949009"/>
                  </a:lnTo>
                  <a:lnTo>
                    <a:pt x="923264" y="1947184"/>
                  </a:lnTo>
                  <a:lnTo>
                    <a:pt x="931089" y="1945286"/>
                  </a:lnTo>
                  <a:lnTo>
                    <a:pt x="938913" y="1943315"/>
                  </a:lnTo>
                  <a:lnTo>
                    <a:pt x="946737" y="1941265"/>
                  </a:lnTo>
                  <a:lnTo>
                    <a:pt x="954562" y="1939132"/>
                  </a:lnTo>
                  <a:lnTo>
                    <a:pt x="962386" y="1936942"/>
                  </a:lnTo>
                  <a:lnTo>
                    <a:pt x="970210" y="1934698"/>
                  </a:lnTo>
                  <a:lnTo>
                    <a:pt x="978034" y="1932402"/>
                  </a:lnTo>
                  <a:lnTo>
                    <a:pt x="985859" y="1930052"/>
                  </a:lnTo>
                  <a:lnTo>
                    <a:pt x="993683" y="1927673"/>
                  </a:lnTo>
                  <a:lnTo>
                    <a:pt x="1001507" y="1925271"/>
                  </a:lnTo>
                  <a:lnTo>
                    <a:pt x="1009332" y="1922853"/>
                  </a:lnTo>
                  <a:lnTo>
                    <a:pt x="1017156" y="1920429"/>
                  </a:lnTo>
                  <a:lnTo>
                    <a:pt x="1024980" y="1918015"/>
                  </a:lnTo>
                  <a:lnTo>
                    <a:pt x="1032804" y="1915618"/>
                  </a:lnTo>
                  <a:lnTo>
                    <a:pt x="1040629" y="1913247"/>
                  </a:lnTo>
                  <a:lnTo>
                    <a:pt x="1048453" y="1910925"/>
                  </a:lnTo>
                  <a:lnTo>
                    <a:pt x="1056277" y="1908663"/>
                  </a:lnTo>
                  <a:lnTo>
                    <a:pt x="1064101" y="1906462"/>
                  </a:lnTo>
                  <a:lnTo>
                    <a:pt x="1071926" y="1904330"/>
                  </a:lnTo>
                  <a:lnTo>
                    <a:pt x="1079750" y="1902296"/>
                  </a:lnTo>
                  <a:lnTo>
                    <a:pt x="1087574" y="1900377"/>
                  </a:lnTo>
                  <a:lnTo>
                    <a:pt x="1095399" y="1898558"/>
                  </a:lnTo>
                  <a:lnTo>
                    <a:pt x="1103223" y="1896848"/>
                  </a:lnTo>
                  <a:lnTo>
                    <a:pt x="1111047" y="1895265"/>
                  </a:lnTo>
                  <a:lnTo>
                    <a:pt x="1118871" y="1893846"/>
                  </a:lnTo>
                  <a:lnTo>
                    <a:pt x="1126696" y="1892555"/>
                  </a:lnTo>
                  <a:lnTo>
                    <a:pt x="1134520" y="1891394"/>
                  </a:lnTo>
                  <a:lnTo>
                    <a:pt x="1142344" y="1890368"/>
                  </a:lnTo>
                  <a:lnTo>
                    <a:pt x="1150169" y="1889534"/>
                  </a:lnTo>
                  <a:lnTo>
                    <a:pt x="1157993" y="1888832"/>
                  </a:lnTo>
                  <a:lnTo>
                    <a:pt x="1165817" y="1888259"/>
                  </a:lnTo>
                  <a:lnTo>
                    <a:pt x="1173641" y="1887813"/>
                  </a:lnTo>
                  <a:lnTo>
                    <a:pt x="1181466" y="1887532"/>
                  </a:lnTo>
                  <a:lnTo>
                    <a:pt x="1189290" y="1887368"/>
                  </a:lnTo>
                  <a:lnTo>
                    <a:pt x="1197114" y="1887304"/>
                  </a:lnTo>
                  <a:lnTo>
                    <a:pt x="1204939" y="1887331"/>
                  </a:lnTo>
                  <a:lnTo>
                    <a:pt x="1212763" y="1887459"/>
                  </a:lnTo>
                  <a:lnTo>
                    <a:pt x="1220587" y="1887652"/>
                  </a:lnTo>
                  <a:lnTo>
                    <a:pt x="1228411" y="1887887"/>
                  </a:lnTo>
                  <a:lnTo>
                    <a:pt x="1236236" y="1888149"/>
                  </a:lnTo>
                  <a:lnTo>
                    <a:pt x="1244060" y="1888420"/>
                  </a:lnTo>
                  <a:lnTo>
                    <a:pt x="1251884" y="1888666"/>
                  </a:lnTo>
                  <a:lnTo>
                    <a:pt x="1259708" y="1888866"/>
                  </a:lnTo>
                  <a:lnTo>
                    <a:pt x="1267533" y="1889005"/>
                  </a:lnTo>
                  <a:lnTo>
                    <a:pt x="1275357" y="1889052"/>
                  </a:lnTo>
                  <a:lnTo>
                    <a:pt x="1283181" y="1888941"/>
                  </a:lnTo>
                  <a:lnTo>
                    <a:pt x="1291006" y="1888681"/>
                  </a:lnTo>
                  <a:lnTo>
                    <a:pt x="1298830" y="1888253"/>
                  </a:lnTo>
                  <a:lnTo>
                    <a:pt x="1306654" y="1887638"/>
                  </a:lnTo>
                  <a:lnTo>
                    <a:pt x="1314478" y="1886700"/>
                  </a:lnTo>
                  <a:lnTo>
                    <a:pt x="1322303" y="1885502"/>
                  </a:lnTo>
                  <a:lnTo>
                    <a:pt x="1330127" y="1884027"/>
                  </a:lnTo>
                  <a:lnTo>
                    <a:pt x="1337951" y="1882255"/>
                  </a:lnTo>
                  <a:lnTo>
                    <a:pt x="1345776" y="1880043"/>
                  </a:lnTo>
                  <a:lnTo>
                    <a:pt x="1353600" y="1877436"/>
                  </a:lnTo>
                  <a:lnTo>
                    <a:pt x="1361424" y="1874450"/>
                  </a:lnTo>
                  <a:lnTo>
                    <a:pt x="1369248" y="1871072"/>
                  </a:lnTo>
                  <a:lnTo>
                    <a:pt x="1377073" y="1867173"/>
                  </a:lnTo>
                  <a:lnTo>
                    <a:pt x="1384897" y="1862746"/>
                  </a:lnTo>
                  <a:lnTo>
                    <a:pt x="1392721" y="1857864"/>
                  </a:lnTo>
                  <a:lnTo>
                    <a:pt x="1400545" y="1852516"/>
                  </a:lnTo>
                  <a:lnTo>
                    <a:pt x="1408370" y="1846614"/>
                  </a:lnTo>
                  <a:lnTo>
                    <a:pt x="1416194" y="1840074"/>
                  </a:lnTo>
                  <a:lnTo>
                    <a:pt x="1424018" y="1833034"/>
                  </a:lnTo>
                  <a:lnTo>
                    <a:pt x="1431843" y="1825488"/>
                  </a:lnTo>
                  <a:lnTo>
                    <a:pt x="1439667" y="1817403"/>
                  </a:lnTo>
                  <a:lnTo>
                    <a:pt x="1447491" y="1808608"/>
                  </a:lnTo>
                  <a:lnTo>
                    <a:pt x="1455315" y="1799303"/>
                  </a:lnTo>
                  <a:lnTo>
                    <a:pt x="1463140" y="1789494"/>
                  </a:lnTo>
                  <a:lnTo>
                    <a:pt x="1470964" y="1779181"/>
                  </a:lnTo>
                  <a:lnTo>
                    <a:pt x="1478788" y="1768171"/>
                  </a:lnTo>
                  <a:lnTo>
                    <a:pt x="1486613" y="1756663"/>
                  </a:lnTo>
                  <a:lnTo>
                    <a:pt x="1494437" y="1744684"/>
                  </a:lnTo>
                  <a:lnTo>
                    <a:pt x="1502261" y="1732242"/>
                  </a:lnTo>
                  <a:lnTo>
                    <a:pt x="1510085" y="1719211"/>
                  </a:lnTo>
                  <a:lnTo>
                    <a:pt x="1517910" y="1705697"/>
                  </a:lnTo>
                  <a:lnTo>
                    <a:pt x="1525734" y="1691771"/>
                  </a:lnTo>
                  <a:lnTo>
                    <a:pt x="1533558" y="1677445"/>
                  </a:lnTo>
                  <a:lnTo>
                    <a:pt x="1541383" y="1662651"/>
                  </a:lnTo>
                  <a:lnTo>
                    <a:pt x="1549207" y="1647413"/>
                  </a:lnTo>
                  <a:lnTo>
                    <a:pt x="1557031" y="1631830"/>
                  </a:lnTo>
                  <a:lnTo>
                    <a:pt x="1564855" y="1615914"/>
                  </a:lnTo>
                  <a:lnTo>
                    <a:pt x="1572680" y="1599638"/>
                  </a:lnTo>
                  <a:lnTo>
                    <a:pt x="1580504" y="1582962"/>
                  </a:lnTo>
                  <a:lnTo>
                    <a:pt x="1588328" y="1565997"/>
                  </a:lnTo>
                  <a:lnTo>
                    <a:pt x="1596152" y="1548750"/>
                  </a:lnTo>
                  <a:lnTo>
                    <a:pt x="1603977" y="1531221"/>
                  </a:lnTo>
                  <a:lnTo>
                    <a:pt x="1611801" y="1513311"/>
                  </a:lnTo>
                  <a:lnTo>
                    <a:pt x="1619625" y="1495139"/>
                  </a:lnTo>
                  <a:lnTo>
                    <a:pt x="1627450" y="1476705"/>
                  </a:lnTo>
                  <a:lnTo>
                    <a:pt x="1635274" y="1458007"/>
                  </a:lnTo>
                  <a:lnTo>
                    <a:pt x="1643098" y="1438938"/>
                  </a:lnTo>
                  <a:lnTo>
                    <a:pt x="1650922" y="1419574"/>
                  </a:lnTo>
                  <a:lnTo>
                    <a:pt x="1658747" y="1399924"/>
                  </a:lnTo>
                  <a:lnTo>
                    <a:pt x="1666571" y="1379981"/>
                  </a:lnTo>
                  <a:lnTo>
                    <a:pt x="1674395" y="1359641"/>
                  </a:lnTo>
                  <a:lnTo>
                    <a:pt x="1682220" y="1338918"/>
                  </a:lnTo>
                  <a:lnTo>
                    <a:pt x="1690044" y="1317849"/>
                  </a:lnTo>
                  <a:lnTo>
                    <a:pt x="1697868" y="1296421"/>
                  </a:lnTo>
                  <a:lnTo>
                    <a:pt x="1705692" y="1274541"/>
                  </a:lnTo>
                  <a:lnTo>
                    <a:pt x="1713517" y="1252150"/>
                  </a:lnTo>
                  <a:lnTo>
                    <a:pt x="1721341" y="1229331"/>
                  </a:lnTo>
                  <a:lnTo>
                    <a:pt x="1729165" y="1206070"/>
                  </a:lnTo>
                  <a:lnTo>
                    <a:pt x="1736990" y="1182306"/>
                  </a:lnTo>
                  <a:lnTo>
                    <a:pt x="1744814" y="1157886"/>
                  </a:lnTo>
                  <a:lnTo>
                    <a:pt x="1752638" y="1132964"/>
                  </a:lnTo>
                  <a:lnTo>
                    <a:pt x="1760462" y="1107530"/>
                  </a:lnTo>
                  <a:lnTo>
                    <a:pt x="1768287" y="1081575"/>
                  </a:lnTo>
                  <a:lnTo>
                    <a:pt x="1776111" y="1054849"/>
                  </a:lnTo>
                  <a:lnTo>
                    <a:pt x="1783935" y="1027586"/>
                  </a:lnTo>
                  <a:lnTo>
                    <a:pt x="1791759" y="999788"/>
                  </a:lnTo>
                  <a:lnTo>
                    <a:pt x="1799584" y="971458"/>
                  </a:lnTo>
                  <a:lnTo>
                    <a:pt x="1807408" y="942421"/>
                  </a:lnTo>
                  <a:lnTo>
                    <a:pt x="1815232" y="912832"/>
                  </a:lnTo>
                  <a:lnTo>
                    <a:pt x="1823057" y="882761"/>
                  </a:lnTo>
                  <a:lnTo>
                    <a:pt x="1830881" y="852225"/>
                  </a:lnTo>
                  <a:lnTo>
                    <a:pt x="1838705" y="821145"/>
                  </a:lnTo>
                  <a:lnTo>
                    <a:pt x="1846529" y="789606"/>
                  </a:lnTo>
                  <a:lnTo>
                    <a:pt x="1854354" y="757728"/>
                  </a:lnTo>
                  <a:lnTo>
                    <a:pt x="1862178" y="725544"/>
                  </a:lnTo>
                  <a:lnTo>
                    <a:pt x="1870002" y="693062"/>
                  </a:lnTo>
                  <a:lnTo>
                    <a:pt x="1877827" y="660348"/>
                  </a:lnTo>
                  <a:lnTo>
                    <a:pt x="1885651" y="627526"/>
                  </a:lnTo>
                  <a:lnTo>
                    <a:pt x="1893475" y="594645"/>
                  </a:lnTo>
                  <a:lnTo>
                    <a:pt x="1901299" y="561763"/>
                  </a:lnTo>
                  <a:lnTo>
                    <a:pt x="1909124" y="529015"/>
                  </a:lnTo>
                  <a:lnTo>
                    <a:pt x="1916948" y="496461"/>
                  </a:lnTo>
                  <a:lnTo>
                    <a:pt x="1924772" y="464160"/>
                  </a:lnTo>
                  <a:lnTo>
                    <a:pt x="1932596" y="432172"/>
                  </a:lnTo>
                  <a:lnTo>
                    <a:pt x="1940421" y="400779"/>
                  </a:lnTo>
                  <a:lnTo>
                    <a:pt x="1948245" y="369936"/>
                  </a:lnTo>
                  <a:lnTo>
                    <a:pt x="1956069" y="339688"/>
                  </a:lnTo>
                  <a:lnTo>
                    <a:pt x="1963894" y="310100"/>
                  </a:lnTo>
                  <a:lnTo>
                    <a:pt x="1971718" y="281509"/>
                  </a:lnTo>
                  <a:lnTo>
                    <a:pt x="1979542" y="253894"/>
                  </a:lnTo>
                  <a:lnTo>
                    <a:pt x="1987366" y="227214"/>
                  </a:lnTo>
                  <a:lnTo>
                    <a:pt x="1995191" y="201527"/>
                  </a:lnTo>
                  <a:lnTo>
                    <a:pt x="2003015" y="177153"/>
                  </a:lnTo>
                  <a:lnTo>
                    <a:pt x="2010839" y="154209"/>
                  </a:lnTo>
                  <a:lnTo>
                    <a:pt x="2018664" y="132503"/>
                  </a:lnTo>
                  <a:lnTo>
                    <a:pt x="2026488" y="112082"/>
                  </a:lnTo>
                  <a:lnTo>
                    <a:pt x="2034312" y="93176"/>
                  </a:lnTo>
                  <a:lnTo>
                    <a:pt x="2042136" y="76147"/>
                  </a:lnTo>
                  <a:lnTo>
                    <a:pt x="2049961" y="60599"/>
                  </a:lnTo>
                  <a:lnTo>
                    <a:pt x="2057785" y="46567"/>
                  </a:lnTo>
                  <a:lnTo>
                    <a:pt x="2065609" y="34138"/>
                  </a:lnTo>
                  <a:lnTo>
                    <a:pt x="2073434" y="23992"/>
                  </a:lnTo>
                  <a:lnTo>
                    <a:pt x="2081258" y="15499"/>
                  </a:lnTo>
                  <a:lnTo>
                    <a:pt x="2089082" y="8684"/>
                  </a:lnTo>
                  <a:lnTo>
                    <a:pt x="2096906" y="3566"/>
                  </a:lnTo>
                  <a:lnTo>
                    <a:pt x="2104731" y="850"/>
                  </a:lnTo>
                  <a:lnTo>
                    <a:pt x="2112555" y="0"/>
                  </a:lnTo>
                  <a:lnTo>
                    <a:pt x="2120379" y="915"/>
                  </a:lnTo>
                  <a:lnTo>
                    <a:pt x="2128203" y="3604"/>
                  </a:lnTo>
                  <a:lnTo>
                    <a:pt x="2136028" y="8596"/>
                  </a:lnTo>
                  <a:lnTo>
                    <a:pt x="2143852" y="15660"/>
                  </a:lnTo>
                  <a:lnTo>
                    <a:pt x="2151676" y="24506"/>
                  </a:lnTo>
                  <a:lnTo>
                    <a:pt x="2159501" y="35129"/>
                  </a:lnTo>
                  <a:lnTo>
                    <a:pt x="2167325" y="47866"/>
                  </a:lnTo>
                  <a:lnTo>
                    <a:pt x="2175149" y="62800"/>
                  </a:lnTo>
                  <a:lnTo>
                    <a:pt x="2182973" y="79458"/>
                  </a:lnTo>
                  <a:lnTo>
                    <a:pt x="2190798" y="97823"/>
                  </a:lnTo>
                  <a:lnTo>
                    <a:pt x="2198622" y="118036"/>
                  </a:lnTo>
                  <a:lnTo>
                    <a:pt x="2206446" y="140466"/>
                  </a:lnTo>
                  <a:lnTo>
                    <a:pt x="2214271" y="164486"/>
                  </a:lnTo>
                  <a:lnTo>
                    <a:pt x="2222095" y="190062"/>
                  </a:lnTo>
                  <a:lnTo>
                    <a:pt x="2229919" y="217164"/>
                  </a:lnTo>
                  <a:lnTo>
                    <a:pt x="2237743" y="246370"/>
                  </a:lnTo>
                  <a:lnTo>
                    <a:pt x="2245568" y="276949"/>
                  </a:lnTo>
                  <a:lnTo>
                    <a:pt x="2253392" y="308853"/>
                  </a:lnTo>
                  <a:lnTo>
                    <a:pt x="2261216" y="342033"/>
                  </a:lnTo>
                  <a:lnTo>
                    <a:pt x="2269040" y="376828"/>
                  </a:lnTo>
                  <a:lnTo>
                    <a:pt x="2276865" y="412813"/>
                  </a:lnTo>
                  <a:lnTo>
                    <a:pt x="2284689" y="449814"/>
                  </a:lnTo>
                  <a:lnTo>
                    <a:pt x="2292513" y="487770"/>
                  </a:lnTo>
                  <a:lnTo>
                    <a:pt x="2300338" y="526812"/>
                  </a:lnTo>
                  <a:lnTo>
                    <a:pt x="2308162" y="566735"/>
                  </a:lnTo>
                  <a:lnTo>
                    <a:pt x="2315986" y="607305"/>
                  </a:lnTo>
                  <a:lnTo>
                    <a:pt x="2323810" y="648452"/>
                  </a:lnTo>
                  <a:lnTo>
                    <a:pt x="2331635" y="690163"/>
                  </a:lnTo>
                  <a:lnTo>
                    <a:pt x="2339459" y="732332"/>
                  </a:lnTo>
                  <a:lnTo>
                    <a:pt x="2347283" y="774744"/>
                  </a:lnTo>
                  <a:lnTo>
                    <a:pt x="2355108" y="817329"/>
                  </a:lnTo>
                  <a:lnTo>
                    <a:pt x="2362932" y="860012"/>
                  </a:lnTo>
                  <a:lnTo>
                    <a:pt x="2370756" y="902643"/>
                  </a:lnTo>
                  <a:lnTo>
                    <a:pt x="2378580" y="945120"/>
                  </a:lnTo>
                  <a:lnTo>
                    <a:pt x="2386405" y="987375"/>
                  </a:lnTo>
                  <a:lnTo>
                    <a:pt x="2394229" y="1029341"/>
                  </a:lnTo>
                  <a:lnTo>
                    <a:pt x="2402053" y="1070739"/>
                  </a:lnTo>
                  <a:lnTo>
                    <a:pt x="2409878" y="1111611"/>
                  </a:lnTo>
                  <a:lnTo>
                    <a:pt x="2417702" y="1151916"/>
                  </a:lnTo>
                  <a:lnTo>
                    <a:pt x="2425526" y="1191599"/>
                  </a:lnTo>
                  <a:lnTo>
                    <a:pt x="2433350" y="1230349"/>
                  </a:lnTo>
                  <a:lnTo>
                    <a:pt x="2441175" y="1268213"/>
                  </a:lnTo>
                  <a:lnTo>
                    <a:pt x="2448999" y="1305241"/>
                  </a:lnTo>
                  <a:lnTo>
                    <a:pt x="2456823" y="1341394"/>
                  </a:lnTo>
                  <a:lnTo>
                    <a:pt x="2464647" y="1376411"/>
                  </a:lnTo>
                  <a:lnTo>
                    <a:pt x="2472472" y="1410234"/>
                  </a:lnTo>
                  <a:lnTo>
                    <a:pt x="2480296" y="1443047"/>
                  </a:lnTo>
                  <a:lnTo>
                    <a:pt x="2488120" y="1474829"/>
                  </a:lnTo>
                  <a:lnTo>
                    <a:pt x="2495945" y="1505419"/>
                  </a:lnTo>
                  <a:lnTo>
                    <a:pt x="2503769" y="1534590"/>
                  </a:lnTo>
                  <a:lnTo>
                    <a:pt x="2511593" y="1562675"/>
                  </a:lnTo>
                  <a:lnTo>
                    <a:pt x="2519417" y="1589669"/>
                  </a:lnTo>
                  <a:lnTo>
                    <a:pt x="2527242" y="1615530"/>
                  </a:lnTo>
                  <a:lnTo>
                    <a:pt x="2535066" y="1639851"/>
                  </a:lnTo>
                  <a:lnTo>
                    <a:pt x="2542890" y="1663095"/>
                  </a:lnTo>
                  <a:lnTo>
                    <a:pt x="2550715" y="1685272"/>
                  </a:lnTo>
                  <a:lnTo>
                    <a:pt x="2558539" y="1706393"/>
                  </a:lnTo>
                  <a:lnTo>
                    <a:pt x="2566363" y="1726076"/>
                  </a:lnTo>
                  <a:lnTo>
                    <a:pt x="2574187" y="1744697"/>
                  </a:lnTo>
                  <a:lnTo>
                    <a:pt x="2582012" y="1762338"/>
                  </a:lnTo>
                  <a:lnTo>
                    <a:pt x="2589836" y="1779018"/>
                  </a:lnTo>
                  <a:lnTo>
                    <a:pt x="2597660" y="1794495"/>
                  </a:lnTo>
                  <a:lnTo>
                    <a:pt x="2605485" y="1808947"/>
                  </a:lnTo>
                  <a:lnTo>
                    <a:pt x="2613309" y="1822545"/>
                  </a:lnTo>
                  <a:lnTo>
                    <a:pt x="2621133" y="1835312"/>
                  </a:lnTo>
                  <a:lnTo>
                    <a:pt x="2628957" y="1847125"/>
                  </a:lnTo>
                  <a:lnTo>
                    <a:pt x="2636782" y="1857999"/>
                  </a:lnTo>
                  <a:lnTo>
                    <a:pt x="2644606" y="1868162"/>
                  </a:lnTo>
                  <a:lnTo>
                    <a:pt x="2652430" y="1877639"/>
                  </a:lnTo>
                  <a:lnTo>
                    <a:pt x="2660254" y="1886394"/>
                  </a:lnTo>
                  <a:lnTo>
                    <a:pt x="2668079" y="1894329"/>
                  </a:lnTo>
                  <a:lnTo>
                    <a:pt x="2675903" y="1901696"/>
                  </a:lnTo>
                  <a:lnTo>
                    <a:pt x="2683727" y="1908521"/>
                  </a:lnTo>
                  <a:lnTo>
                    <a:pt x="2691552" y="1914824"/>
                  </a:lnTo>
                  <a:lnTo>
                    <a:pt x="2699376" y="1920440"/>
                  </a:lnTo>
                  <a:lnTo>
                    <a:pt x="2707200" y="1925621"/>
                  </a:lnTo>
                  <a:lnTo>
                    <a:pt x="2715024" y="1930388"/>
                  </a:lnTo>
                  <a:lnTo>
                    <a:pt x="2722849" y="1934763"/>
                  </a:lnTo>
                  <a:lnTo>
                    <a:pt x="2730673" y="1938650"/>
                  </a:lnTo>
                  <a:lnTo>
                    <a:pt x="2738497" y="1942183"/>
                  </a:lnTo>
                  <a:lnTo>
                    <a:pt x="2746322" y="1945413"/>
                  </a:lnTo>
                  <a:lnTo>
                    <a:pt x="2754146" y="1948356"/>
                  </a:lnTo>
                  <a:lnTo>
                    <a:pt x="2761970" y="1950969"/>
                  </a:lnTo>
                  <a:lnTo>
                    <a:pt x="2769794" y="1953305"/>
                  </a:lnTo>
                  <a:lnTo>
                    <a:pt x="2777619" y="1955426"/>
                  </a:lnTo>
                  <a:lnTo>
                    <a:pt x="2785443" y="1957346"/>
                  </a:lnTo>
                  <a:lnTo>
                    <a:pt x="2793267" y="1959050"/>
                  </a:lnTo>
                  <a:lnTo>
                    <a:pt x="2801091" y="1960546"/>
                  </a:lnTo>
                  <a:lnTo>
                    <a:pt x="2808916" y="1961895"/>
                  </a:lnTo>
                  <a:lnTo>
                    <a:pt x="2816740" y="1963107"/>
                  </a:lnTo>
                  <a:lnTo>
                    <a:pt x="2824564" y="1964185"/>
                  </a:lnTo>
                  <a:lnTo>
                    <a:pt x="2832389" y="1965112"/>
                  </a:lnTo>
                  <a:lnTo>
                    <a:pt x="2840213" y="1965943"/>
                  </a:lnTo>
                  <a:lnTo>
                    <a:pt x="2848037" y="1966684"/>
                  </a:lnTo>
                  <a:lnTo>
                    <a:pt x="2855861" y="1967343"/>
                  </a:lnTo>
                  <a:lnTo>
                    <a:pt x="2863686" y="1967900"/>
                  </a:lnTo>
                  <a:lnTo>
                    <a:pt x="2871510" y="1968394"/>
                  </a:lnTo>
                  <a:lnTo>
                    <a:pt x="2879334" y="1968832"/>
                  </a:lnTo>
                  <a:lnTo>
                    <a:pt x="2887159" y="1969218"/>
                  </a:lnTo>
                  <a:lnTo>
                    <a:pt x="2894983" y="1969545"/>
                  </a:lnTo>
                  <a:lnTo>
                    <a:pt x="2902807" y="1969829"/>
                  </a:lnTo>
                  <a:lnTo>
                    <a:pt x="2910631" y="1970079"/>
                  </a:lnTo>
                  <a:lnTo>
                    <a:pt x="2918456" y="1970298"/>
                  </a:lnTo>
                  <a:lnTo>
                    <a:pt x="2926280" y="1970483"/>
                  </a:lnTo>
                  <a:lnTo>
                    <a:pt x="2934104" y="1970641"/>
                  </a:lnTo>
                  <a:lnTo>
                    <a:pt x="2941929" y="1970779"/>
                  </a:lnTo>
                  <a:lnTo>
                    <a:pt x="2949753" y="1970898"/>
                  </a:lnTo>
                  <a:lnTo>
                    <a:pt x="2957577" y="1971000"/>
                  </a:lnTo>
                  <a:lnTo>
                    <a:pt x="2965401" y="1971084"/>
                  </a:lnTo>
                  <a:lnTo>
                    <a:pt x="2973226" y="1971157"/>
                  </a:lnTo>
                  <a:lnTo>
                    <a:pt x="2981050" y="1971220"/>
                  </a:lnTo>
                  <a:lnTo>
                    <a:pt x="2988874" y="1971274"/>
                  </a:lnTo>
                  <a:lnTo>
                    <a:pt x="2996698" y="1971317"/>
                  </a:lnTo>
                  <a:lnTo>
                    <a:pt x="3004523" y="1971354"/>
                  </a:lnTo>
                  <a:lnTo>
                    <a:pt x="3012347" y="1971386"/>
                  </a:lnTo>
                  <a:lnTo>
                    <a:pt x="3020171" y="1971414"/>
                  </a:lnTo>
                  <a:lnTo>
                    <a:pt x="3027996" y="1971435"/>
                  </a:lnTo>
                  <a:lnTo>
                    <a:pt x="3035820" y="1971454"/>
                  </a:lnTo>
                  <a:lnTo>
                    <a:pt x="3043644" y="1971469"/>
                  </a:lnTo>
                  <a:lnTo>
                    <a:pt x="3051468" y="1971482"/>
                  </a:lnTo>
                  <a:lnTo>
                    <a:pt x="3059293" y="1971493"/>
                  </a:lnTo>
                  <a:lnTo>
                    <a:pt x="3067117" y="1971502"/>
                  </a:lnTo>
                  <a:lnTo>
                    <a:pt x="3074941" y="1971509"/>
                  </a:lnTo>
                  <a:lnTo>
                    <a:pt x="3082766" y="1971515"/>
                  </a:lnTo>
                  <a:lnTo>
                    <a:pt x="3090590" y="1971520"/>
                  </a:lnTo>
                  <a:lnTo>
                    <a:pt x="3098414" y="1971524"/>
                  </a:lnTo>
                  <a:lnTo>
                    <a:pt x="3106238" y="1971527"/>
                  </a:lnTo>
                  <a:lnTo>
                    <a:pt x="3114063" y="1971530"/>
                  </a:lnTo>
                  <a:lnTo>
                    <a:pt x="3121887" y="1971532"/>
                  </a:lnTo>
                  <a:lnTo>
                    <a:pt x="3129711" y="1971534"/>
                  </a:lnTo>
                  <a:lnTo>
                    <a:pt x="3137536" y="1971535"/>
                  </a:lnTo>
                  <a:lnTo>
                    <a:pt x="3145360" y="1971537"/>
                  </a:lnTo>
                  <a:lnTo>
                    <a:pt x="3153184" y="1971538"/>
                  </a:lnTo>
                  <a:lnTo>
                    <a:pt x="3161008" y="1971538"/>
                  </a:lnTo>
                  <a:lnTo>
                    <a:pt x="3168833" y="1971539"/>
                  </a:lnTo>
                  <a:lnTo>
                    <a:pt x="3176657" y="1971539"/>
                  </a:lnTo>
                  <a:lnTo>
                    <a:pt x="3184481" y="1971540"/>
                  </a:lnTo>
                  <a:lnTo>
                    <a:pt x="3192305" y="1971540"/>
                  </a:lnTo>
                  <a:lnTo>
                    <a:pt x="3200130" y="1971540"/>
                  </a:lnTo>
                  <a:lnTo>
                    <a:pt x="3207954" y="1971540"/>
                  </a:lnTo>
                  <a:lnTo>
                    <a:pt x="3215778" y="1971541"/>
                  </a:lnTo>
                  <a:lnTo>
                    <a:pt x="3223603" y="1971541"/>
                  </a:lnTo>
                  <a:lnTo>
                    <a:pt x="3231427" y="1971541"/>
                  </a:lnTo>
                  <a:lnTo>
                    <a:pt x="3239251" y="1971541"/>
                  </a:lnTo>
                  <a:lnTo>
                    <a:pt x="3247075" y="1971541"/>
                  </a:lnTo>
                  <a:lnTo>
                    <a:pt x="3254900" y="1971541"/>
                  </a:lnTo>
                  <a:lnTo>
                    <a:pt x="3262724" y="1971541"/>
                  </a:lnTo>
                  <a:lnTo>
                    <a:pt x="3270548" y="1971541"/>
                  </a:lnTo>
                  <a:lnTo>
                    <a:pt x="3278373" y="1971541"/>
                  </a:lnTo>
                  <a:lnTo>
                    <a:pt x="3286197" y="1971541"/>
                  </a:lnTo>
                  <a:lnTo>
                    <a:pt x="3294021" y="1971541"/>
                  </a:lnTo>
                  <a:lnTo>
                    <a:pt x="3301845" y="1971541"/>
                  </a:lnTo>
                  <a:lnTo>
                    <a:pt x="3309670" y="1971541"/>
                  </a:lnTo>
                  <a:lnTo>
                    <a:pt x="3317494" y="1971541"/>
                  </a:lnTo>
                  <a:lnTo>
                    <a:pt x="3325318" y="1971541"/>
                  </a:lnTo>
                  <a:lnTo>
                    <a:pt x="3333142" y="1971541"/>
                  </a:lnTo>
                  <a:lnTo>
                    <a:pt x="3340967" y="1971541"/>
                  </a:lnTo>
                  <a:lnTo>
                    <a:pt x="3348791" y="1971541"/>
                  </a:lnTo>
                  <a:lnTo>
                    <a:pt x="3356615" y="1971541"/>
                  </a:lnTo>
                  <a:lnTo>
                    <a:pt x="3364440" y="1971541"/>
                  </a:lnTo>
                  <a:lnTo>
                    <a:pt x="3372264" y="1971541"/>
                  </a:lnTo>
                  <a:lnTo>
                    <a:pt x="3380088" y="1971541"/>
                  </a:lnTo>
                  <a:lnTo>
                    <a:pt x="3387912" y="1971541"/>
                  </a:lnTo>
                  <a:lnTo>
                    <a:pt x="3395737" y="1971541"/>
                  </a:lnTo>
                  <a:lnTo>
                    <a:pt x="3403561" y="1971541"/>
                  </a:lnTo>
                  <a:lnTo>
                    <a:pt x="3411385" y="1971541"/>
                  </a:lnTo>
                  <a:lnTo>
                    <a:pt x="3419210" y="1971541"/>
                  </a:lnTo>
                  <a:lnTo>
                    <a:pt x="3427034" y="1971541"/>
                  </a:lnTo>
                  <a:lnTo>
                    <a:pt x="3434858" y="1971541"/>
                  </a:lnTo>
                  <a:lnTo>
                    <a:pt x="3442682" y="1971541"/>
                  </a:lnTo>
                  <a:lnTo>
                    <a:pt x="3450507" y="1971541"/>
                  </a:lnTo>
                  <a:lnTo>
                    <a:pt x="3458331" y="1971541"/>
                  </a:lnTo>
                  <a:lnTo>
                    <a:pt x="3466155" y="1971541"/>
                  </a:lnTo>
                  <a:lnTo>
                    <a:pt x="3473980" y="1971541"/>
                  </a:lnTo>
                  <a:lnTo>
                    <a:pt x="3481804" y="1971541"/>
                  </a:lnTo>
                  <a:lnTo>
                    <a:pt x="3489628" y="1971541"/>
                  </a:lnTo>
                  <a:lnTo>
                    <a:pt x="3497452" y="1971541"/>
                  </a:lnTo>
                  <a:lnTo>
                    <a:pt x="3505277" y="1971541"/>
                  </a:lnTo>
                  <a:lnTo>
                    <a:pt x="3513101" y="1971541"/>
                  </a:lnTo>
                  <a:lnTo>
                    <a:pt x="3520925" y="1971541"/>
                  </a:lnTo>
                  <a:lnTo>
                    <a:pt x="3528749" y="1971541"/>
                  </a:lnTo>
                  <a:lnTo>
                    <a:pt x="3536574" y="1971541"/>
                  </a:lnTo>
                  <a:lnTo>
                    <a:pt x="3544398" y="1971541"/>
                  </a:lnTo>
                  <a:lnTo>
                    <a:pt x="3552222" y="1971541"/>
                  </a:lnTo>
                  <a:lnTo>
                    <a:pt x="3560047" y="1971541"/>
                  </a:lnTo>
                  <a:lnTo>
                    <a:pt x="3567871" y="1971541"/>
                  </a:lnTo>
                  <a:lnTo>
                    <a:pt x="3575695" y="1971541"/>
                  </a:lnTo>
                  <a:lnTo>
                    <a:pt x="3583519" y="1971541"/>
                  </a:lnTo>
                  <a:lnTo>
                    <a:pt x="3591344" y="1971541"/>
                  </a:lnTo>
                  <a:lnTo>
                    <a:pt x="3599168" y="1971541"/>
                  </a:lnTo>
                  <a:lnTo>
                    <a:pt x="3606992" y="1971541"/>
                  </a:lnTo>
                  <a:lnTo>
                    <a:pt x="3614817" y="1971541"/>
                  </a:lnTo>
                  <a:lnTo>
                    <a:pt x="3622641" y="1971541"/>
                  </a:lnTo>
                  <a:lnTo>
                    <a:pt x="3630465" y="1971541"/>
                  </a:lnTo>
                  <a:lnTo>
                    <a:pt x="3638289" y="1971541"/>
                  </a:lnTo>
                  <a:lnTo>
                    <a:pt x="3646114" y="1971541"/>
                  </a:lnTo>
                  <a:lnTo>
                    <a:pt x="3653938" y="1971541"/>
                  </a:lnTo>
                  <a:lnTo>
                    <a:pt x="3661762" y="1971541"/>
                  </a:lnTo>
                  <a:lnTo>
                    <a:pt x="3669586" y="1971541"/>
                  </a:lnTo>
                  <a:lnTo>
                    <a:pt x="3677411" y="1971541"/>
                  </a:lnTo>
                  <a:lnTo>
                    <a:pt x="3685235" y="1971541"/>
                  </a:lnTo>
                  <a:lnTo>
                    <a:pt x="3693059" y="1971541"/>
                  </a:lnTo>
                  <a:lnTo>
                    <a:pt x="3700884" y="1971541"/>
                  </a:lnTo>
                  <a:lnTo>
                    <a:pt x="3708708" y="1971541"/>
                  </a:lnTo>
                  <a:lnTo>
                    <a:pt x="3716532" y="1971541"/>
                  </a:lnTo>
                  <a:lnTo>
                    <a:pt x="3724356" y="1971541"/>
                  </a:lnTo>
                  <a:lnTo>
                    <a:pt x="3732181" y="1971541"/>
                  </a:lnTo>
                  <a:lnTo>
                    <a:pt x="3740005" y="1971541"/>
                  </a:lnTo>
                  <a:lnTo>
                    <a:pt x="3747829" y="1971541"/>
                  </a:lnTo>
                  <a:lnTo>
                    <a:pt x="3755654" y="1971541"/>
                  </a:lnTo>
                  <a:lnTo>
                    <a:pt x="3763478" y="1971541"/>
                  </a:lnTo>
                  <a:lnTo>
                    <a:pt x="3771302" y="1971541"/>
                  </a:lnTo>
                  <a:lnTo>
                    <a:pt x="3779126" y="1971541"/>
                  </a:lnTo>
                  <a:lnTo>
                    <a:pt x="3786951" y="1971541"/>
                  </a:lnTo>
                  <a:lnTo>
                    <a:pt x="3794775" y="1971541"/>
                  </a:lnTo>
                  <a:lnTo>
                    <a:pt x="3802599" y="1971541"/>
                  </a:lnTo>
                  <a:lnTo>
                    <a:pt x="3810424" y="1971541"/>
                  </a:lnTo>
                  <a:lnTo>
                    <a:pt x="3818248" y="1971541"/>
                  </a:lnTo>
                  <a:lnTo>
                    <a:pt x="3826072" y="1971541"/>
                  </a:lnTo>
                  <a:lnTo>
                    <a:pt x="3833896" y="1971541"/>
                  </a:lnTo>
                  <a:lnTo>
                    <a:pt x="3841721" y="1971541"/>
                  </a:lnTo>
                  <a:lnTo>
                    <a:pt x="3849545" y="1971541"/>
                  </a:lnTo>
                  <a:lnTo>
                    <a:pt x="3857369" y="1971541"/>
                  </a:lnTo>
                  <a:lnTo>
                    <a:pt x="3865193" y="1971541"/>
                  </a:lnTo>
                  <a:lnTo>
                    <a:pt x="3873018" y="1971541"/>
                  </a:lnTo>
                  <a:lnTo>
                    <a:pt x="3880842" y="1971541"/>
                  </a:lnTo>
                  <a:lnTo>
                    <a:pt x="3888666" y="1971541"/>
                  </a:lnTo>
                  <a:lnTo>
                    <a:pt x="3896491" y="1971541"/>
                  </a:lnTo>
                  <a:lnTo>
                    <a:pt x="3904315" y="1971541"/>
                  </a:lnTo>
                  <a:lnTo>
                    <a:pt x="3912139" y="1971541"/>
                  </a:lnTo>
                  <a:lnTo>
                    <a:pt x="3919963" y="1971541"/>
                  </a:lnTo>
                  <a:lnTo>
                    <a:pt x="3927788" y="1971541"/>
                  </a:lnTo>
                  <a:lnTo>
                    <a:pt x="3935612" y="1971541"/>
                  </a:lnTo>
                  <a:lnTo>
                    <a:pt x="3943436" y="1971541"/>
                  </a:lnTo>
                  <a:lnTo>
                    <a:pt x="3951261" y="1971541"/>
                  </a:lnTo>
                  <a:lnTo>
                    <a:pt x="3959085" y="1971541"/>
                  </a:lnTo>
                  <a:lnTo>
                    <a:pt x="3966909" y="1971541"/>
                  </a:lnTo>
                  <a:lnTo>
                    <a:pt x="3974733" y="1971541"/>
                  </a:lnTo>
                  <a:lnTo>
                    <a:pt x="3982558" y="1971541"/>
                  </a:lnTo>
                  <a:lnTo>
                    <a:pt x="3990382" y="1971541"/>
                  </a:lnTo>
                  <a:lnTo>
                    <a:pt x="3998206" y="1971541"/>
                  </a:lnTo>
                  <a:lnTo>
                    <a:pt x="3990382" y="1971541"/>
                  </a:lnTo>
                  <a:lnTo>
                    <a:pt x="3982558" y="1971541"/>
                  </a:lnTo>
                  <a:lnTo>
                    <a:pt x="3974733" y="1971541"/>
                  </a:lnTo>
                  <a:lnTo>
                    <a:pt x="3966909" y="1971541"/>
                  </a:lnTo>
                  <a:lnTo>
                    <a:pt x="3959085" y="1971541"/>
                  </a:lnTo>
                  <a:lnTo>
                    <a:pt x="3951261" y="1971541"/>
                  </a:lnTo>
                  <a:lnTo>
                    <a:pt x="3943436" y="1971541"/>
                  </a:lnTo>
                  <a:lnTo>
                    <a:pt x="3935612" y="1971541"/>
                  </a:lnTo>
                  <a:lnTo>
                    <a:pt x="3927788" y="1971541"/>
                  </a:lnTo>
                  <a:lnTo>
                    <a:pt x="3919963" y="1971541"/>
                  </a:lnTo>
                  <a:lnTo>
                    <a:pt x="3912139" y="1971541"/>
                  </a:lnTo>
                  <a:lnTo>
                    <a:pt x="3904315" y="1971541"/>
                  </a:lnTo>
                  <a:lnTo>
                    <a:pt x="3896491" y="1971541"/>
                  </a:lnTo>
                  <a:lnTo>
                    <a:pt x="3888666" y="1971541"/>
                  </a:lnTo>
                  <a:lnTo>
                    <a:pt x="3880842" y="1971541"/>
                  </a:lnTo>
                  <a:lnTo>
                    <a:pt x="3873018" y="1971541"/>
                  </a:lnTo>
                  <a:lnTo>
                    <a:pt x="3865193" y="1971541"/>
                  </a:lnTo>
                  <a:lnTo>
                    <a:pt x="3857369" y="1971541"/>
                  </a:lnTo>
                  <a:lnTo>
                    <a:pt x="3849545" y="1971541"/>
                  </a:lnTo>
                  <a:lnTo>
                    <a:pt x="3841721" y="1971541"/>
                  </a:lnTo>
                  <a:lnTo>
                    <a:pt x="3833896" y="1971541"/>
                  </a:lnTo>
                  <a:lnTo>
                    <a:pt x="3826072" y="1971541"/>
                  </a:lnTo>
                  <a:lnTo>
                    <a:pt x="3818248" y="1971541"/>
                  </a:lnTo>
                  <a:lnTo>
                    <a:pt x="3810424" y="1971541"/>
                  </a:lnTo>
                  <a:lnTo>
                    <a:pt x="3802599" y="1971541"/>
                  </a:lnTo>
                  <a:lnTo>
                    <a:pt x="3794775" y="1971541"/>
                  </a:lnTo>
                  <a:lnTo>
                    <a:pt x="3786951" y="1971541"/>
                  </a:lnTo>
                  <a:lnTo>
                    <a:pt x="3779126" y="1971541"/>
                  </a:lnTo>
                  <a:lnTo>
                    <a:pt x="3771302" y="1971541"/>
                  </a:lnTo>
                  <a:lnTo>
                    <a:pt x="3763478" y="1971541"/>
                  </a:lnTo>
                  <a:lnTo>
                    <a:pt x="3755654" y="1971541"/>
                  </a:lnTo>
                  <a:lnTo>
                    <a:pt x="3747829" y="1971541"/>
                  </a:lnTo>
                  <a:lnTo>
                    <a:pt x="3740005" y="1971541"/>
                  </a:lnTo>
                  <a:lnTo>
                    <a:pt x="3732181" y="1971541"/>
                  </a:lnTo>
                  <a:lnTo>
                    <a:pt x="3724356" y="1971541"/>
                  </a:lnTo>
                  <a:lnTo>
                    <a:pt x="3716532" y="1971541"/>
                  </a:lnTo>
                  <a:lnTo>
                    <a:pt x="3708708" y="1971541"/>
                  </a:lnTo>
                  <a:lnTo>
                    <a:pt x="3700884" y="1971541"/>
                  </a:lnTo>
                  <a:lnTo>
                    <a:pt x="3693059" y="1971541"/>
                  </a:lnTo>
                  <a:lnTo>
                    <a:pt x="3685235" y="1971541"/>
                  </a:lnTo>
                  <a:lnTo>
                    <a:pt x="3677411" y="1971541"/>
                  </a:lnTo>
                  <a:lnTo>
                    <a:pt x="3669586" y="1971541"/>
                  </a:lnTo>
                  <a:lnTo>
                    <a:pt x="3661762" y="1971541"/>
                  </a:lnTo>
                  <a:lnTo>
                    <a:pt x="3653938" y="1971541"/>
                  </a:lnTo>
                  <a:lnTo>
                    <a:pt x="3646114" y="1971541"/>
                  </a:lnTo>
                  <a:lnTo>
                    <a:pt x="3638289" y="1971541"/>
                  </a:lnTo>
                  <a:lnTo>
                    <a:pt x="3630465" y="1971541"/>
                  </a:lnTo>
                  <a:lnTo>
                    <a:pt x="3622641" y="1971541"/>
                  </a:lnTo>
                  <a:lnTo>
                    <a:pt x="3614817" y="1971541"/>
                  </a:lnTo>
                  <a:lnTo>
                    <a:pt x="3606992" y="1971541"/>
                  </a:lnTo>
                  <a:lnTo>
                    <a:pt x="3599168" y="1971541"/>
                  </a:lnTo>
                  <a:lnTo>
                    <a:pt x="3591344" y="1971541"/>
                  </a:lnTo>
                  <a:lnTo>
                    <a:pt x="3583519" y="1971541"/>
                  </a:lnTo>
                  <a:lnTo>
                    <a:pt x="3575695" y="1971541"/>
                  </a:lnTo>
                  <a:lnTo>
                    <a:pt x="3567871" y="1971541"/>
                  </a:lnTo>
                  <a:lnTo>
                    <a:pt x="3560047" y="1971541"/>
                  </a:lnTo>
                  <a:lnTo>
                    <a:pt x="3552222" y="1971541"/>
                  </a:lnTo>
                  <a:lnTo>
                    <a:pt x="3544398" y="1971541"/>
                  </a:lnTo>
                  <a:lnTo>
                    <a:pt x="3536574" y="1971541"/>
                  </a:lnTo>
                  <a:lnTo>
                    <a:pt x="3528749" y="1971541"/>
                  </a:lnTo>
                  <a:lnTo>
                    <a:pt x="3520925" y="1971541"/>
                  </a:lnTo>
                  <a:lnTo>
                    <a:pt x="3513101" y="1971541"/>
                  </a:lnTo>
                  <a:lnTo>
                    <a:pt x="3505277" y="1971541"/>
                  </a:lnTo>
                  <a:lnTo>
                    <a:pt x="3497452" y="1971541"/>
                  </a:lnTo>
                  <a:lnTo>
                    <a:pt x="3489628" y="1971541"/>
                  </a:lnTo>
                  <a:lnTo>
                    <a:pt x="3481804" y="1971541"/>
                  </a:lnTo>
                  <a:lnTo>
                    <a:pt x="3473980" y="1971541"/>
                  </a:lnTo>
                  <a:lnTo>
                    <a:pt x="3466155" y="1971541"/>
                  </a:lnTo>
                  <a:lnTo>
                    <a:pt x="3458331" y="1971541"/>
                  </a:lnTo>
                  <a:lnTo>
                    <a:pt x="3450507" y="1971541"/>
                  </a:lnTo>
                  <a:lnTo>
                    <a:pt x="3442682" y="1971541"/>
                  </a:lnTo>
                  <a:lnTo>
                    <a:pt x="3434858" y="1971541"/>
                  </a:lnTo>
                  <a:lnTo>
                    <a:pt x="3427034" y="1971541"/>
                  </a:lnTo>
                  <a:lnTo>
                    <a:pt x="3419210" y="1971541"/>
                  </a:lnTo>
                  <a:lnTo>
                    <a:pt x="3411385" y="1971541"/>
                  </a:lnTo>
                  <a:lnTo>
                    <a:pt x="3403561" y="1971541"/>
                  </a:lnTo>
                  <a:lnTo>
                    <a:pt x="3395737" y="1971541"/>
                  </a:lnTo>
                  <a:lnTo>
                    <a:pt x="3387912" y="1971541"/>
                  </a:lnTo>
                  <a:lnTo>
                    <a:pt x="3380088" y="1971541"/>
                  </a:lnTo>
                  <a:lnTo>
                    <a:pt x="3372264" y="1971541"/>
                  </a:lnTo>
                  <a:lnTo>
                    <a:pt x="3364440" y="1971541"/>
                  </a:lnTo>
                  <a:lnTo>
                    <a:pt x="3356615" y="1971541"/>
                  </a:lnTo>
                  <a:lnTo>
                    <a:pt x="3348791" y="1971541"/>
                  </a:lnTo>
                  <a:lnTo>
                    <a:pt x="3340967" y="1971541"/>
                  </a:lnTo>
                  <a:lnTo>
                    <a:pt x="3333142" y="1971541"/>
                  </a:lnTo>
                  <a:lnTo>
                    <a:pt x="3325318" y="1971541"/>
                  </a:lnTo>
                  <a:lnTo>
                    <a:pt x="3317494" y="1971541"/>
                  </a:lnTo>
                  <a:lnTo>
                    <a:pt x="3309670" y="1971541"/>
                  </a:lnTo>
                  <a:lnTo>
                    <a:pt x="3301845" y="1971541"/>
                  </a:lnTo>
                  <a:lnTo>
                    <a:pt x="3294021" y="1971541"/>
                  </a:lnTo>
                  <a:lnTo>
                    <a:pt x="3286197" y="1971541"/>
                  </a:lnTo>
                  <a:lnTo>
                    <a:pt x="3278373" y="1971541"/>
                  </a:lnTo>
                  <a:lnTo>
                    <a:pt x="3270548" y="1971541"/>
                  </a:lnTo>
                  <a:lnTo>
                    <a:pt x="3262724" y="1971541"/>
                  </a:lnTo>
                  <a:lnTo>
                    <a:pt x="3254900" y="1971541"/>
                  </a:lnTo>
                  <a:lnTo>
                    <a:pt x="3247075" y="1971541"/>
                  </a:lnTo>
                  <a:lnTo>
                    <a:pt x="3239251" y="1971541"/>
                  </a:lnTo>
                  <a:lnTo>
                    <a:pt x="3231427" y="1971541"/>
                  </a:lnTo>
                  <a:lnTo>
                    <a:pt x="3223603" y="1971541"/>
                  </a:lnTo>
                  <a:lnTo>
                    <a:pt x="3215778" y="1971541"/>
                  </a:lnTo>
                  <a:lnTo>
                    <a:pt x="3207954" y="1971541"/>
                  </a:lnTo>
                  <a:lnTo>
                    <a:pt x="3200130" y="1971541"/>
                  </a:lnTo>
                  <a:lnTo>
                    <a:pt x="3192305" y="1971541"/>
                  </a:lnTo>
                  <a:lnTo>
                    <a:pt x="3184481" y="1971541"/>
                  </a:lnTo>
                  <a:lnTo>
                    <a:pt x="3176657" y="1971541"/>
                  </a:lnTo>
                  <a:lnTo>
                    <a:pt x="3168833" y="1971541"/>
                  </a:lnTo>
                  <a:lnTo>
                    <a:pt x="3161008" y="1971541"/>
                  </a:lnTo>
                  <a:lnTo>
                    <a:pt x="3153184" y="1971541"/>
                  </a:lnTo>
                  <a:lnTo>
                    <a:pt x="3145360" y="1971541"/>
                  </a:lnTo>
                  <a:lnTo>
                    <a:pt x="3137536" y="1971541"/>
                  </a:lnTo>
                  <a:lnTo>
                    <a:pt x="3129711" y="1971541"/>
                  </a:lnTo>
                  <a:lnTo>
                    <a:pt x="3121887" y="1971541"/>
                  </a:lnTo>
                  <a:lnTo>
                    <a:pt x="3114063" y="1971541"/>
                  </a:lnTo>
                  <a:lnTo>
                    <a:pt x="3106238" y="1971541"/>
                  </a:lnTo>
                  <a:lnTo>
                    <a:pt x="3098414" y="1971541"/>
                  </a:lnTo>
                  <a:lnTo>
                    <a:pt x="3090590" y="1971541"/>
                  </a:lnTo>
                  <a:lnTo>
                    <a:pt x="3082766" y="1971541"/>
                  </a:lnTo>
                  <a:lnTo>
                    <a:pt x="3074941" y="1971541"/>
                  </a:lnTo>
                  <a:lnTo>
                    <a:pt x="3067117" y="1971541"/>
                  </a:lnTo>
                  <a:lnTo>
                    <a:pt x="3059293" y="1971541"/>
                  </a:lnTo>
                  <a:lnTo>
                    <a:pt x="3051468" y="1971541"/>
                  </a:lnTo>
                  <a:lnTo>
                    <a:pt x="3043644" y="1971541"/>
                  </a:lnTo>
                  <a:lnTo>
                    <a:pt x="3035820" y="1971541"/>
                  </a:lnTo>
                  <a:lnTo>
                    <a:pt x="3027996" y="1971541"/>
                  </a:lnTo>
                  <a:lnTo>
                    <a:pt x="3020171" y="1971541"/>
                  </a:lnTo>
                  <a:lnTo>
                    <a:pt x="3012347" y="1971541"/>
                  </a:lnTo>
                  <a:lnTo>
                    <a:pt x="3004523" y="1971541"/>
                  </a:lnTo>
                  <a:lnTo>
                    <a:pt x="2996698" y="1971541"/>
                  </a:lnTo>
                  <a:lnTo>
                    <a:pt x="2988874" y="1971541"/>
                  </a:lnTo>
                  <a:lnTo>
                    <a:pt x="2981050" y="1971541"/>
                  </a:lnTo>
                  <a:lnTo>
                    <a:pt x="2973226" y="1971541"/>
                  </a:lnTo>
                  <a:lnTo>
                    <a:pt x="2965401" y="1971541"/>
                  </a:lnTo>
                  <a:lnTo>
                    <a:pt x="2957577" y="1971541"/>
                  </a:lnTo>
                  <a:lnTo>
                    <a:pt x="2949753" y="1971541"/>
                  </a:lnTo>
                  <a:lnTo>
                    <a:pt x="2941929" y="1971541"/>
                  </a:lnTo>
                  <a:lnTo>
                    <a:pt x="2934104" y="1971541"/>
                  </a:lnTo>
                  <a:lnTo>
                    <a:pt x="2926280" y="1971541"/>
                  </a:lnTo>
                  <a:lnTo>
                    <a:pt x="2918456" y="1971541"/>
                  </a:lnTo>
                  <a:lnTo>
                    <a:pt x="2910631" y="1971541"/>
                  </a:lnTo>
                  <a:lnTo>
                    <a:pt x="2902807" y="1971541"/>
                  </a:lnTo>
                  <a:lnTo>
                    <a:pt x="2894983" y="1971541"/>
                  </a:lnTo>
                  <a:lnTo>
                    <a:pt x="2887159" y="1971541"/>
                  </a:lnTo>
                  <a:lnTo>
                    <a:pt x="2879334" y="1971541"/>
                  </a:lnTo>
                  <a:lnTo>
                    <a:pt x="2871510" y="1971541"/>
                  </a:lnTo>
                  <a:lnTo>
                    <a:pt x="2863686" y="1971541"/>
                  </a:lnTo>
                  <a:lnTo>
                    <a:pt x="2855861" y="1971541"/>
                  </a:lnTo>
                  <a:lnTo>
                    <a:pt x="2848037" y="1971541"/>
                  </a:lnTo>
                  <a:lnTo>
                    <a:pt x="2840213" y="1971541"/>
                  </a:lnTo>
                  <a:lnTo>
                    <a:pt x="2832389" y="1971541"/>
                  </a:lnTo>
                  <a:lnTo>
                    <a:pt x="2824564" y="1971541"/>
                  </a:lnTo>
                  <a:lnTo>
                    <a:pt x="2816740" y="1971541"/>
                  </a:lnTo>
                  <a:lnTo>
                    <a:pt x="2808916" y="1971541"/>
                  </a:lnTo>
                  <a:lnTo>
                    <a:pt x="2801091" y="1971541"/>
                  </a:lnTo>
                  <a:lnTo>
                    <a:pt x="2793267" y="1971541"/>
                  </a:lnTo>
                  <a:lnTo>
                    <a:pt x="2785443" y="1971541"/>
                  </a:lnTo>
                  <a:lnTo>
                    <a:pt x="2777619" y="1971541"/>
                  </a:lnTo>
                  <a:lnTo>
                    <a:pt x="2769794" y="1971541"/>
                  </a:lnTo>
                  <a:lnTo>
                    <a:pt x="2761970" y="1971541"/>
                  </a:lnTo>
                  <a:lnTo>
                    <a:pt x="2754146" y="1971541"/>
                  </a:lnTo>
                  <a:lnTo>
                    <a:pt x="2746322" y="1971541"/>
                  </a:lnTo>
                  <a:lnTo>
                    <a:pt x="2738497" y="1971541"/>
                  </a:lnTo>
                  <a:lnTo>
                    <a:pt x="2730673" y="1971541"/>
                  </a:lnTo>
                  <a:lnTo>
                    <a:pt x="2722849" y="1971541"/>
                  </a:lnTo>
                  <a:lnTo>
                    <a:pt x="2715024" y="1971541"/>
                  </a:lnTo>
                  <a:lnTo>
                    <a:pt x="2707200" y="1971541"/>
                  </a:lnTo>
                  <a:lnTo>
                    <a:pt x="2699376" y="1971541"/>
                  </a:lnTo>
                  <a:lnTo>
                    <a:pt x="2691552" y="1971541"/>
                  </a:lnTo>
                  <a:lnTo>
                    <a:pt x="2683727" y="1971541"/>
                  </a:lnTo>
                  <a:lnTo>
                    <a:pt x="2675903" y="1971541"/>
                  </a:lnTo>
                  <a:lnTo>
                    <a:pt x="2668079" y="1971541"/>
                  </a:lnTo>
                  <a:lnTo>
                    <a:pt x="2660254" y="1971541"/>
                  </a:lnTo>
                  <a:lnTo>
                    <a:pt x="2652430" y="1971541"/>
                  </a:lnTo>
                  <a:lnTo>
                    <a:pt x="2644606" y="1971541"/>
                  </a:lnTo>
                  <a:lnTo>
                    <a:pt x="2636782" y="1971541"/>
                  </a:lnTo>
                  <a:lnTo>
                    <a:pt x="2628957" y="1971541"/>
                  </a:lnTo>
                  <a:lnTo>
                    <a:pt x="2621133" y="1971541"/>
                  </a:lnTo>
                  <a:lnTo>
                    <a:pt x="2613309" y="1971541"/>
                  </a:lnTo>
                  <a:lnTo>
                    <a:pt x="2605485" y="1971541"/>
                  </a:lnTo>
                  <a:lnTo>
                    <a:pt x="2597660" y="1971541"/>
                  </a:lnTo>
                  <a:lnTo>
                    <a:pt x="2589836" y="1971541"/>
                  </a:lnTo>
                  <a:lnTo>
                    <a:pt x="2582012" y="1971541"/>
                  </a:lnTo>
                  <a:lnTo>
                    <a:pt x="2574187" y="1971541"/>
                  </a:lnTo>
                  <a:lnTo>
                    <a:pt x="2566363" y="1971541"/>
                  </a:lnTo>
                  <a:lnTo>
                    <a:pt x="2558539" y="1971541"/>
                  </a:lnTo>
                  <a:lnTo>
                    <a:pt x="2550715" y="1971541"/>
                  </a:lnTo>
                  <a:lnTo>
                    <a:pt x="2542890" y="1971541"/>
                  </a:lnTo>
                  <a:lnTo>
                    <a:pt x="2535066" y="1971541"/>
                  </a:lnTo>
                  <a:lnTo>
                    <a:pt x="2527242" y="1971541"/>
                  </a:lnTo>
                  <a:lnTo>
                    <a:pt x="2519417" y="1971541"/>
                  </a:lnTo>
                  <a:lnTo>
                    <a:pt x="2511593" y="1971541"/>
                  </a:lnTo>
                  <a:lnTo>
                    <a:pt x="2503769" y="1971541"/>
                  </a:lnTo>
                  <a:lnTo>
                    <a:pt x="2495945" y="1971541"/>
                  </a:lnTo>
                  <a:lnTo>
                    <a:pt x="2488120" y="1971541"/>
                  </a:lnTo>
                  <a:lnTo>
                    <a:pt x="2480296" y="1971541"/>
                  </a:lnTo>
                  <a:lnTo>
                    <a:pt x="2472472" y="1971541"/>
                  </a:lnTo>
                  <a:lnTo>
                    <a:pt x="2464647" y="1971541"/>
                  </a:lnTo>
                  <a:lnTo>
                    <a:pt x="2456823" y="1971541"/>
                  </a:lnTo>
                  <a:lnTo>
                    <a:pt x="2448999" y="1971541"/>
                  </a:lnTo>
                  <a:lnTo>
                    <a:pt x="2441175" y="1971541"/>
                  </a:lnTo>
                  <a:lnTo>
                    <a:pt x="2433350" y="1971541"/>
                  </a:lnTo>
                  <a:lnTo>
                    <a:pt x="2425526" y="1971541"/>
                  </a:lnTo>
                  <a:lnTo>
                    <a:pt x="2417702" y="1971541"/>
                  </a:lnTo>
                  <a:lnTo>
                    <a:pt x="2409878" y="1971541"/>
                  </a:lnTo>
                  <a:lnTo>
                    <a:pt x="2402053" y="1971541"/>
                  </a:lnTo>
                  <a:lnTo>
                    <a:pt x="2394229" y="1971541"/>
                  </a:lnTo>
                  <a:lnTo>
                    <a:pt x="2386405" y="1971541"/>
                  </a:lnTo>
                  <a:lnTo>
                    <a:pt x="2378580" y="1971541"/>
                  </a:lnTo>
                  <a:lnTo>
                    <a:pt x="2370756" y="1971541"/>
                  </a:lnTo>
                  <a:lnTo>
                    <a:pt x="2362932" y="1971541"/>
                  </a:lnTo>
                  <a:lnTo>
                    <a:pt x="2355108" y="1971541"/>
                  </a:lnTo>
                  <a:lnTo>
                    <a:pt x="2347283" y="1971541"/>
                  </a:lnTo>
                  <a:lnTo>
                    <a:pt x="2339459" y="1971541"/>
                  </a:lnTo>
                  <a:lnTo>
                    <a:pt x="2331635" y="1971541"/>
                  </a:lnTo>
                  <a:lnTo>
                    <a:pt x="2323810" y="1971541"/>
                  </a:lnTo>
                  <a:lnTo>
                    <a:pt x="2315986" y="1971541"/>
                  </a:lnTo>
                  <a:lnTo>
                    <a:pt x="2308162" y="1971541"/>
                  </a:lnTo>
                  <a:lnTo>
                    <a:pt x="2300338" y="1971541"/>
                  </a:lnTo>
                  <a:lnTo>
                    <a:pt x="2292513" y="1971541"/>
                  </a:lnTo>
                  <a:lnTo>
                    <a:pt x="2284689" y="1971541"/>
                  </a:lnTo>
                  <a:lnTo>
                    <a:pt x="2276865" y="1971541"/>
                  </a:lnTo>
                  <a:lnTo>
                    <a:pt x="2269040" y="1971541"/>
                  </a:lnTo>
                  <a:lnTo>
                    <a:pt x="2261216" y="1971541"/>
                  </a:lnTo>
                  <a:lnTo>
                    <a:pt x="2253392" y="1971541"/>
                  </a:lnTo>
                  <a:lnTo>
                    <a:pt x="2245568" y="1971541"/>
                  </a:lnTo>
                  <a:lnTo>
                    <a:pt x="2237743" y="1971541"/>
                  </a:lnTo>
                  <a:lnTo>
                    <a:pt x="2229919" y="1971541"/>
                  </a:lnTo>
                  <a:lnTo>
                    <a:pt x="2222095" y="1971541"/>
                  </a:lnTo>
                  <a:lnTo>
                    <a:pt x="2214271" y="1971541"/>
                  </a:lnTo>
                  <a:lnTo>
                    <a:pt x="2206446" y="1971541"/>
                  </a:lnTo>
                  <a:lnTo>
                    <a:pt x="2198622" y="1971541"/>
                  </a:lnTo>
                  <a:lnTo>
                    <a:pt x="2190798" y="1971541"/>
                  </a:lnTo>
                  <a:lnTo>
                    <a:pt x="2182973" y="1971541"/>
                  </a:lnTo>
                  <a:lnTo>
                    <a:pt x="2175149" y="1971541"/>
                  </a:lnTo>
                  <a:lnTo>
                    <a:pt x="2167325" y="1971541"/>
                  </a:lnTo>
                  <a:lnTo>
                    <a:pt x="2159501" y="1971541"/>
                  </a:lnTo>
                  <a:lnTo>
                    <a:pt x="2151676" y="1971541"/>
                  </a:lnTo>
                  <a:lnTo>
                    <a:pt x="2143852" y="1971541"/>
                  </a:lnTo>
                  <a:lnTo>
                    <a:pt x="2136028" y="1971541"/>
                  </a:lnTo>
                  <a:lnTo>
                    <a:pt x="2128203" y="1971541"/>
                  </a:lnTo>
                  <a:lnTo>
                    <a:pt x="2120379" y="1971541"/>
                  </a:lnTo>
                  <a:lnTo>
                    <a:pt x="2112555" y="1971541"/>
                  </a:lnTo>
                  <a:lnTo>
                    <a:pt x="2104731" y="1971541"/>
                  </a:lnTo>
                  <a:lnTo>
                    <a:pt x="2096906" y="1971541"/>
                  </a:lnTo>
                  <a:lnTo>
                    <a:pt x="2089082" y="1971541"/>
                  </a:lnTo>
                  <a:lnTo>
                    <a:pt x="2081258" y="1971541"/>
                  </a:lnTo>
                  <a:lnTo>
                    <a:pt x="2073434" y="1971541"/>
                  </a:lnTo>
                  <a:lnTo>
                    <a:pt x="2065609" y="1971541"/>
                  </a:lnTo>
                  <a:lnTo>
                    <a:pt x="2057785" y="1971541"/>
                  </a:lnTo>
                  <a:lnTo>
                    <a:pt x="2049961" y="1971541"/>
                  </a:lnTo>
                  <a:lnTo>
                    <a:pt x="2042136" y="1971541"/>
                  </a:lnTo>
                  <a:lnTo>
                    <a:pt x="2034312" y="1971541"/>
                  </a:lnTo>
                  <a:lnTo>
                    <a:pt x="2026488" y="1971541"/>
                  </a:lnTo>
                  <a:lnTo>
                    <a:pt x="2018664" y="1971541"/>
                  </a:lnTo>
                  <a:lnTo>
                    <a:pt x="2010839" y="1971541"/>
                  </a:lnTo>
                  <a:lnTo>
                    <a:pt x="2003015" y="1971541"/>
                  </a:lnTo>
                  <a:lnTo>
                    <a:pt x="1995191" y="1971541"/>
                  </a:lnTo>
                  <a:lnTo>
                    <a:pt x="1987366" y="1971541"/>
                  </a:lnTo>
                  <a:lnTo>
                    <a:pt x="1979542" y="1971541"/>
                  </a:lnTo>
                  <a:lnTo>
                    <a:pt x="1971718" y="1971541"/>
                  </a:lnTo>
                  <a:lnTo>
                    <a:pt x="1963894" y="1971541"/>
                  </a:lnTo>
                  <a:lnTo>
                    <a:pt x="1956069" y="1971541"/>
                  </a:lnTo>
                  <a:lnTo>
                    <a:pt x="1948245" y="1971541"/>
                  </a:lnTo>
                  <a:lnTo>
                    <a:pt x="1940421" y="1971541"/>
                  </a:lnTo>
                  <a:lnTo>
                    <a:pt x="1932596" y="1971541"/>
                  </a:lnTo>
                  <a:lnTo>
                    <a:pt x="1924772" y="1971541"/>
                  </a:lnTo>
                  <a:lnTo>
                    <a:pt x="1916948" y="1971541"/>
                  </a:lnTo>
                  <a:lnTo>
                    <a:pt x="1909124" y="1971541"/>
                  </a:lnTo>
                  <a:lnTo>
                    <a:pt x="1901299" y="1971541"/>
                  </a:lnTo>
                  <a:lnTo>
                    <a:pt x="1893475" y="1971541"/>
                  </a:lnTo>
                  <a:lnTo>
                    <a:pt x="1885651" y="1971541"/>
                  </a:lnTo>
                  <a:lnTo>
                    <a:pt x="1877827" y="1971541"/>
                  </a:lnTo>
                  <a:lnTo>
                    <a:pt x="1870002" y="1971541"/>
                  </a:lnTo>
                  <a:lnTo>
                    <a:pt x="1862178" y="1971541"/>
                  </a:lnTo>
                  <a:lnTo>
                    <a:pt x="1854354" y="1971541"/>
                  </a:lnTo>
                  <a:lnTo>
                    <a:pt x="1846529" y="1971541"/>
                  </a:lnTo>
                  <a:lnTo>
                    <a:pt x="1838705" y="1971541"/>
                  </a:lnTo>
                  <a:lnTo>
                    <a:pt x="1830881" y="1971541"/>
                  </a:lnTo>
                  <a:lnTo>
                    <a:pt x="1823057" y="1971541"/>
                  </a:lnTo>
                  <a:lnTo>
                    <a:pt x="1815232" y="1971541"/>
                  </a:lnTo>
                  <a:lnTo>
                    <a:pt x="1807408" y="1971541"/>
                  </a:lnTo>
                  <a:lnTo>
                    <a:pt x="1799584" y="1971541"/>
                  </a:lnTo>
                  <a:lnTo>
                    <a:pt x="1791759" y="1971541"/>
                  </a:lnTo>
                  <a:lnTo>
                    <a:pt x="1783935" y="1971541"/>
                  </a:lnTo>
                  <a:lnTo>
                    <a:pt x="1776111" y="1971541"/>
                  </a:lnTo>
                  <a:lnTo>
                    <a:pt x="1768287" y="1971541"/>
                  </a:lnTo>
                  <a:lnTo>
                    <a:pt x="1760462" y="1971541"/>
                  </a:lnTo>
                  <a:lnTo>
                    <a:pt x="1752638" y="1971541"/>
                  </a:lnTo>
                  <a:lnTo>
                    <a:pt x="1744814" y="1971541"/>
                  </a:lnTo>
                  <a:lnTo>
                    <a:pt x="1736990" y="1971541"/>
                  </a:lnTo>
                  <a:lnTo>
                    <a:pt x="1729165" y="1971541"/>
                  </a:lnTo>
                  <a:lnTo>
                    <a:pt x="1721341" y="1971541"/>
                  </a:lnTo>
                  <a:lnTo>
                    <a:pt x="1713517" y="1971541"/>
                  </a:lnTo>
                  <a:lnTo>
                    <a:pt x="1705692" y="1971541"/>
                  </a:lnTo>
                  <a:lnTo>
                    <a:pt x="1697868" y="1971541"/>
                  </a:lnTo>
                  <a:lnTo>
                    <a:pt x="1690044" y="1971541"/>
                  </a:lnTo>
                  <a:lnTo>
                    <a:pt x="1682220" y="1971541"/>
                  </a:lnTo>
                  <a:lnTo>
                    <a:pt x="1674395" y="1971541"/>
                  </a:lnTo>
                  <a:lnTo>
                    <a:pt x="1666571" y="1971541"/>
                  </a:lnTo>
                  <a:lnTo>
                    <a:pt x="1658747" y="1971541"/>
                  </a:lnTo>
                  <a:lnTo>
                    <a:pt x="1650922" y="1971541"/>
                  </a:lnTo>
                  <a:lnTo>
                    <a:pt x="1643098" y="1971541"/>
                  </a:lnTo>
                  <a:lnTo>
                    <a:pt x="1635274" y="1971541"/>
                  </a:lnTo>
                  <a:lnTo>
                    <a:pt x="1627450" y="1971541"/>
                  </a:lnTo>
                  <a:lnTo>
                    <a:pt x="1619625" y="1971541"/>
                  </a:lnTo>
                  <a:lnTo>
                    <a:pt x="1611801" y="1971541"/>
                  </a:lnTo>
                  <a:lnTo>
                    <a:pt x="1603977" y="1971541"/>
                  </a:lnTo>
                  <a:lnTo>
                    <a:pt x="1596152" y="1971541"/>
                  </a:lnTo>
                  <a:lnTo>
                    <a:pt x="1588328" y="1971541"/>
                  </a:lnTo>
                  <a:lnTo>
                    <a:pt x="1580504" y="1971541"/>
                  </a:lnTo>
                  <a:lnTo>
                    <a:pt x="1572680" y="1971541"/>
                  </a:lnTo>
                  <a:lnTo>
                    <a:pt x="1564855" y="1971541"/>
                  </a:lnTo>
                  <a:lnTo>
                    <a:pt x="1557031" y="1971541"/>
                  </a:lnTo>
                  <a:lnTo>
                    <a:pt x="1549207" y="1971541"/>
                  </a:lnTo>
                  <a:lnTo>
                    <a:pt x="1541383" y="1971541"/>
                  </a:lnTo>
                  <a:lnTo>
                    <a:pt x="1533558" y="1971541"/>
                  </a:lnTo>
                  <a:lnTo>
                    <a:pt x="1525734" y="1971541"/>
                  </a:lnTo>
                  <a:lnTo>
                    <a:pt x="1517910" y="1971541"/>
                  </a:lnTo>
                  <a:lnTo>
                    <a:pt x="1510085" y="1971541"/>
                  </a:lnTo>
                  <a:lnTo>
                    <a:pt x="1502261" y="1971541"/>
                  </a:lnTo>
                  <a:lnTo>
                    <a:pt x="1494437" y="1971541"/>
                  </a:lnTo>
                  <a:lnTo>
                    <a:pt x="1486613" y="1971541"/>
                  </a:lnTo>
                  <a:lnTo>
                    <a:pt x="1478788" y="1971541"/>
                  </a:lnTo>
                  <a:lnTo>
                    <a:pt x="1470964" y="1971541"/>
                  </a:lnTo>
                  <a:lnTo>
                    <a:pt x="1463140" y="1971541"/>
                  </a:lnTo>
                  <a:lnTo>
                    <a:pt x="1455315" y="1971541"/>
                  </a:lnTo>
                  <a:lnTo>
                    <a:pt x="1447491" y="1971541"/>
                  </a:lnTo>
                  <a:lnTo>
                    <a:pt x="1439667" y="1971541"/>
                  </a:lnTo>
                  <a:lnTo>
                    <a:pt x="1431843" y="1971541"/>
                  </a:lnTo>
                  <a:lnTo>
                    <a:pt x="1424018" y="1971541"/>
                  </a:lnTo>
                  <a:lnTo>
                    <a:pt x="1416194" y="1971541"/>
                  </a:lnTo>
                  <a:lnTo>
                    <a:pt x="1408370" y="1971541"/>
                  </a:lnTo>
                  <a:lnTo>
                    <a:pt x="1400545" y="1971541"/>
                  </a:lnTo>
                  <a:lnTo>
                    <a:pt x="1392721" y="1971541"/>
                  </a:lnTo>
                  <a:lnTo>
                    <a:pt x="1384897" y="1971541"/>
                  </a:lnTo>
                  <a:lnTo>
                    <a:pt x="1377073" y="1971541"/>
                  </a:lnTo>
                  <a:lnTo>
                    <a:pt x="1369248" y="1971541"/>
                  </a:lnTo>
                  <a:lnTo>
                    <a:pt x="1361424" y="1971541"/>
                  </a:lnTo>
                  <a:lnTo>
                    <a:pt x="1353600" y="1971541"/>
                  </a:lnTo>
                  <a:lnTo>
                    <a:pt x="1345776" y="1971541"/>
                  </a:lnTo>
                  <a:lnTo>
                    <a:pt x="1337951" y="1971541"/>
                  </a:lnTo>
                  <a:lnTo>
                    <a:pt x="1330127" y="1971541"/>
                  </a:lnTo>
                  <a:lnTo>
                    <a:pt x="1322303" y="1971541"/>
                  </a:lnTo>
                  <a:lnTo>
                    <a:pt x="1314478" y="1971541"/>
                  </a:lnTo>
                  <a:lnTo>
                    <a:pt x="1306654" y="1971541"/>
                  </a:lnTo>
                  <a:lnTo>
                    <a:pt x="1298830" y="1971541"/>
                  </a:lnTo>
                  <a:lnTo>
                    <a:pt x="1291006" y="1971541"/>
                  </a:lnTo>
                  <a:lnTo>
                    <a:pt x="1283181" y="1971541"/>
                  </a:lnTo>
                  <a:lnTo>
                    <a:pt x="1275357" y="1971541"/>
                  </a:lnTo>
                  <a:lnTo>
                    <a:pt x="1267533" y="1971541"/>
                  </a:lnTo>
                  <a:lnTo>
                    <a:pt x="1259708" y="1971541"/>
                  </a:lnTo>
                  <a:lnTo>
                    <a:pt x="1251884" y="1971541"/>
                  </a:lnTo>
                  <a:lnTo>
                    <a:pt x="1244060" y="1971541"/>
                  </a:lnTo>
                  <a:lnTo>
                    <a:pt x="1236236" y="1971541"/>
                  </a:lnTo>
                  <a:lnTo>
                    <a:pt x="1228411" y="1971541"/>
                  </a:lnTo>
                  <a:lnTo>
                    <a:pt x="1220587" y="1971541"/>
                  </a:lnTo>
                  <a:lnTo>
                    <a:pt x="1212763" y="1971541"/>
                  </a:lnTo>
                  <a:lnTo>
                    <a:pt x="1204939" y="1971541"/>
                  </a:lnTo>
                  <a:lnTo>
                    <a:pt x="1197114" y="1971541"/>
                  </a:lnTo>
                  <a:lnTo>
                    <a:pt x="1189290" y="1971541"/>
                  </a:lnTo>
                  <a:lnTo>
                    <a:pt x="1181466" y="1971541"/>
                  </a:lnTo>
                  <a:lnTo>
                    <a:pt x="1173641" y="1971541"/>
                  </a:lnTo>
                  <a:lnTo>
                    <a:pt x="1165817" y="1971541"/>
                  </a:lnTo>
                  <a:lnTo>
                    <a:pt x="1157993" y="1971541"/>
                  </a:lnTo>
                  <a:lnTo>
                    <a:pt x="1150169" y="1971541"/>
                  </a:lnTo>
                  <a:lnTo>
                    <a:pt x="1142344" y="1971541"/>
                  </a:lnTo>
                  <a:lnTo>
                    <a:pt x="1134520" y="1971541"/>
                  </a:lnTo>
                  <a:lnTo>
                    <a:pt x="1126696" y="1971541"/>
                  </a:lnTo>
                  <a:lnTo>
                    <a:pt x="1118871" y="1971541"/>
                  </a:lnTo>
                  <a:lnTo>
                    <a:pt x="1111047" y="1971541"/>
                  </a:lnTo>
                  <a:lnTo>
                    <a:pt x="1103223" y="1971541"/>
                  </a:lnTo>
                  <a:lnTo>
                    <a:pt x="1095399" y="1971541"/>
                  </a:lnTo>
                  <a:lnTo>
                    <a:pt x="1087574" y="1971541"/>
                  </a:lnTo>
                  <a:lnTo>
                    <a:pt x="1079750" y="1971541"/>
                  </a:lnTo>
                  <a:lnTo>
                    <a:pt x="1071926" y="1971541"/>
                  </a:lnTo>
                  <a:lnTo>
                    <a:pt x="1064101" y="1971541"/>
                  </a:lnTo>
                  <a:lnTo>
                    <a:pt x="1056277" y="1971541"/>
                  </a:lnTo>
                  <a:lnTo>
                    <a:pt x="1048453" y="1971541"/>
                  </a:lnTo>
                  <a:lnTo>
                    <a:pt x="1040629" y="1971541"/>
                  </a:lnTo>
                  <a:lnTo>
                    <a:pt x="1032804" y="1971541"/>
                  </a:lnTo>
                  <a:lnTo>
                    <a:pt x="1024980" y="1971541"/>
                  </a:lnTo>
                  <a:lnTo>
                    <a:pt x="1017156" y="1971541"/>
                  </a:lnTo>
                  <a:lnTo>
                    <a:pt x="1009332" y="1971541"/>
                  </a:lnTo>
                  <a:lnTo>
                    <a:pt x="1001507" y="1971541"/>
                  </a:lnTo>
                  <a:lnTo>
                    <a:pt x="993683" y="1971541"/>
                  </a:lnTo>
                  <a:lnTo>
                    <a:pt x="985859" y="1971541"/>
                  </a:lnTo>
                  <a:lnTo>
                    <a:pt x="978034" y="1971541"/>
                  </a:lnTo>
                  <a:lnTo>
                    <a:pt x="970210" y="1971541"/>
                  </a:lnTo>
                  <a:lnTo>
                    <a:pt x="962386" y="1971541"/>
                  </a:lnTo>
                  <a:lnTo>
                    <a:pt x="954562" y="1971541"/>
                  </a:lnTo>
                  <a:lnTo>
                    <a:pt x="946737" y="1971541"/>
                  </a:lnTo>
                  <a:lnTo>
                    <a:pt x="938913" y="1971541"/>
                  </a:lnTo>
                  <a:lnTo>
                    <a:pt x="931089" y="1971541"/>
                  </a:lnTo>
                  <a:lnTo>
                    <a:pt x="923264" y="1971541"/>
                  </a:lnTo>
                  <a:lnTo>
                    <a:pt x="915440" y="1971541"/>
                  </a:lnTo>
                  <a:lnTo>
                    <a:pt x="907616" y="1971541"/>
                  </a:lnTo>
                  <a:lnTo>
                    <a:pt x="899792" y="1971541"/>
                  </a:lnTo>
                  <a:lnTo>
                    <a:pt x="891967" y="1971541"/>
                  </a:lnTo>
                  <a:lnTo>
                    <a:pt x="884143" y="1971541"/>
                  </a:lnTo>
                  <a:lnTo>
                    <a:pt x="876319" y="1971541"/>
                  </a:lnTo>
                  <a:lnTo>
                    <a:pt x="868495" y="1971541"/>
                  </a:lnTo>
                  <a:lnTo>
                    <a:pt x="860670" y="1971541"/>
                  </a:lnTo>
                  <a:lnTo>
                    <a:pt x="852846" y="1971541"/>
                  </a:lnTo>
                  <a:lnTo>
                    <a:pt x="845022" y="1971541"/>
                  </a:lnTo>
                  <a:lnTo>
                    <a:pt x="837197" y="1971541"/>
                  </a:lnTo>
                  <a:lnTo>
                    <a:pt x="829373" y="1971541"/>
                  </a:lnTo>
                  <a:lnTo>
                    <a:pt x="821549" y="1971541"/>
                  </a:lnTo>
                  <a:lnTo>
                    <a:pt x="813725" y="1971541"/>
                  </a:lnTo>
                  <a:lnTo>
                    <a:pt x="805900" y="1971541"/>
                  </a:lnTo>
                  <a:lnTo>
                    <a:pt x="798076" y="1971541"/>
                  </a:lnTo>
                  <a:lnTo>
                    <a:pt x="790252" y="1971541"/>
                  </a:lnTo>
                  <a:lnTo>
                    <a:pt x="782427" y="1971541"/>
                  </a:lnTo>
                  <a:lnTo>
                    <a:pt x="774603" y="1971541"/>
                  </a:lnTo>
                  <a:lnTo>
                    <a:pt x="766779" y="1971541"/>
                  </a:lnTo>
                  <a:lnTo>
                    <a:pt x="758955" y="1971541"/>
                  </a:lnTo>
                  <a:lnTo>
                    <a:pt x="751130" y="1971541"/>
                  </a:lnTo>
                  <a:lnTo>
                    <a:pt x="743306" y="1971541"/>
                  </a:lnTo>
                  <a:lnTo>
                    <a:pt x="735482" y="1971541"/>
                  </a:lnTo>
                  <a:lnTo>
                    <a:pt x="727657" y="1971541"/>
                  </a:lnTo>
                  <a:lnTo>
                    <a:pt x="719833" y="1971541"/>
                  </a:lnTo>
                  <a:lnTo>
                    <a:pt x="712009" y="1971541"/>
                  </a:lnTo>
                  <a:lnTo>
                    <a:pt x="704185" y="1971541"/>
                  </a:lnTo>
                  <a:lnTo>
                    <a:pt x="696360" y="1971541"/>
                  </a:lnTo>
                  <a:lnTo>
                    <a:pt x="688536" y="1971541"/>
                  </a:lnTo>
                  <a:lnTo>
                    <a:pt x="680712" y="1971541"/>
                  </a:lnTo>
                  <a:lnTo>
                    <a:pt x="672888" y="1971541"/>
                  </a:lnTo>
                  <a:lnTo>
                    <a:pt x="665063" y="1971541"/>
                  </a:lnTo>
                  <a:lnTo>
                    <a:pt x="657239" y="1971541"/>
                  </a:lnTo>
                  <a:lnTo>
                    <a:pt x="649415" y="1971541"/>
                  </a:lnTo>
                  <a:lnTo>
                    <a:pt x="641590" y="1971541"/>
                  </a:lnTo>
                  <a:lnTo>
                    <a:pt x="633766" y="1971541"/>
                  </a:lnTo>
                  <a:lnTo>
                    <a:pt x="625942" y="1971541"/>
                  </a:lnTo>
                  <a:lnTo>
                    <a:pt x="618118" y="1971541"/>
                  </a:lnTo>
                  <a:lnTo>
                    <a:pt x="610293" y="1971541"/>
                  </a:lnTo>
                  <a:lnTo>
                    <a:pt x="602469" y="1971541"/>
                  </a:lnTo>
                  <a:lnTo>
                    <a:pt x="594645" y="1971541"/>
                  </a:lnTo>
                  <a:lnTo>
                    <a:pt x="586820" y="1971541"/>
                  </a:lnTo>
                  <a:lnTo>
                    <a:pt x="578996" y="1971541"/>
                  </a:lnTo>
                  <a:lnTo>
                    <a:pt x="571172" y="1971541"/>
                  </a:lnTo>
                  <a:lnTo>
                    <a:pt x="563348" y="1971541"/>
                  </a:lnTo>
                  <a:lnTo>
                    <a:pt x="555523" y="1971541"/>
                  </a:lnTo>
                  <a:lnTo>
                    <a:pt x="547699" y="1971541"/>
                  </a:lnTo>
                  <a:lnTo>
                    <a:pt x="539875" y="1971541"/>
                  </a:lnTo>
                  <a:lnTo>
                    <a:pt x="532050" y="1971541"/>
                  </a:lnTo>
                  <a:lnTo>
                    <a:pt x="524226" y="1971541"/>
                  </a:lnTo>
                  <a:lnTo>
                    <a:pt x="516402" y="1971541"/>
                  </a:lnTo>
                  <a:lnTo>
                    <a:pt x="508578" y="1971541"/>
                  </a:lnTo>
                  <a:lnTo>
                    <a:pt x="500753" y="1971541"/>
                  </a:lnTo>
                  <a:lnTo>
                    <a:pt x="492929" y="1971541"/>
                  </a:lnTo>
                  <a:lnTo>
                    <a:pt x="485105" y="1971541"/>
                  </a:lnTo>
                  <a:lnTo>
                    <a:pt x="477281" y="1971541"/>
                  </a:lnTo>
                  <a:lnTo>
                    <a:pt x="469456" y="1971541"/>
                  </a:lnTo>
                  <a:lnTo>
                    <a:pt x="461632" y="1971541"/>
                  </a:lnTo>
                  <a:lnTo>
                    <a:pt x="453808" y="1971541"/>
                  </a:lnTo>
                  <a:lnTo>
                    <a:pt x="445983" y="1971541"/>
                  </a:lnTo>
                  <a:lnTo>
                    <a:pt x="438159" y="1971541"/>
                  </a:lnTo>
                  <a:lnTo>
                    <a:pt x="430335" y="1971541"/>
                  </a:lnTo>
                  <a:lnTo>
                    <a:pt x="422511" y="1971541"/>
                  </a:lnTo>
                  <a:lnTo>
                    <a:pt x="414686" y="1971541"/>
                  </a:lnTo>
                  <a:lnTo>
                    <a:pt x="406862" y="1971541"/>
                  </a:lnTo>
                  <a:lnTo>
                    <a:pt x="399038" y="1971541"/>
                  </a:lnTo>
                  <a:lnTo>
                    <a:pt x="391213" y="1971541"/>
                  </a:lnTo>
                  <a:lnTo>
                    <a:pt x="383389" y="1971541"/>
                  </a:lnTo>
                  <a:lnTo>
                    <a:pt x="375565" y="1971541"/>
                  </a:lnTo>
                  <a:lnTo>
                    <a:pt x="367741" y="1971541"/>
                  </a:lnTo>
                  <a:lnTo>
                    <a:pt x="359916" y="1971541"/>
                  </a:lnTo>
                  <a:lnTo>
                    <a:pt x="352092" y="1971541"/>
                  </a:lnTo>
                  <a:lnTo>
                    <a:pt x="344268" y="1971541"/>
                  </a:lnTo>
                  <a:lnTo>
                    <a:pt x="336444" y="1971541"/>
                  </a:lnTo>
                  <a:lnTo>
                    <a:pt x="328619" y="1971541"/>
                  </a:lnTo>
                  <a:lnTo>
                    <a:pt x="320795" y="1971541"/>
                  </a:lnTo>
                  <a:lnTo>
                    <a:pt x="312971" y="1971541"/>
                  </a:lnTo>
                  <a:lnTo>
                    <a:pt x="305146" y="1971541"/>
                  </a:lnTo>
                  <a:lnTo>
                    <a:pt x="297322" y="1971541"/>
                  </a:lnTo>
                  <a:lnTo>
                    <a:pt x="289498" y="1971541"/>
                  </a:lnTo>
                  <a:lnTo>
                    <a:pt x="281674" y="1971541"/>
                  </a:lnTo>
                  <a:lnTo>
                    <a:pt x="273849" y="1971541"/>
                  </a:lnTo>
                  <a:lnTo>
                    <a:pt x="266025" y="1971541"/>
                  </a:lnTo>
                  <a:lnTo>
                    <a:pt x="258201" y="1971541"/>
                  </a:lnTo>
                  <a:lnTo>
                    <a:pt x="250376" y="1971541"/>
                  </a:lnTo>
                  <a:lnTo>
                    <a:pt x="242552" y="1971541"/>
                  </a:lnTo>
                  <a:lnTo>
                    <a:pt x="234728" y="1971541"/>
                  </a:lnTo>
                  <a:lnTo>
                    <a:pt x="226904" y="1971541"/>
                  </a:lnTo>
                  <a:lnTo>
                    <a:pt x="219079" y="1971541"/>
                  </a:lnTo>
                  <a:lnTo>
                    <a:pt x="211255" y="1971541"/>
                  </a:lnTo>
                  <a:lnTo>
                    <a:pt x="203431" y="1971541"/>
                  </a:lnTo>
                  <a:lnTo>
                    <a:pt x="195606" y="1971541"/>
                  </a:lnTo>
                  <a:lnTo>
                    <a:pt x="187782" y="1971541"/>
                  </a:lnTo>
                  <a:lnTo>
                    <a:pt x="179958" y="1971541"/>
                  </a:lnTo>
                  <a:lnTo>
                    <a:pt x="172134" y="1971541"/>
                  </a:lnTo>
                  <a:lnTo>
                    <a:pt x="164309" y="1971541"/>
                  </a:lnTo>
                  <a:lnTo>
                    <a:pt x="156485" y="1971541"/>
                  </a:lnTo>
                  <a:lnTo>
                    <a:pt x="148661" y="1971541"/>
                  </a:lnTo>
                  <a:lnTo>
                    <a:pt x="140837" y="1971541"/>
                  </a:lnTo>
                  <a:lnTo>
                    <a:pt x="133012" y="1971541"/>
                  </a:lnTo>
                  <a:lnTo>
                    <a:pt x="125188" y="1971541"/>
                  </a:lnTo>
                  <a:lnTo>
                    <a:pt x="117364" y="1971541"/>
                  </a:lnTo>
                  <a:lnTo>
                    <a:pt x="109539" y="1971541"/>
                  </a:lnTo>
                  <a:lnTo>
                    <a:pt x="101715" y="1971541"/>
                  </a:lnTo>
                  <a:lnTo>
                    <a:pt x="93891" y="1971541"/>
                  </a:lnTo>
                  <a:lnTo>
                    <a:pt x="86067" y="1971541"/>
                  </a:lnTo>
                  <a:lnTo>
                    <a:pt x="78242" y="1971541"/>
                  </a:lnTo>
                  <a:lnTo>
                    <a:pt x="70418" y="1971541"/>
                  </a:lnTo>
                  <a:lnTo>
                    <a:pt x="62594" y="1971541"/>
                  </a:lnTo>
                  <a:lnTo>
                    <a:pt x="54769" y="1971541"/>
                  </a:lnTo>
                  <a:lnTo>
                    <a:pt x="46945" y="1971541"/>
                  </a:lnTo>
                  <a:lnTo>
                    <a:pt x="39121" y="1971541"/>
                  </a:lnTo>
                  <a:lnTo>
                    <a:pt x="31297" y="1971541"/>
                  </a:lnTo>
                  <a:lnTo>
                    <a:pt x="23472" y="1971541"/>
                  </a:lnTo>
                  <a:lnTo>
                    <a:pt x="15648" y="1971541"/>
                  </a:lnTo>
                  <a:lnTo>
                    <a:pt x="7824" y="1971541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1" name="pl471"/>
            <p:cNvSpPr/>
            <p:nvPr/>
          </p:nvSpPr>
          <p:spPr>
            <a:xfrm>
              <a:off x="7848093" y="2823190"/>
              <a:ext cx="3998206" cy="1971541"/>
            </a:xfrm>
            <a:custGeom>
              <a:avLst/>
              <a:pathLst>
                <a:path w="3998206" h="1971541">
                  <a:moveTo>
                    <a:pt x="0" y="1971541"/>
                  </a:moveTo>
                  <a:lnTo>
                    <a:pt x="7824" y="1971541"/>
                  </a:lnTo>
                  <a:lnTo>
                    <a:pt x="15648" y="1971541"/>
                  </a:lnTo>
                  <a:lnTo>
                    <a:pt x="23472" y="1971541"/>
                  </a:lnTo>
                  <a:lnTo>
                    <a:pt x="31297" y="1971541"/>
                  </a:lnTo>
                  <a:lnTo>
                    <a:pt x="39121" y="1971541"/>
                  </a:lnTo>
                  <a:lnTo>
                    <a:pt x="46945" y="1971541"/>
                  </a:lnTo>
                  <a:lnTo>
                    <a:pt x="54769" y="1971541"/>
                  </a:lnTo>
                  <a:lnTo>
                    <a:pt x="62594" y="1971541"/>
                  </a:lnTo>
                  <a:lnTo>
                    <a:pt x="70418" y="1971541"/>
                  </a:lnTo>
                  <a:lnTo>
                    <a:pt x="78242" y="1971541"/>
                  </a:lnTo>
                  <a:lnTo>
                    <a:pt x="86067" y="1971541"/>
                  </a:lnTo>
                  <a:lnTo>
                    <a:pt x="93891" y="1971541"/>
                  </a:lnTo>
                  <a:lnTo>
                    <a:pt x="101715" y="1971541"/>
                  </a:lnTo>
                  <a:lnTo>
                    <a:pt x="109539" y="1971541"/>
                  </a:lnTo>
                  <a:lnTo>
                    <a:pt x="117364" y="1971541"/>
                  </a:lnTo>
                  <a:lnTo>
                    <a:pt x="125188" y="1971541"/>
                  </a:lnTo>
                  <a:lnTo>
                    <a:pt x="133012" y="1971541"/>
                  </a:lnTo>
                  <a:lnTo>
                    <a:pt x="140837" y="1971541"/>
                  </a:lnTo>
                  <a:lnTo>
                    <a:pt x="148661" y="1971541"/>
                  </a:lnTo>
                  <a:lnTo>
                    <a:pt x="156485" y="1971541"/>
                  </a:lnTo>
                  <a:lnTo>
                    <a:pt x="164309" y="1971541"/>
                  </a:lnTo>
                  <a:lnTo>
                    <a:pt x="172134" y="1971541"/>
                  </a:lnTo>
                  <a:lnTo>
                    <a:pt x="179958" y="1971541"/>
                  </a:lnTo>
                  <a:lnTo>
                    <a:pt x="187782" y="1971541"/>
                  </a:lnTo>
                  <a:lnTo>
                    <a:pt x="195606" y="1971541"/>
                  </a:lnTo>
                  <a:lnTo>
                    <a:pt x="203431" y="1971541"/>
                  </a:lnTo>
                  <a:lnTo>
                    <a:pt x="211255" y="1971541"/>
                  </a:lnTo>
                  <a:lnTo>
                    <a:pt x="219079" y="1971541"/>
                  </a:lnTo>
                  <a:lnTo>
                    <a:pt x="226904" y="1971541"/>
                  </a:lnTo>
                  <a:lnTo>
                    <a:pt x="234728" y="1971541"/>
                  </a:lnTo>
                  <a:lnTo>
                    <a:pt x="242552" y="1971541"/>
                  </a:lnTo>
                  <a:lnTo>
                    <a:pt x="250376" y="1971541"/>
                  </a:lnTo>
                  <a:lnTo>
                    <a:pt x="258201" y="1971541"/>
                  </a:lnTo>
                  <a:lnTo>
                    <a:pt x="266025" y="1971541"/>
                  </a:lnTo>
                  <a:lnTo>
                    <a:pt x="273849" y="1971541"/>
                  </a:lnTo>
                  <a:lnTo>
                    <a:pt x="281674" y="1971541"/>
                  </a:lnTo>
                  <a:lnTo>
                    <a:pt x="289498" y="1971541"/>
                  </a:lnTo>
                  <a:lnTo>
                    <a:pt x="297322" y="1971541"/>
                  </a:lnTo>
                  <a:lnTo>
                    <a:pt x="305146" y="1971541"/>
                  </a:lnTo>
                  <a:lnTo>
                    <a:pt x="312971" y="1971541"/>
                  </a:lnTo>
                  <a:lnTo>
                    <a:pt x="320795" y="1971541"/>
                  </a:lnTo>
                  <a:lnTo>
                    <a:pt x="328619" y="1971541"/>
                  </a:lnTo>
                  <a:lnTo>
                    <a:pt x="336444" y="1971541"/>
                  </a:lnTo>
                  <a:lnTo>
                    <a:pt x="344268" y="1971541"/>
                  </a:lnTo>
                  <a:lnTo>
                    <a:pt x="352092" y="1971541"/>
                  </a:lnTo>
                  <a:lnTo>
                    <a:pt x="359916" y="1971541"/>
                  </a:lnTo>
                  <a:lnTo>
                    <a:pt x="367741" y="1971541"/>
                  </a:lnTo>
                  <a:lnTo>
                    <a:pt x="375565" y="1971541"/>
                  </a:lnTo>
                  <a:lnTo>
                    <a:pt x="383389" y="1971541"/>
                  </a:lnTo>
                  <a:lnTo>
                    <a:pt x="391213" y="1971541"/>
                  </a:lnTo>
                  <a:lnTo>
                    <a:pt x="399038" y="1971541"/>
                  </a:lnTo>
                  <a:lnTo>
                    <a:pt x="406862" y="1971540"/>
                  </a:lnTo>
                  <a:lnTo>
                    <a:pt x="414686" y="1971540"/>
                  </a:lnTo>
                  <a:lnTo>
                    <a:pt x="422511" y="1971540"/>
                  </a:lnTo>
                  <a:lnTo>
                    <a:pt x="430335" y="1971540"/>
                  </a:lnTo>
                  <a:lnTo>
                    <a:pt x="438159" y="1971539"/>
                  </a:lnTo>
                  <a:lnTo>
                    <a:pt x="445983" y="1971539"/>
                  </a:lnTo>
                  <a:lnTo>
                    <a:pt x="453808" y="1971538"/>
                  </a:lnTo>
                  <a:lnTo>
                    <a:pt x="461632" y="1971537"/>
                  </a:lnTo>
                  <a:lnTo>
                    <a:pt x="469456" y="1971536"/>
                  </a:lnTo>
                  <a:lnTo>
                    <a:pt x="477281" y="1971535"/>
                  </a:lnTo>
                  <a:lnTo>
                    <a:pt x="485105" y="1971534"/>
                  </a:lnTo>
                  <a:lnTo>
                    <a:pt x="492929" y="1971532"/>
                  </a:lnTo>
                  <a:lnTo>
                    <a:pt x="500753" y="1971530"/>
                  </a:lnTo>
                  <a:lnTo>
                    <a:pt x="508578" y="1971527"/>
                  </a:lnTo>
                  <a:lnTo>
                    <a:pt x="516402" y="1971524"/>
                  </a:lnTo>
                  <a:lnTo>
                    <a:pt x="524226" y="1971520"/>
                  </a:lnTo>
                  <a:lnTo>
                    <a:pt x="532050" y="1971516"/>
                  </a:lnTo>
                  <a:lnTo>
                    <a:pt x="539875" y="1971510"/>
                  </a:lnTo>
                  <a:lnTo>
                    <a:pt x="547699" y="1971504"/>
                  </a:lnTo>
                  <a:lnTo>
                    <a:pt x="555523" y="1971496"/>
                  </a:lnTo>
                  <a:lnTo>
                    <a:pt x="563348" y="1971486"/>
                  </a:lnTo>
                  <a:lnTo>
                    <a:pt x="571172" y="1971475"/>
                  </a:lnTo>
                  <a:lnTo>
                    <a:pt x="578996" y="1971461"/>
                  </a:lnTo>
                  <a:lnTo>
                    <a:pt x="586820" y="1971445"/>
                  </a:lnTo>
                  <a:lnTo>
                    <a:pt x="594645" y="1971426"/>
                  </a:lnTo>
                  <a:lnTo>
                    <a:pt x="602469" y="1971404"/>
                  </a:lnTo>
                  <a:lnTo>
                    <a:pt x="610293" y="1971378"/>
                  </a:lnTo>
                  <a:lnTo>
                    <a:pt x="618118" y="1971347"/>
                  </a:lnTo>
                  <a:lnTo>
                    <a:pt x="625942" y="1971310"/>
                  </a:lnTo>
                  <a:lnTo>
                    <a:pt x="633766" y="1971268"/>
                  </a:lnTo>
                  <a:lnTo>
                    <a:pt x="641590" y="1971219"/>
                  </a:lnTo>
                  <a:lnTo>
                    <a:pt x="649415" y="1971163"/>
                  </a:lnTo>
                  <a:lnTo>
                    <a:pt x="657239" y="1971096"/>
                  </a:lnTo>
                  <a:lnTo>
                    <a:pt x="665063" y="1971019"/>
                  </a:lnTo>
                  <a:lnTo>
                    <a:pt x="672888" y="1970932"/>
                  </a:lnTo>
                  <a:lnTo>
                    <a:pt x="680712" y="1970833"/>
                  </a:lnTo>
                  <a:lnTo>
                    <a:pt x="688536" y="1970716"/>
                  </a:lnTo>
                  <a:lnTo>
                    <a:pt x="696360" y="1970583"/>
                  </a:lnTo>
                  <a:lnTo>
                    <a:pt x="704185" y="1970433"/>
                  </a:lnTo>
                  <a:lnTo>
                    <a:pt x="712009" y="1970266"/>
                  </a:lnTo>
                  <a:lnTo>
                    <a:pt x="719833" y="1970070"/>
                  </a:lnTo>
                  <a:lnTo>
                    <a:pt x="727657" y="1969849"/>
                  </a:lnTo>
                  <a:lnTo>
                    <a:pt x="735482" y="1969603"/>
                  </a:lnTo>
                  <a:lnTo>
                    <a:pt x="743306" y="1969331"/>
                  </a:lnTo>
                  <a:lnTo>
                    <a:pt x="751130" y="1969019"/>
                  </a:lnTo>
                  <a:lnTo>
                    <a:pt x="758955" y="1968669"/>
                  </a:lnTo>
                  <a:lnTo>
                    <a:pt x="766779" y="1968283"/>
                  </a:lnTo>
                  <a:lnTo>
                    <a:pt x="774603" y="1967858"/>
                  </a:lnTo>
                  <a:lnTo>
                    <a:pt x="782427" y="1967385"/>
                  </a:lnTo>
                  <a:lnTo>
                    <a:pt x="790252" y="1966853"/>
                  </a:lnTo>
                  <a:lnTo>
                    <a:pt x="798076" y="1966273"/>
                  </a:lnTo>
                  <a:lnTo>
                    <a:pt x="805900" y="1965642"/>
                  </a:lnTo>
                  <a:lnTo>
                    <a:pt x="813725" y="1964952"/>
                  </a:lnTo>
                  <a:lnTo>
                    <a:pt x="821549" y="1964183"/>
                  </a:lnTo>
                  <a:lnTo>
                    <a:pt x="829373" y="1963351"/>
                  </a:lnTo>
                  <a:lnTo>
                    <a:pt x="837197" y="1962456"/>
                  </a:lnTo>
                  <a:lnTo>
                    <a:pt x="845022" y="1961494"/>
                  </a:lnTo>
                  <a:lnTo>
                    <a:pt x="852846" y="1960432"/>
                  </a:lnTo>
                  <a:lnTo>
                    <a:pt x="860670" y="1959296"/>
                  </a:lnTo>
                  <a:lnTo>
                    <a:pt x="868495" y="1958085"/>
                  </a:lnTo>
                  <a:lnTo>
                    <a:pt x="876319" y="1956799"/>
                  </a:lnTo>
                  <a:lnTo>
                    <a:pt x="884143" y="1955409"/>
                  </a:lnTo>
                  <a:lnTo>
                    <a:pt x="891967" y="1953932"/>
                  </a:lnTo>
                  <a:lnTo>
                    <a:pt x="899792" y="1952376"/>
                  </a:lnTo>
                  <a:lnTo>
                    <a:pt x="907616" y="1950741"/>
                  </a:lnTo>
                  <a:lnTo>
                    <a:pt x="915440" y="1949009"/>
                  </a:lnTo>
                  <a:lnTo>
                    <a:pt x="923264" y="1947184"/>
                  </a:lnTo>
                  <a:lnTo>
                    <a:pt x="931089" y="1945286"/>
                  </a:lnTo>
                  <a:lnTo>
                    <a:pt x="938913" y="1943315"/>
                  </a:lnTo>
                  <a:lnTo>
                    <a:pt x="946737" y="1941265"/>
                  </a:lnTo>
                  <a:lnTo>
                    <a:pt x="954562" y="1939132"/>
                  </a:lnTo>
                  <a:lnTo>
                    <a:pt x="962386" y="1936942"/>
                  </a:lnTo>
                  <a:lnTo>
                    <a:pt x="970210" y="1934698"/>
                  </a:lnTo>
                  <a:lnTo>
                    <a:pt x="978034" y="1932402"/>
                  </a:lnTo>
                  <a:lnTo>
                    <a:pt x="985859" y="1930052"/>
                  </a:lnTo>
                  <a:lnTo>
                    <a:pt x="993683" y="1927673"/>
                  </a:lnTo>
                  <a:lnTo>
                    <a:pt x="1001507" y="1925271"/>
                  </a:lnTo>
                  <a:lnTo>
                    <a:pt x="1009332" y="1922853"/>
                  </a:lnTo>
                  <a:lnTo>
                    <a:pt x="1017156" y="1920429"/>
                  </a:lnTo>
                  <a:lnTo>
                    <a:pt x="1024980" y="1918015"/>
                  </a:lnTo>
                  <a:lnTo>
                    <a:pt x="1032804" y="1915618"/>
                  </a:lnTo>
                  <a:lnTo>
                    <a:pt x="1040629" y="1913247"/>
                  </a:lnTo>
                  <a:lnTo>
                    <a:pt x="1048453" y="1910925"/>
                  </a:lnTo>
                  <a:lnTo>
                    <a:pt x="1056277" y="1908663"/>
                  </a:lnTo>
                  <a:lnTo>
                    <a:pt x="1064101" y="1906462"/>
                  </a:lnTo>
                  <a:lnTo>
                    <a:pt x="1071926" y="1904330"/>
                  </a:lnTo>
                  <a:lnTo>
                    <a:pt x="1079750" y="1902296"/>
                  </a:lnTo>
                  <a:lnTo>
                    <a:pt x="1087574" y="1900377"/>
                  </a:lnTo>
                  <a:lnTo>
                    <a:pt x="1095399" y="1898558"/>
                  </a:lnTo>
                  <a:lnTo>
                    <a:pt x="1103223" y="1896848"/>
                  </a:lnTo>
                  <a:lnTo>
                    <a:pt x="1111047" y="1895265"/>
                  </a:lnTo>
                  <a:lnTo>
                    <a:pt x="1118871" y="1893846"/>
                  </a:lnTo>
                  <a:lnTo>
                    <a:pt x="1126696" y="1892555"/>
                  </a:lnTo>
                  <a:lnTo>
                    <a:pt x="1134520" y="1891394"/>
                  </a:lnTo>
                  <a:lnTo>
                    <a:pt x="1142344" y="1890368"/>
                  </a:lnTo>
                  <a:lnTo>
                    <a:pt x="1150169" y="1889534"/>
                  </a:lnTo>
                  <a:lnTo>
                    <a:pt x="1157993" y="1888832"/>
                  </a:lnTo>
                  <a:lnTo>
                    <a:pt x="1165817" y="1888259"/>
                  </a:lnTo>
                  <a:lnTo>
                    <a:pt x="1173641" y="1887813"/>
                  </a:lnTo>
                  <a:lnTo>
                    <a:pt x="1181466" y="1887532"/>
                  </a:lnTo>
                  <a:lnTo>
                    <a:pt x="1189290" y="1887368"/>
                  </a:lnTo>
                  <a:lnTo>
                    <a:pt x="1197114" y="1887304"/>
                  </a:lnTo>
                  <a:lnTo>
                    <a:pt x="1204939" y="1887331"/>
                  </a:lnTo>
                  <a:lnTo>
                    <a:pt x="1212763" y="1887459"/>
                  </a:lnTo>
                  <a:lnTo>
                    <a:pt x="1220587" y="1887652"/>
                  </a:lnTo>
                  <a:lnTo>
                    <a:pt x="1228411" y="1887887"/>
                  </a:lnTo>
                  <a:lnTo>
                    <a:pt x="1236236" y="1888149"/>
                  </a:lnTo>
                  <a:lnTo>
                    <a:pt x="1244060" y="1888420"/>
                  </a:lnTo>
                  <a:lnTo>
                    <a:pt x="1251884" y="1888666"/>
                  </a:lnTo>
                  <a:lnTo>
                    <a:pt x="1259708" y="1888866"/>
                  </a:lnTo>
                  <a:lnTo>
                    <a:pt x="1267533" y="1889005"/>
                  </a:lnTo>
                  <a:lnTo>
                    <a:pt x="1275357" y="1889052"/>
                  </a:lnTo>
                  <a:lnTo>
                    <a:pt x="1283181" y="1888941"/>
                  </a:lnTo>
                  <a:lnTo>
                    <a:pt x="1291006" y="1888681"/>
                  </a:lnTo>
                  <a:lnTo>
                    <a:pt x="1298830" y="1888253"/>
                  </a:lnTo>
                  <a:lnTo>
                    <a:pt x="1306654" y="1887638"/>
                  </a:lnTo>
                  <a:lnTo>
                    <a:pt x="1314478" y="1886700"/>
                  </a:lnTo>
                  <a:lnTo>
                    <a:pt x="1322303" y="1885502"/>
                  </a:lnTo>
                  <a:lnTo>
                    <a:pt x="1330127" y="1884027"/>
                  </a:lnTo>
                  <a:lnTo>
                    <a:pt x="1337951" y="1882255"/>
                  </a:lnTo>
                  <a:lnTo>
                    <a:pt x="1345776" y="1880043"/>
                  </a:lnTo>
                  <a:lnTo>
                    <a:pt x="1353600" y="1877436"/>
                  </a:lnTo>
                  <a:lnTo>
                    <a:pt x="1361424" y="1874450"/>
                  </a:lnTo>
                  <a:lnTo>
                    <a:pt x="1369248" y="1871072"/>
                  </a:lnTo>
                  <a:lnTo>
                    <a:pt x="1377073" y="1867173"/>
                  </a:lnTo>
                  <a:lnTo>
                    <a:pt x="1384897" y="1862746"/>
                  </a:lnTo>
                  <a:lnTo>
                    <a:pt x="1392721" y="1857864"/>
                  </a:lnTo>
                  <a:lnTo>
                    <a:pt x="1400545" y="1852516"/>
                  </a:lnTo>
                  <a:lnTo>
                    <a:pt x="1408370" y="1846614"/>
                  </a:lnTo>
                  <a:lnTo>
                    <a:pt x="1416194" y="1840074"/>
                  </a:lnTo>
                  <a:lnTo>
                    <a:pt x="1424018" y="1833034"/>
                  </a:lnTo>
                  <a:lnTo>
                    <a:pt x="1431843" y="1825488"/>
                  </a:lnTo>
                  <a:lnTo>
                    <a:pt x="1439667" y="1817403"/>
                  </a:lnTo>
                  <a:lnTo>
                    <a:pt x="1447491" y="1808608"/>
                  </a:lnTo>
                  <a:lnTo>
                    <a:pt x="1455315" y="1799303"/>
                  </a:lnTo>
                  <a:lnTo>
                    <a:pt x="1463140" y="1789494"/>
                  </a:lnTo>
                  <a:lnTo>
                    <a:pt x="1470964" y="1779181"/>
                  </a:lnTo>
                  <a:lnTo>
                    <a:pt x="1478788" y="1768171"/>
                  </a:lnTo>
                  <a:lnTo>
                    <a:pt x="1486613" y="1756663"/>
                  </a:lnTo>
                  <a:lnTo>
                    <a:pt x="1494437" y="1744684"/>
                  </a:lnTo>
                  <a:lnTo>
                    <a:pt x="1502261" y="1732242"/>
                  </a:lnTo>
                  <a:lnTo>
                    <a:pt x="1510085" y="1719211"/>
                  </a:lnTo>
                  <a:lnTo>
                    <a:pt x="1517910" y="1705697"/>
                  </a:lnTo>
                  <a:lnTo>
                    <a:pt x="1525734" y="1691771"/>
                  </a:lnTo>
                  <a:lnTo>
                    <a:pt x="1533558" y="1677445"/>
                  </a:lnTo>
                  <a:lnTo>
                    <a:pt x="1541383" y="1662651"/>
                  </a:lnTo>
                  <a:lnTo>
                    <a:pt x="1549207" y="1647413"/>
                  </a:lnTo>
                  <a:lnTo>
                    <a:pt x="1557031" y="1631830"/>
                  </a:lnTo>
                  <a:lnTo>
                    <a:pt x="1564855" y="1615914"/>
                  </a:lnTo>
                  <a:lnTo>
                    <a:pt x="1572680" y="1599638"/>
                  </a:lnTo>
                  <a:lnTo>
                    <a:pt x="1580504" y="1582962"/>
                  </a:lnTo>
                  <a:lnTo>
                    <a:pt x="1588328" y="1565997"/>
                  </a:lnTo>
                  <a:lnTo>
                    <a:pt x="1596152" y="1548750"/>
                  </a:lnTo>
                  <a:lnTo>
                    <a:pt x="1603977" y="1531221"/>
                  </a:lnTo>
                  <a:lnTo>
                    <a:pt x="1611801" y="1513311"/>
                  </a:lnTo>
                  <a:lnTo>
                    <a:pt x="1619625" y="1495139"/>
                  </a:lnTo>
                  <a:lnTo>
                    <a:pt x="1627450" y="1476705"/>
                  </a:lnTo>
                  <a:lnTo>
                    <a:pt x="1635274" y="1458007"/>
                  </a:lnTo>
                  <a:lnTo>
                    <a:pt x="1643098" y="1438938"/>
                  </a:lnTo>
                  <a:lnTo>
                    <a:pt x="1650922" y="1419574"/>
                  </a:lnTo>
                  <a:lnTo>
                    <a:pt x="1658747" y="1399924"/>
                  </a:lnTo>
                  <a:lnTo>
                    <a:pt x="1666571" y="1379981"/>
                  </a:lnTo>
                  <a:lnTo>
                    <a:pt x="1674395" y="1359641"/>
                  </a:lnTo>
                  <a:lnTo>
                    <a:pt x="1682220" y="1338918"/>
                  </a:lnTo>
                  <a:lnTo>
                    <a:pt x="1690044" y="1317849"/>
                  </a:lnTo>
                  <a:lnTo>
                    <a:pt x="1697868" y="1296421"/>
                  </a:lnTo>
                  <a:lnTo>
                    <a:pt x="1705692" y="1274541"/>
                  </a:lnTo>
                  <a:lnTo>
                    <a:pt x="1713517" y="1252150"/>
                  </a:lnTo>
                  <a:lnTo>
                    <a:pt x="1721341" y="1229331"/>
                  </a:lnTo>
                  <a:lnTo>
                    <a:pt x="1729165" y="1206070"/>
                  </a:lnTo>
                  <a:lnTo>
                    <a:pt x="1736990" y="1182306"/>
                  </a:lnTo>
                  <a:lnTo>
                    <a:pt x="1744814" y="1157886"/>
                  </a:lnTo>
                  <a:lnTo>
                    <a:pt x="1752638" y="1132964"/>
                  </a:lnTo>
                  <a:lnTo>
                    <a:pt x="1760462" y="1107530"/>
                  </a:lnTo>
                  <a:lnTo>
                    <a:pt x="1768287" y="1081575"/>
                  </a:lnTo>
                  <a:lnTo>
                    <a:pt x="1776111" y="1054849"/>
                  </a:lnTo>
                  <a:lnTo>
                    <a:pt x="1783935" y="1027586"/>
                  </a:lnTo>
                  <a:lnTo>
                    <a:pt x="1791759" y="999788"/>
                  </a:lnTo>
                  <a:lnTo>
                    <a:pt x="1799584" y="971458"/>
                  </a:lnTo>
                  <a:lnTo>
                    <a:pt x="1807408" y="942421"/>
                  </a:lnTo>
                  <a:lnTo>
                    <a:pt x="1815232" y="912832"/>
                  </a:lnTo>
                  <a:lnTo>
                    <a:pt x="1823057" y="882761"/>
                  </a:lnTo>
                  <a:lnTo>
                    <a:pt x="1830881" y="852225"/>
                  </a:lnTo>
                  <a:lnTo>
                    <a:pt x="1838705" y="821145"/>
                  </a:lnTo>
                  <a:lnTo>
                    <a:pt x="1846529" y="789606"/>
                  </a:lnTo>
                  <a:lnTo>
                    <a:pt x="1854354" y="757728"/>
                  </a:lnTo>
                  <a:lnTo>
                    <a:pt x="1862178" y="725544"/>
                  </a:lnTo>
                  <a:lnTo>
                    <a:pt x="1870002" y="693062"/>
                  </a:lnTo>
                  <a:lnTo>
                    <a:pt x="1877827" y="660348"/>
                  </a:lnTo>
                  <a:lnTo>
                    <a:pt x="1885651" y="627526"/>
                  </a:lnTo>
                  <a:lnTo>
                    <a:pt x="1893475" y="594645"/>
                  </a:lnTo>
                  <a:lnTo>
                    <a:pt x="1901299" y="561763"/>
                  </a:lnTo>
                  <a:lnTo>
                    <a:pt x="1909124" y="529015"/>
                  </a:lnTo>
                  <a:lnTo>
                    <a:pt x="1916948" y="496461"/>
                  </a:lnTo>
                  <a:lnTo>
                    <a:pt x="1924772" y="464160"/>
                  </a:lnTo>
                  <a:lnTo>
                    <a:pt x="1932596" y="432172"/>
                  </a:lnTo>
                  <a:lnTo>
                    <a:pt x="1940421" y="400779"/>
                  </a:lnTo>
                  <a:lnTo>
                    <a:pt x="1948245" y="369936"/>
                  </a:lnTo>
                  <a:lnTo>
                    <a:pt x="1956069" y="339688"/>
                  </a:lnTo>
                  <a:lnTo>
                    <a:pt x="1963894" y="310100"/>
                  </a:lnTo>
                  <a:lnTo>
                    <a:pt x="1971718" y="281509"/>
                  </a:lnTo>
                  <a:lnTo>
                    <a:pt x="1979542" y="253894"/>
                  </a:lnTo>
                  <a:lnTo>
                    <a:pt x="1987366" y="227214"/>
                  </a:lnTo>
                  <a:lnTo>
                    <a:pt x="1995191" y="201527"/>
                  </a:lnTo>
                  <a:lnTo>
                    <a:pt x="2003015" y="177153"/>
                  </a:lnTo>
                  <a:lnTo>
                    <a:pt x="2010839" y="154209"/>
                  </a:lnTo>
                  <a:lnTo>
                    <a:pt x="2018664" y="132503"/>
                  </a:lnTo>
                  <a:lnTo>
                    <a:pt x="2026488" y="112082"/>
                  </a:lnTo>
                  <a:lnTo>
                    <a:pt x="2034312" y="93176"/>
                  </a:lnTo>
                  <a:lnTo>
                    <a:pt x="2042136" y="76147"/>
                  </a:lnTo>
                  <a:lnTo>
                    <a:pt x="2049961" y="60599"/>
                  </a:lnTo>
                  <a:lnTo>
                    <a:pt x="2057785" y="46567"/>
                  </a:lnTo>
                  <a:lnTo>
                    <a:pt x="2065609" y="34138"/>
                  </a:lnTo>
                  <a:lnTo>
                    <a:pt x="2073434" y="23992"/>
                  </a:lnTo>
                  <a:lnTo>
                    <a:pt x="2081258" y="15499"/>
                  </a:lnTo>
                  <a:lnTo>
                    <a:pt x="2089082" y="8684"/>
                  </a:lnTo>
                  <a:lnTo>
                    <a:pt x="2096906" y="3566"/>
                  </a:lnTo>
                  <a:lnTo>
                    <a:pt x="2104731" y="850"/>
                  </a:lnTo>
                  <a:lnTo>
                    <a:pt x="2112555" y="0"/>
                  </a:lnTo>
                  <a:lnTo>
                    <a:pt x="2120379" y="915"/>
                  </a:lnTo>
                  <a:lnTo>
                    <a:pt x="2128203" y="3604"/>
                  </a:lnTo>
                  <a:lnTo>
                    <a:pt x="2136028" y="8596"/>
                  </a:lnTo>
                  <a:lnTo>
                    <a:pt x="2143852" y="15660"/>
                  </a:lnTo>
                  <a:lnTo>
                    <a:pt x="2151676" y="24506"/>
                  </a:lnTo>
                  <a:lnTo>
                    <a:pt x="2159501" y="35129"/>
                  </a:lnTo>
                  <a:lnTo>
                    <a:pt x="2167325" y="47866"/>
                  </a:lnTo>
                  <a:lnTo>
                    <a:pt x="2175149" y="62800"/>
                  </a:lnTo>
                  <a:lnTo>
                    <a:pt x="2182973" y="79458"/>
                  </a:lnTo>
                  <a:lnTo>
                    <a:pt x="2190798" y="97823"/>
                  </a:lnTo>
                  <a:lnTo>
                    <a:pt x="2198622" y="118036"/>
                  </a:lnTo>
                  <a:lnTo>
                    <a:pt x="2206446" y="140466"/>
                  </a:lnTo>
                  <a:lnTo>
                    <a:pt x="2214271" y="164486"/>
                  </a:lnTo>
                  <a:lnTo>
                    <a:pt x="2222095" y="190062"/>
                  </a:lnTo>
                  <a:lnTo>
                    <a:pt x="2229919" y="217164"/>
                  </a:lnTo>
                  <a:lnTo>
                    <a:pt x="2237743" y="246370"/>
                  </a:lnTo>
                  <a:lnTo>
                    <a:pt x="2245568" y="276949"/>
                  </a:lnTo>
                  <a:lnTo>
                    <a:pt x="2253392" y="308853"/>
                  </a:lnTo>
                  <a:lnTo>
                    <a:pt x="2261216" y="342033"/>
                  </a:lnTo>
                  <a:lnTo>
                    <a:pt x="2269040" y="376828"/>
                  </a:lnTo>
                  <a:lnTo>
                    <a:pt x="2276865" y="412813"/>
                  </a:lnTo>
                  <a:lnTo>
                    <a:pt x="2284689" y="449814"/>
                  </a:lnTo>
                  <a:lnTo>
                    <a:pt x="2292513" y="487770"/>
                  </a:lnTo>
                  <a:lnTo>
                    <a:pt x="2300338" y="526812"/>
                  </a:lnTo>
                  <a:lnTo>
                    <a:pt x="2308162" y="566735"/>
                  </a:lnTo>
                  <a:lnTo>
                    <a:pt x="2315986" y="607305"/>
                  </a:lnTo>
                  <a:lnTo>
                    <a:pt x="2323810" y="648452"/>
                  </a:lnTo>
                  <a:lnTo>
                    <a:pt x="2331635" y="690163"/>
                  </a:lnTo>
                  <a:lnTo>
                    <a:pt x="2339459" y="732332"/>
                  </a:lnTo>
                  <a:lnTo>
                    <a:pt x="2347283" y="774744"/>
                  </a:lnTo>
                  <a:lnTo>
                    <a:pt x="2355108" y="817329"/>
                  </a:lnTo>
                  <a:lnTo>
                    <a:pt x="2362932" y="860012"/>
                  </a:lnTo>
                  <a:lnTo>
                    <a:pt x="2370756" y="902643"/>
                  </a:lnTo>
                  <a:lnTo>
                    <a:pt x="2378580" y="945120"/>
                  </a:lnTo>
                  <a:lnTo>
                    <a:pt x="2386405" y="987375"/>
                  </a:lnTo>
                  <a:lnTo>
                    <a:pt x="2394229" y="1029341"/>
                  </a:lnTo>
                  <a:lnTo>
                    <a:pt x="2402053" y="1070739"/>
                  </a:lnTo>
                  <a:lnTo>
                    <a:pt x="2409878" y="1111611"/>
                  </a:lnTo>
                  <a:lnTo>
                    <a:pt x="2417702" y="1151916"/>
                  </a:lnTo>
                  <a:lnTo>
                    <a:pt x="2425526" y="1191599"/>
                  </a:lnTo>
                  <a:lnTo>
                    <a:pt x="2433350" y="1230349"/>
                  </a:lnTo>
                  <a:lnTo>
                    <a:pt x="2441175" y="1268213"/>
                  </a:lnTo>
                  <a:lnTo>
                    <a:pt x="2448999" y="1305241"/>
                  </a:lnTo>
                  <a:lnTo>
                    <a:pt x="2456823" y="1341394"/>
                  </a:lnTo>
                  <a:lnTo>
                    <a:pt x="2464647" y="1376411"/>
                  </a:lnTo>
                  <a:lnTo>
                    <a:pt x="2472472" y="1410234"/>
                  </a:lnTo>
                  <a:lnTo>
                    <a:pt x="2480296" y="1443047"/>
                  </a:lnTo>
                  <a:lnTo>
                    <a:pt x="2488120" y="1474829"/>
                  </a:lnTo>
                  <a:lnTo>
                    <a:pt x="2495945" y="1505419"/>
                  </a:lnTo>
                  <a:lnTo>
                    <a:pt x="2503769" y="1534590"/>
                  </a:lnTo>
                  <a:lnTo>
                    <a:pt x="2511593" y="1562675"/>
                  </a:lnTo>
                  <a:lnTo>
                    <a:pt x="2519417" y="1589669"/>
                  </a:lnTo>
                  <a:lnTo>
                    <a:pt x="2527242" y="1615530"/>
                  </a:lnTo>
                  <a:lnTo>
                    <a:pt x="2535066" y="1639851"/>
                  </a:lnTo>
                  <a:lnTo>
                    <a:pt x="2542890" y="1663095"/>
                  </a:lnTo>
                  <a:lnTo>
                    <a:pt x="2550715" y="1685272"/>
                  </a:lnTo>
                  <a:lnTo>
                    <a:pt x="2558539" y="1706393"/>
                  </a:lnTo>
                  <a:lnTo>
                    <a:pt x="2566363" y="1726076"/>
                  </a:lnTo>
                  <a:lnTo>
                    <a:pt x="2574187" y="1744697"/>
                  </a:lnTo>
                  <a:lnTo>
                    <a:pt x="2582012" y="1762338"/>
                  </a:lnTo>
                  <a:lnTo>
                    <a:pt x="2589836" y="1779018"/>
                  </a:lnTo>
                  <a:lnTo>
                    <a:pt x="2597660" y="1794495"/>
                  </a:lnTo>
                  <a:lnTo>
                    <a:pt x="2605485" y="1808947"/>
                  </a:lnTo>
                  <a:lnTo>
                    <a:pt x="2613309" y="1822545"/>
                  </a:lnTo>
                  <a:lnTo>
                    <a:pt x="2621133" y="1835312"/>
                  </a:lnTo>
                  <a:lnTo>
                    <a:pt x="2628957" y="1847125"/>
                  </a:lnTo>
                  <a:lnTo>
                    <a:pt x="2636782" y="1857999"/>
                  </a:lnTo>
                  <a:lnTo>
                    <a:pt x="2644606" y="1868162"/>
                  </a:lnTo>
                  <a:lnTo>
                    <a:pt x="2652430" y="1877639"/>
                  </a:lnTo>
                  <a:lnTo>
                    <a:pt x="2660254" y="1886394"/>
                  </a:lnTo>
                  <a:lnTo>
                    <a:pt x="2668079" y="1894329"/>
                  </a:lnTo>
                  <a:lnTo>
                    <a:pt x="2675903" y="1901696"/>
                  </a:lnTo>
                  <a:lnTo>
                    <a:pt x="2683727" y="1908521"/>
                  </a:lnTo>
                  <a:lnTo>
                    <a:pt x="2691552" y="1914824"/>
                  </a:lnTo>
                  <a:lnTo>
                    <a:pt x="2699376" y="1920440"/>
                  </a:lnTo>
                  <a:lnTo>
                    <a:pt x="2707200" y="1925621"/>
                  </a:lnTo>
                  <a:lnTo>
                    <a:pt x="2715024" y="1930388"/>
                  </a:lnTo>
                  <a:lnTo>
                    <a:pt x="2722849" y="1934763"/>
                  </a:lnTo>
                  <a:lnTo>
                    <a:pt x="2730673" y="1938650"/>
                  </a:lnTo>
                  <a:lnTo>
                    <a:pt x="2738497" y="1942183"/>
                  </a:lnTo>
                  <a:lnTo>
                    <a:pt x="2746322" y="1945413"/>
                  </a:lnTo>
                  <a:lnTo>
                    <a:pt x="2754146" y="1948356"/>
                  </a:lnTo>
                  <a:lnTo>
                    <a:pt x="2761970" y="1950969"/>
                  </a:lnTo>
                  <a:lnTo>
                    <a:pt x="2769794" y="1953305"/>
                  </a:lnTo>
                  <a:lnTo>
                    <a:pt x="2777619" y="1955426"/>
                  </a:lnTo>
                  <a:lnTo>
                    <a:pt x="2785443" y="1957346"/>
                  </a:lnTo>
                  <a:lnTo>
                    <a:pt x="2793267" y="1959050"/>
                  </a:lnTo>
                  <a:lnTo>
                    <a:pt x="2801091" y="1960546"/>
                  </a:lnTo>
                  <a:lnTo>
                    <a:pt x="2808916" y="1961895"/>
                  </a:lnTo>
                  <a:lnTo>
                    <a:pt x="2816740" y="1963107"/>
                  </a:lnTo>
                  <a:lnTo>
                    <a:pt x="2824564" y="1964185"/>
                  </a:lnTo>
                  <a:lnTo>
                    <a:pt x="2832389" y="1965112"/>
                  </a:lnTo>
                  <a:lnTo>
                    <a:pt x="2840213" y="1965943"/>
                  </a:lnTo>
                  <a:lnTo>
                    <a:pt x="2848037" y="1966684"/>
                  </a:lnTo>
                  <a:lnTo>
                    <a:pt x="2855861" y="1967343"/>
                  </a:lnTo>
                  <a:lnTo>
                    <a:pt x="2863686" y="1967900"/>
                  </a:lnTo>
                  <a:lnTo>
                    <a:pt x="2871510" y="1968394"/>
                  </a:lnTo>
                  <a:lnTo>
                    <a:pt x="2879334" y="1968832"/>
                  </a:lnTo>
                  <a:lnTo>
                    <a:pt x="2887159" y="1969218"/>
                  </a:lnTo>
                  <a:lnTo>
                    <a:pt x="2894983" y="1969545"/>
                  </a:lnTo>
                  <a:lnTo>
                    <a:pt x="2902807" y="1969829"/>
                  </a:lnTo>
                  <a:lnTo>
                    <a:pt x="2910631" y="1970079"/>
                  </a:lnTo>
                  <a:lnTo>
                    <a:pt x="2918456" y="1970298"/>
                  </a:lnTo>
                  <a:lnTo>
                    <a:pt x="2926280" y="1970483"/>
                  </a:lnTo>
                  <a:lnTo>
                    <a:pt x="2934104" y="1970641"/>
                  </a:lnTo>
                  <a:lnTo>
                    <a:pt x="2941929" y="1970779"/>
                  </a:lnTo>
                  <a:lnTo>
                    <a:pt x="2949753" y="1970898"/>
                  </a:lnTo>
                  <a:lnTo>
                    <a:pt x="2957577" y="1971000"/>
                  </a:lnTo>
                  <a:lnTo>
                    <a:pt x="2965401" y="1971084"/>
                  </a:lnTo>
                  <a:lnTo>
                    <a:pt x="2973226" y="1971157"/>
                  </a:lnTo>
                  <a:lnTo>
                    <a:pt x="2981050" y="1971220"/>
                  </a:lnTo>
                  <a:lnTo>
                    <a:pt x="2988874" y="1971274"/>
                  </a:lnTo>
                  <a:lnTo>
                    <a:pt x="2996698" y="1971317"/>
                  </a:lnTo>
                  <a:lnTo>
                    <a:pt x="3004523" y="1971354"/>
                  </a:lnTo>
                  <a:lnTo>
                    <a:pt x="3012347" y="1971386"/>
                  </a:lnTo>
                  <a:lnTo>
                    <a:pt x="3020171" y="1971414"/>
                  </a:lnTo>
                  <a:lnTo>
                    <a:pt x="3027996" y="1971435"/>
                  </a:lnTo>
                  <a:lnTo>
                    <a:pt x="3035820" y="1971454"/>
                  </a:lnTo>
                  <a:lnTo>
                    <a:pt x="3043644" y="1971469"/>
                  </a:lnTo>
                  <a:lnTo>
                    <a:pt x="3051468" y="1971482"/>
                  </a:lnTo>
                  <a:lnTo>
                    <a:pt x="3059293" y="1971493"/>
                  </a:lnTo>
                  <a:lnTo>
                    <a:pt x="3067117" y="1971502"/>
                  </a:lnTo>
                  <a:lnTo>
                    <a:pt x="3074941" y="1971509"/>
                  </a:lnTo>
                  <a:lnTo>
                    <a:pt x="3082766" y="1971515"/>
                  </a:lnTo>
                  <a:lnTo>
                    <a:pt x="3090590" y="1971520"/>
                  </a:lnTo>
                  <a:lnTo>
                    <a:pt x="3098414" y="1971524"/>
                  </a:lnTo>
                  <a:lnTo>
                    <a:pt x="3106238" y="1971527"/>
                  </a:lnTo>
                  <a:lnTo>
                    <a:pt x="3114063" y="1971530"/>
                  </a:lnTo>
                  <a:lnTo>
                    <a:pt x="3121887" y="1971532"/>
                  </a:lnTo>
                  <a:lnTo>
                    <a:pt x="3129711" y="1971534"/>
                  </a:lnTo>
                  <a:lnTo>
                    <a:pt x="3137536" y="1971535"/>
                  </a:lnTo>
                  <a:lnTo>
                    <a:pt x="3145360" y="1971537"/>
                  </a:lnTo>
                  <a:lnTo>
                    <a:pt x="3153184" y="1971538"/>
                  </a:lnTo>
                  <a:lnTo>
                    <a:pt x="3161008" y="1971538"/>
                  </a:lnTo>
                  <a:lnTo>
                    <a:pt x="3168833" y="1971539"/>
                  </a:lnTo>
                  <a:lnTo>
                    <a:pt x="3176657" y="1971539"/>
                  </a:lnTo>
                  <a:lnTo>
                    <a:pt x="3184481" y="1971540"/>
                  </a:lnTo>
                  <a:lnTo>
                    <a:pt x="3192305" y="1971540"/>
                  </a:lnTo>
                  <a:lnTo>
                    <a:pt x="3200130" y="1971540"/>
                  </a:lnTo>
                  <a:lnTo>
                    <a:pt x="3207954" y="1971540"/>
                  </a:lnTo>
                  <a:lnTo>
                    <a:pt x="3215778" y="1971541"/>
                  </a:lnTo>
                  <a:lnTo>
                    <a:pt x="3223603" y="1971541"/>
                  </a:lnTo>
                  <a:lnTo>
                    <a:pt x="3231427" y="1971541"/>
                  </a:lnTo>
                  <a:lnTo>
                    <a:pt x="3239251" y="1971541"/>
                  </a:lnTo>
                  <a:lnTo>
                    <a:pt x="3247075" y="1971541"/>
                  </a:lnTo>
                  <a:lnTo>
                    <a:pt x="3254900" y="1971541"/>
                  </a:lnTo>
                  <a:lnTo>
                    <a:pt x="3262724" y="1971541"/>
                  </a:lnTo>
                  <a:lnTo>
                    <a:pt x="3270548" y="1971541"/>
                  </a:lnTo>
                  <a:lnTo>
                    <a:pt x="3278373" y="1971541"/>
                  </a:lnTo>
                  <a:lnTo>
                    <a:pt x="3286197" y="1971541"/>
                  </a:lnTo>
                  <a:lnTo>
                    <a:pt x="3294021" y="1971541"/>
                  </a:lnTo>
                  <a:lnTo>
                    <a:pt x="3301845" y="1971541"/>
                  </a:lnTo>
                  <a:lnTo>
                    <a:pt x="3309670" y="1971541"/>
                  </a:lnTo>
                  <a:lnTo>
                    <a:pt x="3317494" y="1971541"/>
                  </a:lnTo>
                  <a:lnTo>
                    <a:pt x="3325318" y="1971541"/>
                  </a:lnTo>
                  <a:lnTo>
                    <a:pt x="3333142" y="1971541"/>
                  </a:lnTo>
                  <a:lnTo>
                    <a:pt x="3340967" y="1971541"/>
                  </a:lnTo>
                  <a:lnTo>
                    <a:pt x="3348791" y="1971541"/>
                  </a:lnTo>
                  <a:lnTo>
                    <a:pt x="3356615" y="1971541"/>
                  </a:lnTo>
                  <a:lnTo>
                    <a:pt x="3364440" y="1971541"/>
                  </a:lnTo>
                  <a:lnTo>
                    <a:pt x="3372264" y="1971541"/>
                  </a:lnTo>
                  <a:lnTo>
                    <a:pt x="3380088" y="1971541"/>
                  </a:lnTo>
                  <a:lnTo>
                    <a:pt x="3387912" y="1971541"/>
                  </a:lnTo>
                  <a:lnTo>
                    <a:pt x="3395737" y="1971541"/>
                  </a:lnTo>
                  <a:lnTo>
                    <a:pt x="3403561" y="1971541"/>
                  </a:lnTo>
                  <a:lnTo>
                    <a:pt x="3411385" y="1971541"/>
                  </a:lnTo>
                  <a:lnTo>
                    <a:pt x="3419210" y="1971541"/>
                  </a:lnTo>
                  <a:lnTo>
                    <a:pt x="3427034" y="1971541"/>
                  </a:lnTo>
                  <a:lnTo>
                    <a:pt x="3434858" y="1971541"/>
                  </a:lnTo>
                  <a:lnTo>
                    <a:pt x="3442682" y="1971541"/>
                  </a:lnTo>
                  <a:lnTo>
                    <a:pt x="3450507" y="1971541"/>
                  </a:lnTo>
                  <a:lnTo>
                    <a:pt x="3458331" y="1971541"/>
                  </a:lnTo>
                  <a:lnTo>
                    <a:pt x="3466155" y="1971541"/>
                  </a:lnTo>
                  <a:lnTo>
                    <a:pt x="3473980" y="1971541"/>
                  </a:lnTo>
                  <a:lnTo>
                    <a:pt x="3481804" y="1971541"/>
                  </a:lnTo>
                  <a:lnTo>
                    <a:pt x="3489628" y="1971541"/>
                  </a:lnTo>
                  <a:lnTo>
                    <a:pt x="3497452" y="1971541"/>
                  </a:lnTo>
                  <a:lnTo>
                    <a:pt x="3505277" y="1971541"/>
                  </a:lnTo>
                  <a:lnTo>
                    <a:pt x="3513101" y="1971541"/>
                  </a:lnTo>
                  <a:lnTo>
                    <a:pt x="3520925" y="1971541"/>
                  </a:lnTo>
                  <a:lnTo>
                    <a:pt x="3528749" y="1971541"/>
                  </a:lnTo>
                  <a:lnTo>
                    <a:pt x="3536574" y="1971541"/>
                  </a:lnTo>
                  <a:lnTo>
                    <a:pt x="3544398" y="1971541"/>
                  </a:lnTo>
                  <a:lnTo>
                    <a:pt x="3552222" y="1971541"/>
                  </a:lnTo>
                  <a:lnTo>
                    <a:pt x="3560047" y="1971541"/>
                  </a:lnTo>
                  <a:lnTo>
                    <a:pt x="3567871" y="1971541"/>
                  </a:lnTo>
                  <a:lnTo>
                    <a:pt x="3575695" y="1971541"/>
                  </a:lnTo>
                  <a:lnTo>
                    <a:pt x="3583519" y="1971541"/>
                  </a:lnTo>
                  <a:lnTo>
                    <a:pt x="3591344" y="1971541"/>
                  </a:lnTo>
                  <a:lnTo>
                    <a:pt x="3599168" y="1971541"/>
                  </a:lnTo>
                  <a:lnTo>
                    <a:pt x="3606992" y="1971541"/>
                  </a:lnTo>
                  <a:lnTo>
                    <a:pt x="3614817" y="1971541"/>
                  </a:lnTo>
                  <a:lnTo>
                    <a:pt x="3622641" y="1971541"/>
                  </a:lnTo>
                  <a:lnTo>
                    <a:pt x="3630465" y="1971541"/>
                  </a:lnTo>
                  <a:lnTo>
                    <a:pt x="3638289" y="1971541"/>
                  </a:lnTo>
                  <a:lnTo>
                    <a:pt x="3646114" y="1971541"/>
                  </a:lnTo>
                  <a:lnTo>
                    <a:pt x="3653938" y="1971541"/>
                  </a:lnTo>
                  <a:lnTo>
                    <a:pt x="3661762" y="1971541"/>
                  </a:lnTo>
                  <a:lnTo>
                    <a:pt x="3669586" y="1971541"/>
                  </a:lnTo>
                  <a:lnTo>
                    <a:pt x="3677411" y="1971541"/>
                  </a:lnTo>
                  <a:lnTo>
                    <a:pt x="3685235" y="1971541"/>
                  </a:lnTo>
                  <a:lnTo>
                    <a:pt x="3693059" y="1971541"/>
                  </a:lnTo>
                  <a:lnTo>
                    <a:pt x="3700884" y="1971541"/>
                  </a:lnTo>
                  <a:lnTo>
                    <a:pt x="3708708" y="1971541"/>
                  </a:lnTo>
                  <a:lnTo>
                    <a:pt x="3716532" y="1971541"/>
                  </a:lnTo>
                  <a:lnTo>
                    <a:pt x="3724356" y="1971541"/>
                  </a:lnTo>
                  <a:lnTo>
                    <a:pt x="3732181" y="1971541"/>
                  </a:lnTo>
                  <a:lnTo>
                    <a:pt x="3740005" y="1971541"/>
                  </a:lnTo>
                  <a:lnTo>
                    <a:pt x="3747829" y="1971541"/>
                  </a:lnTo>
                  <a:lnTo>
                    <a:pt x="3755654" y="1971541"/>
                  </a:lnTo>
                  <a:lnTo>
                    <a:pt x="3763478" y="1971541"/>
                  </a:lnTo>
                  <a:lnTo>
                    <a:pt x="3771302" y="1971541"/>
                  </a:lnTo>
                  <a:lnTo>
                    <a:pt x="3779126" y="1971541"/>
                  </a:lnTo>
                  <a:lnTo>
                    <a:pt x="3786951" y="1971541"/>
                  </a:lnTo>
                  <a:lnTo>
                    <a:pt x="3794775" y="1971541"/>
                  </a:lnTo>
                  <a:lnTo>
                    <a:pt x="3802599" y="1971541"/>
                  </a:lnTo>
                  <a:lnTo>
                    <a:pt x="3810424" y="1971541"/>
                  </a:lnTo>
                  <a:lnTo>
                    <a:pt x="3818248" y="1971541"/>
                  </a:lnTo>
                  <a:lnTo>
                    <a:pt x="3826072" y="1971541"/>
                  </a:lnTo>
                  <a:lnTo>
                    <a:pt x="3833896" y="1971541"/>
                  </a:lnTo>
                  <a:lnTo>
                    <a:pt x="3841721" y="1971541"/>
                  </a:lnTo>
                  <a:lnTo>
                    <a:pt x="3849545" y="1971541"/>
                  </a:lnTo>
                  <a:lnTo>
                    <a:pt x="3857369" y="1971541"/>
                  </a:lnTo>
                  <a:lnTo>
                    <a:pt x="3865193" y="1971541"/>
                  </a:lnTo>
                  <a:lnTo>
                    <a:pt x="3873018" y="1971541"/>
                  </a:lnTo>
                  <a:lnTo>
                    <a:pt x="3880842" y="1971541"/>
                  </a:lnTo>
                  <a:lnTo>
                    <a:pt x="3888666" y="1971541"/>
                  </a:lnTo>
                  <a:lnTo>
                    <a:pt x="3896491" y="1971541"/>
                  </a:lnTo>
                  <a:lnTo>
                    <a:pt x="3904315" y="1971541"/>
                  </a:lnTo>
                  <a:lnTo>
                    <a:pt x="3912139" y="1971541"/>
                  </a:lnTo>
                  <a:lnTo>
                    <a:pt x="3919963" y="1971541"/>
                  </a:lnTo>
                  <a:lnTo>
                    <a:pt x="3927788" y="1971541"/>
                  </a:lnTo>
                  <a:lnTo>
                    <a:pt x="3935612" y="1971541"/>
                  </a:lnTo>
                  <a:lnTo>
                    <a:pt x="3943436" y="1971541"/>
                  </a:lnTo>
                  <a:lnTo>
                    <a:pt x="3951261" y="1971541"/>
                  </a:lnTo>
                  <a:lnTo>
                    <a:pt x="3959085" y="1971541"/>
                  </a:lnTo>
                  <a:lnTo>
                    <a:pt x="3966909" y="1971541"/>
                  </a:lnTo>
                  <a:lnTo>
                    <a:pt x="3974733" y="1971541"/>
                  </a:lnTo>
                  <a:lnTo>
                    <a:pt x="3982558" y="1971541"/>
                  </a:lnTo>
                  <a:lnTo>
                    <a:pt x="3990382" y="1971541"/>
                  </a:lnTo>
                  <a:lnTo>
                    <a:pt x="3998206" y="197154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7848093" y="4745864"/>
              <a:ext cx="3998206" cy="48867"/>
            </a:xfrm>
            <a:custGeom>
              <a:avLst/>
              <a:pathLst>
                <a:path w="3998206" h="48867">
                  <a:moveTo>
                    <a:pt x="0" y="48867"/>
                  </a:moveTo>
                  <a:lnTo>
                    <a:pt x="7824" y="48867"/>
                  </a:lnTo>
                  <a:lnTo>
                    <a:pt x="15648" y="48867"/>
                  </a:lnTo>
                  <a:lnTo>
                    <a:pt x="23472" y="48867"/>
                  </a:lnTo>
                  <a:lnTo>
                    <a:pt x="31297" y="48867"/>
                  </a:lnTo>
                  <a:lnTo>
                    <a:pt x="39121" y="48867"/>
                  </a:lnTo>
                  <a:lnTo>
                    <a:pt x="46945" y="48867"/>
                  </a:lnTo>
                  <a:lnTo>
                    <a:pt x="54769" y="48867"/>
                  </a:lnTo>
                  <a:lnTo>
                    <a:pt x="62594" y="48867"/>
                  </a:lnTo>
                  <a:lnTo>
                    <a:pt x="70418" y="48867"/>
                  </a:lnTo>
                  <a:lnTo>
                    <a:pt x="78242" y="48867"/>
                  </a:lnTo>
                  <a:lnTo>
                    <a:pt x="86067" y="48867"/>
                  </a:lnTo>
                  <a:lnTo>
                    <a:pt x="93891" y="48867"/>
                  </a:lnTo>
                  <a:lnTo>
                    <a:pt x="101715" y="48867"/>
                  </a:lnTo>
                  <a:lnTo>
                    <a:pt x="109539" y="48867"/>
                  </a:lnTo>
                  <a:lnTo>
                    <a:pt x="117364" y="48867"/>
                  </a:lnTo>
                  <a:lnTo>
                    <a:pt x="125188" y="48867"/>
                  </a:lnTo>
                  <a:lnTo>
                    <a:pt x="133012" y="48867"/>
                  </a:lnTo>
                  <a:lnTo>
                    <a:pt x="140837" y="48867"/>
                  </a:lnTo>
                  <a:lnTo>
                    <a:pt x="148661" y="48867"/>
                  </a:lnTo>
                  <a:lnTo>
                    <a:pt x="156485" y="48867"/>
                  </a:lnTo>
                  <a:lnTo>
                    <a:pt x="164309" y="48867"/>
                  </a:lnTo>
                  <a:lnTo>
                    <a:pt x="172134" y="48867"/>
                  </a:lnTo>
                  <a:lnTo>
                    <a:pt x="179958" y="48867"/>
                  </a:lnTo>
                  <a:lnTo>
                    <a:pt x="187782" y="48867"/>
                  </a:lnTo>
                  <a:lnTo>
                    <a:pt x="195606" y="48867"/>
                  </a:lnTo>
                  <a:lnTo>
                    <a:pt x="203431" y="48867"/>
                  </a:lnTo>
                  <a:lnTo>
                    <a:pt x="211255" y="48867"/>
                  </a:lnTo>
                  <a:lnTo>
                    <a:pt x="219079" y="48867"/>
                  </a:lnTo>
                  <a:lnTo>
                    <a:pt x="226904" y="48867"/>
                  </a:lnTo>
                  <a:lnTo>
                    <a:pt x="234728" y="48867"/>
                  </a:lnTo>
                  <a:lnTo>
                    <a:pt x="242552" y="48867"/>
                  </a:lnTo>
                  <a:lnTo>
                    <a:pt x="250376" y="48867"/>
                  </a:lnTo>
                  <a:lnTo>
                    <a:pt x="258201" y="48867"/>
                  </a:lnTo>
                  <a:lnTo>
                    <a:pt x="266025" y="48867"/>
                  </a:lnTo>
                  <a:lnTo>
                    <a:pt x="273849" y="48867"/>
                  </a:lnTo>
                  <a:lnTo>
                    <a:pt x="281674" y="48867"/>
                  </a:lnTo>
                  <a:lnTo>
                    <a:pt x="289498" y="48867"/>
                  </a:lnTo>
                  <a:lnTo>
                    <a:pt x="297322" y="48867"/>
                  </a:lnTo>
                  <a:lnTo>
                    <a:pt x="305146" y="48867"/>
                  </a:lnTo>
                  <a:lnTo>
                    <a:pt x="312971" y="48867"/>
                  </a:lnTo>
                  <a:lnTo>
                    <a:pt x="320795" y="48867"/>
                  </a:lnTo>
                  <a:lnTo>
                    <a:pt x="328619" y="48867"/>
                  </a:lnTo>
                  <a:lnTo>
                    <a:pt x="336444" y="48867"/>
                  </a:lnTo>
                  <a:lnTo>
                    <a:pt x="344268" y="48867"/>
                  </a:lnTo>
                  <a:lnTo>
                    <a:pt x="352092" y="48867"/>
                  </a:lnTo>
                  <a:lnTo>
                    <a:pt x="359916" y="48867"/>
                  </a:lnTo>
                  <a:lnTo>
                    <a:pt x="367741" y="48867"/>
                  </a:lnTo>
                  <a:lnTo>
                    <a:pt x="375565" y="48867"/>
                  </a:lnTo>
                  <a:lnTo>
                    <a:pt x="383389" y="48867"/>
                  </a:lnTo>
                  <a:lnTo>
                    <a:pt x="391213" y="48867"/>
                  </a:lnTo>
                  <a:lnTo>
                    <a:pt x="399038" y="48867"/>
                  </a:lnTo>
                  <a:lnTo>
                    <a:pt x="406862" y="48867"/>
                  </a:lnTo>
                  <a:lnTo>
                    <a:pt x="414686" y="48867"/>
                  </a:lnTo>
                  <a:lnTo>
                    <a:pt x="422511" y="48867"/>
                  </a:lnTo>
                  <a:lnTo>
                    <a:pt x="430335" y="48867"/>
                  </a:lnTo>
                  <a:lnTo>
                    <a:pt x="438159" y="48867"/>
                  </a:lnTo>
                  <a:lnTo>
                    <a:pt x="445983" y="48867"/>
                  </a:lnTo>
                  <a:lnTo>
                    <a:pt x="453808" y="48867"/>
                  </a:lnTo>
                  <a:lnTo>
                    <a:pt x="461632" y="48867"/>
                  </a:lnTo>
                  <a:lnTo>
                    <a:pt x="469456" y="48867"/>
                  </a:lnTo>
                  <a:lnTo>
                    <a:pt x="477281" y="48867"/>
                  </a:lnTo>
                  <a:lnTo>
                    <a:pt x="485105" y="48867"/>
                  </a:lnTo>
                  <a:lnTo>
                    <a:pt x="492929" y="48867"/>
                  </a:lnTo>
                  <a:lnTo>
                    <a:pt x="500753" y="48867"/>
                  </a:lnTo>
                  <a:lnTo>
                    <a:pt x="508578" y="48867"/>
                  </a:lnTo>
                  <a:lnTo>
                    <a:pt x="516402" y="48867"/>
                  </a:lnTo>
                  <a:lnTo>
                    <a:pt x="524226" y="48867"/>
                  </a:lnTo>
                  <a:lnTo>
                    <a:pt x="532050" y="48867"/>
                  </a:lnTo>
                  <a:lnTo>
                    <a:pt x="539875" y="48867"/>
                  </a:lnTo>
                  <a:lnTo>
                    <a:pt x="547699" y="48867"/>
                  </a:lnTo>
                  <a:lnTo>
                    <a:pt x="555523" y="48867"/>
                  </a:lnTo>
                  <a:lnTo>
                    <a:pt x="563348" y="48867"/>
                  </a:lnTo>
                  <a:lnTo>
                    <a:pt x="571172" y="48867"/>
                  </a:lnTo>
                  <a:lnTo>
                    <a:pt x="578996" y="48867"/>
                  </a:lnTo>
                  <a:lnTo>
                    <a:pt x="586820" y="48867"/>
                  </a:lnTo>
                  <a:lnTo>
                    <a:pt x="594645" y="48867"/>
                  </a:lnTo>
                  <a:lnTo>
                    <a:pt x="602469" y="48867"/>
                  </a:lnTo>
                  <a:lnTo>
                    <a:pt x="610293" y="48867"/>
                  </a:lnTo>
                  <a:lnTo>
                    <a:pt x="618118" y="48867"/>
                  </a:lnTo>
                  <a:lnTo>
                    <a:pt x="625942" y="48867"/>
                  </a:lnTo>
                  <a:lnTo>
                    <a:pt x="633766" y="48867"/>
                  </a:lnTo>
                  <a:lnTo>
                    <a:pt x="641590" y="48867"/>
                  </a:lnTo>
                  <a:lnTo>
                    <a:pt x="649415" y="48867"/>
                  </a:lnTo>
                  <a:lnTo>
                    <a:pt x="657239" y="48867"/>
                  </a:lnTo>
                  <a:lnTo>
                    <a:pt x="665063" y="48867"/>
                  </a:lnTo>
                  <a:lnTo>
                    <a:pt x="672888" y="48867"/>
                  </a:lnTo>
                  <a:lnTo>
                    <a:pt x="680712" y="48867"/>
                  </a:lnTo>
                  <a:lnTo>
                    <a:pt x="688536" y="48867"/>
                  </a:lnTo>
                  <a:lnTo>
                    <a:pt x="696360" y="48867"/>
                  </a:lnTo>
                  <a:lnTo>
                    <a:pt x="704185" y="48867"/>
                  </a:lnTo>
                  <a:lnTo>
                    <a:pt x="712009" y="48867"/>
                  </a:lnTo>
                  <a:lnTo>
                    <a:pt x="719833" y="48867"/>
                  </a:lnTo>
                  <a:lnTo>
                    <a:pt x="727657" y="48866"/>
                  </a:lnTo>
                  <a:lnTo>
                    <a:pt x="735482" y="48866"/>
                  </a:lnTo>
                  <a:lnTo>
                    <a:pt x="743306" y="48866"/>
                  </a:lnTo>
                  <a:lnTo>
                    <a:pt x="751130" y="48866"/>
                  </a:lnTo>
                  <a:lnTo>
                    <a:pt x="758955" y="48866"/>
                  </a:lnTo>
                  <a:lnTo>
                    <a:pt x="766779" y="48866"/>
                  </a:lnTo>
                  <a:lnTo>
                    <a:pt x="774603" y="48866"/>
                  </a:lnTo>
                  <a:lnTo>
                    <a:pt x="782427" y="48866"/>
                  </a:lnTo>
                  <a:lnTo>
                    <a:pt x="790252" y="48866"/>
                  </a:lnTo>
                  <a:lnTo>
                    <a:pt x="798076" y="48866"/>
                  </a:lnTo>
                  <a:lnTo>
                    <a:pt x="805900" y="48865"/>
                  </a:lnTo>
                  <a:lnTo>
                    <a:pt x="813725" y="48865"/>
                  </a:lnTo>
                  <a:lnTo>
                    <a:pt x="821549" y="48865"/>
                  </a:lnTo>
                  <a:lnTo>
                    <a:pt x="829373" y="48865"/>
                  </a:lnTo>
                  <a:lnTo>
                    <a:pt x="837197" y="48865"/>
                  </a:lnTo>
                  <a:lnTo>
                    <a:pt x="845022" y="48865"/>
                  </a:lnTo>
                  <a:lnTo>
                    <a:pt x="852846" y="48864"/>
                  </a:lnTo>
                  <a:lnTo>
                    <a:pt x="860670" y="48864"/>
                  </a:lnTo>
                  <a:lnTo>
                    <a:pt x="868495" y="48864"/>
                  </a:lnTo>
                  <a:lnTo>
                    <a:pt x="876319" y="48864"/>
                  </a:lnTo>
                  <a:lnTo>
                    <a:pt x="884143" y="48863"/>
                  </a:lnTo>
                  <a:lnTo>
                    <a:pt x="891967" y="48863"/>
                  </a:lnTo>
                  <a:lnTo>
                    <a:pt x="899792" y="48863"/>
                  </a:lnTo>
                  <a:lnTo>
                    <a:pt x="907616" y="48862"/>
                  </a:lnTo>
                  <a:lnTo>
                    <a:pt x="915440" y="48862"/>
                  </a:lnTo>
                  <a:lnTo>
                    <a:pt x="923264" y="48861"/>
                  </a:lnTo>
                  <a:lnTo>
                    <a:pt x="931089" y="48861"/>
                  </a:lnTo>
                  <a:lnTo>
                    <a:pt x="938913" y="48861"/>
                  </a:lnTo>
                  <a:lnTo>
                    <a:pt x="946737" y="48860"/>
                  </a:lnTo>
                  <a:lnTo>
                    <a:pt x="954562" y="48859"/>
                  </a:lnTo>
                  <a:lnTo>
                    <a:pt x="962386" y="48859"/>
                  </a:lnTo>
                  <a:lnTo>
                    <a:pt x="970210" y="48858"/>
                  </a:lnTo>
                  <a:lnTo>
                    <a:pt x="978034" y="48858"/>
                  </a:lnTo>
                  <a:lnTo>
                    <a:pt x="985859" y="48857"/>
                  </a:lnTo>
                  <a:lnTo>
                    <a:pt x="993683" y="48856"/>
                  </a:lnTo>
                  <a:lnTo>
                    <a:pt x="1001507" y="48855"/>
                  </a:lnTo>
                  <a:lnTo>
                    <a:pt x="1009332" y="48854"/>
                  </a:lnTo>
                  <a:lnTo>
                    <a:pt x="1017156" y="48853"/>
                  </a:lnTo>
                  <a:lnTo>
                    <a:pt x="1024980" y="48852"/>
                  </a:lnTo>
                  <a:lnTo>
                    <a:pt x="1032804" y="48851"/>
                  </a:lnTo>
                  <a:lnTo>
                    <a:pt x="1040629" y="48850"/>
                  </a:lnTo>
                  <a:lnTo>
                    <a:pt x="1048453" y="48849"/>
                  </a:lnTo>
                  <a:lnTo>
                    <a:pt x="1056277" y="48848"/>
                  </a:lnTo>
                  <a:lnTo>
                    <a:pt x="1064101" y="48846"/>
                  </a:lnTo>
                  <a:lnTo>
                    <a:pt x="1071926" y="48845"/>
                  </a:lnTo>
                  <a:lnTo>
                    <a:pt x="1079750" y="48843"/>
                  </a:lnTo>
                  <a:lnTo>
                    <a:pt x="1087574" y="48841"/>
                  </a:lnTo>
                  <a:lnTo>
                    <a:pt x="1095399" y="48839"/>
                  </a:lnTo>
                  <a:lnTo>
                    <a:pt x="1103223" y="48838"/>
                  </a:lnTo>
                  <a:lnTo>
                    <a:pt x="1111047" y="48835"/>
                  </a:lnTo>
                  <a:lnTo>
                    <a:pt x="1118871" y="48833"/>
                  </a:lnTo>
                  <a:lnTo>
                    <a:pt x="1126696" y="48831"/>
                  </a:lnTo>
                  <a:lnTo>
                    <a:pt x="1134520" y="48828"/>
                  </a:lnTo>
                  <a:lnTo>
                    <a:pt x="1142344" y="48826"/>
                  </a:lnTo>
                  <a:lnTo>
                    <a:pt x="1150169" y="48823"/>
                  </a:lnTo>
                  <a:lnTo>
                    <a:pt x="1157993" y="48820"/>
                  </a:lnTo>
                  <a:lnTo>
                    <a:pt x="1165817" y="48817"/>
                  </a:lnTo>
                  <a:lnTo>
                    <a:pt x="1173641" y="48813"/>
                  </a:lnTo>
                  <a:lnTo>
                    <a:pt x="1181466" y="48810"/>
                  </a:lnTo>
                  <a:lnTo>
                    <a:pt x="1189290" y="48806"/>
                  </a:lnTo>
                  <a:lnTo>
                    <a:pt x="1197114" y="48802"/>
                  </a:lnTo>
                  <a:lnTo>
                    <a:pt x="1204939" y="48798"/>
                  </a:lnTo>
                  <a:lnTo>
                    <a:pt x="1212763" y="48793"/>
                  </a:lnTo>
                  <a:lnTo>
                    <a:pt x="1220587" y="48788"/>
                  </a:lnTo>
                  <a:lnTo>
                    <a:pt x="1228411" y="48783"/>
                  </a:lnTo>
                  <a:lnTo>
                    <a:pt x="1236236" y="48778"/>
                  </a:lnTo>
                  <a:lnTo>
                    <a:pt x="1244060" y="48772"/>
                  </a:lnTo>
                  <a:lnTo>
                    <a:pt x="1251884" y="48766"/>
                  </a:lnTo>
                  <a:lnTo>
                    <a:pt x="1259708" y="48760"/>
                  </a:lnTo>
                  <a:lnTo>
                    <a:pt x="1267533" y="48753"/>
                  </a:lnTo>
                  <a:lnTo>
                    <a:pt x="1275357" y="48746"/>
                  </a:lnTo>
                  <a:lnTo>
                    <a:pt x="1283181" y="48738"/>
                  </a:lnTo>
                  <a:lnTo>
                    <a:pt x="1291006" y="48730"/>
                  </a:lnTo>
                  <a:lnTo>
                    <a:pt x="1298830" y="48722"/>
                  </a:lnTo>
                  <a:lnTo>
                    <a:pt x="1306654" y="48713"/>
                  </a:lnTo>
                  <a:lnTo>
                    <a:pt x="1314478" y="48704"/>
                  </a:lnTo>
                  <a:lnTo>
                    <a:pt x="1322303" y="48694"/>
                  </a:lnTo>
                  <a:lnTo>
                    <a:pt x="1330127" y="48683"/>
                  </a:lnTo>
                  <a:lnTo>
                    <a:pt x="1337951" y="48672"/>
                  </a:lnTo>
                  <a:lnTo>
                    <a:pt x="1345776" y="48661"/>
                  </a:lnTo>
                  <a:lnTo>
                    <a:pt x="1353600" y="48649"/>
                  </a:lnTo>
                  <a:lnTo>
                    <a:pt x="1361424" y="48636"/>
                  </a:lnTo>
                  <a:lnTo>
                    <a:pt x="1369248" y="48622"/>
                  </a:lnTo>
                  <a:lnTo>
                    <a:pt x="1377073" y="48608"/>
                  </a:lnTo>
                  <a:lnTo>
                    <a:pt x="1384897" y="48593"/>
                  </a:lnTo>
                  <a:lnTo>
                    <a:pt x="1392721" y="48578"/>
                  </a:lnTo>
                  <a:lnTo>
                    <a:pt x="1400545" y="48561"/>
                  </a:lnTo>
                  <a:lnTo>
                    <a:pt x="1408370" y="48544"/>
                  </a:lnTo>
                  <a:lnTo>
                    <a:pt x="1416194" y="48525"/>
                  </a:lnTo>
                  <a:lnTo>
                    <a:pt x="1424018" y="48507"/>
                  </a:lnTo>
                  <a:lnTo>
                    <a:pt x="1431843" y="48486"/>
                  </a:lnTo>
                  <a:lnTo>
                    <a:pt x="1439667" y="48465"/>
                  </a:lnTo>
                  <a:lnTo>
                    <a:pt x="1447491" y="48443"/>
                  </a:lnTo>
                  <a:lnTo>
                    <a:pt x="1455315" y="48420"/>
                  </a:lnTo>
                  <a:lnTo>
                    <a:pt x="1463140" y="48396"/>
                  </a:lnTo>
                  <a:lnTo>
                    <a:pt x="1470964" y="48370"/>
                  </a:lnTo>
                  <a:lnTo>
                    <a:pt x="1478788" y="48344"/>
                  </a:lnTo>
                  <a:lnTo>
                    <a:pt x="1486613" y="48316"/>
                  </a:lnTo>
                  <a:lnTo>
                    <a:pt x="1494437" y="48287"/>
                  </a:lnTo>
                  <a:lnTo>
                    <a:pt x="1502261" y="48256"/>
                  </a:lnTo>
                  <a:lnTo>
                    <a:pt x="1510085" y="48225"/>
                  </a:lnTo>
                  <a:lnTo>
                    <a:pt x="1517910" y="48191"/>
                  </a:lnTo>
                  <a:lnTo>
                    <a:pt x="1525734" y="48156"/>
                  </a:lnTo>
                  <a:lnTo>
                    <a:pt x="1533558" y="48119"/>
                  </a:lnTo>
                  <a:lnTo>
                    <a:pt x="1541383" y="48082"/>
                  </a:lnTo>
                  <a:lnTo>
                    <a:pt x="1549207" y="48042"/>
                  </a:lnTo>
                  <a:lnTo>
                    <a:pt x="1557031" y="48000"/>
                  </a:lnTo>
                  <a:lnTo>
                    <a:pt x="1564855" y="47957"/>
                  </a:lnTo>
                  <a:lnTo>
                    <a:pt x="1572680" y="47912"/>
                  </a:lnTo>
                  <a:lnTo>
                    <a:pt x="1580504" y="47865"/>
                  </a:lnTo>
                  <a:lnTo>
                    <a:pt x="1588328" y="47816"/>
                  </a:lnTo>
                  <a:lnTo>
                    <a:pt x="1596152" y="47765"/>
                  </a:lnTo>
                  <a:lnTo>
                    <a:pt x="1603977" y="47712"/>
                  </a:lnTo>
                  <a:lnTo>
                    <a:pt x="1611801" y="47657"/>
                  </a:lnTo>
                  <a:lnTo>
                    <a:pt x="1619625" y="47599"/>
                  </a:lnTo>
                  <a:lnTo>
                    <a:pt x="1627450" y="47540"/>
                  </a:lnTo>
                  <a:lnTo>
                    <a:pt x="1635274" y="47476"/>
                  </a:lnTo>
                  <a:lnTo>
                    <a:pt x="1643098" y="47412"/>
                  </a:lnTo>
                  <a:lnTo>
                    <a:pt x="1650922" y="47344"/>
                  </a:lnTo>
                  <a:lnTo>
                    <a:pt x="1658747" y="47275"/>
                  </a:lnTo>
                  <a:lnTo>
                    <a:pt x="1666571" y="47202"/>
                  </a:lnTo>
                  <a:lnTo>
                    <a:pt x="1674395" y="47127"/>
                  </a:lnTo>
                  <a:lnTo>
                    <a:pt x="1682220" y="47049"/>
                  </a:lnTo>
                  <a:lnTo>
                    <a:pt x="1690044" y="46967"/>
                  </a:lnTo>
                  <a:lnTo>
                    <a:pt x="1697868" y="46884"/>
                  </a:lnTo>
                  <a:lnTo>
                    <a:pt x="1705692" y="46796"/>
                  </a:lnTo>
                  <a:lnTo>
                    <a:pt x="1713517" y="46707"/>
                  </a:lnTo>
                  <a:lnTo>
                    <a:pt x="1721341" y="46612"/>
                  </a:lnTo>
                  <a:lnTo>
                    <a:pt x="1729165" y="46517"/>
                  </a:lnTo>
                  <a:lnTo>
                    <a:pt x="1736990" y="46415"/>
                  </a:lnTo>
                  <a:lnTo>
                    <a:pt x="1744814" y="46312"/>
                  </a:lnTo>
                  <a:lnTo>
                    <a:pt x="1752638" y="46204"/>
                  </a:lnTo>
                  <a:lnTo>
                    <a:pt x="1760462" y="46094"/>
                  </a:lnTo>
                  <a:lnTo>
                    <a:pt x="1768287" y="45978"/>
                  </a:lnTo>
                  <a:lnTo>
                    <a:pt x="1776111" y="45860"/>
                  </a:lnTo>
                  <a:lnTo>
                    <a:pt x="1783935" y="45738"/>
                  </a:lnTo>
                  <a:lnTo>
                    <a:pt x="1791759" y="45611"/>
                  </a:lnTo>
                  <a:lnTo>
                    <a:pt x="1799584" y="45481"/>
                  </a:lnTo>
                  <a:lnTo>
                    <a:pt x="1807408" y="45346"/>
                  </a:lnTo>
                  <a:lnTo>
                    <a:pt x="1815232" y="45209"/>
                  </a:lnTo>
                  <a:lnTo>
                    <a:pt x="1823057" y="45064"/>
                  </a:lnTo>
                  <a:lnTo>
                    <a:pt x="1830881" y="44919"/>
                  </a:lnTo>
                  <a:lnTo>
                    <a:pt x="1838705" y="44765"/>
                  </a:lnTo>
                  <a:lnTo>
                    <a:pt x="1846529" y="44611"/>
                  </a:lnTo>
                  <a:lnTo>
                    <a:pt x="1854354" y="44448"/>
                  </a:lnTo>
                  <a:lnTo>
                    <a:pt x="1862178" y="44284"/>
                  </a:lnTo>
                  <a:lnTo>
                    <a:pt x="1870002" y="44112"/>
                  </a:lnTo>
                  <a:lnTo>
                    <a:pt x="1877827" y="43938"/>
                  </a:lnTo>
                  <a:lnTo>
                    <a:pt x="1885651" y="43758"/>
                  </a:lnTo>
                  <a:lnTo>
                    <a:pt x="1893475" y="43573"/>
                  </a:lnTo>
                  <a:lnTo>
                    <a:pt x="1901299" y="43383"/>
                  </a:lnTo>
                  <a:lnTo>
                    <a:pt x="1909124" y="43188"/>
                  </a:lnTo>
                  <a:lnTo>
                    <a:pt x="1916948" y="42988"/>
                  </a:lnTo>
                  <a:lnTo>
                    <a:pt x="1924772" y="42782"/>
                  </a:lnTo>
                  <a:lnTo>
                    <a:pt x="1932596" y="42573"/>
                  </a:lnTo>
                  <a:lnTo>
                    <a:pt x="1940421" y="42355"/>
                  </a:lnTo>
                  <a:lnTo>
                    <a:pt x="1948245" y="42136"/>
                  </a:lnTo>
                  <a:lnTo>
                    <a:pt x="1956069" y="41908"/>
                  </a:lnTo>
                  <a:lnTo>
                    <a:pt x="1963894" y="41677"/>
                  </a:lnTo>
                  <a:lnTo>
                    <a:pt x="1971718" y="41438"/>
                  </a:lnTo>
                  <a:lnTo>
                    <a:pt x="1979542" y="41196"/>
                  </a:lnTo>
                  <a:lnTo>
                    <a:pt x="1987366" y="40947"/>
                  </a:lnTo>
                  <a:lnTo>
                    <a:pt x="1995191" y="40693"/>
                  </a:lnTo>
                  <a:lnTo>
                    <a:pt x="2003015" y="40433"/>
                  </a:lnTo>
                  <a:lnTo>
                    <a:pt x="2010839" y="40167"/>
                  </a:lnTo>
                  <a:lnTo>
                    <a:pt x="2018664" y="39897"/>
                  </a:lnTo>
                  <a:lnTo>
                    <a:pt x="2026488" y="39619"/>
                  </a:lnTo>
                  <a:lnTo>
                    <a:pt x="2034312" y="39338"/>
                  </a:lnTo>
                  <a:lnTo>
                    <a:pt x="2042136" y="39048"/>
                  </a:lnTo>
                  <a:lnTo>
                    <a:pt x="2049961" y="38757"/>
                  </a:lnTo>
                  <a:lnTo>
                    <a:pt x="2057785" y="38455"/>
                  </a:lnTo>
                  <a:lnTo>
                    <a:pt x="2065609" y="38152"/>
                  </a:lnTo>
                  <a:lnTo>
                    <a:pt x="2073434" y="37839"/>
                  </a:lnTo>
                  <a:lnTo>
                    <a:pt x="2081258" y="37524"/>
                  </a:lnTo>
                  <a:lnTo>
                    <a:pt x="2089082" y="37201"/>
                  </a:lnTo>
                  <a:lnTo>
                    <a:pt x="2096906" y="36874"/>
                  </a:lnTo>
                  <a:lnTo>
                    <a:pt x="2104731" y="36540"/>
                  </a:lnTo>
                  <a:lnTo>
                    <a:pt x="2112555" y="36201"/>
                  </a:lnTo>
                  <a:lnTo>
                    <a:pt x="2120379" y="35857"/>
                  </a:lnTo>
                  <a:lnTo>
                    <a:pt x="2128203" y="35507"/>
                  </a:lnTo>
                  <a:lnTo>
                    <a:pt x="2136028" y="35153"/>
                  </a:lnTo>
                  <a:lnTo>
                    <a:pt x="2143852" y="34791"/>
                  </a:lnTo>
                  <a:lnTo>
                    <a:pt x="2151676" y="34428"/>
                  </a:lnTo>
                  <a:lnTo>
                    <a:pt x="2159501" y="34055"/>
                  </a:lnTo>
                  <a:lnTo>
                    <a:pt x="2167325" y="33681"/>
                  </a:lnTo>
                  <a:lnTo>
                    <a:pt x="2175149" y="33298"/>
                  </a:lnTo>
                  <a:lnTo>
                    <a:pt x="2182973" y="32914"/>
                  </a:lnTo>
                  <a:lnTo>
                    <a:pt x="2190798" y="32522"/>
                  </a:lnTo>
                  <a:lnTo>
                    <a:pt x="2198622" y="32127"/>
                  </a:lnTo>
                  <a:lnTo>
                    <a:pt x="2206446" y="31726"/>
                  </a:lnTo>
                  <a:lnTo>
                    <a:pt x="2214271" y="31322"/>
                  </a:lnTo>
                  <a:lnTo>
                    <a:pt x="2222095" y="30913"/>
                  </a:lnTo>
                  <a:lnTo>
                    <a:pt x="2229919" y="30499"/>
                  </a:lnTo>
                  <a:lnTo>
                    <a:pt x="2237743" y="30083"/>
                  </a:lnTo>
                  <a:lnTo>
                    <a:pt x="2245568" y="29661"/>
                  </a:lnTo>
                  <a:lnTo>
                    <a:pt x="2253392" y="29236"/>
                  </a:lnTo>
                  <a:lnTo>
                    <a:pt x="2261216" y="28806"/>
                  </a:lnTo>
                  <a:lnTo>
                    <a:pt x="2269040" y="28375"/>
                  </a:lnTo>
                  <a:lnTo>
                    <a:pt x="2276865" y="27938"/>
                  </a:lnTo>
                  <a:lnTo>
                    <a:pt x="2284689" y="27499"/>
                  </a:lnTo>
                  <a:lnTo>
                    <a:pt x="2292513" y="27056"/>
                  </a:lnTo>
                  <a:lnTo>
                    <a:pt x="2300338" y="26611"/>
                  </a:lnTo>
                  <a:lnTo>
                    <a:pt x="2308162" y="26163"/>
                  </a:lnTo>
                  <a:lnTo>
                    <a:pt x="2315986" y="25712"/>
                  </a:lnTo>
                  <a:lnTo>
                    <a:pt x="2323810" y="25259"/>
                  </a:lnTo>
                  <a:lnTo>
                    <a:pt x="2331635" y="24804"/>
                  </a:lnTo>
                  <a:lnTo>
                    <a:pt x="2339459" y="24347"/>
                  </a:lnTo>
                  <a:lnTo>
                    <a:pt x="2347283" y="23888"/>
                  </a:lnTo>
                  <a:lnTo>
                    <a:pt x="2355108" y="23427"/>
                  </a:lnTo>
                  <a:lnTo>
                    <a:pt x="2362932" y="22965"/>
                  </a:lnTo>
                  <a:lnTo>
                    <a:pt x="2370756" y="22502"/>
                  </a:lnTo>
                  <a:lnTo>
                    <a:pt x="2378580" y="22038"/>
                  </a:lnTo>
                  <a:lnTo>
                    <a:pt x="2386405" y="21573"/>
                  </a:lnTo>
                  <a:lnTo>
                    <a:pt x="2394229" y="21107"/>
                  </a:lnTo>
                  <a:lnTo>
                    <a:pt x="2402053" y="20641"/>
                  </a:lnTo>
                  <a:lnTo>
                    <a:pt x="2409878" y="20175"/>
                  </a:lnTo>
                  <a:lnTo>
                    <a:pt x="2417702" y="19709"/>
                  </a:lnTo>
                  <a:lnTo>
                    <a:pt x="2425526" y="19244"/>
                  </a:lnTo>
                  <a:lnTo>
                    <a:pt x="2433350" y="18779"/>
                  </a:lnTo>
                  <a:lnTo>
                    <a:pt x="2441175" y="18315"/>
                  </a:lnTo>
                  <a:lnTo>
                    <a:pt x="2448999" y="17852"/>
                  </a:lnTo>
                  <a:lnTo>
                    <a:pt x="2456823" y="17390"/>
                  </a:lnTo>
                  <a:lnTo>
                    <a:pt x="2464647" y="16930"/>
                  </a:lnTo>
                  <a:lnTo>
                    <a:pt x="2472472" y="16471"/>
                  </a:lnTo>
                  <a:lnTo>
                    <a:pt x="2480296" y="16016"/>
                  </a:lnTo>
                  <a:lnTo>
                    <a:pt x="2488120" y="15560"/>
                  </a:lnTo>
                  <a:lnTo>
                    <a:pt x="2495945" y="15110"/>
                  </a:lnTo>
                  <a:lnTo>
                    <a:pt x="2503769" y="14660"/>
                  </a:lnTo>
                  <a:lnTo>
                    <a:pt x="2511593" y="14215"/>
                  </a:lnTo>
                  <a:lnTo>
                    <a:pt x="2519417" y="13771"/>
                  </a:lnTo>
                  <a:lnTo>
                    <a:pt x="2527242" y="13332"/>
                  </a:lnTo>
                  <a:lnTo>
                    <a:pt x="2535066" y="12896"/>
                  </a:lnTo>
                  <a:lnTo>
                    <a:pt x="2542890" y="12464"/>
                  </a:lnTo>
                  <a:lnTo>
                    <a:pt x="2550715" y="12037"/>
                  </a:lnTo>
                  <a:lnTo>
                    <a:pt x="2558539" y="11613"/>
                  </a:lnTo>
                  <a:lnTo>
                    <a:pt x="2566363" y="11195"/>
                  </a:lnTo>
                  <a:lnTo>
                    <a:pt x="2574187" y="10779"/>
                  </a:lnTo>
                  <a:lnTo>
                    <a:pt x="2582012" y="10372"/>
                  </a:lnTo>
                  <a:lnTo>
                    <a:pt x="2589836" y="9966"/>
                  </a:lnTo>
                  <a:lnTo>
                    <a:pt x="2597660" y="9570"/>
                  </a:lnTo>
                  <a:lnTo>
                    <a:pt x="2605485" y="9175"/>
                  </a:lnTo>
                  <a:lnTo>
                    <a:pt x="2613309" y="8790"/>
                  </a:lnTo>
                  <a:lnTo>
                    <a:pt x="2621133" y="8409"/>
                  </a:lnTo>
                  <a:lnTo>
                    <a:pt x="2628957" y="8035"/>
                  </a:lnTo>
                  <a:lnTo>
                    <a:pt x="2636782" y="7667"/>
                  </a:lnTo>
                  <a:lnTo>
                    <a:pt x="2644606" y="7306"/>
                  </a:lnTo>
                  <a:lnTo>
                    <a:pt x="2652430" y="6952"/>
                  </a:lnTo>
                  <a:lnTo>
                    <a:pt x="2660254" y="6605"/>
                  </a:lnTo>
                  <a:lnTo>
                    <a:pt x="2668079" y="6266"/>
                  </a:lnTo>
                  <a:lnTo>
                    <a:pt x="2675903" y="5932"/>
                  </a:lnTo>
                  <a:lnTo>
                    <a:pt x="2683727" y="5609"/>
                  </a:lnTo>
                  <a:lnTo>
                    <a:pt x="2691552" y="5290"/>
                  </a:lnTo>
                  <a:lnTo>
                    <a:pt x="2699376" y="4984"/>
                  </a:lnTo>
                  <a:lnTo>
                    <a:pt x="2707200" y="4680"/>
                  </a:lnTo>
                  <a:lnTo>
                    <a:pt x="2715024" y="4391"/>
                  </a:lnTo>
                  <a:lnTo>
                    <a:pt x="2722849" y="4104"/>
                  </a:lnTo>
                  <a:lnTo>
                    <a:pt x="2730673" y="3831"/>
                  </a:lnTo>
                  <a:lnTo>
                    <a:pt x="2738497" y="3563"/>
                  </a:lnTo>
                  <a:lnTo>
                    <a:pt x="2746322" y="3306"/>
                  </a:lnTo>
                  <a:lnTo>
                    <a:pt x="2754146" y="3057"/>
                  </a:lnTo>
                  <a:lnTo>
                    <a:pt x="2761970" y="2817"/>
                  </a:lnTo>
                  <a:lnTo>
                    <a:pt x="2769794" y="2587"/>
                  </a:lnTo>
                  <a:lnTo>
                    <a:pt x="2777619" y="2364"/>
                  </a:lnTo>
                  <a:lnTo>
                    <a:pt x="2785443" y="2154"/>
                  </a:lnTo>
                  <a:lnTo>
                    <a:pt x="2793267" y="1949"/>
                  </a:lnTo>
                  <a:lnTo>
                    <a:pt x="2801091" y="1760"/>
                  </a:lnTo>
                  <a:lnTo>
                    <a:pt x="2808916" y="1572"/>
                  </a:lnTo>
                  <a:lnTo>
                    <a:pt x="2816740" y="1403"/>
                  </a:lnTo>
                  <a:lnTo>
                    <a:pt x="2824564" y="1237"/>
                  </a:lnTo>
                  <a:lnTo>
                    <a:pt x="2832389" y="1086"/>
                  </a:lnTo>
                  <a:lnTo>
                    <a:pt x="2840213" y="941"/>
                  </a:lnTo>
                  <a:lnTo>
                    <a:pt x="2848037" y="809"/>
                  </a:lnTo>
                  <a:lnTo>
                    <a:pt x="2855861" y="685"/>
                  </a:lnTo>
                  <a:lnTo>
                    <a:pt x="2863686" y="572"/>
                  </a:lnTo>
                  <a:lnTo>
                    <a:pt x="2871510" y="469"/>
                  </a:lnTo>
                  <a:lnTo>
                    <a:pt x="2879334" y="375"/>
                  </a:lnTo>
                  <a:lnTo>
                    <a:pt x="2887159" y="294"/>
                  </a:lnTo>
                  <a:lnTo>
                    <a:pt x="2894983" y="219"/>
                  </a:lnTo>
                  <a:lnTo>
                    <a:pt x="2902807" y="160"/>
                  </a:lnTo>
                  <a:lnTo>
                    <a:pt x="2910631" y="104"/>
                  </a:lnTo>
                  <a:lnTo>
                    <a:pt x="2918456" y="66"/>
                  </a:lnTo>
                  <a:lnTo>
                    <a:pt x="2926280" y="31"/>
                  </a:lnTo>
                  <a:lnTo>
                    <a:pt x="2934104" y="13"/>
                  </a:lnTo>
                  <a:lnTo>
                    <a:pt x="2941929" y="0"/>
                  </a:lnTo>
                  <a:lnTo>
                    <a:pt x="2949753" y="1"/>
                  </a:lnTo>
                  <a:lnTo>
                    <a:pt x="2957577" y="9"/>
                  </a:lnTo>
                  <a:lnTo>
                    <a:pt x="2965401" y="29"/>
                  </a:lnTo>
                  <a:lnTo>
                    <a:pt x="2973226" y="59"/>
                  </a:lnTo>
                  <a:lnTo>
                    <a:pt x="2981050" y="98"/>
                  </a:lnTo>
                  <a:lnTo>
                    <a:pt x="2988874" y="148"/>
                  </a:lnTo>
                  <a:lnTo>
                    <a:pt x="2996698" y="206"/>
                  </a:lnTo>
                  <a:lnTo>
                    <a:pt x="3004523" y="278"/>
                  </a:lnTo>
                  <a:lnTo>
                    <a:pt x="3012347" y="354"/>
                  </a:lnTo>
                  <a:lnTo>
                    <a:pt x="3020171" y="446"/>
                  </a:lnTo>
                  <a:lnTo>
                    <a:pt x="3027996" y="541"/>
                  </a:lnTo>
                  <a:lnTo>
                    <a:pt x="3035820" y="653"/>
                  </a:lnTo>
                  <a:lnTo>
                    <a:pt x="3043644" y="768"/>
                  </a:lnTo>
                  <a:lnTo>
                    <a:pt x="3051468" y="898"/>
                  </a:lnTo>
                  <a:lnTo>
                    <a:pt x="3059293" y="1034"/>
                  </a:lnTo>
                  <a:lnTo>
                    <a:pt x="3067117" y="1181"/>
                  </a:lnTo>
                  <a:lnTo>
                    <a:pt x="3074941" y="1335"/>
                  </a:lnTo>
                  <a:lnTo>
                    <a:pt x="3082766" y="1500"/>
                  </a:lnTo>
                  <a:lnTo>
                    <a:pt x="3090590" y="1673"/>
                  </a:lnTo>
                  <a:lnTo>
                    <a:pt x="3098414" y="1854"/>
                  </a:lnTo>
                  <a:lnTo>
                    <a:pt x="3106238" y="2047"/>
                  </a:lnTo>
                  <a:lnTo>
                    <a:pt x="3114063" y="2244"/>
                  </a:lnTo>
                  <a:lnTo>
                    <a:pt x="3121887" y="2454"/>
                  </a:lnTo>
                  <a:lnTo>
                    <a:pt x="3129711" y="2667"/>
                  </a:lnTo>
                  <a:lnTo>
                    <a:pt x="3137536" y="2895"/>
                  </a:lnTo>
                  <a:lnTo>
                    <a:pt x="3145360" y="3125"/>
                  </a:lnTo>
                  <a:lnTo>
                    <a:pt x="3153184" y="3368"/>
                  </a:lnTo>
                  <a:lnTo>
                    <a:pt x="3161008" y="3615"/>
                  </a:lnTo>
                  <a:lnTo>
                    <a:pt x="3168833" y="3873"/>
                  </a:lnTo>
                  <a:lnTo>
                    <a:pt x="3176657" y="4136"/>
                  </a:lnTo>
                  <a:lnTo>
                    <a:pt x="3184481" y="4408"/>
                  </a:lnTo>
                  <a:lnTo>
                    <a:pt x="3192305" y="4686"/>
                  </a:lnTo>
                  <a:lnTo>
                    <a:pt x="3200130" y="4971"/>
                  </a:lnTo>
                  <a:lnTo>
                    <a:pt x="3207954" y="5265"/>
                  </a:lnTo>
                  <a:lnTo>
                    <a:pt x="3215778" y="5563"/>
                  </a:lnTo>
                  <a:lnTo>
                    <a:pt x="3223603" y="5871"/>
                  </a:lnTo>
                  <a:lnTo>
                    <a:pt x="3231427" y="6181"/>
                  </a:lnTo>
                  <a:lnTo>
                    <a:pt x="3239251" y="6502"/>
                  </a:lnTo>
                  <a:lnTo>
                    <a:pt x="3247075" y="6825"/>
                  </a:lnTo>
                  <a:lnTo>
                    <a:pt x="3254900" y="7159"/>
                  </a:lnTo>
                  <a:lnTo>
                    <a:pt x="3262724" y="7494"/>
                  </a:lnTo>
                  <a:lnTo>
                    <a:pt x="3270548" y="7838"/>
                  </a:lnTo>
                  <a:lnTo>
                    <a:pt x="3278373" y="8186"/>
                  </a:lnTo>
                  <a:lnTo>
                    <a:pt x="3286197" y="8540"/>
                  </a:lnTo>
                  <a:lnTo>
                    <a:pt x="3294021" y="8898"/>
                  </a:lnTo>
                  <a:lnTo>
                    <a:pt x="3301845" y="9262"/>
                  </a:lnTo>
                  <a:lnTo>
                    <a:pt x="3309670" y="9631"/>
                  </a:lnTo>
                  <a:lnTo>
                    <a:pt x="3317494" y="10003"/>
                  </a:lnTo>
                  <a:lnTo>
                    <a:pt x="3325318" y="10382"/>
                  </a:lnTo>
                  <a:lnTo>
                    <a:pt x="3333142" y="10762"/>
                  </a:lnTo>
                  <a:lnTo>
                    <a:pt x="3340967" y="11150"/>
                  </a:lnTo>
                  <a:lnTo>
                    <a:pt x="3348791" y="11538"/>
                  </a:lnTo>
                  <a:lnTo>
                    <a:pt x="3356615" y="11933"/>
                  </a:lnTo>
                  <a:lnTo>
                    <a:pt x="3364440" y="12330"/>
                  </a:lnTo>
                  <a:lnTo>
                    <a:pt x="3372264" y="12731"/>
                  </a:lnTo>
                  <a:lnTo>
                    <a:pt x="3380088" y="13134"/>
                  </a:lnTo>
                  <a:lnTo>
                    <a:pt x="3387912" y="13542"/>
                  </a:lnTo>
                  <a:lnTo>
                    <a:pt x="3395737" y="13951"/>
                  </a:lnTo>
                  <a:lnTo>
                    <a:pt x="3403561" y="14364"/>
                  </a:lnTo>
                  <a:lnTo>
                    <a:pt x="3411385" y="14778"/>
                  </a:lnTo>
                  <a:lnTo>
                    <a:pt x="3419210" y="15195"/>
                  </a:lnTo>
                  <a:lnTo>
                    <a:pt x="3427034" y="15615"/>
                  </a:lnTo>
                  <a:lnTo>
                    <a:pt x="3434858" y="16036"/>
                  </a:lnTo>
                  <a:lnTo>
                    <a:pt x="3442682" y="16459"/>
                  </a:lnTo>
                  <a:lnTo>
                    <a:pt x="3450507" y="16883"/>
                  </a:lnTo>
                  <a:lnTo>
                    <a:pt x="3458331" y="17309"/>
                  </a:lnTo>
                  <a:lnTo>
                    <a:pt x="3466155" y="17736"/>
                  </a:lnTo>
                  <a:lnTo>
                    <a:pt x="3473980" y="18164"/>
                  </a:lnTo>
                  <a:lnTo>
                    <a:pt x="3481804" y="18593"/>
                  </a:lnTo>
                  <a:lnTo>
                    <a:pt x="3489628" y="19022"/>
                  </a:lnTo>
                  <a:lnTo>
                    <a:pt x="3497452" y="19452"/>
                  </a:lnTo>
                  <a:lnTo>
                    <a:pt x="3505277" y="19883"/>
                  </a:lnTo>
                  <a:lnTo>
                    <a:pt x="3513101" y="20313"/>
                  </a:lnTo>
                  <a:lnTo>
                    <a:pt x="3520925" y="20743"/>
                  </a:lnTo>
                  <a:lnTo>
                    <a:pt x="3528749" y="21174"/>
                  </a:lnTo>
                  <a:lnTo>
                    <a:pt x="3536574" y="21604"/>
                  </a:lnTo>
                  <a:lnTo>
                    <a:pt x="3544398" y="22033"/>
                  </a:lnTo>
                  <a:lnTo>
                    <a:pt x="3552222" y="22462"/>
                  </a:lnTo>
                  <a:lnTo>
                    <a:pt x="3560047" y="22889"/>
                  </a:lnTo>
                  <a:lnTo>
                    <a:pt x="3567871" y="23317"/>
                  </a:lnTo>
                  <a:lnTo>
                    <a:pt x="3575695" y="23742"/>
                  </a:lnTo>
                  <a:lnTo>
                    <a:pt x="3583519" y="24166"/>
                  </a:lnTo>
                  <a:lnTo>
                    <a:pt x="3591344" y="24589"/>
                  </a:lnTo>
                  <a:lnTo>
                    <a:pt x="3599168" y="25010"/>
                  </a:lnTo>
                  <a:lnTo>
                    <a:pt x="3606992" y="25430"/>
                  </a:lnTo>
                  <a:lnTo>
                    <a:pt x="3614817" y="25847"/>
                  </a:lnTo>
                  <a:lnTo>
                    <a:pt x="3622641" y="26263"/>
                  </a:lnTo>
                  <a:lnTo>
                    <a:pt x="3630465" y="26676"/>
                  </a:lnTo>
                  <a:lnTo>
                    <a:pt x="3638289" y="27087"/>
                  </a:lnTo>
                  <a:lnTo>
                    <a:pt x="3646114" y="27495"/>
                  </a:lnTo>
                  <a:lnTo>
                    <a:pt x="3653938" y="27902"/>
                  </a:lnTo>
                  <a:lnTo>
                    <a:pt x="3661762" y="28304"/>
                  </a:lnTo>
                  <a:lnTo>
                    <a:pt x="3669586" y="28706"/>
                  </a:lnTo>
                  <a:lnTo>
                    <a:pt x="3677411" y="29102"/>
                  </a:lnTo>
                  <a:lnTo>
                    <a:pt x="3685235" y="29497"/>
                  </a:lnTo>
                  <a:lnTo>
                    <a:pt x="3693059" y="29887"/>
                  </a:lnTo>
                  <a:lnTo>
                    <a:pt x="3700884" y="30276"/>
                  </a:lnTo>
                  <a:lnTo>
                    <a:pt x="3708708" y="30659"/>
                  </a:lnTo>
                  <a:lnTo>
                    <a:pt x="3716532" y="31041"/>
                  </a:lnTo>
                  <a:lnTo>
                    <a:pt x="3724356" y="31418"/>
                  </a:lnTo>
                  <a:lnTo>
                    <a:pt x="3732181" y="31791"/>
                  </a:lnTo>
                  <a:lnTo>
                    <a:pt x="3740005" y="32161"/>
                  </a:lnTo>
                  <a:lnTo>
                    <a:pt x="3747829" y="32527"/>
                  </a:lnTo>
                  <a:lnTo>
                    <a:pt x="3755654" y="32889"/>
                  </a:lnTo>
                  <a:lnTo>
                    <a:pt x="3763478" y="33246"/>
                  </a:lnTo>
                  <a:lnTo>
                    <a:pt x="3771302" y="33601"/>
                  </a:lnTo>
                  <a:lnTo>
                    <a:pt x="3779126" y="33949"/>
                  </a:lnTo>
                  <a:lnTo>
                    <a:pt x="3786951" y="34296"/>
                  </a:lnTo>
                  <a:lnTo>
                    <a:pt x="3794775" y="34636"/>
                  </a:lnTo>
                  <a:lnTo>
                    <a:pt x="3802599" y="34973"/>
                  </a:lnTo>
                  <a:lnTo>
                    <a:pt x="3810424" y="35304"/>
                  </a:lnTo>
                  <a:lnTo>
                    <a:pt x="3818248" y="35633"/>
                  </a:lnTo>
                  <a:lnTo>
                    <a:pt x="3826072" y="35955"/>
                  </a:lnTo>
                  <a:lnTo>
                    <a:pt x="3833896" y="36274"/>
                  </a:lnTo>
                  <a:lnTo>
                    <a:pt x="3841721" y="36588"/>
                  </a:lnTo>
                  <a:lnTo>
                    <a:pt x="3849545" y="36897"/>
                  </a:lnTo>
                  <a:lnTo>
                    <a:pt x="3857369" y="37202"/>
                  </a:lnTo>
                  <a:lnTo>
                    <a:pt x="3865193" y="37501"/>
                  </a:lnTo>
                  <a:lnTo>
                    <a:pt x="3873018" y="37797"/>
                  </a:lnTo>
                  <a:lnTo>
                    <a:pt x="3880842" y="38086"/>
                  </a:lnTo>
                  <a:lnTo>
                    <a:pt x="3888666" y="38373"/>
                  </a:lnTo>
                  <a:lnTo>
                    <a:pt x="3896491" y="38652"/>
                  </a:lnTo>
                  <a:lnTo>
                    <a:pt x="3904315" y="38929"/>
                  </a:lnTo>
                  <a:lnTo>
                    <a:pt x="3912139" y="39199"/>
                  </a:lnTo>
                  <a:lnTo>
                    <a:pt x="3919963" y="39466"/>
                  </a:lnTo>
                  <a:lnTo>
                    <a:pt x="3927788" y="39726"/>
                  </a:lnTo>
                  <a:lnTo>
                    <a:pt x="3935612" y="39983"/>
                  </a:lnTo>
                  <a:lnTo>
                    <a:pt x="3943436" y="40234"/>
                  </a:lnTo>
                  <a:lnTo>
                    <a:pt x="3951261" y="40481"/>
                  </a:lnTo>
                  <a:lnTo>
                    <a:pt x="3959085" y="40723"/>
                  </a:lnTo>
                  <a:lnTo>
                    <a:pt x="3966909" y="40960"/>
                  </a:lnTo>
                  <a:lnTo>
                    <a:pt x="3974733" y="41193"/>
                  </a:lnTo>
                  <a:lnTo>
                    <a:pt x="3982558" y="41419"/>
                  </a:lnTo>
                  <a:lnTo>
                    <a:pt x="3990382" y="41644"/>
                  </a:lnTo>
                  <a:lnTo>
                    <a:pt x="3998206" y="41860"/>
                  </a:lnTo>
                  <a:lnTo>
                    <a:pt x="3998206" y="48867"/>
                  </a:lnTo>
                  <a:lnTo>
                    <a:pt x="3990382" y="48867"/>
                  </a:lnTo>
                  <a:lnTo>
                    <a:pt x="3982558" y="48867"/>
                  </a:lnTo>
                  <a:lnTo>
                    <a:pt x="3974733" y="48867"/>
                  </a:lnTo>
                  <a:lnTo>
                    <a:pt x="3966909" y="48867"/>
                  </a:lnTo>
                  <a:lnTo>
                    <a:pt x="3959085" y="48867"/>
                  </a:lnTo>
                  <a:lnTo>
                    <a:pt x="3951261" y="48867"/>
                  </a:lnTo>
                  <a:lnTo>
                    <a:pt x="3943436" y="48867"/>
                  </a:lnTo>
                  <a:lnTo>
                    <a:pt x="3935612" y="48867"/>
                  </a:lnTo>
                  <a:lnTo>
                    <a:pt x="3927788" y="48867"/>
                  </a:lnTo>
                  <a:lnTo>
                    <a:pt x="3919963" y="48867"/>
                  </a:lnTo>
                  <a:lnTo>
                    <a:pt x="3912139" y="48867"/>
                  </a:lnTo>
                  <a:lnTo>
                    <a:pt x="3904315" y="48867"/>
                  </a:lnTo>
                  <a:lnTo>
                    <a:pt x="3896491" y="48867"/>
                  </a:lnTo>
                  <a:lnTo>
                    <a:pt x="3888666" y="48867"/>
                  </a:lnTo>
                  <a:lnTo>
                    <a:pt x="3880842" y="48867"/>
                  </a:lnTo>
                  <a:lnTo>
                    <a:pt x="3873018" y="48867"/>
                  </a:lnTo>
                  <a:lnTo>
                    <a:pt x="3865193" y="48867"/>
                  </a:lnTo>
                  <a:lnTo>
                    <a:pt x="3857369" y="48867"/>
                  </a:lnTo>
                  <a:lnTo>
                    <a:pt x="3849545" y="48867"/>
                  </a:lnTo>
                  <a:lnTo>
                    <a:pt x="3841721" y="48867"/>
                  </a:lnTo>
                  <a:lnTo>
                    <a:pt x="3833896" y="48867"/>
                  </a:lnTo>
                  <a:lnTo>
                    <a:pt x="3826072" y="48867"/>
                  </a:lnTo>
                  <a:lnTo>
                    <a:pt x="3818248" y="48867"/>
                  </a:lnTo>
                  <a:lnTo>
                    <a:pt x="3810424" y="48867"/>
                  </a:lnTo>
                  <a:lnTo>
                    <a:pt x="3802599" y="48867"/>
                  </a:lnTo>
                  <a:lnTo>
                    <a:pt x="3794775" y="48867"/>
                  </a:lnTo>
                  <a:lnTo>
                    <a:pt x="3786951" y="48867"/>
                  </a:lnTo>
                  <a:lnTo>
                    <a:pt x="3779126" y="48867"/>
                  </a:lnTo>
                  <a:lnTo>
                    <a:pt x="3771302" y="48867"/>
                  </a:lnTo>
                  <a:lnTo>
                    <a:pt x="3763478" y="48867"/>
                  </a:lnTo>
                  <a:lnTo>
                    <a:pt x="3755654" y="48867"/>
                  </a:lnTo>
                  <a:lnTo>
                    <a:pt x="3747829" y="48867"/>
                  </a:lnTo>
                  <a:lnTo>
                    <a:pt x="3740005" y="48867"/>
                  </a:lnTo>
                  <a:lnTo>
                    <a:pt x="3732181" y="48867"/>
                  </a:lnTo>
                  <a:lnTo>
                    <a:pt x="3724356" y="48867"/>
                  </a:lnTo>
                  <a:lnTo>
                    <a:pt x="3716532" y="48867"/>
                  </a:lnTo>
                  <a:lnTo>
                    <a:pt x="3708708" y="48867"/>
                  </a:lnTo>
                  <a:lnTo>
                    <a:pt x="3700884" y="48867"/>
                  </a:lnTo>
                  <a:lnTo>
                    <a:pt x="3693059" y="48867"/>
                  </a:lnTo>
                  <a:lnTo>
                    <a:pt x="3685235" y="48867"/>
                  </a:lnTo>
                  <a:lnTo>
                    <a:pt x="3677411" y="48867"/>
                  </a:lnTo>
                  <a:lnTo>
                    <a:pt x="3669586" y="48867"/>
                  </a:lnTo>
                  <a:lnTo>
                    <a:pt x="3661762" y="48867"/>
                  </a:lnTo>
                  <a:lnTo>
                    <a:pt x="3653938" y="48867"/>
                  </a:lnTo>
                  <a:lnTo>
                    <a:pt x="3646114" y="48867"/>
                  </a:lnTo>
                  <a:lnTo>
                    <a:pt x="3638289" y="48867"/>
                  </a:lnTo>
                  <a:lnTo>
                    <a:pt x="3630465" y="48867"/>
                  </a:lnTo>
                  <a:lnTo>
                    <a:pt x="3622641" y="48867"/>
                  </a:lnTo>
                  <a:lnTo>
                    <a:pt x="3614817" y="48867"/>
                  </a:lnTo>
                  <a:lnTo>
                    <a:pt x="3606992" y="48867"/>
                  </a:lnTo>
                  <a:lnTo>
                    <a:pt x="3599168" y="48867"/>
                  </a:lnTo>
                  <a:lnTo>
                    <a:pt x="3591344" y="48867"/>
                  </a:lnTo>
                  <a:lnTo>
                    <a:pt x="3583519" y="48867"/>
                  </a:lnTo>
                  <a:lnTo>
                    <a:pt x="3575695" y="48867"/>
                  </a:lnTo>
                  <a:lnTo>
                    <a:pt x="3567871" y="48867"/>
                  </a:lnTo>
                  <a:lnTo>
                    <a:pt x="3560047" y="48867"/>
                  </a:lnTo>
                  <a:lnTo>
                    <a:pt x="3552222" y="48867"/>
                  </a:lnTo>
                  <a:lnTo>
                    <a:pt x="3544398" y="48867"/>
                  </a:lnTo>
                  <a:lnTo>
                    <a:pt x="3536574" y="48867"/>
                  </a:lnTo>
                  <a:lnTo>
                    <a:pt x="3528749" y="48867"/>
                  </a:lnTo>
                  <a:lnTo>
                    <a:pt x="3520925" y="48867"/>
                  </a:lnTo>
                  <a:lnTo>
                    <a:pt x="3513101" y="48867"/>
                  </a:lnTo>
                  <a:lnTo>
                    <a:pt x="3505277" y="48867"/>
                  </a:lnTo>
                  <a:lnTo>
                    <a:pt x="3497452" y="48867"/>
                  </a:lnTo>
                  <a:lnTo>
                    <a:pt x="3489628" y="48867"/>
                  </a:lnTo>
                  <a:lnTo>
                    <a:pt x="3481804" y="48867"/>
                  </a:lnTo>
                  <a:lnTo>
                    <a:pt x="3473980" y="48867"/>
                  </a:lnTo>
                  <a:lnTo>
                    <a:pt x="3466155" y="48867"/>
                  </a:lnTo>
                  <a:lnTo>
                    <a:pt x="3458331" y="48867"/>
                  </a:lnTo>
                  <a:lnTo>
                    <a:pt x="3450507" y="48867"/>
                  </a:lnTo>
                  <a:lnTo>
                    <a:pt x="3442682" y="48867"/>
                  </a:lnTo>
                  <a:lnTo>
                    <a:pt x="3434858" y="48867"/>
                  </a:lnTo>
                  <a:lnTo>
                    <a:pt x="3427034" y="48867"/>
                  </a:lnTo>
                  <a:lnTo>
                    <a:pt x="3419210" y="48867"/>
                  </a:lnTo>
                  <a:lnTo>
                    <a:pt x="3411385" y="48867"/>
                  </a:lnTo>
                  <a:lnTo>
                    <a:pt x="3403561" y="48867"/>
                  </a:lnTo>
                  <a:lnTo>
                    <a:pt x="3395737" y="48867"/>
                  </a:lnTo>
                  <a:lnTo>
                    <a:pt x="3387912" y="48867"/>
                  </a:lnTo>
                  <a:lnTo>
                    <a:pt x="3380088" y="48867"/>
                  </a:lnTo>
                  <a:lnTo>
                    <a:pt x="3372264" y="48867"/>
                  </a:lnTo>
                  <a:lnTo>
                    <a:pt x="3364440" y="48867"/>
                  </a:lnTo>
                  <a:lnTo>
                    <a:pt x="3356615" y="48867"/>
                  </a:lnTo>
                  <a:lnTo>
                    <a:pt x="3348791" y="48867"/>
                  </a:lnTo>
                  <a:lnTo>
                    <a:pt x="3340967" y="48867"/>
                  </a:lnTo>
                  <a:lnTo>
                    <a:pt x="3333142" y="48867"/>
                  </a:lnTo>
                  <a:lnTo>
                    <a:pt x="3325318" y="48867"/>
                  </a:lnTo>
                  <a:lnTo>
                    <a:pt x="3317494" y="48867"/>
                  </a:lnTo>
                  <a:lnTo>
                    <a:pt x="3309670" y="48867"/>
                  </a:lnTo>
                  <a:lnTo>
                    <a:pt x="3301845" y="48867"/>
                  </a:lnTo>
                  <a:lnTo>
                    <a:pt x="3294021" y="48867"/>
                  </a:lnTo>
                  <a:lnTo>
                    <a:pt x="3286197" y="48867"/>
                  </a:lnTo>
                  <a:lnTo>
                    <a:pt x="3278373" y="48867"/>
                  </a:lnTo>
                  <a:lnTo>
                    <a:pt x="3270548" y="48867"/>
                  </a:lnTo>
                  <a:lnTo>
                    <a:pt x="3262724" y="48867"/>
                  </a:lnTo>
                  <a:lnTo>
                    <a:pt x="3254900" y="48867"/>
                  </a:lnTo>
                  <a:lnTo>
                    <a:pt x="3247075" y="48867"/>
                  </a:lnTo>
                  <a:lnTo>
                    <a:pt x="3239251" y="48867"/>
                  </a:lnTo>
                  <a:lnTo>
                    <a:pt x="3231427" y="48867"/>
                  </a:lnTo>
                  <a:lnTo>
                    <a:pt x="3223603" y="48867"/>
                  </a:lnTo>
                  <a:lnTo>
                    <a:pt x="3215778" y="48867"/>
                  </a:lnTo>
                  <a:lnTo>
                    <a:pt x="3207954" y="48867"/>
                  </a:lnTo>
                  <a:lnTo>
                    <a:pt x="3200130" y="48867"/>
                  </a:lnTo>
                  <a:lnTo>
                    <a:pt x="3192305" y="48867"/>
                  </a:lnTo>
                  <a:lnTo>
                    <a:pt x="3184481" y="48867"/>
                  </a:lnTo>
                  <a:lnTo>
                    <a:pt x="3176657" y="48867"/>
                  </a:lnTo>
                  <a:lnTo>
                    <a:pt x="3168833" y="48867"/>
                  </a:lnTo>
                  <a:lnTo>
                    <a:pt x="3161008" y="48867"/>
                  </a:lnTo>
                  <a:lnTo>
                    <a:pt x="3153184" y="48867"/>
                  </a:lnTo>
                  <a:lnTo>
                    <a:pt x="3145360" y="48867"/>
                  </a:lnTo>
                  <a:lnTo>
                    <a:pt x="3137536" y="48867"/>
                  </a:lnTo>
                  <a:lnTo>
                    <a:pt x="3129711" y="48867"/>
                  </a:lnTo>
                  <a:lnTo>
                    <a:pt x="3121887" y="48867"/>
                  </a:lnTo>
                  <a:lnTo>
                    <a:pt x="3114063" y="48867"/>
                  </a:lnTo>
                  <a:lnTo>
                    <a:pt x="3106238" y="48867"/>
                  </a:lnTo>
                  <a:lnTo>
                    <a:pt x="3098414" y="48867"/>
                  </a:lnTo>
                  <a:lnTo>
                    <a:pt x="3090590" y="48867"/>
                  </a:lnTo>
                  <a:lnTo>
                    <a:pt x="3082766" y="48867"/>
                  </a:lnTo>
                  <a:lnTo>
                    <a:pt x="3074941" y="48867"/>
                  </a:lnTo>
                  <a:lnTo>
                    <a:pt x="3067117" y="48867"/>
                  </a:lnTo>
                  <a:lnTo>
                    <a:pt x="3059293" y="48867"/>
                  </a:lnTo>
                  <a:lnTo>
                    <a:pt x="3051468" y="48867"/>
                  </a:lnTo>
                  <a:lnTo>
                    <a:pt x="3043644" y="48867"/>
                  </a:lnTo>
                  <a:lnTo>
                    <a:pt x="3035820" y="48867"/>
                  </a:lnTo>
                  <a:lnTo>
                    <a:pt x="3027996" y="48867"/>
                  </a:lnTo>
                  <a:lnTo>
                    <a:pt x="3020171" y="48867"/>
                  </a:lnTo>
                  <a:lnTo>
                    <a:pt x="3012347" y="48867"/>
                  </a:lnTo>
                  <a:lnTo>
                    <a:pt x="3004523" y="48867"/>
                  </a:lnTo>
                  <a:lnTo>
                    <a:pt x="2996698" y="48867"/>
                  </a:lnTo>
                  <a:lnTo>
                    <a:pt x="2988874" y="48867"/>
                  </a:lnTo>
                  <a:lnTo>
                    <a:pt x="2981050" y="48867"/>
                  </a:lnTo>
                  <a:lnTo>
                    <a:pt x="2973226" y="48867"/>
                  </a:lnTo>
                  <a:lnTo>
                    <a:pt x="2965401" y="48867"/>
                  </a:lnTo>
                  <a:lnTo>
                    <a:pt x="2957577" y="48867"/>
                  </a:lnTo>
                  <a:lnTo>
                    <a:pt x="2949753" y="48867"/>
                  </a:lnTo>
                  <a:lnTo>
                    <a:pt x="2941929" y="48867"/>
                  </a:lnTo>
                  <a:lnTo>
                    <a:pt x="2934104" y="48867"/>
                  </a:lnTo>
                  <a:lnTo>
                    <a:pt x="2926280" y="48867"/>
                  </a:lnTo>
                  <a:lnTo>
                    <a:pt x="2918456" y="48867"/>
                  </a:lnTo>
                  <a:lnTo>
                    <a:pt x="2910631" y="48867"/>
                  </a:lnTo>
                  <a:lnTo>
                    <a:pt x="2902807" y="48867"/>
                  </a:lnTo>
                  <a:lnTo>
                    <a:pt x="2894983" y="48867"/>
                  </a:lnTo>
                  <a:lnTo>
                    <a:pt x="2887159" y="48867"/>
                  </a:lnTo>
                  <a:lnTo>
                    <a:pt x="2879334" y="48867"/>
                  </a:lnTo>
                  <a:lnTo>
                    <a:pt x="2871510" y="48867"/>
                  </a:lnTo>
                  <a:lnTo>
                    <a:pt x="2863686" y="48867"/>
                  </a:lnTo>
                  <a:lnTo>
                    <a:pt x="2855861" y="48867"/>
                  </a:lnTo>
                  <a:lnTo>
                    <a:pt x="2848037" y="48867"/>
                  </a:lnTo>
                  <a:lnTo>
                    <a:pt x="2840213" y="48867"/>
                  </a:lnTo>
                  <a:lnTo>
                    <a:pt x="2832389" y="48867"/>
                  </a:lnTo>
                  <a:lnTo>
                    <a:pt x="2824564" y="48867"/>
                  </a:lnTo>
                  <a:lnTo>
                    <a:pt x="2816740" y="48867"/>
                  </a:lnTo>
                  <a:lnTo>
                    <a:pt x="2808916" y="48867"/>
                  </a:lnTo>
                  <a:lnTo>
                    <a:pt x="2801091" y="48867"/>
                  </a:lnTo>
                  <a:lnTo>
                    <a:pt x="2793267" y="48867"/>
                  </a:lnTo>
                  <a:lnTo>
                    <a:pt x="2785443" y="48867"/>
                  </a:lnTo>
                  <a:lnTo>
                    <a:pt x="2777619" y="48867"/>
                  </a:lnTo>
                  <a:lnTo>
                    <a:pt x="2769794" y="48867"/>
                  </a:lnTo>
                  <a:lnTo>
                    <a:pt x="2761970" y="48867"/>
                  </a:lnTo>
                  <a:lnTo>
                    <a:pt x="2754146" y="48867"/>
                  </a:lnTo>
                  <a:lnTo>
                    <a:pt x="2746322" y="48867"/>
                  </a:lnTo>
                  <a:lnTo>
                    <a:pt x="2738497" y="48867"/>
                  </a:lnTo>
                  <a:lnTo>
                    <a:pt x="2730673" y="48867"/>
                  </a:lnTo>
                  <a:lnTo>
                    <a:pt x="2722849" y="48867"/>
                  </a:lnTo>
                  <a:lnTo>
                    <a:pt x="2715024" y="48867"/>
                  </a:lnTo>
                  <a:lnTo>
                    <a:pt x="2707200" y="48867"/>
                  </a:lnTo>
                  <a:lnTo>
                    <a:pt x="2699376" y="48867"/>
                  </a:lnTo>
                  <a:lnTo>
                    <a:pt x="2691552" y="48867"/>
                  </a:lnTo>
                  <a:lnTo>
                    <a:pt x="2683727" y="48867"/>
                  </a:lnTo>
                  <a:lnTo>
                    <a:pt x="2675903" y="48867"/>
                  </a:lnTo>
                  <a:lnTo>
                    <a:pt x="2668079" y="48867"/>
                  </a:lnTo>
                  <a:lnTo>
                    <a:pt x="2660254" y="48867"/>
                  </a:lnTo>
                  <a:lnTo>
                    <a:pt x="2652430" y="48867"/>
                  </a:lnTo>
                  <a:lnTo>
                    <a:pt x="2644606" y="48867"/>
                  </a:lnTo>
                  <a:lnTo>
                    <a:pt x="2636782" y="48867"/>
                  </a:lnTo>
                  <a:lnTo>
                    <a:pt x="2628957" y="48867"/>
                  </a:lnTo>
                  <a:lnTo>
                    <a:pt x="2621133" y="48867"/>
                  </a:lnTo>
                  <a:lnTo>
                    <a:pt x="2613309" y="48867"/>
                  </a:lnTo>
                  <a:lnTo>
                    <a:pt x="2605485" y="48867"/>
                  </a:lnTo>
                  <a:lnTo>
                    <a:pt x="2597660" y="48867"/>
                  </a:lnTo>
                  <a:lnTo>
                    <a:pt x="2589836" y="48867"/>
                  </a:lnTo>
                  <a:lnTo>
                    <a:pt x="2582012" y="48867"/>
                  </a:lnTo>
                  <a:lnTo>
                    <a:pt x="2574187" y="48867"/>
                  </a:lnTo>
                  <a:lnTo>
                    <a:pt x="2566363" y="48867"/>
                  </a:lnTo>
                  <a:lnTo>
                    <a:pt x="2558539" y="48867"/>
                  </a:lnTo>
                  <a:lnTo>
                    <a:pt x="2550715" y="48867"/>
                  </a:lnTo>
                  <a:lnTo>
                    <a:pt x="2542890" y="48867"/>
                  </a:lnTo>
                  <a:lnTo>
                    <a:pt x="2535066" y="48867"/>
                  </a:lnTo>
                  <a:lnTo>
                    <a:pt x="2527242" y="48867"/>
                  </a:lnTo>
                  <a:lnTo>
                    <a:pt x="2519417" y="48867"/>
                  </a:lnTo>
                  <a:lnTo>
                    <a:pt x="2511593" y="48867"/>
                  </a:lnTo>
                  <a:lnTo>
                    <a:pt x="2503769" y="48867"/>
                  </a:lnTo>
                  <a:lnTo>
                    <a:pt x="2495945" y="48867"/>
                  </a:lnTo>
                  <a:lnTo>
                    <a:pt x="2488120" y="48867"/>
                  </a:lnTo>
                  <a:lnTo>
                    <a:pt x="2480296" y="48867"/>
                  </a:lnTo>
                  <a:lnTo>
                    <a:pt x="2472472" y="48867"/>
                  </a:lnTo>
                  <a:lnTo>
                    <a:pt x="2464647" y="48867"/>
                  </a:lnTo>
                  <a:lnTo>
                    <a:pt x="2456823" y="48867"/>
                  </a:lnTo>
                  <a:lnTo>
                    <a:pt x="2448999" y="48867"/>
                  </a:lnTo>
                  <a:lnTo>
                    <a:pt x="2441175" y="48867"/>
                  </a:lnTo>
                  <a:lnTo>
                    <a:pt x="2433350" y="48867"/>
                  </a:lnTo>
                  <a:lnTo>
                    <a:pt x="2425526" y="48867"/>
                  </a:lnTo>
                  <a:lnTo>
                    <a:pt x="2417702" y="48867"/>
                  </a:lnTo>
                  <a:lnTo>
                    <a:pt x="2409878" y="48867"/>
                  </a:lnTo>
                  <a:lnTo>
                    <a:pt x="2402053" y="48867"/>
                  </a:lnTo>
                  <a:lnTo>
                    <a:pt x="2394229" y="48867"/>
                  </a:lnTo>
                  <a:lnTo>
                    <a:pt x="2386405" y="48867"/>
                  </a:lnTo>
                  <a:lnTo>
                    <a:pt x="2378580" y="48867"/>
                  </a:lnTo>
                  <a:lnTo>
                    <a:pt x="2370756" y="48867"/>
                  </a:lnTo>
                  <a:lnTo>
                    <a:pt x="2362932" y="48867"/>
                  </a:lnTo>
                  <a:lnTo>
                    <a:pt x="2355108" y="48867"/>
                  </a:lnTo>
                  <a:lnTo>
                    <a:pt x="2347283" y="48867"/>
                  </a:lnTo>
                  <a:lnTo>
                    <a:pt x="2339459" y="48867"/>
                  </a:lnTo>
                  <a:lnTo>
                    <a:pt x="2331635" y="48867"/>
                  </a:lnTo>
                  <a:lnTo>
                    <a:pt x="2323810" y="48867"/>
                  </a:lnTo>
                  <a:lnTo>
                    <a:pt x="2315986" y="48867"/>
                  </a:lnTo>
                  <a:lnTo>
                    <a:pt x="2308162" y="48867"/>
                  </a:lnTo>
                  <a:lnTo>
                    <a:pt x="2300338" y="48867"/>
                  </a:lnTo>
                  <a:lnTo>
                    <a:pt x="2292513" y="48867"/>
                  </a:lnTo>
                  <a:lnTo>
                    <a:pt x="2284689" y="48867"/>
                  </a:lnTo>
                  <a:lnTo>
                    <a:pt x="2276865" y="48867"/>
                  </a:lnTo>
                  <a:lnTo>
                    <a:pt x="2269040" y="48867"/>
                  </a:lnTo>
                  <a:lnTo>
                    <a:pt x="2261216" y="48867"/>
                  </a:lnTo>
                  <a:lnTo>
                    <a:pt x="2253392" y="48867"/>
                  </a:lnTo>
                  <a:lnTo>
                    <a:pt x="2245568" y="48867"/>
                  </a:lnTo>
                  <a:lnTo>
                    <a:pt x="2237743" y="48867"/>
                  </a:lnTo>
                  <a:lnTo>
                    <a:pt x="2229919" y="48867"/>
                  </a:lnTo>
                  <a:lnTo>
                    <a:pt x="2222095" y="48867"/>
                  </a:lnTo>
                  <a:lnTo>
                    <a:pt x="2214271" y="48867"/>
                  </a:lnTo>
                  <a:lnTo>
                    <a:pt x="2206446" y="48867"/>
                  </a:lnTo>
                  <a:lnTo>
                    <a:pt x="2198622" y="48867"/>
                  </a:lnTo>
                  <a:lnTo>
                    <a:pt x="2190798" y="48867"/>
                  </a:lnTo>
                  <a:lnTo>
                    <a:pt x="2182973" y="48867"/>
                  </a:lnTo>
                  <a:lnTo>
                    <a:pt x="2175149" y="48867"/>
                  </a:lnTo>
                  <a:lnTo>
                    <a:pt x="2167325" y="48867"/>
                  </a:lnTo>
                  <a:lnTo>
                    <a:pt x="2159501" y="48867"/>
                  </a:lnTo>
                  <a:lnTo>
                    <a:pt x="2151676" y="48867"/>
                  </a:lnTo>
                  <a:lnTo>
                    <a:pt x="2143852" y="48867"/>
                  </a:lnTo>
                  <a:lnTo>
                    <a:pt x="2136028" y="48867"/>
                  </a:lnTo>
                  <a:lnTo>
                    <a:pt x="2128203" y="48867"/>
                  </a:lnTo>
                  <a:lnTo>
                    <a:pt x="2120379" y="48867"/>
                  </a:lnTo>
                  <a:lnTo>
                    <a:pt x="2112555" y="48867"/>
                  </a:lnTo>
                  <a:lnTo>
                    <a:pt x="2104731" y="48867"/>
                  </a:lnTo>
                  <a:lnTo>
                    <a:pt x="2096906" y="48867"/>
                  </a:lnTo>
                  <a:lnTo>
                    <a:pt x="2089082" y="48867"/>
                  </a:lnTo>
                  <a:lnTo>
                    <a:pt x="2081258" y="48867"/>
                  </a:lnTo>
                  <a:lnTo>
                    <a:pt x="2073434" y="48867"/>
                  </a:lnTo>
                  <a:lnTo>
                    <a:pt x="2065609" y="48867"/>
                  </a:lnTo>
                  <a:lnTo>
                    <a:pt x="2057785" y="48867"/>
                  </a:lnTo>
                  <a:lnTo>
                    <a:pt x="2049961" y="48867"/>
                  </a:lnTo>
                  <a:lnTo>
                    <a:pt x="2042136" y="48867"/>
                  </a:lnTo>
                  <a:lnTo>
                    <a:pt x="2034312" y="48867"/>
                  </a:lnTo>
                  <a:lnTo>
                    <a:pt x="2026488" y="48867"/>
                  </a:lnTo>
                  <a:lnTo>
                    <a:pt x="2018664" y="48867"/>
                  </a:lnTo>
                  <a:lnTo>
                    <a:pt x="2010839" y="48867"/>
                  </a:lnTo>
                  <a:lnTo>
                    <a:pt x="2003015" y="48867"/>
                  </a:lnTo>
                  <a:lnTo>
                    <a:pt x="1995191" y="48867"/>
                  </a:lnTo>
                  <a:lnTo>
                    <a:pt x="1987366" y="48867"/>
                  </a:lnTo>
                  <a:lnTo>
                    <a:pt x="1979542" y="48867"/>
                  </a:lnTo>
                  <a:lnTo>
                    <a:pt x="1971718" y="48867"/>
                  </a:lnTo>
                  <a:lnTo>
                    <a:pt x="1963894" y="48867"/>
                  </a:lnTo>
                  <a:lnTo>
                    <a:pt x="1956069" y="48867"/>
                  </a:lnTo>
                  <a:lnTo>
                    <a:pt x="1948245" y="48867"/>
                  </a:lnTo>
                  <a:lnTo>
                    <a:pt x="1940421" y="48867"/>
                  </a:lnTo>
                  <a:lnTo>
                    <a:pt x="1932596" y="48867"/>
                  </a:lnTo>
                  <a:lnTo>
                    <a:pt x="1924772" y="48867"/>
                  </a:lnTo>
                  <a:lnTo>
                    <a:pt x="1916948" y="48867"/>
                  </a:lnTo>
                  <a:lnTo>
                    <a:pt x="1909124" y="48867"/>
                  </a:lnTo>
                  <a:lnTo>
                    <a:pt x="1901299" y="48867"/>
                  </a:lnTo>
                  <a:lnTo>
                    <a:pt x="1893475" y="48867"/>
                  </a:lnTo>
                  <a:lnTo>
                    <a:pt x="1885651" y="48867"/>
                  </a:lnTo>
                  <a:lnTo>
                    <a:pt x="1877827" y="48867"/>
                  </a:lnTo>
                  <a:lnTo>
                    <a:pt x="1870002" y="48867"/>
                  </a:lnTo>
                  <a:lnTo>
                    <a:pt x="1862178" y="48867"/>
                  </a:lnTo>
                  <a:lnTo>
                    <a:pt x="1854354" y="48867"/>
                  </a:lnTo>
                  <a:lnTo>
                    <a:pt x="1846529" y="48867"/>
                  </a:lnTo>
                  <a:lnTo>
                    <a:pt x="1838705" y="48867"/>
                  </a:lnTo>
                  <a:lnTo>
                    <a:pt x="1830881" y="48867"/>
                  </a:lnTo>
                  <a:lnTo>
                    <a:pt x="1823057" y="48867"/>
                  </a:lnTo>
                  <a:lnTo>
                    <a:pt x="1815232" y="48867"/>
                  </a:lnTo>
                  <a:lnTo>
                    <a:pt x="1807408" y="48867"/>
                  </a:lnTo>
                  <a:lnTo>
                    <a:pt x="1799584" y="48867"/>
                  </a:lnTo>
                  <a:lnTo>
                    <a:pt x="1791759" y="48867"/>
                  </a:lnTo>
                  <a:lnTo>
                    <a:pt x="1783935" y="48867"/>
                  </a:lnTo>
                  <a:lnTo>
                    <a:pt x="1776111" y="48867"/>
                  </a:lnTo>
                  <a:lnTo>
                    <a:pt x="1768287" y="48867"/>
                  </a:lnTo>
                  <a:lnTo>
                    <a:pt x="1760462" y="48867"/>
                  </a:lnTo>
                  <a:lnTo>
                    <a:pt x="1752638" y="48867"/>
                  </a:lnTo>
                  <a:lnTo>
                    <a:pt x="1744814" y="48867"/>
                  </a:lnTo>
                  <a:lnTo>
                    <a:pt x="1736990" y="48867"/>
                  </a:lnTo>
                  <a:lnTo>
                    <a:pt x="1729165" y="48867"/>
                  </a:lnTo>
                  <a:lnTo>
                    <a:pt x="1721341" y="48867"/>
                  </a:lnTo>
                  <a:lnTo>
                    <a:pt x="1713517" y="48867"/>
                  </a:lnTo>
                  <a:lnTo>
                    <a:pt x="1705692" y="48867"/>
                  </a:lnTo>
                  <a:lnTo>
                    <a:pt x="1697868" y="48867"/>
                  </a:lnTo>
                  <a:lnTo>
                    <a:pt x="1690044" y="48867"/>
                  </a:lnTo>
                  <a:lnTo>
                    <a:pt x="1682220" y="48867"/>
                  </a:lnTo>
                  <a:lnTo>
                    <a:pt x="1674395" y="48867"/>
                  </a:lnTo>
                  <a:lnTo>
                    <a:pt x="1666571" y="48867"/>
                  </a:lnTo>
                  <a:lnTo>
                    <a:pt x="1658747" y="48867"/>
                  </a:lnTo>
                  <a:lnTo>
                    <a:pt x="1650922" y="48867"/>
                  </a:lnTo>
                  <a:lnTo>
                    <a:pt x="1643098" y="48867"/>
                  </a:lnTo>
                  <a:lnTo>
                    <a:pt x="1635274" y="48867"/>
                  </a:lnTo>
                  <a:lnTo>
                    <a:pt x="1627450" y="48867"/>
                  </a:lnTo>
                  <a:lnTo>
                    <a:pt x="1619625" y="48867"/>
                  </a:lnTo>
                  <a:lnTo>
                    <a:pt x="1611801" y="48867"/>
                  </a:lnTo>
                  <a:lnTo>
                    <a:pt x="1603977" y="48867"/>
                  </a:lnTo>
                  <a:lnTo>
                    <a:pt x="1596152" y="48867"/>
                  </a:lnTo>
                  <a:lnTo>
                    <a:pt x="1588328" y="48867"/>
                  </a:lnTo>
                  <a:lnTo>
                    <a:pt x="1580504" y="48867"/>
                  </a:lnTo>
                  <a:lnTo>
                    <a:pt x="1572680" y="48867"/>
                  </a:lnTo>
                  <a:lnTo>
                    <a:pt x="1564855" y="48867"/>
                  </a:lnTo>
                  <a:lnTo>
                    <a:pt x="1557031" y="48867"/>
                  </a:lnTo>
                  <a:lnTo>
                    <a:pt x="1549207" y="48867"/>
                  </a:lnTo>
                  <a:lnTo>
                    <a:pt x="1541383" y="48867"/>
                  </a:lnTo>
                  <a:lnTo>
                    <a:pt x="1533558" y="48867"/>
                  </a:lnTo>
                  <a:lnTo>
                    <a:pt x="1525734" y="48867"/>
                  </a:lnTo>
                  <a:lnTo>
                    <a:pt x="1517910" y="48867"/>
                  </a:lnTo>
                  <a:lnTo>
                    <a:pt x="1510085" y="48867"/>
                  </a:lnTo>
                  <a:lnTo>
                    <a:pt x="1502261" y="48867"/>
                  </a:lnTo>
                  <a:lnTo>
                    <a:pt x="1494437" y="48867"/>
                  </a:lnTo>
                  <a:lnTo>
                    <a:pt x="1486613" y="48867"/>
                  </a:lnTo>
                  <a:lnTo>
                    <a:pt x="1478788" y="48867"/>
                  </a:lnTo>
                  <a:lnTo>
                    <a:pt x="1470964" y="48867"/>
                  </a:lnTo>
                  <a:lnTo>
                    <a:pt x="1463140" y="48867"/>
                  </a:lnTo>
                  <a:lnTo>
                    <a:pt x="1455315" y="48867"/>
                  </a:lnTo>
                  <a:lnTo>
                    <a:pt x="1447491" y="48867"/>
                  </a:lnTo>
                  <a:lnTo>
                    <a:pt x="1439667" y="48867"/>
                  </a:lnTo>
                  <a:lnTo>
                    <a:pt x="1431843" y="48867"/>
                  </a:lnTo>
                  <a:lnTo>
                    <a:pt x="1424018" y="48867"/>
                  </a:lnTo>
                  <a:lnTo>
                    <a:pt x="1416194" y="48867"/>
                  </a:lnTo>
                  <a:lnTo>
                    <a:pt x="1408370" y="48867"/>
                  </a:lnTo>
                  <a:lnTo>
                    <a:pt x="1400545" y="48867"/>
                  </a:lnTo>
                  <a:lnTo>
                    <a:pt x="1392721" y="48867"/>
                  </a:lnTo>
                  <a:lnTo>
                    <a:pt x="1384897" y="48867"/>
                  </a:lnTo>
                  <a:lnTo>
                    <a:pt x="1377073" y="48867"/>
                  </a:lnTo>
                  <a:lnTo>
                    <a:pt x="1369248" y="48867"/>
                  </a:lnTo>
                  <a:lnTo>
                    <a:pt x="1361424" y="48867"/>
                  </a:lnTo>
                  <a:lnTo>
                    <a:pt x="1353600" y="48867"/>
                  </a:lnTo>
                  <a:lnTo>
                    <a:pt x="1345776" y="48867"/>
                  </a:lnTo>
                  <a:lnTo>
                    <a:pt x="1337951" y="48867"/>
                  </a:lnTo>
                  <a:lnTo>
                    <a:pt x="1330127" y="48867"/>
                  </a:lnTo>
                  <a:lnTo>
                    <a:pt x="1322303" y="48867"/>
                  </a:lnTo>
                  <a:lnTo>
                    <a:pt x="1314478" y="48867"/>
                  </a:lnTo>
                  <a:lnTo>
                    <a:pt x="1306654" y="48867"/>
                  </a:lnTo>
                  <a:lnTo>
                    <a:pt x="1298830" y="48867"/>
                  </a:lnTo>
                  <a:lnTo>
                    <a:pt x="1291006" y="48867"/>
                  </a:lnTo>
                  <a:lnTo>
                    <a:pt x="1283181" y="48867"/>
                  </a:lnTo>
                  <a:lnTo>
                    <a:pt x="1275357" y="48867"/>
                  </a:lnTo>
                  <a:lnTo>
                    <a:pt x="1267533" y="48867"/>
                  </a:lnTo>
                  <a:lnTo>
                    <a:pt x="1259708" y="48867"/>
                  </a:lnTo>
                  <a:lnTo>
                    <a:pt x="1251884" y="48867"/>
                  </a:lnTo>
                  <a:lnTo>
                    <a:pt x="1244060" y="48867"/>
                  </a:lnTo>
                  <a:lnTo>
                    <a:pt x="1236236" y="48867"/>
                  </a:lnTo>
                  <a:lnTo>
                    <a:pt x="1228411" y="48867"/>
                  </a:lnTo>
                  <a:lnTo>
                    <a:pt x="1220587" y="48867"/>
                  </a:lnTo>
                  <a:lnTo>
                    <a:pt x="1212763" y="48867"/>
                  </a:lnTo>
                  <a:lnTo>
                    <a:pt x="1204939" y="48867"/>
                  </a:lnTo>
                  <a:lnTo>
                    <a:pt x="1197114" y="48867"/>
                  </a:lnTo>
                  <a:lnTo>
                    <a:pt x="1189290" y="48867"/>
                  </a:lnTo>
                  <a:lnTo>
                    <a:pt x="1181466" y="48867"/>
                  </a:lnTo>
                  <a:lnTo>
                    <a:pt x="1173641" y="48867"/>
                  </a:lnTo>
                  <a:lnTo>
                    <a:pt x="1165817" y="48867"/>
                  </a:lnTo>
                  <a:lnTo>
                    <a:pt x="1157993" y="48867"/>
                  </a:lnTo>
                  <a:lnTo>
                    <a:pt x="1150169" y="48867"/>
                  </a:lnTo>
                  <a:lnTo>
                    <a:pt x="1142344" y="48867"/>
                  </a:lnTo>
                  <a:lnTo>
                    <a:pt x="1134520" y="48867"/>
                  </a:lnTo>
                  <a:lnTo>
                    <a:pt x="1126696" y="48867"/>
                  </a:lnTo>
                  <a:lnTo>
                    <a:pt x="1118871" y="48867"/>
                  </a:lnTo>
                  <a:lnTo>
                    <a:pt x="1111047" y="48867"/>
                  </a:lnTo>
                  <a:lnTo>
                    <a:pt x="1103223" y="48867"/>
                  </a:lnTo>
                  <a:lnTo>
                    <a:pt x="1095399" y="48867"/>
                  </a:lnTo>
                  <a:lnTo>
                    <a:pt x="1087574" y="48867"/>
                  </a:lnTo>
                  <a:lnTo>
                    <a:pt x="1079750" y="48867"/>
                  </a:lnTo>
                  <a:lnTo>
                    <a:pt x="1071926" y="48867"/>
                  </a:lnTo>
                  <a:lnTo>
                    <a:pt x="1064101" y="48867"/>
                  </a:lnTo>
                  <a:lnTo>
                    <a:pt x="1056277" y="48867"/>
                  </a:lnTo>
                  <a:lnTo>
                    <a:pt x="1048453" y="48867"/>
                  </a:lnTo>
                  <a:lnTo>
                    <a:pt x="1040629" y="48867"/>
                  </a:lnTo>
                  <a:lnTo>
                    <a:pt x="1032804" y="48867"/>
                  </a:lnTo>
                  <a:lnTo>
                    <a:pt x="1024980" y="48867"/>
                  </a:lnTo>
                  <a:lnTo>
                    <a:pt x="1017156" y="48867"/>
                  </a:lnTo>
                  <a:lnTo>
                    <a:pt x="1009332" y="48867"/>
                  </a:lnTo>
                  <a:lnTo>
                    <a:pt x="1001507" y="48867"/>
                  </a:lnTo>
                  <a:lnTo>
                    <a:pt x="993683" y="48867"/>
                  </a:lnTo>
                  <a:lnTo>
                    <a:pt x="985859" y="48867"/>
                  </a:lnTo>
                  <a:lnTo>
                    <a:pt x="978034" y="48867"/>
                  </a:lnTo>
                  <a:lnTo>
                    <a:pt x="970210" y="48867"/>
                  </a:lnTo>
                  <a:lnTo>
                    <a:pt x="962386" y="48867"/>
                  </a:lnTo>
                  <a:lnTo>
                    <a:pt x="954562" y="48867"/>
                  </a:lnTo>
                  <a:lnTo>
                    <a:pt x="946737" y="48867"/>
                  </a:lnTo>
                  <a:lnTo>
                    <a:pt x="938913" y="48867"/>
                  </a:lnTo>
                  <a:lnTo>
                    <a:pt x="931089" y="48867"/>
                  </a:lnTo>
                  <a:lnTo>
                    <a:pt x="923264" y="48867"/>
                  </a:lnTo>
                  <a:lnTo>
                    <a:pt x="915440" y="48867"/>
                  </a:lnTo>
                  <a:lnTo>
                    <a:pt x="907616" y="48867"/>
                  </a:lnTo>
                  <a:lnTo>
                    <a:pt x="899792" y="48867"/>
                  </a:lnTo>
                  <a:lnTo>
                    <a:pt x="891967" y="48867"/>
                  </a:lnTo>
                  <a:lnTo>
                    <a:pt x="884143" y="48867"/>
                  </a:lnTo>
                  <a:lnTo>
                    <a:pt x="876319" y="48867"/>
                  </a:lnTo>
                  <a:lnTo>
                    <a:pt x="868495" y="48867"/>
                  </a:lnTo>
                  <a:lnTo>
                    <a:pt x="860670" y="48867"/>
                  </a:lnTo>
                  <a:lnTo>
                    <a:pt x="852846" y="48867"/>
                  </a:lnTo>
                  <a:lnTo>
                    <a:pt x="845022" y="48867"/>
                  </a:lnTo>
                  <a:lnTo>
                    <a:pt x="837197" y="48867"/>
                  </a:lnTo>
                  <a:lnTo>
                    <a:pt x="829373" y="48867"/>
                  </a:lnTo>
                  <a:lnTo>
                    <a:pt x="821549" y="48867"/>
                  </a:lnTo>
                  <a:lnTo>
                    <a:pt x="813725" y="48867"/>
                  </a:lnTo>
                  <a:lnTo>
                    <a:pt x="805900" y="48867"/>
                  </a:lnTo>
                  <a:lnTo>
                    <a:pt x="798076" y="48867"/>
                  </a:lnTo>
                  <a:lnTo>
                    <a:pt x="790252" y="48867"/>
                  </a:lnTo>
                  <a:lnTo>
                    <a:pt x="782427" y="48867"/>
                  </a:lnTo>
                  <a:lnTo>
                    <a:pt x="774603" y="48867"/>
                  </a:lnTo>
                  <a:lnTo>
                    <a:pt x="766779" y="48867"/>
                  </a:lnTo>
                  <a:lnTo>
                    <a:pt x="758955" y="48867"/>
                  </a:lnTo>
                  <a:lnTo>
                    <a:pt x="751130" y="48867"/>
                  </a:lnTo>
                  <a:lnTo>
                    <a:pt x="743306" y="48867"/>
                  </a:lnTo>
                  <a:lnTo>
                    <a:pt x="735482" y="48867"/>
                  </a:lnTo>
                  <a:lnTo>
                    <a:pt x="727657" y="48867"/>
                  </a:lnTo>
                  <a:lnTo>
                    <a:pt x="719833" y="48867"/>
                  </a:lnTo>
                  <a:lnTo>
                    <a:pt x="712009" y="48867"/>
                  </a:lnTo>
                  <a:lnTo>
                    <a:pt x="704185" y="48867"/>
                  </a:lnTo>
                  <a:lnTo>
                    <a:pt x="696360" y="48867"/>
                  </a:lnTo>
                  <a:lnTo>
                    <a:pt x="688536" y="48867"/>
                  </a:lnTo>
                  <a:lnTo>
                    <a:pt x="680712" y="48867"/>
                  </a:lnTo>
                  <a:lnTo>
                    <a:pt x="672888" y="48867"/>
                  </a:lnTo>
                  <a:lnTo>
                    <a:pt x="665063" y="48867"/>
                  </a:lnTo>
                  <a:lnTo>
                    <a:pt x="657239" y="48867"/>
                  </a:lnTo>
                  <a:lnTo>
                    <a:pt x="649415" y="48867"/>
                  </a:lnTo>
                  <a:lnTo>
                    <a:pt x="641590" y="48867"/>
                  </a:lnTo>
                  <a:lnTo>
                    <a:pt x="633766" y="48867"/>
                  </a:lnTo>
                  <a:lnTo>
                    <a:pt x="625942" y="48867"/>
                  </a:lnTo>
                  <a:lnTo>
                    <a:pt x="618118" y="48867"/>
                  </a:lnTo>
                  <a:lnTo>
                    <a:pt x="610293" y="48867"/>
                  </a:lnTo>
                  <a:lnTo>
                    <a:pt x="602469" y="48867"/>
                  </a:lnTo>
                  <a:lnTo>
                    <a:pt x="594645" y="48867"/>
                  </a:lnTo>
                  <a:lnTo>
                    <a:pt x="586820" y="48867"/>
                  </a:lnTo>
                  <a:lnTo>
                    <a:pt x="578996" y="48867"/>
                  </a:lnTo>
                  <a:lnTo>
                    <a:pt x="571172" y="48867"/>
                  </a:lnTo>
                  <a:lnTo>
                    <a:pt x="563348" y="48867"/>
                  </a:lnTo>
                  <a:lnTo>
                    <a:pt x="555523" y="48867"/>
                  </a:lnTo>
                  <a:lnTo>
                    <a:pt x="547699" y="48867"/>
                  </a:lnTo>
                  <a:lnTo>
                    <a:pt x="539875" y="48867"/>
                  </a:lnTo>
                  <a:lnTo>
                    <a:pt x="532050" y="48867"/>
                  </a:lnTo>
                  <a:lnTo>
                    <a:pt x="524226" y="48867"/>
                  </a:lnTo>
                  <a:lnTo>
                    <a:pt x="516402" y="48867"/>
                  </a:lnTo>
                  <a:lnTo>
                    <a:pt x="508578" y="48867"/>
                  </a:lnTo>
                  <a:lnTo>
                    <a:pt x="500753" y="48867"/>
                  </a:lnTo>
                  <a:lnTo>
                    <a:pt x="492929" y="48867"/>
                  </a:lnTo>
                  <a:lnTo>
                    <a:pt x="485105" y="48867"/>
                  </a:lnTo>
                  <a:lnTo>
                    <a:pt x="477281" y="48867"/>
                  </a:lnTo>
                  <a:lnTo>
                    <a:pt x="469456" y="48867"/>
                  </a:lnTo>
                  <a:lnTo>
                    <a:pt x="461632" y="48867"/>
                  </a:lnTo>
                  <a:lnTo>
                    <a:pt x="453808" y="48867"/>
                  </a:lnTo>
                  <a:lnTo>
                    <a:pt x="445983" y="48867"/>
                  </a:lnTo>
                  <a:lnTo>
                    <a:pt x="438159" y="48867"/>
                  </a:lnTo>
                  <a:lnTo>
                    <a:pt x="430335" y="48867"/>
                  </a:lnTo>
                  <a:lnTo>
                    <a:pt x="422511" y="48867"/>
                  </a:lnTo>
                  <a:lnTo>
                    <a:pt x="414686" y="48867"/>
                  </a:lnTo>
                  <a:lnTo>
                    <a:pt x="406862" y="48867"/>
                  </a:lnTo>
                  <a:lnTo>
                    <a:pt x="399038" y="48867"/>
                  </a:lnTo>
                  <a:lnTo>
                    <a:pt x="391213" y="48867"/>
                  </a:lnTo>
                  <a:lnTo>
                    <a:pt x="383389" y="48867"/>
                  </a:lnTo>
                  <a:lnTo>
                    <a:pt x="375565" y="48867"/>
                  </a:lnTo>
                  <a:lnTo>
                    <a:pt x="367741" y="48867"/>
                  </a:lnTo>
                  <a:lnTo>
                    <a:pt x="359916" y="48867"/>
                  </a:lnTo>
                  <a:lnTo>
                    <a:pt x="352092" y="48867"/>
                  </a:lnTo>
                  <a:lnTo>
                    <a:pt x="344268" y="48867"/>
                  </a:lnTo>
                  <a:lnTo>
                    <a:pt x="336444" y="48867"/>
                  </a:lnTo>
                  <a:lnTo>
                    <a:pt x="328619" y="48867"/>
                  </a:lnTo>
                  <a:lnTo>
                    <a:pt x="320795" y="48867"/>
                  </a:lnTo>
                  <a:lnTo>
                    <a:pt x="312971" y="48867"/>
                  </a:lnTo>
                  <a:lnTo>
                    <a:pt x="305146" y="48867"/>
                  </a:lnTo>
                  <a:lnTo>
                    <a:pt x="297322" y="48867"/>
                  </a:lnTo>
                  <a:lnTo>
                    <a:pt x="289498" y="48867"/>
                  </a:lnTo>
                  <a:lnTo>
                    <a:pt x="281674" y="48867"/>
                  </a:lnTo>
                  <a:lnTo>
                    <a:pt x="273849" y="48867"/>
                  </a:lnTo>
                  <a:lnTo>
                    <a:pt x="266025" y="48867"/>
                  </a:lnTo>
                  <a:lnTo>
                    <a:pt x="258201" y="48867"/>
                  </a:lnTo>
                  <a:lnTo>
                    <a:pt x="250376" y="48867"/>
                  </a:lnTo>
                  <a:lnTo>
                    <a:pt x="242552" y="48867"/>
                  </a:lnTo>
                  <a:lnTo>
                    <a:pt x="234728" y="48867"/>
                  </a:lnTo>
                  <a:lnTo>
                    <a:pt x="226904" y="48867"/>
                  </a:lnTo>
                  <a:lnTo>
                    <a:pt x="219079" y="48867"/>
                  </a:lnTo>
                  <a:lnTo>
                    <a:pt x="211255" y="48867"/>
                  </a:lnTo>
                  <a:lnTo>
                    <a:pt x="203431" y="48867"/>
                  </a:lnTo>
                  <a:lnTo>
                    <a:pt x="195606" y="48867"/>
                  </a:lnTo>
                  <a:lnTo>
                    <a:pt x="187782" y="48867"/>
                  </a:lnTo>
                  <a:lnTo>
                    <a:pt x="179958" y="48867"/>
                  </a:lnTo>
                  <a:lnTo>
                    <a:pt x="172134" y="48867"/>
                  </a:lnTo>
                  <a:lnTo>
                    <a:pt x="164309" y="48867"/>
                  </a:lnTo>
                  <a:lnTo>
                    <a:pt x="156485" y="48867"/>
                  </a:lnTo>
                  <a:lnTo>
                    <a:pt x="148661" y="48867"/>
                  </a:lnTo>
                  <a:lnTo>
                    <a:pt x="140837" y="48867"/>
                  </a:lnTo>
                  <a:lnTo>
                    <a:pt x="133012" y="48867"/>
                  </a:lnTo>
                  <a:lnTo>
                    <a:pt x="125188" y="48867"/>
                  </a:lnTo>
                  <a:lnTo>
                    <a:pt x="117364" y="48867"/>
                  </a:lnTo>
                  <a:lnTo>
                    <a:pt x="109539" y="48867"/>
                  </a:lnTo>
                  <a:lnTo>
                    <a:pt x="101715" y="48867"/>
                  </a:lnTo>
                  <a:lnTo>
                    <a:pt x="93891" y="48867"/>
                  </a:lnTo>
                  <a:lnTo>
                    <a:pt x="86067" y="48867"/>
                  </a:lnTo>
                  <a:lnTo>
                    <a:pt x="78242" y="48867"/>
                  </a:lnTo>
                  <a:lnTo>
                    <a:pt x="70418" y="48867"/>
                  </a:lnTo>
                  <a:lnTo>
                    <a:pt x="62594" y="48867"/>
                  </a:lnTo>
                  <a:lnTo>
                    <a:pt x="54769" y="48867"/>
                  </a:lnTo>
                  <a:lnTo>
                    <a:pt x="46945" y="48867"/>
                  </a:lnTo>
                  <a:lnTo>
                    <a:pt x="39121" y="48867"/>
                  </a:lnTo>
                  <a:lnTo>
                    <a:pt x="31297" y="48867"/>
                  </a:lnTo>
                  <a:lnTo>
                    <a:pt x="23472" y="48867"/>
                  </a:lnTo>
                  <a:lnTo>
                    <a:pt x="15648" y="48867"/>
                  </a:lnTo>
                  <a:lnTo>
                    <a:pt x="7824" y="4886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3" name="pl473"/>
            <p:cNvSpPr/>
            <p:nvPr/>
          </p:nvSpPr>
          <p:spPr>
            <a:xfrm>
              <a:off x="7848093" y="4745864"/>
              <a:ext cx="3998206" cy="48867"/>
            </a:xfrm>
            <a:custGeom>
              <a:avLst/>
              <a:pathLst>
                <a:path w="3998206" h="48867">
                  <a:moveTo>
                    <a:pt x="0" y="48867"/>
                  </a:moveTo>
                  <a:lnTo>
                    <a:pt x="7824" y="48867"/>
                  </a:lnTo>
                  <a:lnTo>
                    <a:pt x="15648" y="48867"/>
                  </a:lnTo>
                  <a:lnTo>
                    <a:pt x="23472" y="48867"/>
                  </a:lnTo>
                  <a:lnTo>
                    <a:pt x="31297" y="48867"/>
                  </a:lnTo>
                  <a:lnTo>
                    <a:pt x="39121" y="48867"/>
                  </a:lnTo>
                  <a:lnTo>
                    <a:pt x="46945" y="48867"/>
                  </a:lnTo>
                  <a:lnTo>
                    <a:pt x="54769" y="48867"/>
                  </a:lnTo>
                  <a:lnTo>
                    <a:pt x="62594" y="48867"/>
                  </a:lnTo>
                  <a:lnTo>
                    <a:pt x="70418" y="48867"/>
                  </a:lnTo>
                  <a:lnTo>
                    <a:pt x="78242" y="48867"/>
                  </a:lnTo>
                  <a:lnTo>
                    <a:pt x="86067" y="48867"/>
                  </a:lnTo>
                  <a:lnTo>
                    <a:pt x="93891" y="48867"/>
                  </a:lnTo>
                  <a:lnTo>
                    <a:pt x="101715" y="48867"/>
                  </a:lnTo>
                  <a:lnTo>
                    <a:pt x="109539" y="48867"/>
                  </a:lnTo>
                  <a:lnTo>
                    <a:pt x="117364" y="48867"/>
                  </a:lnTo>
                  <a:lnTo>
                    <a:pt x="125188" y="48867"/>
                  </a:lnTo>
                  <a:lnTo>
                    <a:pt x="133012" y="48867"/>
                  </a:lnTo>
                  <a:lnTo>
                    <a:pt x="140837" y="48867"/>
                  </a:lnTo>
                  <a:lnTo>
                    <a:pt x="148661" y="48867"/>
                  </a:lnTo>
                  <a:lnTo>
                    <a:pt x="156485" y="48867"/>
                  </a:lnTo>
                  <a:lnTo>
                    <a:pt x="164309" y="48867"/>
                  </a:lnTo>
                  <a:lnTo>
                    <a:pt x="172134" y="48867"/>
                  </a:lnTo>
                  <a:lnTo>
                    <a:pt x="179958" y="48867"/>
                  </a:lnTo>
                  <a:lnTo>
                    <a:pt x="187782" y="48867"/>
                  </a:lnTo>
                  <a:lnTo>
                    <a:pt x="195606" y="48867"/>
                  </a:lnTo>
                  <a:lnTo>
                    <a:pt x="203431" y="48867"/>
                  </a:lnTo>
                  <a:lnTo>
                    <a:pt x="211255" y="48867"/>
                  </a:lnTo>
                  <a:lnTo>
                    <a:pt x="219079" y="48867"/>
                  </a:lnTo>
                  <a:lnTo>
                    <a:pt x="226904" y="48867"/>
                  </a:lnTo>
                  <a:lnTo>
                    <a:pt x="234728" y="48867"/>
                  </a:lnTo>
                  <a:lnTo>
                    <a:pt x="242552" y="48867"/>
                  </a:lnTo>
                  <a:lnTo>
                    <a:pt x="250376" y="48867"/>
                  </a:lnTo>
                  <a:lnTo>
                    <a:pt x="258201" y="48867"/>
                  </a:lnTo>
                  <a:lnTo>
                    <a:pt x="266025" y="48867"/>
                  </a:lnTo>
                  <a:lnTo>
                    <a:pt x="273849" y="48867"/>
                  </a:lnTo>
                  <a:lnTo>
                    <a:pt x="281674" y="48867"/>
                  </a:lnTo>
                  <a:lnTo>
                    <a:pt x="289498" y="48867"/>
                  </a:lnTo>
                  <a:lnTo>
                    <a:pt x="297322" y="48867"/>
                  </a:lnTo>
                  <a:lnTo>
                    <a:pt x="305146" y="48867"/>
                  </a:lnTo>
                  <a:lnTo>
                    <a:pt x="312971" y="48867"/>
                  </a:lnTo>
                  <a:lnTo>
                    <a:pt x="320795" y="48867"/>
                  </a:lnTo>
                  <a:lnTo>
                    <a:pt x="328619" y="48867"/>
                  </a:lnTo>
                  <a:lnTo>
                    <a:pt x="336444" y="48867"/>
                  </a:lnTo>
                  <a:lnTo>
                    <a:pt x="344268" y="48867"/>
                  </a:lnTo>
                  <a:lnTo>
                    <a:pt x="352092" y="48867"/>
                  </a:lnTo>
                  <a:lnTo>
                    <a:pt x="359916" y="48867"/>
                  </a:lnTo>
                  <a:lnTo>
                    <a:pt x="367741" y="48867"/>
                  </a:lnTo>
                  <a:lnTo>
                    <a:pt x="375565" y="48867"/>
                  </a:lnTo>
                  <a:lnTo>
                    <a:pt x="383389" y="48867"/>
                  </a:lnTo>
                  <a:lnTo>
                    <a:pt x="391213" y="48867"/>
                  </a:lnTo>
                  <a:lnTo>
                    <a:pt x="399038" y="48867"/>
                  </a:lnTo>
                  <a:lnTo>
                    <a:pt x="406862" y="48867"/>
                  </a:lnTo>
                  <a:lnTo>
                    <a:pt x="414686" y="48867"/>
                  </a:lnTo>
                  <a:lnTo>
                    <a:pt x="422511" y="48867"/>
                  </a:lnTo>
                  <a:lnTo>
                    <a:pt x="430335" y="48867"/>
                  </a:lnTo>
                  <a:lnTo>
                    <a:pt x="438159" y="48867"/>
                  </a:lnTo>
                  <a:lnTo>
                    <a:pt x="445983" y="48867"/>
                  </a:lnTo>
                  <a:lnTo>
                    <a:pt x="453808" y="48867"/>
                  </a:lnTo>
                  <a:lnTo>
                    <a:pt x="461632" y="48867"/>
                  </a:lnTo>
                  <a:lnTo>
                    <a:pt x="469456" y="48867"/>
                  </a:lnTo>
                  <a:lnTo>
                    <a:pt x="477281" y="48867"/>
                  </a:lnTo>
                  <a:lnTo>
                    <a:pt x="485105" y="48867"/>
                  </a:lnTo>
                  <a:lnTo>
                    <a:pt x="492929" y="48867"/>
                  </a:lnTo>
                  <a:lnTo>
                    <a:pt x="500753" y="48867"/>
                  </a:lnTo>
                  <a:lnTo>
                    <a:pt x="508578" y="48867"/>
                  </a:lnTo>
                  <a:lnTo>
                    <a:pt x="516402" y="48867"/>
                  </a:lnTo>
                  <a:lnTo>
                    <a:pt x="524226" y="48867"/>
                  </a:lnTo>
                  <a:lnTo>
                    <a:pt x="532050" y="48867"/>
                  </a:lnTo>
                  <a:lnTo>
                    <a:pt x="539875" y="48867"/>
                  </a:lnTo>
                  <a:lnTo>
                    <a:pt x="547699" y="48867"/>
                  </a:lnTo>
                  <a:lnTo>
                    <a:pt x="555523" y="48867"/>
                  </a:lnTo>
                  <a:lnTo>
                    <a:pt x="563348" y="48867"/>
                  </a:lnTo>
                  <a:lnTo>
                    <a:pt x="571172" y="48867"/>
                  </a:lnTo>
                  <a:lnTo>
                    <a:pt x="578996" y="48867"/>
                  </a:lnTo>
                  <a:lnTo>
                    <a:pt x="586820" y="48867"/>
                  </a:lnTo>
                  <a:lnTo>
                    <a:pt x="594645" y="48867"/>
                  </a:lnTo>
                  <a:lnTo>
                    <a:pt x="602469" y="48867"/>
                  </a:lnTo>
                  <a:lnTo>
                    <a:pt x="610293" y="48867"/>
                  </a:lnTo>
                  <a:lnTo>
                    <a:pt x="618118" y="48867"/>
                  </a:lnTo>
                  <a:lnTo>
                    <a:pt x="625942" y="48867"/>
                  </a:lnTo>
                  <a:lnTo>
                    <a:pt x="633766" y="48867"/>
                  </a:lnTo>
                  <a:lnTo>
                    <a:pt x="641590" y="48867"/>
                  </a:lnTo>
                  <a:lnTo>
                    <a:pt x="649415" y="48867"/>
                  </a:lnTo>
                  <a:lnTo>
                    <a:pt x="657239" y="48867"/>
                  </a:lnTo>
                  <a:lnTo>
                    <a:pt x="665063" y="48867"/>
                  </a:lnTo>
                  <a:lnTo>
                    <a:pt x="672888" y="48867"/>
                  </a:lnTo>
                  <a:lnTo>
                    <a:pt x="680712" y="48867"/>
                  </a:lnTo>
                  <a:lnTo>
                    <a:pt x="688536" y="48867"/>
                  </a:lnTo>
                  <a:lnTo>
                    <a:pt x="696360" y="48867"/>
                  </a:lnTo>
                  <a:lnTo>
                    <a:pt x="704185" y="48867"/>
                  </a:lnTo>
                  <a:lnTo>
                    <a:pt x="712009" y="48867"/>
                  </a:lnTo>
                  <a:lnTo>
                    <a:pt x="719833" y="48867"/>
                  </a:lnTo>
                  <a:lnTo>
                    <a:pt x="727657" y="48866"/>
                  </a:lnTo>
                  <a:lnTo>
                    <a:pt x="735482" y="48866"/>
                  </a:lnTo>
                  <a:lnTo>
                    <a:pt x="743306" y="48866"/>
                  </a:lnTo>
                  <a:lnTo>
                    <a:pt x="751130" y="48866"/>
                  </a:lnTo>
                  <a:lnTo>
                    <a:pt x="758955" y="48866"/>
                  </a:lnTo>
                  <a:lnTo>
                    <a:pt x="766779" y="48866"/>
                  </a:lnTo>
                  <a:lnTo>
                    <a:pt x="774603" y="48866"/>
                  </a:lnTo>
                  <a:lnTo>
                    <a:pt x="782427" y="48866"/>
                  </a:lnTo>
                  <a:lnTo>
                    <a:pt x="790252" y="48866"/>
                  </a:lnTo>
                  <a:lnTo>
                    <a:pt x="798076" y="48866"/>
                  </a:lnTo>
                  <a:lnTo>
                    <a:pt x="805900" y="48865"/>
                  </a:lnTo>
                  <a:lnTo>
                    <a:pt x="813725" y="48865"/>
                  </a:lnTo>
                  <a:lnTo>
                    <a:pt x="821549" y="48865"/>
                  </a:lnTo>
                  <a:lnTo>
                    <a:pt x="829373" y="48865"/>
                  </a:lnTo>
                  <a:lnTo>
                    <a:pt x="837197" y="48865"/>
                  </a:lnTo>
                  <a:lnTo>
                    <a:pt x="845022" y="48865"/>
                  </a:lnTo>
                  <a:lnTo>
                    <a:pt x="852846" y="48864"/>
                  </a:lnTo>
                  <a:lnTo>
                    <a:pt x="860670" y="48864"/>
                  </a:lnTo>
                  <a:lnTo>
                    <a:pt x="868495" y="48864"/>
                  </a:lnTo>
                  <a:lnTo>
                    <a:pt x="876319" y="48864"/>
                  </a:lnTo>
                  <a:lnTo>
                    <a:pt x="884143" y="48863"/>
                  </a:lnTo>
                  <a:lnTo>
                    <a:pt x="891967" y="48863"/>
                  </a:lnTo>
                  <a:lnTo>
                    <a:pt x="899792" y="48863"/>
                  </a:lnTo>
                  <a:lnTo>
                    <a:pt x="907616" y="48862"/>
                  </a:lnTo>
                  <a:lnTo>
                    <a:pt x="915440" y="48862"/>
                  </a:lnTo>
                  <a:lnTo>
                    <a:pt x="923264" y="48861"/>
                  </a:lnTo>
                  <a:lnTo>
                    <a:pt x="931089" y="48861"/>
                  </a:lnTo>
                  <a:lnTo>
                    <a:pt x="938913" y="48861"/>
                  </a:lnTo>
                  <a:lnTo>
                    <a:pt x="946737" y="48860"/>
                  </a:lnTo>
                  <a:lnTo>
                    <a:pt x="954562" y="48859"/>
                  </a:lnTo>
                  <a:lnTo>
                    <a:pt x="962386" y="48859"/>
                  </a:lnTo>
                  <a:lnTo>
                    <a:pt x="970210" y="48858"/>
                  </a:lnTo>
                  <a:lnTo>
                    <a:pt x="978034" y="48858"/>
                  </a:lnTo>
                  <a:lnTo>
                    <a:pt x="985859" y="48857"/>
                  </a:lnTo>
                  <a:lnTo>
                    <a:pt x="993683" y="48856"/>
                  </a:lnTo>
                  <a:lnTo>
                    <a:pt x="1001507" y="48855"/>
                  </a:lnTo>
                  <a:lnTo>
                    <a:pt x="1009332" y="48854"/>
                  </a:lnTo>
                  <a:lnTo>
                    <a:pt x="1017156" y="48853"/>
                  </a:lnTo>
                  <a:lnTo>
                    <a:pt x="1024980" y="48852"/>
                  </a:lnTo>
                  <a:lnTo>
                    <a:pt x="1032804" y="48851"/>
                  </a:lnTo>
                  <a:lnTo>
                    <a:pt x="1040629" y="48850"/>
                  </a:lnTo>
                  <a:lnTo>
                    <a:pt x="1048453" y="48849"/>
                  </a:lnTo>
                  <a:lnTo>
                    <a:pt x="1056277" y="48848"/>
                  </a:lnTo>
                  <a:lnTo>
                    <a:pt x="1064101" y="48846"/>
                  </a:lnTo>
                  <a:lnTo>
                    <a:pt x="1071926" y="48845"/>
                  </a:lnTo>
                  <a:lnTo>
                    <a:pt x="1079750" y="48843"/>
                  </a:lnTo>
                  <a:lnTo>
                    <a:pt x="1087574" y="48841"/>
                  </a:lnTo>
                  <a:lnTo>
                    <a:pt x="1095399" y="48839"/>
                  </a:lnTo>
                  <a:lnTo>
                    <a:pt x="1103223" y="48838"/>
                  </a:lnTo>
                  <a:lnTo>
                    <a:pt x="1111047" y="48835"/>
                  </a:lnTo>
                  <a:lnTo>
                    <a:pt x="1118871" y="48833"/>
                  </a:lnTo>
                  <a:lnTo>
                    <a:pt x="1126696" y="48831"/>
                  </a:lnTo>
                  <a:lnTo>
                    <a:pt x="1134520" y="48828"/>
                  </a:lnTo>
                  <a:lnTo>
                    <a:pt x="1142344" y="48826"/>
                  </a:lnTo>
                  <a:lnTo>
                    <a:pt x="1150169" y="48823"/>
                  </a:lnTo>
                  <a:lnTo>
                    <a:pt x="1157993" y="48820"/>
                  </a:lnTo>
                  <a:lnTo>
                    <a:pt x="1165817" y="48817"/>
                  </a:lnTo>
                  <a:lnTo>
                    <a:pt x="1173641" y="48813"/>
                  </a:lnTo>
                  <a:lnTo>
                    <a:pt x="1181466" y="48810"/>
                  </a:lnTo>
                  <a:lnTo>
                    <a:pt x="1189290" y="48806"/>
                  </a:lnTo>
                  <a:lnTo>
                    <a:pt x="1197114" y="48802"/>
                  </a:lnTo>
                  <a:lnTo>
                    <a:pt x="1204939" y="48798"/>
                  </a:lnTo>
                  <a:lnTo>
                    <a:pt x="1212763" y="48793"/>
                  </a:lnTo>
                  <a:lnTo>
                    <a:pt x="1220587" y="48788"/>
                  </a:lnTo>
                  <a:lnTo>
                    <a:pt x="1228411" y="48783"/>
                  </a:lnTo>
                  <a:lnTo>
                    <a:pt x="1236236" y="48778"/>
                  </a:lnTo>
                  <a:lnTo>
                    <a:pt x="1244060" y="48772"/>
                  </a:lnTo>
                  <a:lnTo>
                    <a:pt x="1251884" y="48766"/>
                  </a:lnTo>
                  <a:lnTo>
                    <a:pt x="1259708" y="48760"/>
                  </a:lnTo>
                  <a:lnTo>
                    <a:pt x="1267533" y="48753"/>
                  </a:lnTo>
                  <a:lnTo>
                    <a:pt x="1275357" y="48746"/>
                  </a:lnTo>
                  <a:lnTo>
                    <a:pt x="1283181" y="48738"/>
                  </a:lnTo>
                  <a:lnTo>
                    <a:pt x="1291006" y="48730"/>
                  </a:lnTo>
                  <a:lnTo>
                    <a:pt x="1298830" y="48722"/>
                  </a:lnTo>
                  <a:lnTo>
                    <a:pt x="1306654" y="48713"/>
                  </a:lnTo>
                  <a:lnTo>
                    <a:pt x="1314478" y="48704"/>
                  </a:lnTo>
                  <a:lnTo>
                    <a:pt x="1322303" y="48694"/>
                  </a:lnTo>
                  <a:lnTo>
                    <a:pt x="1330127" y="48683"/>
                  </a:lnTo>
                  <a:lnTo>
                    <a:pt x="1337951" y="48672"/>
                  </a:lnTo>
                  <a:lnTo>
                    <a:pt x="1345776" y="48661"/>
                  </a:lnTo>
                  <a:lnTo>
                    <a:pt x="1353600" y="48649"/>
                  </a:lnTo>
                  <a:lnTo>
                    <a:pt x="1361424" y="48636"/>
                  </a:lnTo>
                  <a:lnTo>
                    <a:pt x="1369248" y="48622"/>
                  </a:lnTo>
                  <a:lnTo>
                    <a:pt x="1377073" y="48608"/>
                  </a:lnTo>
                  <a:lnTo>
                    <a:pt x="1384897" y="48593"/>
                  </a:lnTo>
                  <a:lnTo>
                    <a:pt x="1392721" y="48578"/>
                  </a:lnTo>
                  <a:lnTo>
                    <a:pt x="1400545" y="48561"/>
                  </a:lnTo>
                  <a:lnTo>
                    <a:pt x="1408370" y="48544"/>
                  </a:lnTo>
                  <a:lnTo>
                    <a:pt x="1416194" y="48525"/>
                  </a:lnTo>
                  <a:lnTo>
                    <a:pt x="1424018" y="48507"/>
                  </a:lnTo>
                  <a:lnTo>
                    <a:pt x="1431843" y="48486"/>
                  </a:lnTo>
                  <a:lnTo>
                    <a:pt x="1439667" y="48465"/>
                  </a:lnTo>
                  <a:lnTo>
                    <a:pt x="1447491" y="48443"/>
                  </a:lnTo>
                  <a:lnTo>
                    <a:pt x="1455315" y="48420"/>
                  </a:lnTo>
                  <a:lnTo>
                    <a:pt x="1463140" y="48396"/>
                  </a:lnTo>
                  <a:lnTo>
                    <a:pt x="1470964" y="48370"/>
                  </a:lnTo>
                  <a:lnTo>
                    <a:pt x="1478788" y="48344"/>
                  </a:lnTo>
                  <a:lnTo>
                    <a:pt x="1486613" y="48316"/>
                  </a:lnTo>
                  <a:lnTo>
                    <a:pt x="1494437" y="48287"/>
                  </a:lnTo>
                  <a:lnTo>
                    <a:pt x="1502261" y="48256"/>
                  </a:lnTo>
                  <a:lnTo>
                    <a:pt x="1510085" y="48225"/>
                  </a:lnTo>
                  <a:lnTo>
                    <a:pt x="1517910" y="48191"/>
                  </a:lnTo>
                  <a:lnTo>
                    <a:pt x="1525734" y="48156"/>
                  </a:lnTo>
                  <a:lnTo>
                    <a:pt x="1533558" y="48119"/>
                  </a:lnTo>
                  <a:lnTo>
                    <a:pt x="1541383" y="48082"/>
                  </a:lnTo>
                  <a:lnTo>
                    <a:pt x="1549207" y="48042"/>
                  </a:lnTo>
                  <a:lnTo>
                    <a:pt x="1557031" y="48000"/>
                  </a:lnTo>
                  <a:lnTo>
                    <a:pt x="1564855" y="47957"/>
                  </a:lnTo>
                  <a:lnTo>
                    <a:pt x="1572680" y="47912"/>
                  </a:lnTo>
                  <a:lnTo>
                    <a:pt x="1580504" y="47865"/>
                  </a:lnTo>
                  <a:lnTo>
                    <a:pt x="1588328" y="47816"/>
                  </a:lnTo>
                  <a:lnTo>
                    <a:pt x="1596152" y="47765"/>
                  </a:lnTo>
                  <a:lnTo>
                    <a:pt x="1603977" y="47712"/>
                  </a:lnTo>
                  <a:lnTo>
                    <a:pt x="1611801" y="47657"/>
                  </a:lnTo>
                  <a:lnTo>
                    <a:pt x="1619625" y="47599"/>
                  </a:lnTo>
                  <a:lnTo>
                    <a:pt x="1627450" y="47540"/>
                  </a:lnTo>
                  <a:lnTo>
                    <a:pt x="1635274" y="47476"/>
                  </a:lnTo>
                  <a:lnTo>
                    <a:pt x="1643098" y="47412"/>
                  </a:lnTo>
                  <a:lnTo>
                    <a:pt x="1650922" y="47344"/>
                  </a:lnTo>
                  <a:lnTo>
                    <a:pt x="1658747" y="47275"/>
                  </a:lnTo>
                  <a:lnTo>
                    <a:pt x="1666571" y="47202"/>
                  </a:lnTo>
                  <a:lnTo>
                    <a:pt x="1674395" y="47127"/>
                  </a:lnTo>
                  <a:lnTo>
                    <a:pt x="1682220" y="47049"/>
                  </a:lnTo>
                  <a:lnTo>
                    <a:pt x="1690044" y="46967"/>
                  </a:lnTo>
                  <a:lnTo>
                    <a:pt x="1697868" y="46884"/>
                  </a:lnTo>
                  <a:lnTo>
                    <a:pt x="1705692" y="46796"/>
                  </a:lnTo>
                  <a:lnTo>
                    <a:pt x="1713517" y="46707"/>
                  </a:lnTo>
                  <a:lnTo>
                    <a:pt x="1721341" y="46612"/>
                  </a:lnTo>
                  <a:lnTo>
                    <a:pt x="1729165" y="46517"/>
                  </a:lnTo>
                  <a:lnTo>
                    <a:pt x="1736990" y="46415"/>
                  </a:lnTo>
                  <a:lnTo>
                    <a:pt x="1744814" y="46312"/>
                  </a:lnTo>
                  <a:lnTo>
                    <a:pt x="1752638" y="46204"/>
                  </a:lnTo>
                  <a:lnTo>
                    <a:pt x="1760462" y="46094"/>
                  </a:lnTo>
                  <a:lnTo>
                    <a:pt x="1768287" y="45978"/>
                  </a:lnTo>
                  <a:lnTo>
                    <a:pt x="1776111" y="45860"/>
                  </a:lnTo>
                  <a:lnTo>
                    <a:pt x="1783935" y="45738"/>
                  </a:lnTo>
                  <a:lnTo>
                    <a:pt x="1791759" y="45611"/>
                  </a:lnTo>
                  <a:lnTo>
                    <a:pt x="1799584" y="45481"/>
                  </a:lnTo>
                  <a:lnTo>
                    <a:pt x="1807408" y="45346"/>
                  </a:lnTo>
                  <a:lnTo>
                    <a:pt x="1815232" y="45209"/>
                  </a:lnTo>
                  <a:lnTo>
                    <a:pt x="1823057" y="45064"/>
                  </a:lnTo>
                  <a:lnTo>
                    <a:pt x="1830881" y="44919"/>
                  </a:lnTo>
                  <a:lnTo>
                    <a:pt x="1838705" y="44765"/>
                  </a:lnTo>
                  <a:lnTo>
                    <a:pt x="1846529" y="44611"/>
                  </a:lnTo>
                  <a:lnTo>
                    <a:pt x="1854354" y="44448"/>
                  </a:lnTo>
                  <a:lnTo>
                    <a:pt x="1862178" y="44284"/>
                  </a:lnTo>
                  <a:lnTo>
                    <a:pt x="1870002" y="44112"/>
                  </a:lnTo>
                  <a:lnTo>
                    <a:pt x="1877827" y="43938"/>
                  </a:lnTo>
                  <a:lnTo>
                    <a:pt x="1885651" y="43758"/>
                  </a:lnTo>
                  <a:lnTo>
                    <a:pt x="1893475" y="43573"/>
                  </a:lnTo>
                  <a:lnTo>
                    <a:pt x="1901299" y="43383"/>
                  </a:lnTo>
                  <a:lnTo>
                    <a:pt x="1909124" y="43188"/>
                  </a:lnTo>
                  <a:lnTo>
                    <a:pt x="1916948" y="42988"/>
                  </a:lnTo>
                  <a:lnTo>
                    <a:pt x="1924772" y="42782"/>
                  </a:lnTo>
                  <a:lnTo>
                    <a:pt x="1932596" y="42573"/>
                  </a:lnTo>
                  <a:lnTo>
                    <a:pt x="1940421" y="42355"/>
                  </a:lnTo>
                  <a:lnTo>
                    <a:pt x="1948245" y="42136"/>
                  </a:lnTo>
                  <a:lnTo>
                    <a:pt x="1956069" y="41908"/>
                  </a:lnTo>
                  <a:lnTo>
                    <a:pt x="1963894" y="41677"/>
                  </a:lnTo>
                  <a:lnTo>
                    <a:pt x="1971718" y="41438"/>
                  </a:lnTo>
                  <a:lnTo>
                    <a:pt x="1979542" y="41196"/>
                  </a:lnTo>
                  <a:lnTo>
                    <a:pt x="1987366" y="40947"/>
                  </a:lnTo>
                  <a:lnTo>
                    <a:pt x="1995191" y="40693"/>
                  </a:lnTo>
                  <a:lnTo>
                    <a:pt x="2003015" y="40433"/>
                  </a:lnTo>
                  <a:lnTo>
                    <a:pt x="2010839" y="40167"/>
                  </a:lnTo>
                  <a:lnTo>
                    <a:pt x="2018664" y="39897"/>
                  </a:lnTo>
                  <a:lnTo>
                    <a:pt x="2026488" y="39619"/>
                  </a:lnTo>
                  <a:lnTo>
                    <a:pt x="2034312" y="39338"/>
                  </a:lnTo>
                  <a:lnTo>
                    <a:pt x="2042136" y="39048"/>
                  </a:lnTo>
                  <a:lnTo>
                    <a:pt x="2049961" y="38757"/>
                  </a:lnTo>
                  <a:lnTo>
                    <a:pt x="2057785" y="38455"/>
                  </a:lnTo>
                  <a:lnTo>
                    <a:pt x="2065609" y="38152"/>
                  </a:lnTo>
                  <a:lnTo>
                    <a:pt x="2073434" y="37839"/>
                  </a:lnTo>
                  <a:lnTo>
                    <a:pt x="2081258" y="37524"/>
                  </a:lnTo>
                  <a:lnTo>
                    <a:pt x="2089082" y="37201"/>
                  </a:lnTo>
                  <a:lnTo>
                    <a:pt x="2096906" y="36874"/>
                  </a:lnTo>
                  <a:lnTo>
                    <a:pt x="2104731" y="36540"/>
                  </a:lnTo>
                  <a:lnTo>
                    <a:pt x="2112555" y="36201"/>
                  </a:lnTo>
                  <a:lnTo>
                    <a:pt x="2120379" y="35857"/>
                  </a:lnTo>
                  <a:lnTo>
                    <a:pt x="2128203" y="35507"/>
                  </a:lnTo>
                  <a:lnTo>
                    <a:pt x="2136028" y="35153"/>
                  </a:lnTo>
                  <a:lnTo>
                    <a:pt x="2143852" y="34791"/>
                  </a:lnTo>
                  <a:lnTo>
                    <a:pt x="2151676" y="34428"/>
                  </a:lnTo>
                  <a:lnTo>
                    <a:pt x="2159501" y="34055"/>
                  </a:lnTo>
                  <a:lnTo>
                    <a:pt x="2167325" y="33681"/>
                  </a:lnTo>
                  <a:lnTo>
                    <a:pt x="2175149" y="33298"/>
                  </a:lnTo>
                  <a:lnTo>
                    <a:pt x="2182973" y="32914"/>
                  </a:lnTo>
                  <a:lnTo>
                    <a:pt x="2190798" y="32522"/>
                  </a:lnTo>
                  <a:lnTo>
                    <a:pt x="2198622" y="32127"/>
                  </a:lnTo>
                  <a:lnTo>
                    <a:pt x="2206446" y="31726"/>
                  </a:lnTo>
                  <a:lnTo>
                    <a:pt x="2214271" y="31322"/>
                  </a:lnTo>
                  <a:lnTo>
                    <a:pt x="2222095" y="30913"/>
                  </a:lnTo>
                  <a:lnTo>
                    <a:pt x="2229919" y="30499"/>
                  </a:lnTo>
                  <a:lnTo>
                    <a:pt x="2237743" y="30083"/>
                  </a:lnTo>
                  <a:lnTo>
                    <a:pt x="2245568" y="29661"/>
                  </a:lnTo>
                  <a:lnTo>
                    <a:pt x="2253392" y="29236"/>
                  </a:lnTo>
                  <a:lnTo>
                    <a:pt x="2261216" y="28806"/>
                  </a:lnTo>
                  <a:lnTo>
                    <a:pt x="2269040" y="28375"/>
                  </a:lnTo>
                  <a:lnTo>
                    <a:pt x="2276865" y="27938"/>
                  </a:lnTo>
                  <a:lnTo>
                    <a:pt x="2284689" y="27499"/>
                  </a:lnTo>
                  <a:lnTo>
                    <a:pt x="2292513" y="27056"/>
                  </a:lnTo>
                  <a:lnTo>
                    <a:pt x="2300338" y="26611"/>
                  </a:lnTo>
                  <a:lnTo>
                    <a:pt x="2308162" y="26163"/>
                  </a:lnTo>
                  <a:lnTo>
                    <a:pt x="2315986" y="25712"/>
                  </a:lnTo>
                  <a:lnTo>
                    <a:pt x="2323810" y="25259"/>
                  </a:lnTo>
                  <a:lnTo>
                    <a:pt x="2331635" y="24804"/>
                  </a:lnTo>
                  <a:lnTo>
                    <a:pt x="2339459" y="24347"/>
                  </a:lnTo>
                  <a:lnTo>
                    <a:pt x="2347283" y="23888"/>
                  </a:lnTo>
                  <a:lnTo>
                    <a:pt x="2355108" y="23427"/>
                  </a:lnTo>
                  <a:lnTo>
                    <a:pt x="2362932" y="22965"/>
                  </a:lnTo>
                  <a:lnTo>
                    <a:pt x="2370756" y="22502"/>
                  </a:lnTo>
                  <a:lnTo>
                    <a:pt x="2378580" y="22038"/>
                  </a:lnTo>
                  <a:lnTo>
                    <a:pt x="2386405" y="21573"/>
                  </a:lnTo>
                  <a:lnTo>
                    <a:pt x="2394229" y="21107"/>
                  </a:lnTo>
                  <a:lnTo>
                    <a:pt x="2402053" y="20641"/>
                  </a:lnTo>
                  <a:lnTo>
                    <a:pt x="2409878" y="20175"/>
                  </a:lnTo>
                  <a:lnTo>
                    <a:pt x="2417702" y="19709"/>
                  </a:lnTo>
                  <a:lnTo>
                    <a:pt x="2425526" y="19244"/>
                  </a:lnTo>
                  <a:lnTo>
                    <a:pt x="2433350" y="18779"/>
                  </a:lnTo>
                  <a:lnTo>
                    <a:pt x="2441175" y="18315"/>
                  </a:lnTo>
                  <a:lnTo>
                    <a:pt x="2448999" y="17852"/>
                  </a:lnTo>
                  <a:lnTo>
                    <a:pt x="2456823" y="17390"/>
                  </a:lnTo>
                  <a:lnTo>
                    <a:pt x="2464647" y="16930"/>
                  </a:lnTo>
                  <a:lnTo>
                    <a:pt x="2472472" y="16471"/>
                  </a:lnTo>
                  <a:lnTo>
                    <a:pt x="2480296" y="16016"/>
                  </a:lnTo>
                  <a:lnTo>
                    <a:pt x="2488120" y="15560"/>
                  </a:lnTo>
                  <a:lnTo>
                    <a:pt x="2495945" y="15110"/>
                  </a:lnTo>
                  <a:lnTo>
                    <a:pt x="2503769" y="14660"/>
                  </a:lnTo>
                  <a:lnTo>
                    <a:pt x="2511593" y="14215"/>
                  </a:lnTo>
                  <a:lnTo>
                    <a:pt x="2519417" y="13771"/>
                  </a:lnTo>
                  <a:lnTo>
                    <a:pt x="2527242" y="13332"/>
                  </a:lnTo>
                  <a:lnTo>
                    <a:pt x="2535066" y="12896"/>
                  </a:lnTo>
                  <a:lnTo>
                    <a:pt x="2542890" y="12464"/>
                  </a:lnTo>
                  <a:lnTo>
                    <a:pt x="2550715" y="12037"/>
                  </a:lnTo>
                  <a:lnTo>
                    <a:pt x="2558539" y="11613"/>
                  </a:lnTo>
                  <a:lnTo>
                    <a:pt x="2566363" y="11195"/>
                  </a:lnTo>
                  <a:lnTo>
                    <a:pt x="2574187" y="10779"/>
                  </a:lnTo>
                  <a:lnTo>
                    <a:pt x="2582012" y="10372"/>
                  </a:lnTo>
                  <a:lnTo>
                    <a:pt x="2589836" y="9966"/>
                  </a:lnTo>
                  <a:lnTo>
                    <a:pt x="2597660" y="9570"/>
                  </a:lnTo>
                  <a:lnTo>
                    <a:pt x="2605485" y="9175"/>
                  </a:lnTo>
                  <a:lnTo>
                    <a:pt x="2613309" y="8790"/>
                  </a:lnTo>
                  <a:lnTo>
                    <a:pt x="2621133" y="8409"/>
                  </a:lnTo>
                  <a:lnTo>
                    <a:pt x="2628957" y="8035"/>
                  </a:lnTo>
                  <a:lnTo>
                    <a:pt x="2636782" y="7667"/>
                  </a:lnTo>
                  <a:lnTo>
                    <a:pt x="2644606" y="7306"/>
                  </a:lnTo>
                  <a:lnTo>
                    <a:pt x="2652430" y="6952"/>
                  </a:lnTo>
                  <a:lnTo>
                    <a:pt x="2660254" y="6605"/>
                  </a:lnTo>
                  <a:lnTo>
                    <a:pt x="2668079" y="6266"/>
                  </a:lnTo>
                  <a:lnTo>
                    <a:pt x="2675903" y="5932"/>
                  </a:lnTo>
                  <a:lnTo>
                    <a:pt x="2683727" y="5609"/>
                  </a:lnTo>
                  <a:lnTo>
                    <a:pt x="2691552" y="5290"/>
                  </a:lnTo>
                  <a:lnTo>
                    <a:pt x="2699376" y="4984"/>
                  </a:lnTo>
                  <a:lnTo>
                    <a:pt x="2707200" y="4680"/>
                  </a:lnTo>
                  <a:lnTo>
                    <a:pt x="2715024" y="4391"/>
                  </a:lnTo>
                  <a:lnTo>
                    <a:pt x="2722849" y="4104"/>
                  </a:lnTo>
                  <a:lnTo>
                    <a:pt x="2730673" y="3831"/>
                  </a:lnTo>
                  <a:lnTo>
                    <a:pt x="2738497" y="3563"/>
                  </a:lnTo>
                  <a:lnTo>
                    <a:pt x="2746322" y="3306"/>
                  </a:lnTo>
                  <a:lnTo>
                    <a:pt x="2754146" y="3057"/>
                  </a:lnTo>
                  <a:lnTo>
                    <a:pt x="2761970" y="2817"/>
                  </a:lnTo>
                  <a:lnTo>
                    <a:pt x="2769794" y="2587"/>
                  </a:lnTo>
                  <a:lnTo>
                    <a:pt x="2777619" y="2364"/>
                  </a:lnTo>
                  <a:lnTo>
                    <a:pt x="2785443" y="2154"/>
                  </a:lnTo>
                  <a:lnTo>
                    <a:pt x="2793267" y="1949"/>
                  </a:lnTo>
                  <a:lnTo>
                    <a:pt x="2801091" y="1760"/>
                  </a:lnTo>
                  <a:lnTo>
                    <a:pt x="2808916" y="1572"/>
                  </a:lnTo>
                  <a:lnTo>
                    <a:pt x="2816740" y="1403"/>
                  </a:lnTo>
                  <a:lnTo>
                    <a:pt x="2824564" y="1237"/>
                  </a:lnTo>
                  <a:lnTo>
                    <a:pt x="2832389" y="1086"/>
                  </a:lnTo>
                  <a:lnTo>
                    <a:pt x="2840213" y="941"/>
                  </a:lnTo>
                  <a:lnTo>
                    <a:pt x="2848037" y="809"/>
                  </a:lnTo>
                  <a:lnTo>
                    <a:pt x="2855861" y="685"/>
                  </a:lnTo>
                  <a:lnTo>
                    <a:pt x="2863686" y="572"/>
                  </a:lnTo>
                  <a:lnTo>
                    <a:pt x="2871510" y="469"/>
                  </a:lnTo>
                  <a:lnTo>
                    <a:pt x="2879334" y="375"/>
                  </a:lnTo>
                  <a:lnTo>
                    <a:pt x="2887159" y="294"/>
                  </a:lnTo>
                  <a:lnTo>
                    <a:pt x="2894983" y="219"/>
                  </a:lnTo>
                  <a:lnTo>
                    <a:pt x="2902807" y="160"/>
                  </a:lnTo>
                  <a:lnTo>
                    <a:pt x="2910631" y="104"/>
                  </a:lnTo>
                  <a:lnTo>
                    <a:pt x="2918456" y="66"/>
                  </a:lnTo>
                  <a:lnTo>
                    <a:pt x="2926280" y="31"/>
                  </a:lnTo>
                  <a:lnTo>
                    <a:pt x="2934104" y="13"/>
                  </a:lnTo>
                  <a:lnTo>
                    <a:pt x="2941929" y="0"/>
                  </a:lnTo>
                  <a:lnTo>
                    <a:pt x="2949753" y="1"/>
                  </a:lnTo>
                  <a:lnTo>
                    <a:pt x="2957577" y="9"/>
                  </a:lnTo>
                  <a:lnTo>
                    <a:pt x="2965401" y="29"/>
                  </a:lnTo>
                  <a:lnTo>
                    <a:pt x="2973226" y="59"/>
                  </a:lnTo>
                  <a:lnTo>
                    <a:pt x="2981050" y="98"/>
                  </a:lnTo>
                  <a:lnTo>
                    <a:pt x="2988874" y="148"/>
                  </a:lnTo>
                  <a:lnTo>
                    <a:pt x="2996698" y="206"/>
                  </a:lnTo>
                  <a:lnTo>
                    <a:pt x="3004523" y="278"/>
                  </a:lnTo>
                  <a:lnTo>
                    <a:pt x="3012347" y="354"/>
                  </a:lnTo>
                  <a:lnTo>
                    <a:pt x="3020171" y="446"/>
                  </a:lnTo>
                  <a:lnTo>
                    <a:pt x="3027996" y="541"/>
                  </a:lnTo>
                  <a:lnTo>
                    <a:pt x="3035820" y="653"/>
                  </a:lnTo>
                  <a:lnTo>
                    <a:pt x="3043644" y="768"/>
                  </a:lnTo>
                  <a:lnTo>
                    <a:pt x="3051468" y="898"/>
                  </a:lnTo>
                  <a:lnTo>
                    <a:pt x="3059293" y="1034"/>
                  </a:lnTo>
                  <a:lnTo>
                    <a:pt x="3067117" y="1181"/>
                  </a:lnTo>
                  <a:lnTo>
                    <a:pt x="3074941" y="1335"/>
                  </a:lnTo>
                  <a:lnTo>
                    <a:pt x="3082766" y="1500"/>
                  </a:lnTo>
                  <a:lnTo>
                    <a:pt x="3090590" y="1673"/>
                  </a:lnTo>
                  <a:lnTo>
                    <a:pt x="3098414" y="1854"/>
                  </a:lnTo>
                  <a:lnTo>
                    <a:pt x="3106238" y="2047"/>
                  </a:lnTo>
                  <a:lnTo>
                    <a:pt x="3114063" y="2244"/>
                  </a:lnTo>
                  <a:lnTo>
                    <a:pt x="3121887" y="2454"/>
                  </a:lnTo>
                  <a:lnTo>
                    <a:pt x="3129711" y="2667"/>
                  </a:lnTo>
                  <a:lnTo>
                    <a:pt x="3137536" y="2895"/>
                  </a:lnTo>
                  <a:lnTo>
                    <a:pt x="3145360" y="3125"/>
                  </a:lnTo>
                  <a:lnTo>
                    <a:pt x="3153184" y="3368"/>
                  </a:lnTo>
                  <a:lnTo>
                    <a:pt x="3161008" y="3615"/>
                  </a:lnTo>
                  <a:lnTo>
                    <a:pt x="3168833" y="3873"/>
                  </a:lnTo>
                  <a:lnTo>
                    <a:pt x="3176657" y="4136"/>
                  </a:lnTo>
                  <a:lnTo>
                    <a:pt x="3184481" y="4408"/>
                  </a:lnTo>
                  <a:lnTo>
                    <a:pt x="3192305" y="4686"/>
                  </a:lnTo>
                  <a:lnTo>
                    <a:pt x="3200130" y="4971"/>
                  </a:lnTo>
                  <a:lnTo>
                    <a:pt x="3207954" y="5265"/>
                  </a:lnTo>
                  <a:lnTo>
                    <a:pt x="3215778" y="5563"/>
                  </a:lnTo>
                  <a:lnTo>
                    <a:pt x="3223603" y="5871"/>
                  </a:lnTo>
                  <a:lnTo>
                    <a:pt x="3231427" y="6181"/>
                  </a:lnTo>
                  <a:lnTo>
                    <a:pt x="3239251" y="6502"/>
                  </a:lnTo>
                  <a:lnTo>
                    <a:pt x="3247075" y="6825"/>
                  </a:lnTo>
                  <a:lnTo>
                    <a:pt x="3254900" y="7159"/>
                  </a:lnTo>
                  <a:lnTo>
                    <a:pt x="3262724" y="7494"/>
                  </a:lnTo>
                  <a:lnTo>
                    <a:pt x="3270548" y="7838"/>
                  </a:lnTo>
                  <a:lnTo>
                    <a:pt x="3278373" y="8186"/>
                  </a:lnTo>
                  <a:lnTo>
                    <a:pt x="3286197" y="8540"/>
                  </a:lnTo>
                  <a:lnTo>
                    <a:pt x="3294021" y="8898"/>
                  </a:lnTo>
                  <a:lnTo>
                    <a:pt x="3301845" y="9262"/>
                  </a:lnTo>
                  <a:lnTo>
                    <a:pt x="3309670" y="9631"/>
                  </a:lnTo>
                  <a:lnTo>
                    <a:pt x="3317494" y="10003"/>
                  </a:lnTo>
                  <a:lnTo>
                    <a:pt x="3325318" y="10382"/>
                  </a:lnTo>
                  <a:lnTo>
                    <a:pt x="3333142" y="10762"/>
                  </a:lnTo>
                  <a:lnTo>
                    <a:pt x="3340967" y="11150"/>
                  </a:lnTo>
                  <a:lnTo>
                    <a:pt x="3348791" y="11538"/>
                  </a:lnTo>
                  <a:lnTo>
                    <a:pt x="3356615" y="11933"/>
                  </a:lnTo>
                  <a:lnTo>
                    <a:pt x="3364440" y="12330"/>
                  </a:lnTo>
                  <a:lnTo>
                    <a:pt x="3372264" y="12731"/>
                  </a:lnTo>
                  <a:lnTo>
                    <a:pt x="3380088" y="13134"/>
                  </a:lnTo>
                  <a:lnTo>
                    <a:pt x="3387912" y="13542"/>
                  </a:lnTo>
                  <a:lnTo>
                    <a:pt x="3395737" y="13951"/>
                  </a:lnTo>
                  <a:lnTo>
                    <a:pt x="3403561" y="14364"/>
                  </a:lnTo>
                  <a:lnTo>
                    <a:pt x="3411385" y="14778"/>
                  </a:lnTo>
                  <a:lnTo>
                    <a:pt x="3419210" y="15195"/>
                  </a:lnTo>
                  <a:lnTo>
                    <a:pt x="3427034" y="15615"/>
                  </a:lnTo>
                  <a:lnTo>
                    <a:pt x="3434858" y="16036"/>
                  </a:lnTo>
                  <a:lnTo>
                    <a:pt x="3442682" y="16459"/>
                  </a:lnTo>
                  <a:lnTo>
                    <a:pt x="3450507" y="16883"/>
                  </a:lnTo>
                  <a:lnTo>
                    <a:pt x="3458331" y="17309"/>
                  </a:lnTo>
                  <a:lnTo>
                    <a:pt x="3466155" y="17736"/>
                  </a:lnTo>
                  <a:lnTo>
                    <a:pt x="3473980" y="18164"/>
                  </a:lnTo>
                  <a:lnTo>
                    <a:pt x="3481804" y="18593"/>
                  </a:lnTo>
                  <a:lnTo>
                    <a:pt x="3489628" y="19022"/>
                  </a:lnTo>
                  <a:lnTo>
                    <a:pt x="3497452" y="19452"/>
                  </a:lnTo>
                  <a:lnTo>
                    <a:pt x="3505277" y="19883"/>
                  </a:lnTo>
                  <a:lnTo>
                    <a:pt x="3513101" y="20313"/>
                  </a:lnTo>
                  <a:lnTo>
                    <a:pt x="3520925" y="20743"/>
                  </a:lnTo>
                  <a:lnTo>
                    <a:pt x="3528749" y="21174"/>
                  </a:lnTo>
                  <a:lnTo>
                    <a:pt x="3536574" y="21604"/>
                  </a:lnTo>
                  <a:lnTo>
                    <a:pt x="3544398" y="22033"/>
                  </a:lnTo>
                  <a:lnTo>
                    <a:pt x="3552222" y="22462"/>
                  </a:lnTo>
                  <a:lnTo>
                    <a:pt x="3560047" y="22889"/>
                  </a:lnTo>
                  <a:lnTo>
                    <a:pt x="3567871" y="23317"/>
                  </a:lnTo>
                  <a:lnTo>
                    <a:pt x="3575695" y="23742"/>
                  </a:lnTo>
                  <a:lnTo>
                    <a:pt x="3583519" y="24166"/>
                  </a:lnTo>
                  <a:lnTo>
                    <a:pt x="3591344" y="24589"/>
                  </a:lnTo>
                  <a:lnTo>
                    <a:pt x="3599168" y="25010"/>
                  </a:lnTo>
                  <a:lnTo>
                    <a:pt x="3606992" y="25430"/>
                  </a:lnTo>
                  <a:lnTo>
                    <a:pt x="3614817" y="25847"/>
                  </a:lnTo>
                  <a:lnTo>
                    <a:pt x="3622641" y="26263"/>
                  </a:lnTo>
                  <a:lnTo>
                    <a:pt x="3630465" y="26676"/>
                  </a:lnTo>
                  <a:lnTo>
                    <a:pt x="3638289" y="27087"/>
                  </a:lnTo>
                  <a:lnTo>
                    <a:pt x="3646114" y="27495"/>
                  </a:lnTo>
                  <a:lnTo>
                    <a:pt x="3653938" y="27902"/>
                  </a:lnTo>
                  <a:lnTo>
                    <a:pt x="3661762" y="28304"/>
                  </a:lnTo>
                  <a:lnTo>
                    <a:pt x="3669586" y="28706"/>
                  </a:lnTo>
                  <a:lnTo>
                    <a:pt x="3677411" y="29102"/>
                  </a:lnTo>
                  <a:lnTo>
                    <a:pt x="3685235" y="29497"/>
                  </a:lnTo>
                  <a:lnTo>
                    <a:pt x="3693059" y="29887"/>
                  </a:lnTo>
                  <a:lnTo>
                    <a:pt x="3700884" y="30276"/>
                  </a:lnTo>
                  <a:lnTo>
                    <a:pt x="3708708" y="30659"/>
                  </a:lnTo>
                  <a:lnTo>
                    <a:pt x="3716532" y="31041"/>
                  </a:lnTo>
                  <a:lnTo>
                    <a:pt x="3724356" y="31418"/>
                  </a:lnTo>
                  <a:lnTo>
                    <a:pt x="3732181" y="31791"/>
                  </a:lnTo>
                  <a:lnTo>
                    <a:pt x="3740005" y="32161"/>
                  </a:lnTo>
                  <a:lnTo>
                    <a:pt x="3747829" y="32527"/>
                  </a:lnTo>
                  <a:lnTo>
                    <a:pt x="3755654" y="32889"/>
                  </a:lnTo>
                  <a:lnTo>
                    <a:pt x="3763478" y="33246"/>
                  </a:lnTo>
                  <a:lnTo>
                    <a:pt x="3771302" y="33601"/>
                  </a:lnTo>
                  <a:lnTo>
                    <a:pt x="3779126" y="33949"/>
                  </a:lnTo>
                  <a:lnTo>
                    <a:pt x="3786951" y="34296"/>
                  </a:lnTo>
                  <a:lnTo>
                    <a:pt x="3794775" y="34636"/>
                  </a:lnTo>
                  <a:lnTo>
                    <a:pt x="3802599" y="34973"/>
                  </a:lnTo>
                  <a:lnTo>
                    <a:pt x="3810424" y="35304"/>
                  </a:lnTo>
                  <a:lnTo>
                    <a:pt x="3818248" y="35633"/>
                  </a:lnTo>
                  <a:lnTo>
                    <a:pt x="3826072" y="35955"/>
                  </a:lnTo>
                  <a:lnTo>
                    <a:pt x="3833896" y="36274"/>
                  </a:lnTo>
                  <a:lnTo>
                    <a:pt x="3841721" y="36588"/>
                  </a:lnTo>
                  <a:lnTo>
                    <a:pt x="3849545" y="36897"/>
                  </a:lnTo>
                  <a:lnTo>
                    <a:pt x="3857369" y="37202"/>
                  </a:lnTo>
                  <a:lnTo>
                    <a:pt x="3865193" y="37501"/>
                  </a:lnTo>
                  <a:lnTo>
                    <a:pt x="3873018" y="37797"/>
                  </a:lnTo>
                  <a:lnTo>
                    <a:pt x="3880842" y="38086"/>
                  </a:lnTo>
                  <a:lnTo>
                    <a:pt x="3888666" y="38373"/>
                  </a:lnTo>
                  <a:lnTo>
                    <a:pt x="3896491" y="38652"/>
                  </a:lnTo>
                  <a:lnTo>
                    <a:pt x="3904315" y="38929"/>
                  </a:lnTo>
                  <a:lnTo>
                    <a:pt x="3912139" y="39199"/>
                  </a:lnTo>
                  <a:lnTo>
                    <a:pt x="3919963" y="39466"/>
                  </a:lnTo>
                  <a:lnTo>
                    <a:pt x="3927788" y="39726"/>
                  </a:lnTo>
                  <a:lnTo>
                    <a:pt x="3935612" y="39983"/>
                  </a:lnTo>
                  <a:lnTo>
                    <a:pt x="3943436" y="40234"/>
                  </a:lnTo>
                  <a:lnTo>
                    <a:pt x="3951261" y="40481"/>
                  </a:lnTo>
                  <a:lnTo>
                    <a:pt x="3959085" y="40723"/>
                  </a:lnTo>
                  <a:lnTo>
                    <a:pt x="3966909" y="40960"/>
                  </a:lnTo>
                  <a:lnTo>
                    <a:pt x="3974733" y="41193"/>
                  </a:lnTo>
                  <a:lnTo>
                    <a:pt x="3982558" y="41419"/>
                  </a:lnTo>
                  <a:lnTo>
                    <a:pt x="3990382" y="41644"/>
                  </a:lnTo>
                  <a:lnTo>
                    <a:pt x="3998206" y="4186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rc474"/>
            <p:cNvSpPr/>
            <p:nvPr/>
          </p:nvSpPr>
          <p:spPr>
            <a:xfrm>
              <a:off x="7648183" y="1761070"/>
              <a:ext cx="439802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l475"/>
            <p:cNvSpPr/>
            <p:nvPr/>
          </p:nvSpPr>
          <p:spPr>
            <a:xfrm>
              <a:off x="8247914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l476"/>
            <p:cNvSpPr/>
            <p:nvPr/>
          </p:nvSpPr>
          <p:spPr>
            <a:xfrm>
              <a:off x="9047555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l477"/>
            <p:cNvSpPr/>
            <p:nvPr/>
          </p:nvSpPr>
          <p:spPr>
            <a:xfrm>
              <a:off x="9847197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l478"/>
            <p:cNvSpPr/>
            <p:nvPr/>
          </p:nvSpPr>
          <p:spPr>
            <a:xfrm>
              <a:off x="10646838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l479"/>
            <p:cNvSpPr/>
            <p:nvPr/>
          </p:nvSpPr>
          <p:spPr>
            <a:xfrm>
              <a:off x="11446479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tx480"/>
            <p:cNvSpPr/>
            <p:nvPr/>
          </p:nvSpPr>
          <p:spPr>
            <a:xfrm>
              <a:off x="8198228" y="50014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481" name="tx481"/>
            <p:cNvSpPr/>
            <p:nvPr/>
          </p:nvSpPr>
          <p:spPr>
            <a:xfrm>
              <a:off x="8997869" y="50014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482" name="tx482"/>
            <p:cNvSpPr/>
            <p:nvPr/>
          </p:nvSpPr>
          <p:spPr>
            <a:xfrm>
              <a:off x="9816119" y="50001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83" name="tx483"/>
            <p:cNvSpPr/>
            <p:nvPr/>
          </p:nvSpPr>
          <p:spPr>
            <a:xfrm>
              <a:off x="10615760" y="50014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84" name="tx484"/>
            <p:cNvSpPr/>
            <p:nvPr/>
          </p:nvSpPr>
          <p:spPr>
            <a:xfrm>
              <a:off x="11415402" y="50014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85" name="tx485"/>
            <p:cNvSpPr/>
            <p:nvPr/>
          </p:nvSpPr>
          <p:spPr>
            <a:xfrm>
              <a:off x="9094024" y="5119812"/>
              <a:ext cx="1506345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Rate of Change (Z/year)</a:t>
              </a:r>
            </a:p>
          </p:txBody>
        </p:sp>
        <p:sp>
          <p:nvSpPr>
            <p:cNvPr id="486" name="rc486"/>
            <p:cNvSpPr/>
            <p:nvPr/>
          </p:nvSpPr>
          <p:spPr>
            <a:xfrm>
              <a:off x="2971800" y="5349081"/>
              <a:ext cx="3048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rc487"/>
            <p:cNvSpPr/>
            <p:nvPr/>
          </p:nvSpPr>
          <p:spPr>
            <a:xfrm>
              <a:off x="3372163" y="5418670"/>
              <a:ext cx="257804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8" name="pl488"/>
            <p:cNvSpPr/>
            <p:nvPr/>
          </p:nvSpPr>
          <p:spPr>
            <a:xfrm>
              <a:off x="3372163" y="7851661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l489"/>
            <p:cNvSpPr/>
            <p:nvPr/>
          </p:nvSpPr>
          <p:spPr>
            <a:xfrm>
              <a:off x="3372163" y="6811531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l490"/>
            <p:cNvSpPr/>
            <p:nvPr/>
          </p:nvSpPr>
          <p:spPr>
            <a:xfrm>
              <a:off x="3372163" y="5771400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l491"/>
            <p:cNvSpPr/>
            <p:nvPr/>
          </p:nvSpPr>
          <p:spPr>
            <a:xfrm>
              <a:off x="3557845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l492"/>
            <p:cNvSpPr/>
            <p:nvPr/>
          </p:nvSpPr>
          <p:spPr>
            <a:xfrm>
              <a:off x="4111397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l493"/>
            <p:cNvSpPr/>
            <p:nvPr/>
          </p:nvSpPr>
          <p:spPr>
            <a:xfrm>
              <a:off x="4664950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l494"/>
            <p:cNvSpPr/>
            <p:nvPr/>
          </p:nvSpPr>
          <p:spPr>
            <a:xfrm>
              <a:off x="5218503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l495"/>
            <p:cNvSpPr/>
            <p:nvPr/>
          </p:nvSpPr>
          <p:spPr>
            <a:xfrm>
              <a:off x="5772056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l496"/>
            <p:cNvSpPr/>
            <p:nvPr/>
          </p:nvSpPr>
          <p:spPr>
            <a:xfrm>
              <a:off x="3372163" y="8371727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l497"/>
            <p:cNvSpPr/>
            <p:nvPr/>
          </p:nvSpPr>
          <p:spPr>
            <a:xfrm>
              <a:off x="3372163" y="7331596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l498"/>
            <p:cNvSpPr/>
            <p:nvPr/>
          </p:nvSpPr>
          <p:spPr>
            <a:xfrm>
              <a:off x="3372163" y="6291466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l499"/>
            <p:cNvSpPr/>
            <p:nvPr/>
          </p:nvSpPr>
          <p:spPr>
            <a:xfrm>
              <a:off x="3834621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l500"/>
            <p:cNvSpPr/>
            <p:nvPr/>
          </p:nvSpPr>
          <p:spPr>
            <a:xfrm>
              <a:off x="4388174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l501"/>
            <p:cNvSpPr/>
            <p:nvPr/>
          </p:nvSpPr>
          <p:spPr>
            <a:xfrm>
              <a:off x="4941726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l502"/>
            <p:cNvSpPr/>
            <p:nvPr/>
          </p:nvSpPr>
          <p:spPr>
            <a:xfrm>
              <a:off x="5495279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4711979" y="70036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5070417" y="77623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4827722" y="71486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4466555" y="72208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4665001" y="69868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4377602" y="77237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5240041" y="77092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3761730" y="73056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5244265" y="72946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4270149" y="69519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5356152" y="70298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5048756" y="72296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5466395" y="69714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4517088" y="74922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4051004" y="69431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5375121" y="70101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4161482" y="77542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4909579" y="75865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4911161" y="71083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5656622" y="72535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3559151" y="694429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4771127" y="73011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5052540" y="71229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4341454" y="78387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4185865" y="71036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5409031" y="71136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4977402" y="73052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3991203" y="69254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5336070" y="83452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4730306" y="73212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4145226" y="71597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4632532" y="72471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4158794" y="697490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4275004" y="55383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5192207" y="71562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4840789" y="73875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3715066" y="70118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5296923" y="69157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4008616" y="73697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4286524" y="71022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4897542" y="75242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3995720" y="74601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4200071" y="72488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4009391" y="73633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4938121" y="72991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5395750" y="71211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4723575" y="73521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5808201" y="72509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3464521" y="640045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4444079" y="75603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3931849" y="73833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5144017" y="76308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3831629" y="67163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4274938" y="587738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4549024" y="71956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4009069" y="72349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4849640" y="77961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5399583" y="70181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3883694" y="69077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4322882" y="72716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5032061" y="70086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4930630" y="68624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4016249" y="70160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4807413" y="71006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5010013" y="74017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3931098" y="67151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4252674" y="72261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5512586" y="72420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4239481" y="73604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4421248" y="77173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5189201" y="74520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4337475" y="72929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4348997" y="68896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5017751" y="70972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4519923" y="71108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4155951" y="754570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4783306" y="635863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4396858" y="70140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4852974" y="8427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4977192" y="72974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4124870" y="68306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4417894" y="68697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3892191" y="69891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3900000" y="69174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l587"/>
            <p:cNvSpPr/>
            <p:nvPr/>
          </p:nvSpPr>
          <p:spPr>
            <a:xfrm>
              <a:off x="3372163" y="6739962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9347" y="6773614"/>
              <a:ext cx="2343679" cy="828716"/>
            </a:xfrm>
            <a:custGeom>
              <a:avLst/>
              <a:pathLst>
                <a:path w="2343679" h="828716">
                  <a:moveTo>
                    <a:pt x="0" y="0"/>
                  </a:moveTo>
                  <a:lnTo>
                    <a:pt x="29666" y="14165"/>
                  </a:lnTo>
                  <a:lnTo>
                    <a:pt x="59333" y="28168"/>
                  </a:lnTo>
                  <a:lnTo>
                    <a:pt x="89000" y="41985"/>
                  </a:lnTo>
                  <a:lnTo>
                    <a:pt x="118667" y="55593"/>
                  </a:lnTo>
                  <a:lnTo>
                    <a:pt x="148334" y="68973"/>
                  </a:lnTo>
                  <a:lnTo>
                    <a:pt x="178000" y="82107"/>
                  </a:lnTo>
                  <a:lnTo>
                    <a:pt x="207667" y="94981"/>
                  </a:lnTo>
                  <a:lnTo>
                    <a:pt x="237334" y="107585"/>
                  </a:lnTo>
                  <a:lnTo>
                    <a:pt x="267001" y="119910"/>
                  </a:lnTo>
                  <a:lnTo>
                    <a:pt x="296668" y="131954"/>
                  </a:lnTo>
                  <a:lnTo>
                    <a:pt x="326335" y="143714"/>
                  </a:lnTo>
                  <a:lnTo>
                    <a:pt x="356001" y="155193"/>
                  </a:lnTo>
                  <a:lnTo>
                    <a:pt x="385668" y="166393"/>
                  </a:lnTo>
                  <a:lnTo>
                    <a:pt x="415335" y="177320"/>
                  </a:lnTo>
                  <a:lnTo>
                    <a:pt x="445002" y="187976"/>
                  </a:lnTo>
                  <a:lnTo>
                    <a:pt x="474669" y="198362"/>
                  </a:lnTo>
                  <a:lnTo>
                    <a:pt x="504336" y="208472"/>
                  </a:lnTo>
                  <a:lnTo>
                    <a:pt x="534002" y="218288"/>
                  </a:lnTo>
                  <a:lnTo>
                    <a:pt x="563669" y="227790"/>
                  </a:lnTo>
                  <a:lnTo>
                    <a:pt x="593336" y="236972"/>
                  </a:lnTo>
                  <a:lnTo>
                    <a:pt x="623003" y="245837"/>
                  </a:lnTo>
                  <a:lnTo>
                    <a:pt x="652670" y="254398"/>
                  </a:lnTo>
                  <a:lnTo>
                    <a:pt x="682336" y="262676"/>
                  </a:lnTo>
                  <a:lnTo>
                    <a:pt x="712003" y="270682"/>
                  </a:lnTo>
                  <a:lnTo>
                    <a:pt x="741670" y="278413"/>
                  </a:lnTo>
                  <a:lnTo>
                    <a:pt x="771337" y="285869"/>
                  </a:lnTo>
                  <a:lnTo>
                    <a:pt x="801004" y="293069"/>
                  </a:lnTo>
                  <a:lnTo>
                    <a:pt x="830671" y="300045"/>
                  </a:lnTo>
                  <a:lnTo>
                    <a:pt x="860337" y="306802"/>
                  </a:lnTo>
                  <a:lnTo>
                    <a:pt x="890004" y="313328"/>
                  </a:lnTo>
                  <a:lnTo>
                    <a:pt x="919671" y="319619"/>
                  </a:lnTo>
                  <a:lnTo>
                    <a:pt x="949338" y="325689"/>
                  </a:lnTo>
                  <a:lnTo>
                    <a:pt x="979005" y="331565"/>
                  </a:lnTo>
                  <a:lnTo>
                    <a:pt x="1008672" y="337259"/>
                  </a:lnTo>
                  <a:lnTo>
                    <a:pt x="1038338" y="342769"/>
                  </a:lnTo>
                  <a:lnTo>
                    <a:pt x="1068005" y="348085"/>
                  </a:lnTo>
                  <a:lnTo>
                    <a:pt x="1097672" y="353199"/>
                  </a:lnTo>
                  <a:lnTo>
                    <a:pt x="1127339" y="358106"/>
                  </a:lnTo>
                  <a:lnTo>
                    <a:pt x="1157006" y="362808"/>
                  </a:lnTo>
                  <a:lnTo>
                    <a:pt x="1186673" y="367314"/>
                  </a:lnTo>
                  <a:lnTo>
                    <a:pt x="1216339" y="371636"/>
                  </a:lnTo>
                  <a:lnTo>
                    <a:pt x="1246006" y="375788"/>
                  </a:lnTo>
                  <a:lnTo>
                    <a:pt x="1275673" y="379773"/>
                  </a:lnTo>
                  <a:lnTo>
                    <a:pt x="1305340" y="383575"/>
                  </a:lnTo>
                  <a:lnTo>
                    <a:pt x="1335007" y="387159"/>
                  </a:lnTo>
                  <a:lnTo>
                    <a:pt x="1364673" y="390503"/>
                  </a:lnTo>
                  <a:lnTo>
                    <a:pt x="1394340" y="393599"/>
                  </a:lnTo>
                  <a:lnTo>
                    <a:pt x="1424007" y="396449"/>
                  </a:lnTo>
                  <a:lnTo>
                    <a:pt x="1453674" y="399055"/>
                  </a:lnTo>
                  <a:lnTo>
                    <a:pt x="1483341" y="401400"/>
                  </a:lnTo>
                  <a:lnTo>
                    <a:pt x="1513008" y="403459"/>
                  </a:lnTo>
                  <a:lnTo>
                    <a:pt x="1542674" y="405218"/>
                  </a:lnTo>
                  <a:lnTo>
                    <a:pt x="1572341" y="406680"/>
                  </a:lnTo>
                  <a:lnTo>
                    <a:pt x="1602008" y="407861"/>
                  </a:lnTo>
                  <a:lnTo>
                    <a:pt x="1631675" y="408761"/>
                  </a:lnTo>
                  <a:lnTo>
                    <a:pt x="1661342" y="409365"/>
                  </a:lnTo>
                  <a:lnTo>
                    <a:pt x="1691009" y="409660"/>
                  </a:lnTo>
                  <a:lnTo>
                    <a:pt x="1720675" y="409633"/>
                  </a:lnTo>
                  <a:lnTo>
                    <a:pt x="1750342" y="409279"/>
                  </a:lnTo>
                  <a:lnTo>
                    <a:pt x="1780009" y="408601"/>
                  </a:lnTo>
                  <a:lnTo>
                    <a:pt x="1809676" y="407610"/>
                  </a:lnTo>
                  <a:lnTo>
                    <a:pt x="1839343" y="406320"/>
                  </a:lnTo>
                  <a:lnTo>
                    <a:pt x="1869010" y="404754"/>
                  </a:lnTo>
                  <a:lnTo>
                    <a:pt x="1898676" y="402925"/>
                  </a:lnTo>
                  <a:lnTo>
                    <a:pt x="1928343" y="400836"/>
                  </a:lnTo>
                  <a:lnTo>
                    <a:pt x="1958010" y="398483"/>
                  </a:lnTo>
                  <a:lnTo>
                    <a:pt x="1987677" y="395862"/>
                  </a:lnTo>
                  <a:lnTo>
                    <a:pt x="2017344" y="392967"/>
                  </a:lnTo>
                  <a:lnTo>
                    <a:pt x="2047010" y="389796"/>
                  </a:lnTo>
                  <a:lnTo>
                    <a:pt x="2076677" y="386347"/>
                  </a:lnTo>
                  <a:lnTo>
                    <a:pt x="2106344" y="382622"/>
                  </a:lnTo>
                  <a:lnTo>
                    <a:pt x="2136011" y="378624"/>
                  </a:lnTo>
                  <a:lnTo>
                    <a:pt x="2165678" y="374363"/>
                  </a:lnTo>
                  <a:lnTo>
                    <a:pt x="2195345" y="369848"/>
                  </a:lnTo>
                  <a:lnTo>
                    <a:pt x="2225011" y="365094"/>
                  </a:lnTo>
                  <a:lnTo>
                    <a:pt x="2254678" y="360118"/>
                  </a:lnTo>
                  <a:lnTo>
                    <a:pt x="2284345" y="354940"/>
                  </a:lnTo>
                  <a:lnTo>
                    <a:pt x="2314012" y="349580"/>
                  </a:lnTo>
                  <a:lnTo>
                    <a:pt x="2343679" y="344064"/>
                  </a:lnTo>
                  <a:lnTo>
                    <a:pt x="2343679" y="828716"/>
                  </a:lnTo>
                  <a:lnTo>
                    <a:pt x="2314012" y="818440"/>
                  </a:lnTo>
                  <a:lnTo>
                    <a:pt x="2284345" y="808317"/>
                  </a:lnTo>
                  <a:lnTo>
                    <a:pt x="2254678" y="798365"/>
                  </a:lnTo>
                  <a:lnTo>
                    <a:pt x="2225011" y="788601"/>
                  </a:lnTo>
                  <a:lnTo>
                    <a:pt x="2195345" y="779040"/>
                  </a:lnTo>
                  <a:lnTo>
                    <a:pt x="2165678" y="769695"/>
                  </a:lnTo>
                  <a:lnTo>
                    <a:pt x="2136011" y="760573"/>
                  </a:lnTo>
                  <a:lnTo>
                    <a:pt x="2106344" y="751683"/>
                  </a:lnTo>
                  <a:lnTo>
                    <a:pt x="2076677" y="743026"/>
                  </a:lnTo>
                  <a:lnTo>
                    <a:pt x="2047010" y="734602"/>
                  </a:lnTo>
                  <a:lnTo>
                    <a:pt x="2017344" y="726409"/>
                  </a:lnTo>
                  <a:lnTo>
                    <a:pt x="1987677" y="718439"/>
                  </a:lnTo>
                  <a:lnTo>
                    <a:pt x="1958010" y="710685"/>
                  </a:lnTo>
                  <a:lnTo>
                    <a:pt x="1928343" y="703138"/>
                  </a:lnTo>
                  <a:lnTo>
                    <a:pt x="1898676" y="695787"/>
                  </a:lnTo>
                  <a:lnTo>
                    <a:pt x="1869010" y="688625"/>
                  </a:lnTo>
                  <a:lnTo>
                    <a:pt x="1839343" y="681647"/>
                  </a:lnTo>
                  <a:lnTo>
                    <a:pt x="1809676" y="674859"/>
                  </a:lnTo>
                  <a:lnTo>
                    <a:pt x="1780009" y="668268"/>
                  </a:lnTo>
                  <a:lnTo>
                    <a:pt x="1750342" y="661877"/>
                  </a:lnTo>
                  <a:lnTo>
                    <a:pt x="1720675" y="655684"/>
                  </a:lnTo>
                  <a:lnTo>
                    <a:pt x="1691009" y="649677"/>
                  </a:lnTo>
                  <a:lnTo>
                    <a:pt x="1661342" y="643840"/>
                  </a:lnTo>
                  <a:lnTo>
                    <a:pt x="1631675" y="638146"/>
                  </a:lnTo>
                  <a:lnTo>
                    <a:pt x="1602008" y="632569"/>
                  </a:lnTo>
                  <a:lnTo>
                    <a:pt x="1572341" y="627083"/>
                  </a:lnTo>
                  <a:lnTo>
                    <a:pt x="1542674" y="621675"/>
                  </a:lnTo>
                  <a:lnTo>
                    <a:pt x="1513008" y="616357"/>
                  </a:lnTo>
                  <a:lnTo>
                    <a:pt x="1483341" y="611128"/>
                  </a:lnTo>
                  <a:lnTo>
                    <a:pt x="1453674" y="605970"/>
                  </a:lnTo>
                  <a:lnTo>
                    <a:pt x="1424007" y="600854"/>
                  </a:lnTo>
                  <a:lnTo>
                    <a:pt x="1394340" y="595764"/>
                  </a:lnTo>
                  <a:lnTo>
                    <a:pt x="1364673" y="590706"/>
                  </a:lnTo>
                  <a:lnTo>
                    <a:pt x="1335007" y="585689"/>
                  </a:lnTo>
                  <a:lnTo>
                    <a:pt x="1305340" y="580708"/>
                  </a:lnTo>
                  <a:lnTo>
                    <a:pt x="1275673" y="575747"/>
                  </a:lnTo>
                  <a:lnTo>
                    <a:pt x="1246006" y="570778"/>
                  </a:lnTo>
                  <a:lnTo>
                    <a:pt x="1216339" y="565786"/>
                  </a:lnTo>
                  <a:lnTo>
                    <a:pt x="1186673" y="560779"/>
                  </a:lnTo>
                  <a:lnTo>
                    <a:pt x="1157006" y="555773"/>
                  </a:lnTo>
                  <a:lnTo>
                    <a:pt x="1127339" y="550782"/>
                  </a:lnTo>
                  <a:lnTo>
                    <a:pt x="1097672" y="545819"/>
                  </a:lnTo>
                  <a:lnTo>
                    <a:pt x="1068005" y="540886"/>
                  </a:lnTo>
                  <a:lnTo>
                    <a:pt x="1038338" y="535984"/>
                  </a:lnTo>
                  <a:lnTo>
                    <a:pt x="1008672" y="531105"/>
                  </a:lnTo>
                  <a:lnTo>
                    <a:pt x="979005" y="526244"/>
                  </a:lnTo>
                  <a:lnTo>
                    <a:pt x="949338" y="521399"/>
                  </a:lnTo>
                  <a:lnTo>
                    <a:pt x="919671" y="516590"/>
                  </a:lnTo>
                  <a:lnTo>
                    <a:pt x="890004" y="511861"/>
                  </a:lnTo>
                  <a:lnTo>
                    <a:pt x="860337" y="507243"/>
                  </a:lnTo>
                  <a:lnTo>
                    <a:pt x="830671" y="502750"/>
                  </a:lnTo>
                  <a:lnTo>
                    <a:pt x="801004" y="498386"/>
                  </a:lnTo>
                  <a:lnTo>
                    <a:pt x="771337" y="494165"/>
                  </a:lnTo>
                  <a:lnTo>
                    <a:pt x="741670" y="490113"/>
                  </a:lnTo>
                  <a:lnTo>
                    <a:pt x="712003" y="486244"/>
                  </a:lnTo>
                  <a:lnTo>
                    <a:pt x="682336" y="482551"/>
                  </a:lnTo>
                  <a:lnTo>
                    <a:pt x="652670" y="479025"/>
                  </a:lnTo>
                  <a:lnTo>
                    <a:pt x="623003" y="475685"/>
                  </a:lnTo>
                  <a:lnTo>
                    <a:pt x="593336" y="472554"/>
                  </a:lnTo>
                  <a:lnTo>
                    <a:pt x="563669" y="469653"/>
                  </a:lnTo>
                  <a:lnTo>
                    <a:pt x="534002" y="466991"/>
                  </a:lnTo>
                  <a:lnTo>
                    <a:pt x="504336" y="464565"/>
                  </a:lnTo>
                  <a:lnTo>
                    <a:pt x="474669" y="462363"/>
                  </a:lnTo>
                  <a:lnTo>
                    <a:pt x="445002" y="460371"/>
                  </a:lnTo>
                  <a:lnTo>
                    <a:pt x="415335" y="458588"/>
                  </a:lnTo>
                  <a:lnTo>
                    <a:pt x="385668" y="457018"/>
                  </a:lnTo>
                  <a:lnTo>
                    <a:pt x="356001" y="455668"/>
                  </a:lnTo>
                  <a:lnTo>
                    <a:pt x="326335" y="454548"/>
                  </a:lnTo>
                  <a:lnTo>
                    <a:pt x="296668" y="453664"/>
                  </a:lnTo>
                  <a:lnTo>
                    <a:pt x="267001" y="453022"/>
                  </a:lnTo>
                  <a:lnTo>
                    <a:pt x="237334" y="452626"/>
                  </a:lnTo>
                  <a:lnTo>
                    <a:pt x="207667" y="452475"/>
                  </a:lnTo>
                  <a:lnTo>
                    <a:pt x="178000" y="452566"/>
                  </a:lnTo>
                  <a:lnTo>
                    <a:pt x="148334" y="452892"/>
                  </a:lnTo>
                  <a:lnTo>
                    <a:pt x="118667" y="453444"/>
                  </a:lnTo>
                  <a:lnTo>
                    <a:pt x="89000" y="454208"/>
                  </a:lnTo>
                  <a:lnTo>
                    <a:pt x="59333" y="455168"/>
                  </a:lnTo>
                  <a:lnTo>
                    <a:pt x="29666" y="456306"/>
                  </a:lnTo>
                  <a:lnTo>
                    <a:pt x="0" y="457601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89" name="pl589"/>
            <p:cNvSpPr/>
            <p:nvPr/>
          </p:nvSpPr>
          <p:spPr>
            <a:xfrm>
              <a:off x="3489347" y="6773614"/>
              <a:ext cx="2343679" cy="409660"/>
            </a:xfrm>
            <a:custGeom>
              <a:avLst/>
              <a:pathLst>
                <a:path w="2343679" h="409660">
                  <a:moveTo>
                    <a:pt x="0" y="0"/>
                  </a:moveTo>
                  <a:lnTo>
                    <a:pt x="29666" y="14165"/>
                  </a:lnTo>
                  <a:lnTo>
                    <a:pt x="59333" y="28168"/>
                  </a:lnTo>
                  <a:lnTo>
                    <a:pt x="89000" y="41985"/>
                  </a:lnTo>
                  <a:lnTo>
                    <a:pt x="118667" y="55593"/>
                  </a:lnTo>
                  <a:lnTo>
                    <a:pt x="148334" y="68973"/>
                  </a:lnTo>
                  <a:lnTo>
                    <a:pt x="178000" y="82107"/>
                  </a:lnTo>
                  <a:lnTo>
                    <a:pt x="207667" y="94981"/>
                  </a:lnTo>
                  <a:lnTo>
                    <a:pt x="237334" y="107585"/>
                  </a:lnTo>
                  <a:lnTo>
                    <a:pt x="267001" y="119910"/>
                  </a:lnTo>
                  <a:lnTo>
                    <a:pt x="296668" y="131954"/>
                  </a:lnTo>
                  <a:lnTo>
                    <a:pt x="326335" y="143714"/>
                  </a:lnTo>
                  <a:lnTo>
                    <a:pt x="356001" y="155193"/>
                  </a:lnTo>
                  <a:lnTo>
                    <a:pt x="385668" y="166393"/>
                  </a:lnTo>
                  <a:lnTo>
                    <a:pt x="415335" y="177320"/>
                  </a:lnTo>
                  <a:lnTo>
                    <a:pt x="445002" y="187976"/>
                  </a:lnTo>
                  <a:lnTo>
                    <a:pt x="474669" y="198362"/>
                  </a:lnTo>
                  <a:lnTo>
                    <a:pt x="504336" y="208472"/>
                  </a:lnTo>
                  <a:lnTo>
                    <a:pt x="534002" y="218288"/>
                  </a:lnTo>
                  <a:lnTo>
                    <a:pt x="563669" y="227790"/>
                  </a:lnTo>
                  <a:lnTo>
                    <a:pt x="593336" y="236972"/>
                  </a:lnTo>
                  <a:lnTo>
                    <a:pt x="623003" y="245837"/>
                  </a:lnTo>
                  <a:lnTo>
                    <a:pt x="652670" y="254398"/>
                  </a:lnTo>
                  <a:lnTo>
                    <a:pt x="682336" y="262676"/>
                  </a:lnTo>
                  <a:lnTo>
                    <a:pt x="712003" y="270682"/>
                  </a:lnTo>
                  <a:lnTo>
                    <a:pt x="741670" y="278413"/>
                  </a:lnTo>
                  <a:lnTo>
                    <a:pt x="771337" y="285869"/>
                  </a:lnTo>
                  <a:lnTo>
                    <a:pt x="801004" y="293069"/>
                  </a:lnTo>
                  <a:lnTo>
                    <a:pt x="830671" y="300045"/>
                  </a:lnTo>
                  <a:lnTo>
                    <a:pt x="860337" y="306802"/>
                  </a:lnTo>
                  <a:lnTo>
                    <a:pt x="890004" y="313328"/>
                  </a:lnTo>
                  <a:lnTo>
                    <a:pt x="919671" y="319619"/>
                  </a:lnTo>
                  <a:lnTo>
                    <a:pt x="949338" y="325689"/>
                  </a:lnTo>
                  <a:lnTo>
                    <a:pt x="979005" y="331565"/>
                  </a:lnTo>
                  <a:lnTo>
                    <a:pt x="1008672" y="337259"/>
                  </a:lnTo>
                  <a:lnTo>
                    <a:pt x="1038338" y="342769"/>
                  </a:lnTo>
                  <a:lnTo>
                    <a:pt x="1068005" y="348085"/>
                  </a:lnTo>
                  <a:lnTo>
                    <a:pt x="1097672" y="353199"/>
                  </a:lnTo>
                  <a:lnTo>
                    <a:pt x="1127339" y="358106"/>
                  </a:lnTo>
                  <a:lnTo>
                    <a:pt x="1157006" y="362808"/>
                  </a:lnTo>
                  <a:lnTo>
                    <a:pt x="1186673" y="367314"/>
                  </a:lnTo>
                  <a:lnTo>
                    <a:pt x="1216339" y="371636"/>
                  </a:lnTo>
                  <a:lnTo>
                    <a:pt x="1246006" y="375788"/>
                  </a:lnTo>
                  <a:lnTo>
                    <a:pt x="1275673" y="379773"/>
                  </a:lnTo>
                  <a:lnTo>
                    <a:pt x="1305340" y="383575"/>
                  </a:lnTo>
                  <a:lnTo>
                    <a:pt x="1335007" y="387159"/>
                  </a:lnTo>
                  <a:lnTo>
                    <a:pt x="1364673" y="390503"/>
                  </a:lnTo>
                  <a:lnTo>
                    <a:pt x="1394340" y="393599"/>
                  </a:lnTo>
                  <a:lnTo>
                    <a:pt x="1424007" y="396449"/>
                  </a:lnTo>
                  <a:lnTo>
                    <a:pt x="1453674" y="399055"/>
                  </a:lnTo>
                  <a:lnTo>
                    <a:pt x="1483341" y="401400"/>
                  </a:lnTo>
                  <a:lnTo>
                    <a:pt x="1513008" y="403459"/>
                  </a:lnTo>
                  <a:lnTo>
                    <a:pt x="1542674" y="405218"/>
                  </a:lnTo>
                  <a:lnTo>
                    <a:pt x="1572341" y="406680"/>
                  </a:lnTo>
                  <a:lnTo>
                    <a:pt x="1602008" y="407861"/>
                  </a:lnTo>
                  <a:lnTo>
                    <a:pt x="1631675" y="408761"/>
                  </a:lnTo>
                  <a:lnTo>
                    <a:pt x="1661342" y="409365"/>
                  </a:lnTo>
                  <a:lnTo>
                    <a:pt x="1691009" y="409660"/>
                  </a:lnTo>
                  <a:lnTo>
                    <a:pt x="1720675" y="409633"/>
                  </a:lnTo>
                  <a:lnTo>
                    <a:pt x="1750342" y="409279"/>
                  </a:lnTo>
                  <a:lnTo>
                    <a:pt x="1780009" y="408601"/>
                  </a:lnTo>
                  <a:lnTo>
                    <a:pt x="1809676" y="407610"/>
                  </a:lnTo>
                  <a:lnTo>
                    <a:pt x="1839343" y="406320"/>
                  </a:lnTo>
                  <a:lnTo>
                    <a:pt x="1869010" y="404754"/>
                  </a:lnTo>
                  <a:lnTo>
                    <a:pt x="1898676" y="402925"/>
                  </a:lnTo>
                  <a:lnTo>
                    <a:pt x="1928343" y="400836"/>
                  </a:lnTo>
                  <a:lnTo>
                    <a:pt x="1958010" y="398483"/>
                  </a:lnTo>
                  <a:lnTo>
                    <a:pt x="1987677" y="395862"/>
                  </a:lnTo>
                  <a:lnTo>
                    <a:pt x="2017344" y="392967"/>
                  </a:lnTo>
                  <a:lnTo>
                    <a:pt x="2047010" y="389796"/>
                  </a:lnTo>
                  <a:lnTo>
                    <a:pt x="2076677" y="386347"/>
                  </a:lnTo>
                  <a:lnTo>
                    <a:pt x="2106344" y="382622"/>
                  </a:lnTo>
                  <a:lnTo>
                    <a:pt x="2136011" y="378624"/>
                  </a:lnTo>
                  <a:lnTo>
                    <a:pt x="2165678" y="374363"/>
                  </a:lnTo>
                  <a:lnTo>
                    <a:pt x="2195345" y="369848"/>
                  </a:lnTo>
                  <a:lnTo>
                    <a:pt x="2225011" y="365094"/>
                  </a:lnTo>
                  <a:lnTo>
                    <a:pt x="2254678" y="360118"/>
                  </a:lnTo>
                  <a:lnTo>
                    <a:pt x="2284345" y="354940"/>
                  </a:lnTo>
                  <a:lnTo>
                    <a:pt x="2314012" y="349580"/>
                  </a:lnTo>
                  <a:lnTo>
                    <a:pt x="2343679" y="34406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0" name="pl590"/>
            <p:cNvSpPr/>
            <p:nvPr/>
          </p:nvSpPr>
          <p:spPr>
            <a:xfrm>
              <a:off x="3489347" y="7226089"/>
              <a:ext cx="2343679" cy="376240"/>
            </a:xfrm>
            <a:custGeom>
              <a:avLst/>
              <a:pathLst>
                <a:path w="2343679" h="376240">
                  <a:moveTo>
                    <a:pt x="2343679" y="376240"/>
                  </a:moveTo>
                  <a:lnTo>
                    <a:pt x="2314012" y="365965"/>
                  </a:lnTo>
                  <a:lnTo>
                    <a:pt x="2284345" y="355841"/>
                  </a:lnTo>
                  <a:lnTo>
                    <a:pt x="2254678" y="345889"/>
                  </a:lnTo>
                  <a:lnTo>
                    <a:pt x="2225011" y="336126"/>
                  </a:lnTo>
                  <a:lnTo>
                    <a:pt x="2195345" y="326565"/>
                  </a:lnTo>
                  <a:lnTo>
                    <a:pt x="2165678" y="317219"/>
                  </a:lnTo>
                  <a:lnTo>
                    <a:pt x="2136011" y="308098"/>
                  </a:lnTo>
                  <a:lnTo>
                    <a:pt x="2106344" y="299207"/>
                  </a:lnTo>
                  <a:lnTo>
                    <a:pt x="2076677" y="290550"/>
                  </a:lnTo>
                  <a:lnTo>
                    <a:pt x="2047010" y="282126"/>
                  </a:lnTo>
                  <a:lnTo>
                    <a:pt x="2017344" y="273933"/>
                  </a:lnTo>
                  <a:lnTo>
                    <a:pt x="1987677" y="265963"/>
                  </a:lnTo>
                  <a:lnTo>
                    <a:pt x="1958010" y="258209"/>
                  </a:lnTo>
                  <a:lnTo>
                    <a:pt x="1928343" y="250662"/>
                  </a:lnTo>
                  <a:lnTo>
                    <a:pt x="1898676" y="243311"/>
                  </a:lnTo>
                  <a:lnTo>
                    <a:pt x="1869010" y="236149"/>
                  </a:lnTo>
                  <a:lnTo>
                    <a:pt x="1839343" y="229172"/>
                  </a:lnTo>
                  <a:lnTo>
                    <a:pt x="1809676" y="222384"/>
                  </a:lnTo>
                  <a:lnTo>
                    <a:pt x="1780009" y="215792"/>
                  </a:lnTo>
                  <a:lnTo>
                    <a:pt x="1750342" y="209401"/>
                  </a:lnTo>
                  <a:lnTo>
                    <a:pt x="1720675" y="203208"/>
                  </a:lnTo>
                  <a:lnTo>
                    <a:pt x="1691009" y="197202"/>
                  </a:lnTo>
                  <a:lnTo>
                    <a:pt x="1661342" y="191364"/>
                  </a:lnTo>
                  <a:lnTo>
                    <a:pt x="1631675" y="185671"/>
                  </a:lnTo>
                  <a:lnTo>
                    <a:pt x="1602008" y="180094"/>
                  </a:lnTo>
                  <a:lnTo>
                    <a:pt x="1572341" y="174607"/>
                  </a:lnTo>
                  <a:lnTo>
                    <a:pt x="1542674" y="169200"/>
                  </a:lnTo>
                  <a:lnTo>
                    <a:pt x="1513008" y="163881"/>
                  </a:lnTo>
                  <a:lnTo>
                    <a:pt x="1483341" y="158652"/>
                  </a:lnTo>
                  <a:lnTo>
                    <a:pt x="1453674" y="153494"/>
                  </a:lnTo>
                  <a:lnTo>
                    <a:pt x="1424007" y="148379"/>
                  </a:lnTo>
                  <a:lnTo>
                    <a:pt x="1394340" y="143288"/>
                  </a:lnTo>
                  <a:lnTo>
                    <a:pt x="1364673" y="138231"/>
                  </a:lnTo>
                  <a:lnTo>
                    <a:pt x="1335007" y="133213"/>
                  </a:lnTo>
                  <a:lnTo>
                    <a:pt x="1305340" y="128233"/>
                  </a:lnTo>
                  <a:lnTo>
                    <a:pt x="1275673" y="123271"/>
                  </a:lnTo>
                  <a:lnTo>
                    <a:pt x="1246006" y="118302"/>
                  </a:lnTo>
                  <a:lnTo>
                    <a:pt x="1216339" y="113310"/>
                  </a:lnTo>
                  <a:lnTo>
                    <a:pt x="1186673" y="108304"/>
                  </a:lnTo>
                  <a:lnTo>
                    <a:pt x="1157006" y="103297"/>
                  </a:lnTo>
                  <a:lnTo>
                    <a:pt x="1127339" y="98307"/>
                  </a:lnTo>
                  <a:lnTo>
                    <a:pt x="1097672" y="93343"/>
                  </a:lnTo>
                  <a:lnTo>
                    <a:pt x="1068005" y="88411"/>
                  </a:lnTo>
                  <a:lnTo>
                    <a:pt x="1038338" y="83508"/>
                  </a:lnTo>
                  <a:lnTo>
                    <a:pt x="1008672" y="78630"/>
                  </a:lnTo>
                  <a:lnTo>
                    <a:pt x="979005" y="73768"/>
                  </a:lnTo>
                  <a:lnTo>
                    <a:pt x="949338" y="68923"/>
                  </a:lnTo>
                  <a:lnTo>
                    <a:pt x="919671" y="64114"/>
                  </a:lnTo>
                  <a:lnTo>
                    <a:pt x="890004" y="59386"/>
                  </a:lnTo>
                  <a:lnTo>
                    <a:pt x="860337" y="54768"/>
                  </a:lnTo>
                  <a:lnTo>
                    <a:pt x="830671" y="50275"/>
                  </a:lnTo>
                  <a:lnTo>
                    <a:pt x="801004" y="45910"/>
                  </a:lnTo>
                  <a:lnTo>
                    <a:pt x="771337" y="41689"/>
                  </a:lnTo>
                  <a:lnTo>
                    <a:pt x="741670" y="37638"/>
                  </a:lnTo>
                  <a:lnTo>
                    <a:pt x="712003" y="33768"/>
                  </a:lnTo>
                  <a:lnTo>
                    <a:pt x="682336" y="30075"/>
                  </a:lnTo>
                  <a:lnTo>
                    <a:pt x="652670" y="26550"/>
                  </a:lnTo>
                  <a:lnTo>
                    <a:pt x="623003" y="23209"/>
                  </a:lnTo>
                  <a:lnTo>
                    <a:pt x="593336" y="20079"/>
                  </a:lnTo>
                  <a:lnTo>
                    <a:pt x="563669" y="17178"/>
                  </a:lnTo>
                  <a:lnTo>
                    <a:pt x="534002" y="14515"/>
                  </a:lnTo>
                  <a:lnTo>
                    <a:pt x="504336" y="12089"/>
                  </a:lnTo>
                  <a:lnTo>
                    <a:pt x="474669" y="9887"/>
                  </a:lnTo>
                  <a:lnTo>
                    <a:pt x="445002" y="7895"/>
                  </a:lnTo>
                  <a:lnTo>
                    <a:pt x="415335" y="6112"/>
                  </a:lnTo>
                  <a:lnTo>
                    <a:pt x="385668" y="4542"/>
                  </a:lnTo>
                  <a:lnTo>
                    <a:pt x="356001" y="3193"/>
                  </a:lnTo>
                  <a:lnTo>
                    <a:pt x="326335" y="2072"/>
                  </a:lnTo>
                  <a:lnTo>
                    <a:pt x="296668" y="1188"/>
                  </a:lnTo>
                  <a:lnTo>
                    <a:pt x="267001" y="547"/>
                  </a:lnTo>
                  <a:lnTo>
                    <a:pt x="237334" y="150"/>
                  </a:lnTo>
                  <a:lnTo>
                    <a:pt x="207667" y="0"/>
                  </a:lnTo>
                  <a:lnTo>
                    <a:pt x="178000" y="91"/>
                  </a:lnTo>
                  <a:lnTo>
                    <a:pt x="148334" y="417"/>
                  </a:lnTo>
                  <a:lnTo>
                    <a:pt x="118667" y="968"/>
                  </a:lnTo>
                  <a:lnTo>
                    <a:pt x="89000" y="1732"/>
                  </a:lnTo>
                  <a:lnTo>
                    <a:pt x="59333" y="2692"/>
                  </a:lnTo>
                  <a:lnTo>
                    <a:pt x="29666" y="3830"/>
                  </a:lnTo>
                  <a:lnTo>
                    <a:pt x="0" y="512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1" name="pl591"/>
            <p:cNvSpPr/>
            <p:nvPr/>
          </p:nvSpPr>
          <p:spPr>
            <a:xfrm>
              <a:off x="3489347" y="7002415"/>
              <a:ext cx="2343679" cy="357589"/>
            </a:xfrm>
            <a:custGeom>
              <a:avLst/>
              <a:pathLst>
                <a:path w="2343679" h="357589">
                  <a:moveTo>
                    <a:pt x="0" y="0"/>
                  </a:moveTo>
                  <a:lnTo>
                    <a:pt x="29666" y="6434"/>
                  </a:lnTo>
                  <a:lnTo>
                    <a:pt x="59333" y="12867"/>
                  </a:lnTo>
                  <a:lnTo>
                    <a:pt x="89000" y="19295"/>
                  </a:lnTo>
                  <a:lnTo>
                    <a:pt x="118667" y="25718"/>
                  </a:lnTo>
                  <a:lnTo>
                    <a:pt x="148334" y="32132"/>
                  </a:lnTo>
                  <a:lnTo>
                    <a:pt x="178000" y="38536"/>
                  </a:lnTo>
                  <a:lnTo>
                    <a:pt x="207667" y="44927"/>
                  </a:lnTo>
                  <a:lnTo>
                    <a:pt x="237334" y="51305"/>
                  </a:lnTo>
                  <a:lnTo>
                    <a:pt x="267001" y="57665"/>
                  </a:lnTo>
                  <a:lnTo>
                    <a:pt x="296668" y="64008"/>
                  </a:lnTo>
                  <a:lnTo>
                    <a:pt x="326335" y="70330"/>
                  </a:lnTo>
                  <a:lnTo>
                    <a:pt x="356001" y="76630"/>
                  </a:lnTo>
                  <a:lnTo>
                    <a:pt x="385668" y="82904"/>
                  </a:lnTo>
                  <a:lnTo>
                    <a:pt x="415335" y="89153"/>
                  </a:lnTo>
                  <a:lnTo>
                    <a:pt x="445002" y="95372"/>
                  </a:lnTo>
                  <a:lnTo>
                    <a:pt x="474669" y="101561"/>
                  </a:lnTo>
                  <a:lnTo>
                    <a:pt x="504336" y="107718"/>
                  </a:lnTo>
                  <a:lnTo>
                    <a:pt x="534002" y="113838"/>
                  </a:lnTo>
                  <a:lnTo>
                    <a:pt x="563669" y="119921"/>
                  </a:lnTo>
                  <a:lnTo>
                    <a:pt x="593336" y="125962"/>
                  </a:lnTo>
                  <a:lnTo>
                    <a:pt x="623003" y="131960"/>
                  </a:lnTo>
                  <a:lnTo>
                    <a:pt x="652670" y="137911"/>
                  </a:lnTo>
                  <a:lnTo>
                    <a:pt x="682336" y="143812"/>
                  </a:lnTo>
                  <a:lnTo>
                    <a:pt x="712003" y="149662"/>
                  </a:lnTo>
                  <a:lnTo>
                    <a:pt x="741670" y="155462"/>
                  </a:lnTo>
                  <a:lnTo>
                    <a:pt x="771337" y="161216"/>
                  </a:lnTo>
                  <a:lnTo>
                    <a:pt x="801004" y="166927"/>
                  </a:lnTo>
                  <a:lnTo>
                    <a:pt x="830671" y="172597"/>
                  </a:lnTo>
                  <a:lnTo>
                    <a:pt x="860337" y="178222"/>
                  </a:lnTo>
                  <a:lnTo>
                    <a:pt x="890004" y="183794"/>
                  </a:lnTo>
                  <a:lnTo>
                    <a:pt x="919671" y="189304"/>
                  </a:lnTo>
                  <a:lnTo>
                    <a:pt x="949338" y="194743"/>
                  </a:lnTo>
                  <a:lnTo>
                    <a:pt x="979005" y="200103"/>
                  </a:lnTo>
                  <a:lnTo>
                    <a:pt x="1008672" y="205381"/>
                  </a:lnTo>
                  <a:lnTo>
                    <a:pt x="1038338" y="210576"/>
                  </a:lnTo>
                  <a:lnTo>
                    <a:pt x="1068005" y="215685"/>
                  </a:lnTo>
                  <a:lnTo>
                    <a:pt x="1097672" y="220708"/>
                  </a:lnTo>
                  <a:lnTo>
                    <a:pt x="1127339" y="225643"/>
                  </a:lnTo>
                  <a:lnTo>
                    <a:pt x="1157006" y="230489"/>
                  </a:lnTo>
                  <a:lnTo>
                    <a:pt x="1186673" y="235246"/>
                  </a:lnTo>
                  <a:lnTo>
                    <a:pt x="1216339" y="239910"/>
                  </a:lnTo>
                  <a:lnTo>
                    <a:pt x="1246006" y="244482"/>
                  </a:lnTo>
                  <a:lnTo>
                    <a:pt x="1275673" y="248959"/>
                  </a:lnTo>
                  <a:lnTo>
                    <a:pt x="1305340" y="253340"/>
                  </a:lnTo>
                  <a:lnTo>
                    <a:pt x="1335007" y="257623"/>
                  </a:lnTo>
                  <a:lnTo>
                    <a:pt x="1364673" y="261804"/>
                  </a:lnTo>
                  <a:lnTo>
                    <a:pt x="1394340" y="265881"/>
                  </a:lnTo>
                  <a:lnTo>
                    <a:pt x="1424007" y="269851"/>
                  </a:lnTo>
                  <a:lnTo>
                    <a:pt x="1453674" y="273711"/>
                  </a:lnTo>
                  <a:lnTo>
                    <a:pt x="1483341" y="277463"/>
                  </a:lnTo>
                  <a:lnTo>
                    <a:pt x="1513008" y="281107"/>
                  </a:lnTo>
                  <a:lnTo>
                    <a:pt x="1542674" y="284645"/>
                  </a:lnTo>
                  <a:lnTo>
                    <a:pt x="1572341" y="288080"/>
                  </a:lnTo>
                  <a:lnTo>
                    <a:pt x="1602008" y="291414"/>
                  </a:lnTo>
                  <a:lnTo>
                    <a:pt x="1631675" y="294652"/>
                  </a:lnTo>
                  <a:lnTo>
                    <a:pt x="1661342" y="297801"/>
                  </a:lnTo>
                  <a:lnTo>
                    <a:pt x="1691009" y="300867"/>
                  </a:lnTo>
                  <a:lnTo>
                    <a:pt x="1720675" y="303857"/>
                  </a:lnTo>
                  <a:lnTo>
                    <a:pt x="1750342" y="306777"/>
                  </a:lnTo>
                  <a:lnTo>
                    <a:pt x="1780009" y="309634"/>
                  </a:lnTo>
                  <a:lnTo>
                    <a:pt x="1809676" y="312434"/>
                  </a:lnTo>
                  <a:lnTo>
                    <a:pt x="1839343" y="315183"/>
                  </a:lnTo>
                  <a:lnTo>
                    <a:pt x="1869010" y="317888"/>
                  </a:lnTo>
                  <a:lnTo>
                    <a:pt x="1898676" y="320555"/>
                  </a:lnTo>
                  <a:lnTo>
                    <a:pt x="1928343" y="323186"/>
                  </a:lnTo>
                  <a:lnTo>
                    <a:pt x="1958010" y="325783"/>
                  </a:lnTo>
                  <a:lnTo>
                    <a:pt x="1987677" y="328349"/>
                  </a:lnTo>
                  <a:lnTo>
                    <a:pt x="2017344" y="330887"/>
                  </a:lnTo>
                  <a:lnTo>
                    <a:pt x="2047010" y="333398"/>
                  </a:lnTo>
                  <a:lnTo>
                    <a:pt x="2076677" y="335886"/>
                  </a:lnTo>
                  <a:lnTo>
                    <a:pt x="2106344" y="338351"/>
                  </a:lnTo>
                  <a:lnTo>
                    <a:pt x="2136011" y="340798"/>
                  </a:lnTo>
                  <a:lnTo>
                    <a:pt x="2165678" y="343228"/>
                  </a:lnTo>
                  <a:lnTo>
                    <a:pt x="2195345" y="345643"/>
                  </a:lnTo>
                  <a:lnTo>
                    <a:pt x="2225011" y="348047"/>
                  </a:lnTo>
                  <a:lnTo>
                    <a:pt x="2254678" y="350441"/>
                  </a:lnTo>
                  <a:lnTo>
                    <a:pt x="2284345" y="352827"/>
                  </a:lnTo>
                  <a:lnTo>
                    <a:pt x="2314012" y="355209"/>
                  </a:lnTo>
                  <a:lnTo>
                    <a:pt x="2343679" y="357589"/>
                  </a:lnTo>
                </a:path>
              </a:pathLst>
            </a:custGeom>
            <a:ln w="27101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rc592"/>
            <p:cNvSpPr/>
            <p:nvPr/>
          </p:nvSpPr>
          <p:spPr>
            <a:xfrm>
              <a:off x="3372163" y="5418670"/>
              <a:ext cx="257804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tx593"/>
            <p:cNvSpPr/>
            <p:nvPr/>
          </p:nvSpPr>
          <p:spPr>
            <a:xfrm>
              <a:off x="3210161" y="8331399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594" name="tx594"/>
            <p:cNvSpPr/>
            <p:nvPr/>
          </p:nvSpPr>
          <p:spPr>
            <a:xfrm>
              <a:off x="3247378" y="7289904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95" name="tx595"/>
            <p:cNvSpPr/>
            <p:nvPr/>
          </p:nvSpPr>
          <p:spPr>
            <a:xfrm>
              <a:off x="3247378" y="6251138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596" name="pl596"/>
            <p:cNvSpPr/>
            <p:nvPr/>
          </p:nvSpPr>
          <p:spPr>
            <a:xfrm>
              <a:off x="3337369" y="83717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l597"/>
            <p:cNvSpPr/>
            <p:nvPr/>
          </p:nvSpPr>
          <p:spPr>
            <a:xfrm>
              <a:off x="3337369" y="733159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l598"/>
            <p:cNvSpPr/>
            <p:nvPr/>
          </p:nvSpPr>
          <p:spPr>
            <a:xfrm>
              <a:off x="3337369" y="62914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l599"/>
            <p:cNvSpPr/>
            <p:nvPr/>
          </p:nvSpPr>
          <p:spPr>
            <a:xfrm>
              <a:off x="3834621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l600"/>
            <p:cNvSpPr/>
            <p:nvPr/>
          </p:nvSpPr>
          <p:spPr>
            <a:xfrm>
              <a:off x="4388174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l601"/>
            <p:cNvSpPr/>
            <p:nvPr/>
          </p:nvSpPr>
          <p:spPr>
            <a:xfrm>
              <a:off x="4941726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l602"/>
            <p:cNvSpPr/>
            <p:nvPr/>
          </p:nvSpPr>
          <p:spPr>
            <a:xfrm>
              <a:off x="5495279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tx603"/>
            <p:cNvSpPr/>
            <p:nvPr/>
          </p:nvSpPr>
          <p:spPr>
            <a:xfrm>
              <a:off x="3784935" y="86590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604" name="tx604"/>
            <p:cNvSpPr/>
            <p:nvPr/>
          </p:nvSpPr>
          <p:spPr>
            <a:xfrm>
              <a:off x="4357096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05" name="tx605"/>
            <p:cNvSpPr/>
            <p:nvPr/>
          </p:nvSpPr>
          <p:spPr>
            <a:xfrm>
              <a:off x="4910649" y="86590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06" name="tx606"/>
            <p:cNvSpPr/>
            <p:nvPr/>
          </p:nvSpPr>
          <p:spPr>
            <a:xfrm>
              <a:off x="5464201" y="86590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07" name="tx607"/>
            <p:cNvSpPr/>
            <p:nvPr/>
          </p:nvSpPr>
          <p:spPr>
            <a:xfrm>
              <a:off x="3748839" y="8777412"/>
              <a:ext cx="182469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Baseline Alamar pTau217 (Z)</a:t>
              </a:r>
            </a:p>
          </p:txBody>
        </p:sp>
        <p:sp>
          <p:nvSpPr>
            <p:cNvPr id="608" name="tx608"/>
            <p:cNvSpPr/>
            <p:nvPr/>
          </p:nvSpPr>
          <p:spPr>
            <a:xfrm rot="-5400000">
              <a:off x="2128666" y="6942179"/>
              <a:ext cx="189434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ARC Alamar pTau217 (Z/year)</a:t>
              </a:r>
            </a:p>
          </p:txBody>
        </p:sp>
        <p:sp>
          <p:nvSpPr>
            <p:cNvPr id="609" name="pl609"/>
            <p:cNvSpPr/>
            <p:nvPr/>
          </p:nvSpPr>
          <p:spPr>
            <a:xfrm>
              <a:off x="6664435" y="775089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l610"/>
            <p:cNvSpPr/>
            <p:nvPr/>
          </p:nvSpPr>
          <p:spPr>
            <a:xfrm>
              <a:off x="6664435" y="722480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l611"/>
            <p:cNvSpPr/>
            <p:nvPr/>
          </p:nvSpPr>
          <p:spPr>
            <a:xfrm>
              <a:off x="6664435" y="669871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l612"/>
            <p:cNvSpPr/>
            <p:nvPr/>
          </p:nvSpPr>
          <p:spPr>
            <a:xfrm>
              <a:off x="6664435" y="6172624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l613"/>
            <p:cNvSpPr/>
            <p:nvPr/>
          </p:nvSpPr>
          <p:spPr>
            <a:xfrm>
              <a:off x="703269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l614"/>
            <p:cNvSpPr/>
            <p:nvPr/>
          </p:nvSpPr>
          <p:spPr>
            <a:xfrm>
              <a:off x="755878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l615"/>
            <p:cNvSpPr/>
            <p:nvPr/>
          </p:nvSpPr>
          <p:spPr>
            <a:xfrm>
              <a:off x="808487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l616"/>
            <p:cNvSpPr/>
            <p:nvPr/>
          </p:nvSpPr>
          <p:spPr>
            <a:xfrm>
              <a:off x="8610969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l617"/>
            <p:cNvSpPr/>
            <p:nvPr/>
          </p:nvSpPr>
          <p:spPr>
            <a:xfrm>
              <a:off x="6664435" y="801394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l618"/>
            <p:cNvSpPr/>
            <p:nvPr/>
          </p:nvSpPr>
          <p:spPr>
            <a:xfrm>
              <a:off x="6664435" y="748785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l619"/>
            <p:cNvSpPr/>
            <p:nvPr/>
          </p:nvSpPr>
          <p:spPr>
            <a:xfrm>
              <a:off x="6664435" y="696176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l620"/>
            <p:cNvSpPr/>
            <p:nvPr/>
          </p:nvSpPr>
          <p:spPr>
            <a:xfrm>
              <a:off x="6664435" y="6435669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l621"/>
            <p:cNvSpPr/>
            <p:nvPr/>
          </p:nvSpPr>
          <p:spPr>
            <a:xfrm>
              <a:off x="6664435" y="5909579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l622"/>
            <p:cNvSpPr/>
            <p:nvPr/>
          </p:nvSpPr>
          <p:spPr>
            <a:xfrm>
              <a:off x="676965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l623"/>
            <p:cNvSpPr/>
            <p:nvPr/>
          </p:nvSpPr>
          <p:spPr>
            <a:xfrm>
              <a:off x="729574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l624"/>
            <p:cNvSpPr/>
            <p:nvPr/>
          </p:nvSpPr>
          <p:spPr>
            <a:xfrm>
              <a:off x="782183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l625"/>
            <p:cNvSpPr/>
            <p:nvPr/>
          </p:nvSpPr>
          <p:spPr>
            <a:xfrm>
              <a:off x="8347924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l626"/>
            <p:cNvSpPr/>
            <p:nvPr/>
          </p:nvSpPr>
          <p:spPr>
            <a:xfrm>
              <a:off x="8874014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l627"/>
            <p:cNvSpPr/>
            <p:nvPr/>
          </p:nvSpPr>
          <p:spPr>
            <a:xfrm>
              <a:off x="6769653" y="5909579"/>
              <a:ext cx="2104360" cy="2104360"/>
            </a:xfrm>
            <a:custGeom>
              <a:avLst/>
              <a:pathLst>
                <a:path w="2104360" h="2104360">
                  <a:moveTo>
                    <a:pt x="0" y="2104360"/>
                  </a:moveTo>
                  <a:lnTo>
                    <a:pt x="0" y="2078055"/>
                  </a:lnTo>
                  <a:lnTo>
                    <a:pt x="0" y="2051751"/>
                  </a:lnTo>
                  <a:lnTo>
                    <a:pt x="0" y="2025446"/>
                  </a:lnTo>
                  <a:lnTo>
                    <a:pt x="0" y="1999142"/>
                  </a:lnTo>
                  <a:lnTo>
                    <a:pt x="0" y="1972837"/>
                  </a:lnTo>
                  <a:lnTo>
                    <a:pt x="0" y="1946533"/>
                  </a:lnTo>
                  <a:lnTo>
                    <a:pt x="0" y="1920228"/>
                  </a:lnTo>
                  <a:lnTo>
                    <a:pt x="0" y="1893924"/>
                  </a:lnTo>
                  <a:lnTo>
                    <a:pt x="0" y="1867619"/>
                  </a:lnTo>
                  <a:lnTo>
                    <a:pt x="0" y="1841315"/>
                  </a:lnTo>
                  <a:lnTo>
                    <a:pt x="0" y="1815010"/>
                  </a:lnTo>
                  <a:lnTo>
                    <a:pt x="0" y="1788706"/>
                  </a:lnTo>
                  <a:lnTo>
                    <a:pt x="0" y="1762401"/>
                  </a:lnTo>
                  <a:lnTo>
                    <a:pt x="0" y="1736097"/>
                  </a:lnTo>
                  <a:lnTo>
                    <a:pt x="0" y="1709792"/>
                  </a:lnTo>
                  <a:lnTo>
                    <a:pt x="0" y="1683488"/>
                  </a:lnTo>
                  <a:lnTo>
                    <a:pt x="0" y="1657183"/>
                  </a:lnTo>
                  <a:lnTo>
                    <a:pt x="0" y="1630879"/>
                  </a:lnTo>
                  <a:lnTo>
                    <a:pt x="0" y="1604574"/>
                  </a:lnTo>
                  <a:lnTo>
                    <a:pt x="0" y="1578270"/>
                  </a:lnTo>
                  <a:lnTo>
                    <a:pt x="0" y="1551965"/>
                  </a:lnTo>
                  <a:lnTo>
                    <a:pt x="0" y="1525661"/>
                  </a:lnTo>
                  <a:lnTo>
                    <a:pt x="0" y="1499356"/>
                  </a:lnTo>
                  <a:lnTo>
                    <a:pt x="0" y="1473052"/>
                  </a:lnTo>
                  <a:lnTo>
                    <a:pt x="0" y="1446747"/>
                  </a:lnTo>
                  <a:lnTo>
                    <a:pt x="0" y="1420443"/>
                  </a:lnTo>
                  <a:lnTo>
                    <a:pt x="0" y="1394138"/>
                  </a:lnTo>
                  <a:lnTo>
                    <a:pt x="0" y="1367834"/>
                  </a:lnTo>
                  <a:lnTo>
                    <a:pt x="0" y="1341529"/>
                  </a:lnTo>
                  <a:lnTo>
                    <a:pt x="0" y="1315225"/>
                  </a:lnTo>
                  <a:lnTo>
                    <a:pt x="0" y="1288920"/>
                  </a:lnTo>
                  <a:lnTo>
                    <a:pt x="0" y="1262616"/>
                  </a:lnTo>
                  <a:lnTo>
                    <a:pt x="0" y="1236311"/>
                  </a:lnTo>
                  <a:lnTo>
                    <a:pt x="0" y="1210007"/>
                  </a:lnTo>
                  <a:lnTo>
                    <a:pt x="526090" y="1210007"/>
                  </a:lnTo>
                  <a:lnTo>
                    <a:pt x="526090" y="1183702"/>
                  </a:lnTo>
                  <a:lnTo>
                    <a:pt x="526090" y="1157398"/>
                  </a:lnTo>
                  <a:lnTo>
                    <a:pt x="526090" y="1131093"/>
                  </a:lnTo>
                  <a:lnTo>
                    <a:pt x="526090" y="1104789"/>
                  </a:lnTo>
                  <a:lnTo>
                    <a:pt x="526090" y="1078484"/>
                  </a:lnTo>
                  <a:lnTo>
                    <a:pt x="526090" y="1052180"/>
                  </a:lnTo>
                  <a:lnTo>
                    <a:pt x="526090" y="1025875"/>
                  </a:lnTo>
                  <a:lnTo>
                    <a:pt x="526090" y="999571"/>
                  </a:lnTo>
                  <a:lnTo>
                    <a:pt x="526090" y="973266"/>
                  </a:lnTo>
                  <a:lnTo>
                    <a:pt x="526090" y="946962"/>
                  </a:lnTo>
                  <a:lnTo>
                    <a:pt x="526090" y="920657"/>
                  </a:lnTo>
                  <a:lnTo>
                    <a:pt x="526090" y="894353"/>
                  </a:lnTo>
                  <a:lnTo>
                    <a:pt x="526090" y="868048"/>
                  </a:lnTo>
                  <a:lnTo>
                    <a:pt x="526090" y="841744"/>
                  </a:lnTo>
                  <a:lnTo>
                    <a:pt x="526090" y="815439"/>
                  </a:lnTo>
                  <a:lnTo>
                    <a:pt x="526090" y="789135"/>
                  </a:lnTo>
                  <a:lnTo>
                    <a:pt x="526090" y="762830"/>
                  </a:lnTo>
                  <a:lnTo>
                    <a:pt x="526090" y="736526"/>
                  </a:lnTo>
                  <a:lnTo>
                    <a:pt x="526090" y="710221"/>
                  </a:lnTo>
                  <a:lnTo>
                    <a:pt x="526090" y="683917"/>
                  </a:lnTo>
                  <a:lnTo>
                    <a:pt x="1052180" y="683917"/>
                  </a:lnTo>
                  <a:lnTo>
                    <a:pt x="1578270" y="683917"/>
                  </a:lnTo>
                  <a:lnTo>
                    <a:pt x="1578270" y="657612"/>
                  </a:lnTo>
                  <a:lnTo>
                    <a:pt x="1578270" y="631308"/>
                  </a:lnTo>
                  <a:lnTo>
                    <a:pt x="1578270" y="605003"/>
                  </a:lnTo>
                  <a:lnTo>
                    <a:pt x="1578270" y="578699"/>
                  </a:lnTo>
                  <a:lnTo>
                    <a:pt x="1578270" y="552394"/>
                  </a:lnTo>
                  <a:lnTo>
                    <a:pt x="1578270" y="526090"/>
                  </a:lnTo>
                  <a:lnTo>
                    <a:pt x="1578270" y="499785"/>
                  </a:lnTo>
                  <a:lnTo>
                    <a:pt x="1578270" y="473481"/>
                  </a:lnTo>
                  <a:lnTo>
                    <a:pt x="1578270" y="447176"/>
                  </a:lnTo>
                  <a:lnTo>
                    <a:pt x="1578270" y="420872"/>
                  </a:lnTo>
                  <a:lnTo>
                    <a:pt x="1578270" y="394567"/>
                  </a:lnTo>
                  <a:lnTo>
                    <a:pt x="1578270" y="368263"/>
                  </a:lnTo>
                  <a:lnTo>
                    <a:pt x="1578270" y="341958"/>
                  </a:lnTo>
                  <a:lnTo>
                    <a:pt x="1578270" y="315654"/>
                  </a:lnTo>
                  <a:lnTo>
                    <a:pt x="1578270" y="289349"/>
                  </a:lnTo>
                  <a:lnTo>
                    <a:pt x="1578270" y="263045"/>
                  </a:lnTo>
                  <a:lnTo>
                    <a:pt x="1578270" y="236740"/>
                  </a:lnTo>
                  <a:lnTo>
                    <a:pt x="1578270" y="210436"/>
                  </a:lnTo>
                  <a:lnTo>
                    <a:pt x="1578270" y="184131"/>
                  </a:lnTo>
                  <a:lnTo>
                    <a:pt x="1578270" y="157827"/>
                  </a:lnTo>
                  <a:lnTo>
                    <a:pt x="1578270" y="131522"/>
                  </a:lnTo>
                  <a:lnTo>
                    <a:pt x="1578270" y="105218"/>
                  </a:lnTo>
                  <a:lnTo>
                    <a:pt x="1578270" y="78913"/>
                  </a:lnTo>
                  <a:lnTo>
                    <a:pt x="1578270" y="52609"/>
                  </a:lnTo>
                  <a:lnTo>
                    <a:pt x="1578270" y="26304"/>
                  </a:lnTo>
                  <a:lnTo>
                    <a:pt x="1578270" y="0"/>
                  </a:lnTo>
                  <a:lnTo>
                    <a:pt x="2104360" y="0"/>
                  </a:lnTo>
                </a:path>
              </a:pathLst>
            </a:custGeom>
            <a:ln w="3252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l628"/>
            <p:cNvSpPr/>
            <p:nvPr/>
          </p:nvSpPr>
          <p:spPr>
            <a:xfrm>
              <a:off x="6664435" y="5804361"/>
              <a:ext cx="2314796" cy="2314796"/>
            </a:xfrm>
            <a:custGeom>
              <a:avLst/>
              <a:pathLst>
                <a:path w="2314796" h="2314796">
                  <a:moveTo>
                    <a:pt x="0" y="2314796"/>
                  </a:moveTo>
                  <a:lnTo>
                    <a:pt x="0" y="2314796"/>
                  </a:lnTo>
                  <a:lnTo>
                    <a:pt x="2314796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29" name="tx629"/>
            <p:cNvSpPr/>
            <p:nvPr/>
          </p:nvSpPr>
          <p:spPr>
            <a:xfrm>
              <a:off x="6307884" y="7960878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630" name="tx630"/>
            <p:cNvSpPr/>
            <p:nvPr/>
          </p:nvSpPr>
          <p:spPr>
            <a:xfrm>
              <a:off x="6307884" y="743478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631" name="tx631"/>
            <p:cNvSpPr/>
            <p:nvPr/>
          </p:nvSpPr>
          <p:spPr>
            <a:xfrm>
              <a:off x="6307884" y="690869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632" name="tx632"/>
            <p:cNvSpPr/>
            <p:nvPr/>
          </p:nvSpPr>
          <p:spPr>
            <a:xfrm>
              <a:off x="6307884" y="638260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633" name="tx633"/>
            <p:cNvSpPr/>
            <p:nvPr/>
          </p:nvSpPr>
          <p:spPr>
            <a:xfrm>
              <a:off x="6307884" y="585651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634" name="tx634"/>
            <p:cNvSpPr/>
            <p:nvPr/>
          </p:nvSpPr>
          <p:spPr>
            <a:xfrm>
              <a:off x="663123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635" name="tx635"/>
            <p:cNvSpPr/>
            <p:nvPr/>
          </p:nvSpPr>
          <p:spPr>
            <a:xfrm>
              <a:off x="715732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636" name="tx636"/>
            <p:cNvSpPr/>
            <p:nvPr/>
          </p:nvSpPr>
          <p:spPr>
            <a:xfrm>
              <a:off x="768341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637" name="tx637"/>
            <p:cNvSpPr/>
            <p:nvPr/>
          </p:nvSpPr>
          <p:spPr>
            <a:xfrm>
              <a:off x="820950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638" name="tx638"/>
            <p:cNvSpPr/>
            <p:nvPr/>
          </p:nvSpPr>
          <p:spPr>
            <a:xfrm>
              <a:off x="8735594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639" name="tx639"/>
            <p:cNvSpPr/>
            <p:nvPr/>
          </p:nvSpPr>
          <p:spPr>
            <a:xfrm>
              <a:off x="6443449" y="8346439"/>
              <a:ext cx="2756768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 Rate (1 - Specificity)</a:t>
              </a:r>
            </a:p>
          </p:txBody>
        </p:sp>
        <p:sp>
          <p:nvSpPr>
            <p:cNvPr id="640" name="tx640"/>
            <p:cNvSpPr/>
            <p:nvPr/>
          </p:nvSpPr>
          <p:spPr>
            <a:xfrm rot="-5400000">
              <a:off x="4936867" y="6878329"/>
              <a:ext cx="243068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 Rate (Sensitivity)</a:t>
              </a:r>
            </a:p>
          </p:txBody>
        </p:sp>
        <p:sp>
          <p:nvSpPr>
            <p:cNvPr id="641" name="rc641"/>
            <p:cNvSpPr/>
            <p:nvPr/>
          </p:nvSpPr>
          <p:spPr>
            <a:xfrm>
              <a:off x="9067800" y="5349081"/>
              <a:ext cx="1524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rc642"/>
            <p:cNvSpPr/>
            <p:nvPr/>
          </p:nvSpPr>
          <p:spPr>
            <a:xfrm>
              <a:off x="9468163" y="5418670"/>
              <a:ext cx="105404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3" name="pl643"/>
            <p:cNvSpPr/>
            <p:nvPr/>
          </p:nvSpPr>
          <p:spPr>
            <a:xfrm>
              <a:off x="9468163" y="7851661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l644"/>
            <p:cNvSpPr/>
            <p:nvPr/>
          </p:nvSpPr>
          <p:spPr>
            <a:xfrm>
              <a:off x="9468163" y="6811531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l645"/>
            <p:cNvSpPr/>
            <p:nvPr/>
          </p:nvSpPr>
          <p:spPr>
            <a:xfrm>
              <a:off x="9468163" y="5771400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l646"/>
            <p:cNvSpPr/>
            <p:nvPr/>
          </p:nvSpPr>
          <p:spPr>
            <a:xfrm>
              <a:off x="9544080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7"/>
            <p:cNvSpPr/>
            <p:nvPr/>
          </p:nvSpPr>
          <p:spPr>
            <a:xfrm>
              <a:off x="9770403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l648"/>
            <p:cNvSpPr/>
            <p:nvPr/>
          </p:nvSpPr>
          <p:spPr>
            <a:xfrm>
              <a:off x="9996726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l649"/>
            <p:cNvSpPr/>
            <p:nvPr/>
          </p:nvSpPr>
          <p:spPr>
            <a:xfrm>
              <a:off x="10223048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l650"/>
            <p:cNvSpPr/>
            <p:nvPr/>
          </p:nvSpPr>
          <p:spPr>
            <a:xfrm>
              <a:off x="10449371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l651"/>
            <p:cNvSpPr/>
            <p:nvPr/>
          </p:nvSpPr>
          <p:spPr>
            <a:xfrm>
              <a:off x="9468163" y="8371727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l652"/>
            <p:cNvSpPr/>
            <p:nvPr/>
          </p:nvSpPr>
          <p:spPr>
            <a:xfrm>
              <a:off x="9468163" y="7331596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3"/>
            <p:cNvSpPr/>
            <p:nvPr/>
          </p:nvSpPr>
          <p:spPr>
            <a:xfrm>
              <a:off x="9468163" y="6291466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l654"/>
            <p:cNvSpPr/>
            <p:nvPr/>
          </p:nvSpPr>
          <p:spPr>
            <a:xfrm>
              <a:off x="9657241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l655"/>
            <p:cNvSpPr/>
            <p:nvPr/>
          </p:nvSpPr>
          <p:spPr>
            <a:xfrm>
              <a:off x="9883564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l656"/>
            <p:cNvSpPr/>
            <p:nvPr/>
          </p:nvSpPr>
          <p:spPr>
            <a:xfrm>
              <a:off x="10109887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l657"/>
            <p:cNvSpPr/>
            <p:nvPr/>
          </p:nvSpPr>
          <p:spPr>
            <a:xfrm>
              <a:off x="10336210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10001278" y="70036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10147827" y="77623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10048600" y="71486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9900935" y="72208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9982071" y="69868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9864566" y="77237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10217178" y="77092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9612764" y="73056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10218906" y="72946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9820633" y="69519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10264651" y="70298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10138971" y="72296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10309725" y="69714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9921595" y="74922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9731035" y="69431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10272407" y="70101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9776204" y="77542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10082068" y="75865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10082714" y="71083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10387500" y="72535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9529938" y="694429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10025461" y="73011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10140518" y="71229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9849787" y="78387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9786174" y="71036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10286271" y="71136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10109797" y="73052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9706585" y="69254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10256440" y="83452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10008771" y="73212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9769558" y="71597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9968795" y="72471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9775105" y="697490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9822618" y="55383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10197621" y="71562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10053943" y="73875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9593685" y="70118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10240435" y="69157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9713704" y="73697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9827328" y="71022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10077146" y="75242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9708432" y="74601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9791982" y="72488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9714021" y="73633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10093737" y="72991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10280841" y="71211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10006019" y="73521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10449473" y="72509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9491249" y="640045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9891745" y="75603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9682318" y="73833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10177918" y="76308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9641342" y="67163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9822592" y="587738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9934653" y="71956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9713889" y="72349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10057561" y="77961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10282408" y="70181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9662629" y="69077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9842194" y="72716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10132145" y="70086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10090674" y="68624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9716825" y="70160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10040297" y="71006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10123130" y="74017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9682011" y="67151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9813489" y="72261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10328610" y="72420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9808095" y="73604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9882411" y="77173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10196392" y="74520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9848160" y="72929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9852871" y="68896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10126294" y="70972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9922755" y="71108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9773943" y="754570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10030440" y="635863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9872439" y="70140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10058924" y="8427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10109711" y="72974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9761235" y="68306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9881040" y="68697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9666104" y="69891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9669296" y="69174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l742"/>
            <p:cNvSpPr/>
            <p:nvPr/>
          </p:nvSpPr>
          <p:spPr>
            <a:xfrm>
              <a:off x="9468163" y="6739962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9516075" y="6773614"/>
              <a:ext cx="958224" cy="828716"/>
            </a:xfrm>
            <a:custGeom>
              <a:avLst/>
              <a:pathLst>
                <a:path w="958224" h="828716">
                  <a:moveTo>
                    <a:pt x="0" y="0"/>
                  </a:moveTo>
                  <a:lnTo>
                    <a:pt x="12129" y="14165"/>
                  </a:lnTo>
                  <a:lnTo>
                    <a:pt x="24258" y="28168"/>
                  </a:lnTo>
                  <a:lnTo>
                    <a:pt x="36388" y="41985"/>
                  </a:lnTo>
                  <a:lnTo>
                    <a:pt x="48517" y="55593"/>
                  </a:lnTo>
                  <a:lnTo>
                    <a:pt x="60647" y="68973"/>
                  </a:lnTo>
                  <a:lnTo>
                    <a:pt x="72776" y="82107"/>
                  </a:lnTo>
                  <a:lnTo>
                    <a:pt x="84905" y="94981"/>
                  </a:lnTo>
                  <a:lnTo>
                    <a:pt x="97035" y="107585"/>
                  </a:lnTo>
                  <a:lnTo>
                    <a:pt x="109164" y="119910"/>
                  </a:lnTo>
                  <a:lnTo>
                    <a:pt x="121294" y="131954"/>
                  </a:lnTo>
                  <a:lnTo>
                    <a:pt x="133423" y="143714"/>
                  </a:lnTo>
                  <a:lnTo>
                    <a:pt x="145553" y="155193"/>
                  </a:lnTo>
                  <a:lnTo>
                    <a:pt x="157682" y="166393"/>
                  </a:lnTo>
                  <a:lnTo>
                    <a:pt x="169811" y="177320"/>
                  </a:lnTo>
                  <a:lnTo>
                    <a:pt x="181941" y="187976"/>
                  </a:lnTo>
                  <a:lnTo>
                    <a:pt x="194070" y="198362"/>
                  </a:lnTo>
                  <a:lnTo>
                    <a:pt x="206200" y="208472"/>
                  </a:lnTo>
                  <a:lnTo>
                    <a:pt x="218329" y="218288"/>
                  </a:lnTo>
                  <a:lnTo>
                    <a:pt x="230459" y="227790"/>
                  </a:lnTo>
                  <a:lnTo>
                    <a:pt x="242588" y="236972"/>
                  </a:lnTo>
                  <a:lnTo>
                    <a:pt x="254717" y="245837"/>
                  </a:lnTo>
                  <a:lnTo>
                    <a:pt x="266847" y="254398"/>
                  </a:lnTo>
                  <a:lnTo>
                    <a:pt x="278976" y="262676"/>
                  </a:lnTo>
                  <a:lnTo>
                    <a:pt x="291106" y="270682"/>
                  </a:lnTo>
                  <a:lnTo>
                    <a:pt x="303235" y="278413"/>
                  </a:lnTo>
                  <a:lnTo>
                    <a:pt x="315365" y="285869"/>
                  </a:lnTo>
                  <a:lnTo>
                    <a:pt x="327494" y="293069"/>
                  </a:lnTo>
                  <a:lnTo>
                    <a:pt x="339623" y="300045"/>
                  </a:lnTo>
                  <a:lnTo>
                    <a:pt x="351753" y="306802"/>
                  </a:lnTo>
                  <a:lnTo>
                    <a:pt x="363882" y="313328"/>
                  </a:lnTo>
                  <a:lnTo>
                    <a:pt x="376012" y="319619"/>
                  </a:lnTo>
                  <a:lnTo>
                    <a:pt x="388141" y="325689"/>
                  </a:lnTo>
                  <a:lnTo>
                    <a:pt x="400271" y="331565"/>
                  </a:lnTo>
                  <a:lnTo>
                    <a:pt x="412400" y="337259"/>
                  </a:lnTo>
                  <a:lnTo>
                    <a:pt x="424529" y="342769"/>
                  </a:lnTo>
                  <a:lnTo>
                    <a:pt x="436659" y="348085"/>
                  </a:lnTo>
                  <a:lnTo>
                    <a:pt x="448788" y="353199"/>
                  </a:lnTo>
                  <a:lnTo>
                    <a:pt x="460918" y="358106"/>
                  </a:lnTo>
                  <a:lnTo>
                    <a:pt x="473047" y="362808"/>
                  </a:lnTo>
                  <a:lnTo>
                    <a:pt x="485177" y="367314"/>
                  </a:lnTo>
                  <a:lnTo>
                    <a:pt x="497306" y="371636"/>
                  </a:lnTo>
                  <a:lnTo>
                    <a:pt x="509435" y="375788"/>
                  </a:lnTo>
                  <a:lnTo>
                    <a:pt x="521565" y="379773"/>
                  </a:lnTo>
                  <a:lnTo>
                    <a:pt x="533694" y="383575"/>
                  </a:lnTo>
                  <a:lnTo>
                    <a:pt x="545824" y="387159"/>
                  </a:lnTo>
                  <a:lnTo>
                    <a:pt x="557953" y="390503"/>
                  </a:lnTo>
                  <a:lnTo>
                    <a:pt x="570083" y="393599"/>
                  </a:lnTo>
                  <a:lnTo>
                    <a:pt x="582212" y="396449"/>
                  </a:lnTo>
                  <a:lnTo>
                    <a:pt x="594341" y="399055"/>
                  </a:lnTo>
                  <a:lnTo>
                    <a:pt x="606471" y="401400"/>
                  </a:lnTo>
                  <a:lnTo>
                    <a:pt x="618600" y="403459"/>
                  </a:lnTo>
                  <a:lnTo>
                    <a:pt x="630730" y="405218"/>
                  </a:lnTo>
                  <a:lnTo>
                    <a:pt x="642859" y="406680"/>
                  </a:lnTo>
                  <a:lnTo>
                    <a:pt x="654989" y="407861"/>
                  </a:lnTo>
                  <a:lnTo>
                    <a:pt x="667118" y="408761"/>
                  </a:lnTo>
                  <a:lnTo>
                    <a:pt x="679247" y="409365"/>
                  </a:lnTo>
                  <a:lnTo>
                    <a:pt x="691377" y="409660"/>
                  </a:lnTo>
                  <a:lnTo>
                    <a:pt x="703506" y="409633"/>
                  </a:lnTo>
                  <a:lnTo>
                    <a:pt x="715636" y="409279"/>
                  </a:lnTo>
                  <a:lnTo>
                    <a:pt x="727765" y="408601"/>
                  </a:lnTo>
                  <a:lnTo>
                    <a:pt x="739895" y="407610"/>
                  </a:lnTo>
                  <a:lnTo>
                    <a:pt x="752024" y="406320"/>
                  </a:lnTo>
                  <a:lnTo>
                    <a:pt x="764153" y="404754"/>
                  </a:lnTo>
                  <a:lnTo>
                    <a:pt x="776283" y="402925"/>
                  </a:lnTo>
                  <a:lnTo>
                    <a:pt x="788412" y="400836"/>
                  </a:lnTo>
                  <a:lnTo>
                    <a:pt x="800542" y="398483"/>
                  </a:lnTo>
                  <a:lnTo>
                    <a:pt x="812671" y="395862"/>
                  </a:lnTo>
                  <a:lnTo>
                    <a:pt x="824801" y="392967"/>
                  </a:lnTo>
                  <a:lnTo>
                    <a:pt x="836930" y="389796"/>
                  </a:lnTo>
                  <a:lnTo>
                    <a:pt x="849059" y="386347"/>
                  </a:lnTo>
                  <a:lnTo>
                    <a:pt x="861189" y="382622"/>
                  </a:lnTo>
                  <a:lnTo>
                    <a:pt x="873318" y="378624"/>
                  </a:lnTo>
                  <a:lnTo>
                    <a:pt x="885448" y="374363"/>
                  </a:lnTo>
                  <a:lnTo>
                    <a:pt x="897577" y="369848"/>
                  </a:lnTo>
                  <a:lnTo>
                    <a:pt x="909706" y="365094"/>
                  </a:lnTo>
                  <a:lnTo>
                    <a:pt x="921836" y="360118"/>
                  </a:lnTo>
                  <a:lnTo>
                    <a:pt x="933965" y="354940"/>
                  </a:lnTo>
                  <a:lnTo>
                    <a:pt x="946095" y="349580"/>
                  </a:lnTo>
                  <a:lnTo>
                    <a:pt x="958224" y="344064"/>
                  </a:lnTo>
                  <a:lnTo>
                    <a:pt x="958224" y="828716"/>
                  </a:lnTo>
                  <a:lnTo>
                    <a:pt x="946095" y="818440"/>
                  </a:lnTo>
                  <a:lnTo>
                    <a:pt x="933965" y="808317"/>
                  </a:lnTo>
                  <a:lnTo>
                    <a:pt x="921836" y="798365"/>
                  </a:lnTo>
                  <a:lnTo>
                    <a:pt x="909706" y="788601"/>
                  </a:lnTo>
                  <a:lnTo>
                    <a:pt x="897577" y="779040"/>
                  </a:lnTo>
                  <a:lnTo>
                    <a:pt x="885448" y="769695"/>
                  </a:lnTo>
                  <a:lnTo>
                    <a:pt x="873318" y="760573"/>
                  </a:lnTo>
                  <a:lnTo>
                    <a:pt x="861189" y="751683"/>
                  </a:lnTo>
                  <a:lnTo>
                    <a:pt x="849059" y="743026"/>
                  </a:lnTo>
                  <a:lnTo>
                    <a:pt x="836930" y="734602"/>
                  </a:lnTo>
                  <a:lnTo>
                    <a:pt x="824801" y="726409"/>
                  </a:lnTo>
                  <a:lnTo>
                    <a:pt x="812671" y="718439"/>
                  </a:lnTo>
                  <a:lnTo>
                    <a:pt x="800542" y="710685"/>
                  </a:lnTo>
                  <a:lnTo>
                    <a:pt x="788412" y="703138"/>
                  </a:lnTo>
                  <a:lnTo>
                    <a:pt x="776283" y="695787"/>
                  </a:lnTo>
                  <a:lnTo>
                    <a:pt x="764153" y="688625"/>
                  </a:lnTo>
                  <a:lnTo>
                    <a:pt x="752024" y="681647"/>
                  </a:lnTo>
                  <a:lnTo>
                    <a:pt x="739895" y="674859"/>
                  </a:lnTo>
                  <a:lnTo>
                    <a:pt x="727765" y="668268"/>
                  </a:lnTo>
                  <a:lnTo>
                    <a:pt x="715636" y="661877"/>
                  </a:lnTo>
                  <a:lnTo>
                    <a:pt x="703506" y="655684"/>
                  </a:lnTo>
                  <a:lnTo>
                    <a:pt x="691377" y="649677"/>
                  </a:lnTo>
                  <a:lnTo>
                    <a:pt x="679247" y="643840"/>
                  </a:lnTo>
                  <a:lnTo>
                    <a:pt x="667118" y="638146"/>
                  </a:lnTo>
                  <a:lnTo>
                    <a:pt x="654989" y="632569"/>
                  </a:lnTo>
                  <a:lnTo>
                    <a:pt x="642859" y="627083"/>
                  </a:lnTo>
                  <a:lnTo>
                    <a:pt x="630730" y="621675"/>
                  </a:lnTo>
                  <a:lnTo>
                    <a:pt x="618600" y="616357"/>
                  </a:lnTo>
                  <a:lnTo>
                    <a:pt x="606471" y="611128"/>
                  </a:lnTo>
                  <a:lnTo>
                    <a:pt x="594341" y="605970"/>
                  </a:lnTo>
                  <a:lnTo>
                    <a:pt x="582212" y="600854"/>
                  </a:lnTo>
                  <a:lnTo>
                    <a:pt x="570083" y="595764"/>
                  </a:lnTo>
                  <a:lnTo>
                    <a:pt x="557953" y="590706"/>
                  </a:lnTo>
                  <a:lnTo>
                    <a:pt x="545824" y="585689"/>
                  </a:lnTo>
                  <a:lnTo>
                    <a:pt x="533694" y="580708"/>
                  </a:lnTo>
                  <a:lnTo>
                    <a:pt x="521565" y="575747"/>
                  </a:lnTo>
                  <a:lnTo>
                    <a:pt x="509435" y="570778"/>
                  </a:lnTo>
                  <a:lnTo>
                    <a:pt x="497306" y="565786"/>
                  </a:lnTo>
                  <a:lnTo>
                    <a:pt x="485177" y="560779"/>
                  </a:lnTo>
                  <a:lnTo>
                    <a:pt x="473047" y="555773"/>
                  </a:lnTo>
                  <a:lnTo>
                    <a:pt x="460918" y="550782"/>
                  </a:lnTo>
                  <a:lnTo>
                    <a:pt x="448788" y="545819"/>
                  </a:lnTo>
                  <a:lnTo>
                    <a:pt x="436659" y="540886"/>
                  </a:lnTo>
                  <a:lnTo>
                    <a:pt x="424529" y="535984"/>
                  </a:lnTo>
                  <a:lnTo>
                    <a:pt x="412400" y="531105"/>
                  </a:lnTo>
                  <a:lnTo>
                    <a:pt x="400271" y="526244"/>
                  </a:lnTo>
                  <a:lnTo>
                    <a:pt x="388141" y="521399"/>
                  </a:lnTo>
                  <a:lnTo>
                    <a:pt x="376012" y="516590"/>
                  </a:lnTo>
                  <a:lnTo>
                    <a:pt x="363882" y="511861"/>
                  </a:lnTo>
                  <a:lnTo>
                    <a:pt x="351753" y="507243"/>
                  </a:lnTo>
                  <a:lnTo>
                    <a:pt x="339623" y="502750"/>
                  </a:lnTo>
                  <a:lnTo>
                    <a:pt x="327494" y="498386"/>
                  </a:lnTo>
                  <a:lnTo>
                    <a:pt x="315365" y="494165"/>
                  </a:lnTo>
                  <a:lnTo>
                    <a:pt x="303235" y="490113"/>
                  </a:lnTo>
                  <a:lnTo>
                    <a:pt x="291106" y="486244"/>
                  </a:lnTo>
                  <a:lnTo>
                    <a:pt x="278976" y="482551"/>
                  </a:lnTo>
                  <a:lnTo>
                    <a:pt x="266847" y="479025"/>
                  </a:lnTo>
                  <a:lnTo>
                    <a:pt x="254717" y="475685"/>
                  </a:lnTo>
                  <a:lnTo>
                    <a:pt x="242588" y="472554"/>
                  </a:lnTo>
                  <a:lnTo>
                    <a:pt x="230459" y="469653"/>
                  </a:lnTo>
                  <a:lnTo>
                    <a:pt x="218329" y="466991"/>
                  </a:lnTo>
                  <a:lnTo>
                    <a:pt x="206200" y="464565"/>
                  </a:lnTo>
                  <a:lnTo>
                    <a:pt x="194070" y="462363"/>
                  </a:lnTo>
                  <a:lnTo>
                    <a:pt x="181941" y="460371"/>
                  </a:lnTo>
                  <a:lnTo>
                    <a:pt x="169811" y="458588"/>
                  </a:lnTo>
                  <a:lnTo>
                    <a:pt x="157682" y="457018"/>
                  </a:lnTo>
                  <a:lnTo>
                    <a:pt x="145553" y="455668"/>
                  </a:lnTo>
                  <a:lnTo>
                    <a:pt x="133423" y="454548"/>
                  </a:lnTo>
                  <a:lnTo>
                    <a:pt x="121294" y="453664"/>
                  </a:lnTo>
                  <a:lnTo>
                    <a:pt x="109164" y="453022"/>
                  </a:lnTo>
                  <a:lnTo>
                    <a:pt x="97035" y="452626"/>
                  </a:lnTo>
                  <a:lnTo>
                    <a:pt x="84905" y="452475"/>
                  </a:lnTo>
                  <a:lnTo>
                    <a:pt x="72776" y="452566"/>
                  </a:lnTo>
                  <a:lnTo>
                    <a:pt x="60647" y="452892"/>
                  </a:lnTo>
                  <a:lnTo>
                    <a:pt x="48517" y="453444"/>
                  </a:lnTo>
                  <a:lnTo>
                    <a:pt x="36388" y="454208"/>
                  </a:lnTo>
                  <a:lnTo>
                    <a:pt x="24258" y="455168"/>
                  </a:lnTo>
                  <a:lnTo>
                    <a:pt x="12129" y="456306"/>
                  </a:lnTo>
                  <a:lnTo>
                    <a:pt x="0" y="457601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44" name="pl744"/>
            <p:cNvSpPr/>
            <p:nvPr/>
          </p:nvSpPr>
          <p:spPr>
            <a:xfrm>
              <a:off x="9516075" y="6773614"/>
              <a:ext cx="958224" cy="409660"/>
            </a:xfrm>
            <a:custGeom>
              <a:avLst/>
              <a:pathLst>
                <a:path w="958224" h="409660">
                  <a:moveTo>
                    <a:pt x="0" y="0"/>
                  </a:moveTo>
                  <a:lnTo>
                    <a:pt x="12129" y="14165"/>
                  </a:lnTo>
                  <a:lnTo>
                    <a:pt x="24258" y="28168"/>
                  </a:lnTo>
                  <a:lnTo>
                    <a:pt x="36388" y="41985"/>
                  </a:lnTo>
                  <a:lnTo>
                    <a:pt x="48517" y="55593"/>
                  </a:lnTo>
                  <a:lnTo>
                    <a:pt x="60647" y="68973"/>
                  </a:lnTo>
                  <a:lnTo>
                    <a:pt x="72776" y="82107"/>
                  </a:lnTo>
                  <a:lnTo>
                    <a:pt x="84905" y="94981"/>
                  </a:lnTo>
                  <a:lnTo>
                    <a:pt x="97035" y="107585"/>
                  </a:lnTo>
                  <a:lnTo>
                    <a:pt x="109164" y="119910"/>
                  </a:lnTo>
                  <a:lnTo>
                    <a:pt x="121294" y="131954"/>
                  </a:lnTo>
                  <a:lnTo>
                    <a:pt x="133423" y="143714"/>
                  </a:lnTo>
                  <a:lnTo>
                    <a:pt x="145553" y="155193"/>
                  </a:lnTo>
                  <a:lnTo>
                    <a:pt x="157682" y="166393"/>
                  </a:lnTo>
                  <a:lnTo>
                    <a:pt x="169811" y="177320"/>
                  </a:lnTo>
                  <a:lnTo>
                    <a:pt x="181941" y="187976"/>
                  </a:lnTo>
                  <a:lnTo>
                    <a:pt x="194070" y="198362"/>
                  </a:lnTo>
                  <a:lnTo>
                    <a:pt x="206200" y="208472"/>
                  </a:lnTo>
                  <a:lnTo>
                    <a:pt x="218329" y="218288"/>
                  </a:lnTo>
                  <a:lnTo>
                    <a:pt x="230459" y="227790"/>
                  </a:lnTo>
                  <a:lnTo>
                    <a:pt x="242588" y="236972"/>
                  </a:lnTo>
                  <a:lnTo>
                    <a:pt x="254717" y="245837"/>
                  </a:lnTo>
                  <a:lnTo>
                    <a:pt x="266847" y="254398"/>
                  </a:lnTo>
                  <a:lnTo>
                    <a:pt x="278976" y="262676"/>
                  </a:lnTo>
                  <a:lnTo>
                    <a:pt x="291106" y="270682"/>
                  </a:lnTo>
                  <a:lnTo>
                    <a:pt x="303235" y="278413"/>
                  </a:lnTo>
                  <a:lnTo>
                    <a:pt x="315365" y="285869"/>
                  </a:lnTo>
                  <a:lnTo>
                    <a:pt x="327494" y="293069"/>
                  </a:lnTo>
                  <a:lnTo>
                    <a:pt x="339623" y="300045"/>
                  </a:lnTo>
                  <a:lnTo>
                    <a:pt x="351753" y="306802"/>
                  </a:lnTo>
                  <a:lnTo>
                    <a:pt x="363882" y="313328"/>
                  </a:lnTo>
                  <a:lnTo>
                    <a:pt x="376012" y="319619"/>
                  </a:lnTo>
                  <a:lnTo>
                    <a:pt x="388141" y="325689"/>
                  </a:lnTo>
                  <a:lnTo>
                    <a:pt x="400271" y="331565"/>
                  </a:lnTo>
                  <a:lnTo>
                    <a:pt x="412400" y="337259"/>
                  </a:lnTo>
                  <a:lnTo>
                    <a:pt x="424529" y="342769"/>
                  </a:lnTo>
                  <a:lnTo>
                    <a:pt x="436659" y="348085"/>
                  </a:lnTo>
                  <a:lnTo>
                    <a:pt x="448788" y="353199"/>
                  </a:lnTo>
                  <a:lnTo>
                    <a:pt x="460918" y="358106"/>
                  </a:lnTo>
                  <a:lnTo>
                    <a:pt x="473047" y="362808"/>
                  </a:lnTo>
                  <a:lnTo>
                    <a:pt x="485177" y="367314"/>
                  </a:lnTo>
                  <a:lnTo>
                    <a:pt x="497306" y="371636"/>
                  </a:lnTo>
                  <a:lnTo>
                    <a:pt x="509435" y="375788"/>
                  </a:lnTo>
                  <a:lnTo>
                    <a:pt x="521565" y="379773"/>
                  </a:lnTo>
                  <a:lnTo>
                    <a:pt x="533694" y="383575"/>
                  </a:lnTo>
                  <a:lnTo>
                    <a:pt x="545824" y="387159"/>
                  </a:lnTo>
                  <a:lnTo>
                    <a:pt x="557953" y="390503"/>
                  </a:lnTo>
                  <a:lnTo>
                    <a:pt x="570083" y="393599"/>
                  </a:lnTo>
                  <a:lnTo>
                    <a:pt x="582212" y="396449"/>
                  </a:lnTo>
                  <a:lnTo>
                    <a:pt x="594341" y="399055"/>
                  </a:lnTo>
                  <a:lnTo>
                    <a:pt x="606471" y="401400"/>
                  </a:lnTo>
                  <a:lnTo>
                    <a:pt x="618600" y="403459"/>
                  </a:lnTo>
                  <a:lnTo>
                    <a:pt x="630730" y="405218"/>
                  </a:lnTo>
                  <a:lnTo>
                    <a:pt x="642859" y="406680"/>
                  </a:lnTo>
                  <a:lnTo>
                    <a:pt x="654989" y="407861"/>
                  </a:lnTo>
                  <a:lnTo>
                    <a:pt x="667118" y="408761"/>
                  </a:lnTo>
                  <a:lnTo>
                    <a:pt x="679247" y="409365"/>
                  </a:lnTo>
                  <a:lnTo>
                    <a:pt x="691377" y="409660"/>
                  </a:lnTo>
                  <a:lnTo>
                    <a:pt x="703506" y="409633"/>
                  </a:lnTo>
                  <a:lnTo>
                    <a:pt x="715636" y="409279"/>
                  </a:lnTo>
                  <a:lnTo>
                    <a:pt x="727765" y="408601"/>
                  </a:lnTo>
                  <a:lnTo>
                    <a:pt x="739895" y="407610"/>
                  </a:lnTo>
                  <a:lnTo>
                    <a:pt x="752024" y="406320"/>
                  </a:lnTo>
                  <a:lnTo>
                    <a:pt x="764153" y="404754"/>
                  </a:lnTo>
                  <a:lnTo>
                    <a:pt x="776283" y="402925"/>
                  </a:lnTo>
                  <a:lnTo>
                    <a:pt x="788412" y="400836"/>
                  </a:lnTo>
                  <a:lnTo>
                    <a:pt x="800542" y="398483"/>
                  </a:lnTo>
                  <a:lnTo>
                    <a:pt x="812671" y="395862"/>
                  </a:lnTo>
                  <a:lnTo>
                    <a:pt x="824801" y="392967"/>
                  </a:lnTo>
                  <a:lnTo>
                    <a:pt x="836930" y="389796"/>
                  </a:lnTo>
                  <a:lnTo>
                    <a:pt x="849059" y="386347"/>
                  </a:lnTo>
                  <a:lnTo>
                    <a:pt x="861189" y="382622"/>
                  </a:lnTo>
                  <a:lnTo>
                    <a:pt x="873318" y="378624"/>
                  </a:lnTo>
                  <a:lnTo>
                    <a:pt x="885448" y="374363"/>
                  </a:lnTo>
                  <a:lnTo>
                    <a:pt x="897577" y="369848"/>
                  </a:lnTo>
                  <a:lnTo>
                    <a:pt x="909706" y="365094"/>
                  </a:lnTo>
                  <a:lnTo>
                    <a:pt x="921836" y="360118"/>
                  </a:lnTo>
                  <a:lnTo>
                    <a:pt x="933965" y="354940"/>
                  </a:lnTo>
                  <a:lnTo>
                    <a:pt x="946095" y="349580"/>
                  </a:lnTo>
                  <a:lnTo>
                    <a:pt x="958224" y="34406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45" name="pl745"/>
            <p:cNvSpPr/>
            <p:nvPr/>
          </p:nvSpPr>
          <p:spPr>
            <a:xfrm>
              <a:off x="9516075" y="7226089"/>
              <a:ext cx="958224" cy="376240"/>
            </a:xfrm>
            <a:custGeom>
              <a:avLst/>
              <a:pathLst>
                <a:path w="958224" h="376240">
                  <a:moveTo>
                    <a:pt x="958224" y="376240"/>
                  </a:moveTo>
                  <a:lnTo>
                    <a:pt x="946095" y="365965"/>
                  </a:lnTo>
                  <a:lnTo>
                    <a:pt x="933965" y="355841"/>
                  </a:lnTo>
                  <a:lnTo>
                    <a:pt x="921836" y="345889"/>
                  </a:lnTo>
                  <a:lnTo>
                    <a:pt x="909706" y="336126"/>
                  </a:lnTo>
                  <a:lnTo>
                    <a:pt x="897577" y="326565"/>
                  </a:lnTo>
                  <a:lnTo>
                    <a:pt x="885448" y="317219"/>
                  </a:lnTo>
                  <a:lnTo>
                    <a:pt x="873318" y="308098"/>
                  </a:lnTo>
                  <a:lnTo>
                    <a:pt x="861189" y="299207"/>
                  </a:lnTo>
                  <a:lnTo>
                    <a:pt x="849059" y="290550"/>
                  </a:lnTo>
                  <a:lnTo>
                    <a:pt x="836930" y="282126"/>
                  </a:lnTo>
                  <a:lnTo>
                    <a:pt x="824801" y="273933"/>
                  </a:lnTo>
                  <a:lnTo>
                    <a:pt x="812671" y="265963"/>
                  </a:lnTo>
                  <a:lnTo>
                    <a:pt x="800542" y="258209"/>
                  </a:lnTo>
                  <a:lnTo>
                    <a:pt x="788412" y="250662"/>
                  </a:lnTo>
                  <a:lnTo>
                    <a:pt x="776283" y="243311"/>
                  </a:lnTo>
                  <a:lnTo>
                    <a:pt x="764153" y="236149"/>
                  </a:lnTo>
                  <a:lnTo>
                    <a:pt x="752024" y="229172"/>
                  </a:lnTo>
                  <a:lnTo>
                    <a:pt x="739895" y="222384"/>
                  </a:lnTo>
                  <a:lnTo>
                    <a:pt x="727765" y="215792"/>
                  </a:lnTo>
                  <a:lnTo>
                    <a:pt x="715636" y="209401"/>
                  </a:lnTo>
                  <a:lnTo>
                    <a:pt x="703506" y="203208"/>
                  </a:lnTo>
                  <a:lnTo>
                    <a:pt x="691377" y="197202"/>
                  </a:lnTo>
                  <a:lnTo>
                    <a:pt x="679247" y="191364"/>
                  </a:lnTo>
                  <a:lnTo>
                    <a:pt x="667118" y="185671"/>
                  </a:lnTo>
                  <a:lnTo>
                    <a:pt x="654989" y="180094"/>
                  </a:lnTo>
                  <a:lnTo>
                    <a:pt x="642859" y="174607"/>
                  </a:lnTo>
                  <a:lnTo>
                    <a:pt x="630730" y="169200"/>
                  </a:lnTo>
                  <a:lnTo>
                    <a:pt x="618600" y="163881"/>
                  </a:lnTo>
                  <a:lnTo>
                    <a:pt x="606471" y="158652"/>
                  </a:lnTo>
                  <a:lnTo>
                    <a:pt x="594341" y="153494"/>
                  </a:lnTo>
                  <a:lnTo>
                    <a:pt x="582212" y="148379"/>
                  </a:lnTo>
                  <a:lnTo>
                    <a:pt x="570083" y="143288"/>
                  </a:lnTo>
                  <a:lnTo>
                    <a:pt x="557953" y="138231"/>
                  </a:lnTo>
                  <a:lnTo>
                    <a:pt x="545824" y="133213"/>
                  </a:lnTo>
                  <a:lnTo>
                    <a:pt x="533694" y="128233"/>
                  </a:lnTo>
                  <a:lnTo>
                    <a:pt x="521565" y="123271"/>
                  </a:lnTo>
                  <a:lnTo>
                    <a:pt x="509435" y="118302"/>
                  </a:lnTo>
                  <a:lnTo>
                    <a:pt x="497306" y="113310"/>
                  </a:lnTo>
                  <a:lnTo>
                    <a:pt x="485177" y="108304"/>
                  </a:lnTo>
                  <a:lnTo>
                    <a:pt x="473047" y="103297"/>
                  </a:lnTo>
                  <a:lnTo>
                    <a:pt x="460918" y="98307"/>
                  </a:lnTo>
                  <a:lnTo>
                    <a:pt x="448788" y="93343"/>
                  </a:lnTo>
                  <a:lnTo>
                    <a:pt x="436659" y="88411"/>
                  </a:lnTo>
                  <a:lnTo>
                    <a:pt x="424529" y="83508"/>
                  </a:lnTo>
                  <a:lnTo>
                    <a:pt x="412400" y="78630"/>
                  </a:lnTo>
                  <a:lnTo>
                    <a:pt x="400271" y="73768"/>
                  </a:lnTo>
                  <a:lnTo>
                    <a:pt x="388141" y="68923"/>
                  </a:lnTo>
                  <a:lnTo>
                    <a:pt x="376012" y="64114"/>
                  </a:lnTo>
                  <a:lnTo>
                    <a:pt x="363882" y="59386"/>
                  </a:lnTo>
                  <a:lnTo>
                    <a:pt x="351753" y="54768"/>
                  </a:lnTo>
                  <a:lnTo>
                    <a:pt x="339623" y="50275"/>
                  </a:lnTo>
                  <a:lnTo>
                    <a:pt x="327494" y="45910"/>
                  </a:lnTo>
                  <a:lnTo>
                    <a:pt x="315365" y="41689"/>
                  </a:lnTo>
                  <a:lnTo>
                    <a:pt x="303235" y="37638"/>
                  </a:lnTo>
                  <a:lnTo>
                    <a:pt x="291106" y="33768"/>
                  </a:lnTo>
                  <a:lnTo>
                    <a:pt x="278976" y="30075"/>
                  </a:lnTo>
                  <a:lnTo>
                    <a:pt x="266847" y="26550"/>
                  </a:lnTo>
                  <a:lnTo>
                    <a:pt x="254717" y="23209"/>
                  </a:lnTo>
                  <a:lnTo>
                    <a:pt x="242588" y="20079"/>
                  </a:lnTo>
                  <a:lnTo>
                    <a:pt x="230459" y="17178"/>
                  </a:lnTo>
                  <a:lnTo>
                    <a:pt x="218329" y="14515"/>
                  </a:lnTo>
                  <a:lnTo>
                    <a:pt x="206200" y="12089"/>
                  </a:lnTo>
                  <a:lnTo>
                    <a:pt x="194070" y="9887"/>
                  </a:lnTo>
                  <a:lnTo>
                    <a:pt x="181941" y="7895"/>
                  </a:lnTo>
                  <a:lnTo>
                    <a:pt x="169811" y="6112"/>
                  </a:lnTo>
                  <a:lnTo>
                    <a:pt x="157682" y="4542"/>
                  </a:lnTo>
                  <a:lnTo>
                    <a:pt x="145553" y="3193"/>
                  </a:lnTo>
                  <a:lnTo>
                    <a:pt x="133423" y="2072"/>
                  </a:lnTo>
                  <a:lnTo>
                    <a:pt x="121294" y="1188"/>
                  </a:lnTo>
                  <a:lnTo>
                    <a:pt x="109164" y="547"/>
                  </a:lnTo>
                  <a:lnTo>
                    <a:pt x="97035" y="150"/>
                  </a:lnTo>
                  <a:lnTo>
                    <a:pt x="84905" y="0"/>
                  </a:lnTo>
                  <a:lnTo>
                    <a:pt x="72776" y="91"/>
                  </a:lnTo>
                  <a:lnTo>
                    <a:pt x="60647" y="417"/>
                  </a:lnTo>
                  <a:lnTo>
                    <a:pt x="48517" y="968"/>
                  </a:lnTo>
                  <a:lnTo>
                    <a:pt x="36388" y="1732"/>
                  </a:lnTo>
                  <a:lnTo>
                    <a:pt x="24258" y="2692"/>
                  </a:lnTo>
                  <a:lnTo>
                    <a:pt x="12129" y="3830"/>
                  </a:lnTo>
                  <a:lnTo>
                    <a:pt x="0" y="512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46" name="pl746"/>
            <p:cNvSpPr/>
            <p:nvPr/>
          </p:nvSpPr>
          <p:spPr>
            <a:xfrm>
              <a:off x="9516075" y="7002415"/>
              <a:ext cx="958224" cy="357589"/>
            </a:xfrm>
            <a:custGeom>
              <a:avLst/>
              <a:pathLst>
                <a:path w="958224" h="357589">
                  <a:moveTo>
                    <a:pt x="0" y="0"/>
                  </a:moveTo>
                  <a:lnTo>
                    <a:pt x="12129" y="6434"/>
                  </a:lnTo>
                  <a:lnTo>
                    <a:pt x="24258" y="12867"/>
                  </a:lnTo>
                  <a:lnTo>
                    <a:pt x="36388" y="19295"/>
                  </a:lnTo>
                  <a:lnTo>
                    <a:pt x="48517" y="25718"/>
                  </a:lnTo>
                  <a:lnTo>
                    <a:pt x="60647" y="32132"/>
                  </a:lnTo>
                  <a:lnTo>
                    <a:pt x="72776" y="38536"/>
                  </a:lnTo>
                  <a:lnTo>
                    <a:pt x="84905" y="44927"/>
                  </a:lnTo>
                  <a:lnTo>
                    <a:pt x="97035" y="51305"/>
                  </a:lnTo>
                  <a:lnTo>
                    <a:pt x="109164" y="57665"/>
                  </a:lnTo>
                  <a:lnTo>
                    <a:pt x="121294" y="64008"/>
                  </a:lnTo>
                  <a:lnTo>
                    <a:pt x="133423" y="70330"/>
                  </a:lnTo>
                  <a:lnTo>
                    <a:pt x="145553" y="76630"/>
                  </a:lnTo>
                  <a:lnTo>
                    <a:pt x="157682" y="82904"/>
                  </a:lnTo>
                  <a:lnTo>
                    <a:pt x="169811" y="89153"/>
                  </a:lnTo>
                  <a:lnTo>
                    <a:pt x="181941" y="95372"/>
                  </a:lnTo>
                  <a:lnTo>
                    <a:pt x="194070" y="101561"/>
                  </a:lnTo>
                  <a:lnTo>
                    <a:pt x="206200" y="107718"/>
                  </a:lnTo>
                  <a:lnTo>
                    <a:pt x="218329" y="113838"/>
                  </a:lnTo>
                  <a:lnTo>
                    <a:pt x="230459" y="119921"/>
                  </a:lnTo>
                  <a:lnTo>
                    <a:pt x="242588" y="125962"/>
                  </a:lnTo>
                  <a:lnTo>
                    <a:pt x="254717" y="131960"/>
                  </a:lnTo>
                  <a:lnTo>
                    <a:pt x="266847" y="137911"/>
                  </a:lnTo>
                  <a:lnTo>
                    <a:pt x="278976" y="143812"/>
                  </a:lnTo>
                  <a:lnTo>
                    <a:pt x="291106" y="149662"/>
                  </a:lnTo>
                  <a:lnTo>
                    <a:pt x="303235" y="155462"/>
                  </a:lnTo>
                  <a:lnTo>
                    <a:pt x="315365" y="161216"/>
                  </a:lnTo>
                  <a:lnTo>
                    <a:pt x="327494" y="166927"/>
                  </a:lnTo>
                  <a:lnTo>
                    <a:pt x="339623" y="172597"/>
                  </a:lnTo>
                  <a:lnTo>
                    <a:pt x="351753" y="178222"/>
                  </a:lnTo>
                  <a:lnTo>
                    <a:pt x="363882" y="183794"/>
                  </a:lnTo>
                  <a:lnTo>
                    <a:pt x="376012" y="189304"/>
                  </a:lnTo>
                  <a:lnTo>
                    <a:pt x="388141" y="194743"/>
                  </a:lnTo>
                  <a:lnTo>
                    <a:pt x="400271" y="200103"/>
                  </a:lnTo>
                  <a:lnTo>
                    <a:pt x="412400" y="205381"/>
                  </a:lnTo>
                  <a:lnTo>
                    <a:pt x="424529" y="210576"/>
                  </a:lnTo>
                  <a:lnTo>
                    <a:pt x="436659" y="215685"/>
                  </a:lnTo>
                  <a:lnTo>
                    <a:pt x="448788" y="220708"/>
                  </a:lnTo>
                  <a:lnTo>
                    <a:pt x="460918" y="225643"/>
                  </a:lnTo>
                  <a:lnTo>
                    <a:pt x="473047" y="230489"/>
                  </a:lnTo>
                  <a:lnTo>
                    <a:pt x="485177" y="235246"/>
                  </a:lnTo>
                  <a:lnTo>
                    <a:pt x="497306" y="239910"/>
                  </a:lnTo>
                  <a:lnTo>
                    <a:pt x="509435" y="244482"/>
                  </a:lnTo>
                  <a:lnTo>
                    <a:pt x="521565" y="248959"/>
                  </a:lnTo>
                  <a:lnTo>
                    <a:pt x="533694" y="253340"/>
                  </a:lnTo>
                  <a:lnTo>
                    <a:pt x="545824" y="257623"/>
                  </a:lnTo>
                  <a:lnTo>
                    <a:pt x="557953" y="261804"/>
                  </a:lnTo>
                  <a:lnTo>
                    <a:pt x="570083" y="265881"/>
                  </a:lnTo>
                  <a:lnTo>
                    <a:pt x="582212" y="269851"/>
                  </a:lnTo>
                  <a:lnTo>
                    <a:pt x="594341" y="273711"/>
                  </a:lnTo>
                  <a:lnTo>
                    <a:pt x="606471" y="277463"/>
                  </a:lnTo>
                  <a:lnTo>
                    <a:pt x="618600" y="281107"/>
                  </a:lnTo>
                  <a:lnTo>
                    <a:pt x="630730" y="284645"/>
                  </a:lnTo>
                  <a:lnTo>
                    <a:pt x="642859" y="288080"/>
                  </a:lnTo>
                  <a:lnTo>
                    <a:pt x="654989" y="291414"/>
                  </a:lnTo>
                  <a:lnTo>
                    <a:pt x="667118" y="294652"/>
                  </a:lnTo>
                  <a:lnTo>
                    <a:pt x="679247" y="297801"/>
                  </a:lnTo>
                  <a:lnTo>
                    <a:pt x="691377" y="300867"/>
                  </a:lnTo>
                  <a:lnTo>
                    <a:pt x="703506" y="303857"/>
                  </a:lnTo>
                  <a:lnTo>
                    <a:pt x="715636" y="306777"/>
                  </a:lnTo>
                  <a:lnTo>
                    <a:pt x="727765" y="309634"/>
                  </a:lnTo>
                  <a:lnTo>
                    <a:pt x="739895" y="312434"/>
                  </a:lnTo>
                  <a:lnTo>
                    <a:pt x="752024" y="315183"/>
                  </a:lnTo>
                  <a:lnTo>
                    <a:pt x="764153" y="317888"/>
                  </a:lnTo>
                  <a:lnTo>
                    <a:pt x="776283" y="320555"/>
                  </a:lnTo>
                  <a:lnTo>
                    <a:pt x="788412" y="323186"/>
                  </a:lnTo>
                  <a:lnTo>
                    <a:pt x="800542" y="325783"/>
                  </a:lnTo>
                  <a:lnTo>
                    <a:pt x="812671" y="328349"/>
                  </a:lnTo>
                  <a:lnTo>
                    <a:pt x="824801" y="330887"/>
                  </a:lnTo>
                  <a:lnTo>
                    <a:pt x="836930" y="333398"/>
                  </a:lnTo>
                  <a:lnTo>
                    <a:pt x="849059" y="335886"/>
                  </a:lnTo>
                  <a:lnTo>
                    <a:pt x="861189" y="338351"/>
                  </a:lnTo>
                  <a:lnTo>
                    <a:pt x="873318" y="340798"/>
                  </a:lnTo>
                  <a:lnTo>
                    <a:pt x="885448" y="343228"/>
                  </a:lnTo>
                  <a:lnTo>
                    <a:pt x="897577" y="345643"/>
                  </a:lnTo>
                  <a:lnTo>
                    <a:pt x="909706" y="348047"/>
                  </a:lnTo>
                  <a:lnTo>
                    <a:pt x="921836" y="350441"/>
                  </a:lnTo>
                  <a:lnTo>
                    <a:pt x="933965" y="352827"/>
                  </a:lnTo>
                  <a:lnTo>
                    <a:pt x="946095" y="355209"/>
                  </a:lnTo>
                  <a:lnTo>
                    <a:pt x="958224" y="357589"/>
                  </a:lnTo>
                </a:path>
              </a:pathLst>
            </a:custGeom>
            <a:ln w="27101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l747"/>
            <p:cNvSpPr/>
            <p:nvPr/>
          </p:nvSpPr>
          <p:spPr>
            <a:xfrm>
              <a:off x="9968734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48" name="rc748"/>
            <p:cNvSpPr/>
            <p:nvPr/>
          </p:nvSpPr>
          <p:spPr>
            <a:xfrm>
              <a:off x="9468163" y="5418670"/>
              <a:ext cx="105404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tx749"/>
            <p:cNvSpPr/>
            <p:nvPr/>
          </p:nvSpPr>
          <p:spPr>
            <a:xfrm>
              <a:off x="9306161" y="8331399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750" name="tx750"/>
            <p:cNvSpPr/>
            <p:nvPr/>
          </p:nvSpPr>
          <p:spPr>
            <a:xfrm>
              <a:off x="9343378" y="7289904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51" name="tx751"/>
            <p:cNvSpPr/>
            <p:nvPr/>
          </p:nvSpPr>
          <p:spPr>
            <a:xfrm>
              <a:off x="9343378" y="6251138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752" name="pl752"/>
            <p:cNvSpPr/>
            <p:nvPr/>
          </p:nvSpPr>
          <p:spPr>
            <a:xfrm>
              <a:off x="9433369" y="83717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l753"/>
            <p:cNvSpPr/>
            <p:nvPr/>
          </p:nvSpPr>
          <p:spPr>
            <a:xfrm>
              <a:off x="9433369" y="733159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l754"/>
            <p:cNvSpPr/>
            <p:nvPr/>
          </p:nvSpPr>
          <p:spPr>
            <a:xfrm>
              <a:off x="9433369" y="62914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l755"/>
            <p:cNvSpPr/>
            <p:nvPr/>
          </p:nvSpPr>
          <p:spPr>
            <a:xfrm>
              <a:off x="9657241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l756"/>
            <p:cNvSpPr/>
            <p:nvPr/>
          </p:nvSpPr>
          <p:spPr>
            <a:xfrm>
              <a:off x="9883564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l757"/>
            <p:cNvSpPr/>
            <p:nvPr/>
          </p:nvSpPr>
          <p:spPr>
            <a:xfrm>
              <a:off x="10109887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l758"/>
            <p:cNvSpPr/>
            <p:nvPr/>
          </p:nvSpPr>
          <p:spPr>
            <a:xfrm>
              <a:off x="10336210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tx759"/>
            <p:cNvSpPr/>
            <p:nvPr/>
          </p:nvSpPr>
          <p:spPr>
            <a:xfrm>
              <a:off x="9607555" y="86590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9852486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10078809" y="86590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10305132" y="86590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9377826" y="8780345"/>
              <a:ext cx="1234721" cy="1281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Alamar_pTau217_Z</a:t>
              </a:r>
            </a:p>
          </p:txBody>
        </p:sp>
        <p:sp>
          <p:nvSpPr>
            <p:cNvPr id="764" name="tx764"/>
            <p:cNvSpPr/>
            <p:nvPr/>
          </p:nvSpPr>
          <p:spPr>
            <a:xfrm rot="-5400000">
              <a:off x="8473848" y="6942997"/>
              <a:ext cx="1397613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RofC_AlamarpT217_Z</a:t>
              </a:r>
            </a:p>
          </p:txBody>
        </p:sp>
        <p:sp>
          <p:nvSpPr>
            <p:cNvPr id="765" name="rc765"/>
            <p:cNvSpPr/>
            <p:nvPr/>
          </p:nvSpPr>
          <p:spPr>
            <a:xfrm>
              <a:off x="10591800" y="5349081"/>
              <a:ext cx="1523999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rc766"/>
            <p:cNvSpPr/>
            <p:nvPr/>
          </p:nvSpPr>
          <p:spPr>
            <a:xfrm>
              <a:off x="10992163" y="5418670"/>
              <a:ext cx="1054047" cy="13493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" name="pl767"/>
            <p:cNvSpPr/>
            <p:nvPr/>
          </p:nvSpPr>
          <p:spPr>
            <a:xfrm>
              <a:off x="10992163" y="6672559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l768"/>
            <p:cNvSpPr/>
            <p:nvPr/>
          </p:nvSpPr>
          <p:spPr>
            <a:xfrm>
              <a:off x="10992163" y="6396983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l769"/>
            <p:cNvSpPr/>
            <p:nvPr/>
          </p:nvSpPr>
          <p:spPr>
            <a:xfrm>
              <a:off x="10992163" y="6121407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l770"/>
            <p:cNvSpPr/>
            <p:nvPr/>
          </p:nvSpPr>
          <p:spPr>
            <a:xfrm>
              <a:off x="10992163" y="5845831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l771"/>
            <p:cNvSpPr/>
            <p:nvPr/>
          </p:nvSpPr>
          <p:spPr>
            <a:xfrm>
              <a:off x="10992163" y="5570255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l772"/>
            <p:cNvSpPr/>
            <p:nvPr/>
          </p:nvSpPr>
          <p:spPr>
            <a:xfrm>
              <a:off x="11209989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l773"/>
            <p:cNvSpPr/>
            <p:nvPr/>
          </p:nvSpPr>
          <p:spPr>
            <a:xfrm>
              <a:off x="11549818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l774"/>
            <p:cNvSpPr/>
            <p:nvPr/>
          </p:nvSpPr>
          <p:spPr>
            <a:xfrm>
              <a:off x="11889647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l775"/>
            <p:cNvSpPr/>
            <p:nvPr/>
          </p:nvSpPr>
          <p:spPr>
            <a:xfrm>
              <a:off x="10992163" y="6534771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l776"/>
            <p:cNvSpPr/>
            <p:nvPr/>
          </p:nvSpPr>
          <p:spPr>
            <a:xfrm>
              <a:off x="10992163" y="6259195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l777"/>
            <p:cNvSpPr/>
            <p:nvPr/>
          </p:nvSpPr>
          <p:spPr>
            <a:xfrm>
              <a:off x="10992163" y="5983619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l778"/>
            <p:cNvSpPr/>
            <p:nvPr/>
          </p:nvSpPr>
          <p:spPr>
            <a:xfrm>
              <a:off x="10992163" y="5708043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l779"/>
            <p:cNvSpPr/>
            <p:nvPr/>
          </p:nvSpPr>
          <p:spPr>
            <a:xfrm>
              <a:off x="10992163" y="5432467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l780"/>
            <p:cNvSpPr/>
            <p:nvPr/>
          </p:nvSpPr>
          <p:spPr>
            <a:xfrm>
              <a:off x="11040075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l781"/>
            <p:cNvSpPr/>
            <p:nvPr/>
          </p:nvSpPr>
          <p:spPr>
            <a:xfrm>
              <a:off x="11379904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l782"/>
            <p:cNvSpPr/>
            <p:nvPr/>
          </p:nvSpPr>
          <p:spPr>
            <a:xfrm>
              <a:off x="11719733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11015249" y="6182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11093413" y="6156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11015249" y="63761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11015249" y="6227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11252291" y="6612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11015249" y="65338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11163983" y="6533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11219705" y="6233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11015249" y="6280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11156100" y="60859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11015249" y="6157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11084182" y="6207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11015249" y="6389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11331712" y="5941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11015249" y="6334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11107608" y="64959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11015249" y="6634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11237953" y="6320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11015249" y="6164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11015249" y="6243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11015249" y="6245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11093338" y="6407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11015249" y="6322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11085635" y="6153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11154975" y="6185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11222684" y="5709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11311319" y="6223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11015249" y="6419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11085821" y="5998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11169056" y="6174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11015249" y="63429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11088428" y="6310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11156061" y="6262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11015249" y="6336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11094752" y="6233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11015249" y="6278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11093145" y="57413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11428975" y="6232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11015249" y="6164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11229946" y="6557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11450416" y="6303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11015249" y="64109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11075480" y="5996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11167839" y="6450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11371177" y="6333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11015249" y="6272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11316533" y="6032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11015249" y="65243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11015249" y="6401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11198941" y="6417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11290091" y="6471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11015249" y="63156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11226694" y="6267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11015249" y="6410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11169056" y="6444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11015249" y="6426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11015249" y="6681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11088887" y="6421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11015249" y="6194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11170330" y="5898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11277057" y="6511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11221046" y="64491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11347108" y="5862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11497005" y="6496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11015249" y="6499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11146430" y="6197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11015249" y="6278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11085771" y="58854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11015249" y="6410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11144477" y="6654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11290464" y="63448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11015249" y="64731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11221176" y="61528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11015249" y="6254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11077026" y="6330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11161937" y="6242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11015249" y="6171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11015249" y="6407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11092152" y="65529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11217715" y="6212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11015249" y="6452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11015249" y="63777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11015249" y="64495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11174102" y="60831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11015249" y="6289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11091809" y="6265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11015249" y="62960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11095819" y="6287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11172966" y="61892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11304615" y="6371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11015249" y="6205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11256574" y="6591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11015249" y="6247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11084153" y="6431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11151933" y="6238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11015249" y="6241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11218239" y="5911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11015249" y="61564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11152428" y="6036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11221380" y="61143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11294001" y="5896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11355636" y="5907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11015249" y="6337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11152062" y="64650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11015249" y="6217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11099973" y="6247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11410195" y="5807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11015249" y="6353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11153671" y="5955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11279663" y="58667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11015249" y="6447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11015249" y="6280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11015249" y="62072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11152087" y="5974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11015249" y="6468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11230132" y="6202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11015249" y="6465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11081675" y="6274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11157276" y="62456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l902"/>
            <p:cNvSpPr/>
            <p:nvPr/>
          </p:nvSpPr>
          <p:spPr>
            <a:xfrm>
              <a:off x="11040075" y="6181622"/>
              <a:ext cx="78163" cy="26193"/>
            </a:xfrm>
            <a:custGeom>
              <a:avLst/>
              <a:pathLst>
                <a:path w="78163" h="26193">
                  <a:moveTo>
                    <a:pt x="0" y="26193"/>
                  </a:moveTo>
                  <a:lnTo>
                    <a:pt x="781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l903"/>
            <p:cNvSpPr/>
            <p:nvPr/>
          </p:nvSpPr>
          <p:spPr>
            <a:xfrm>
              <a:off x="11040075" y="6252099"/>
              <a:ext cx="237042" cy="385258"/>
            </a:xfrm>
            <a:custGeom>
              <a:avLst/>
              <a:pathLst>
                <a:path w="237042" h="385258">
                  <a:moveTo>
                    <a:pt x="0" y="0"/>
                  </a:moveTo>
                  <a:lnTo>
                    <a:pt x="237042" y="3852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l904"/>
            <p:cNvSpPr/>
            <p:nvPr/>
          </p:nvSpPr>
          <p:spPr>
            <a:xfrm>
              <a:off x="11040075" y="6558059"/>
              <a:ext cx="148734" cy="640"/>
            </a:xfrm>
            <a:custGeom>
              <a:avLst/>
              <a:pathLst>
                <a:path w="148734" h="640">
                  <a:moveTo>
                    <a:pt x="0" y="640"/>
                  </a:moveTo>
                  <a:lnTo>
                    <a:pt x="1487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l905"/>
            <p:cNvSpPr/>
            <p:nvPr/>
          </p:nvSpPr>
          <p:spPr>
            <a:xfrm>
              <a:off x="11040075" y="6110783"/>
              <a:ext cx="140851" cy="194809"/>
            </a:xfrm>
            <a:custGeom>
              <a:avLst/>
              <a:pathLst>
                <a:path w="140851" h="194809">
                  <a:moveTo>
                    <a:pt x="0" y="194809"/>
                  </a:moveTo>
                  <a:lnTo>
                    <a:pt x="14085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l906"/>
            <p:cNvSpPr/>
            <p:nvPr/>
          </p:nvSpPr>
          <p:spPr>
            <a:xfrm>
              <a:off x="11040075" y="6182659"/>
              <a:ext cx="68932" cy="49836"/>
            </a:xfrm>
            <a:custGeom>
              <a:avLst/>
              <a:pathLst>
                <a:path w="68932" h="49836">
                  <a:moveTo>
                    <a:pt x="0" y="0"/>
                  </a:moveTo>
                  <a:lnTo>
                    <a:pt x="68932" y="4983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l907"/>
            <p:cNvSpPr/>
            <p:nvPr/>
          </p:nvSpPr>
          <p:spPr>
            <a:xfrm>
              <a:off x="11040075" y="5966066"/>
              <a:ext cx="316463" cy="448624"/>
            </a:xfrm>
            <a:custGeom>
              <a:avLst/>
              <a:pathLst>
                <a:path w="316463" h="448624">
                  <a:moveTo>
                    <a:pt x="0" y="448624"/>
                  </a:moveTo>
                  <a:lnTo>
                    <a:pt x="3164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l908"/>
            <p:cNvSpPr/>
            <p:nvPr/>
          </p:nvSpPr>
          <p:spPr>
            <a:xfrm>
              <a:off x="11040075" y="6359691"/>
              <a:ext cx="92359" cy="161100"/>
            </a:xfrm>
            <a:custGeom>
              <a:avLst/>
              <a:pathLst>
                <a:path w="92359" h="161100">
                  <a:moveTo>
                    <a:pt x="0" y="0"/>
                  </a:moveTo>
                  <a:lnTo>
                    <a:pt x="92359" y="1611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l909"/>
            <p:cNvSpPr/>
            <p:nvPr/>
          </p:nvSpPr>
          <p:spPr>
            <a:xfrm>
              <a:off x="11040075" y="6344866"/>
              <a:ext cx="222704" cy="314683"/>
            </a:xfrm>
            <a:custGeom>
              <a:avLst/>
              <a:pathLst>
                <a:path w="222704" h="314683">
                  <a:moveTo>
                    <a:pt x="0" y="314683"/>
                  </a:moveTo>
                  <a:lnTo>
                    <a:pt x="2227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l910"/>
            <p:cNvSpPr/>
            <p:nvPr/>
          </p:nvSpPr>
          <p:spPr>
            <a:xfrm>
              <a:off x="11040075" y="6270095"/>
              <a:ext cx="78089" cy="161925"/>
            </a:xfrm>
            <a:custGeom>
              <a:avLst/>
              <a:pathLst>
                <a:path w="78089" h="161925">
                  <a:moveTo>
                    <a:pt x="0" y="0"/>
                  </a:moveTo>
                  <a:lnTo>
                    <a:pt x="78089" y="16192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l911"/>
            <p:cNvSpPr/>
            <p:nvPr/>
          </p:nvSpPr>
          <p:spPr>
            <a:xfrm>
              <a:off x="11040075" y="5733957"/>
              <a:ext cx="296070" cy="613594"/>
            </a:xfrm>
            <a:custGeom>
              <a:avLst/>
              <a:pathLst>
                <a:path w="296070" h="613594">
                  <a:moveTo>
                    <a:pt x="0" y="613594"/>
                  </a:moveTo>
                  <a:lnTo>
                    <a:pt x="70386" y="444480"/>
                  </a:lnTo>
                  <a:lnTo>
                    <a:pt x="139726" y="476392"/>
                  </a:lnTo>
                  <a:lnTo>
                    <a:pt x="207435" y="0"/>
                  </a:lnTo>
                  <a:lnTo>
                    <a:pt x="296070" y="5147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l912"/>
            <p:cNvSpPr/>
            <p:nvPr/>
          </p:nvSpPr>
          <p:spPr>
            <a:xfrm>
              <a:off x="11040075" y="6023109"/>
              <a:ext cx="153807" cy="421351"/>
            </a:xfrm>
            <a:custGeom>
              <a:avLst/>
              <a:pathLst>
                <a:path w="153807" h="421351">
                  <a:moveTo>
                    <a:pt x="0" y="421351"/>
                  </a:moveTo>
                  <a:lnTo>
                    <a:pt x="70572" y="0"/>
                  </a:lnTo>
                  <a:lnTo>
                    <a:pt x="153807" y="1757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l913"/>
            <p:cNvSpPr/>
            <p:nvPr/>
          </p:nvSpPr>
          <p:spPr>
            <a:xfrm>
              <a:off x="11040075" y="6286852"/>
              <a:ext cx="140812" cy="80931"/>
            </a:xfrm>
            <a:custGeom>
              <a:avLst/>
              <a:pathLst>
                <a:path w="140812" h="80931">
                  <a:moveTo>
                    <a:pt x="0" y="80931"/>
                  </a:moveTo>
                  <a:lnTo>
                    <a:pt x="73179" y="48261"/>
                  </a:lnTo>
                  <a:lnTo>
                    <a:pt x="1408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l914"/>
            <p:cNvSpPr/>
            <p:nvPr/>
          </p:nvSpPr>
          <p:spPr>
            <a:xfrm>
              <a:off x="11040075" y="6258176"/>
              <a:ext cx="79503" cy="102852"/>
            </a:xfrm>
            <a:custGeom>
              <a:avLst/>
              <a:pathLst>
                <a:path w="79503" h="102852">
                  <a:moveTo>
                    <a:pt x="0" y="102852"/>
                  </a:moveTo>
                  <a:lnTo>
                    <a:pt x="795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l915"/>
            <p:cNvSpPr/>
            <p:nvPr/>
          </p:nvSpPr>
          <p:spPr>
            <a:xfrm>
              <a:off x="11040075" y="5766169"/>
              <a:ext cx="77896" cy="537006"/>
            </a:xfrm>
            <a:custGeom>
              <a:avLst/>
              <a:pathLst>
                <a:path w="77896" h="537006">
                  <a:moveTo>
                    <a:pt x="0" y="537006"/>
                  </a:moveTo>
                  <a:lnTo>
                    <a:pt x="7789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l916"/>
            <p:cNvSpPr/>
            <p:nvPr/>
          </p:nvSpPr>
          <p:spPr>
            <a:xfrm>
              <a:off x="11254772" y="6328428"/>
              <a:ext cx="220469" cy="253502"/>
            </a:xfrm>
            <a:custGeom>
              <a:avLst/>
              <a:pathLst>
                <a:path w="220469" h="253502">
                  <a:moveTo>
                    <a:pt x="0" y="253502"/>
                  </a:moveTo>
                  <a:lnTo>
                    <a:pt x="2204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l917"/>
            <p:cNvSpPr/>
            <p:nvPr/>
          </p:nvSpPr>
          <p:spPr>
            <a:xfrm>
              <a:off x="11040075" y="6021749"/>
              <a:ext cx="355928" cy="453247"/>
            </a:xfrm>
            <a:custGeom>
              <a:avLst/>
              <a:pathLst>
                <a:path w="355928" h="453247">
                  <a:moveTo>
                    <a:pt x="0" y="414043"/>
                  </a:moveTo>
                  <a:lnTo>
                    <a:pt x="60231" y="0"/>
                  </a:lnTo>
                  <a:lnTo>
                    <a:pt x="152590" y="453247"/>
                  </a:lnTo>
                  <a:lnTo>
                    <a:pt x="355928" y="33689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l918"/>
            <p:cNvSpPr/>
            <p:nvPr/>
          </p:nvSpPr>
          <p:spPr>
            <a:xfrm>
              <a:off x="11040075" y="6057194"/>
              <a:ext cx="301284" cy="240246"/>
            </a:xfrm>
            <a:custGeom>
              <a:avLst/>
              <a:pathLst>
                <a:path w="301284" h="240246">
                  <a:moveTo>
                    <a:pt x="0" y="240246"/>
                  </a:moveTo>
                  <a:lnTo>
                    <a:pt x="3012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l919"/>
            <p:cNvSpPr/>
            <p:nvPr/>
          </p:nvSpPr>
          <p:spPr>
            <a:xfrm>
              <a:off x="11223767" y="6442212"/>
              <a:ext cx="91149" cy="54490"/>
            </a:xfrm>
            <a:custGeom>
              <a:avLst/>
              <a:pathLst>
                <a:path w="91149" h="54490">
                  <a:moveTo>
                    <a:pt x="0" y="0"/>
                  </a:moveTo>
                  <a:lnTo>
                    <a:pt x="91149" y="5449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l920"/>
            <p:cNvSpPr/>
            <p:nvPr/>
          </p:nvSpPr>
          <p:spPr>
            <a:xfrm>
              <a:off x="11040075" y="6292761"/>
              <a:ext cx="211444" cy="47718"/>
            </a:xfrm>
            <a:custGeom>
              <a:avLst/>
              <a:pathLst>
                <a:path w="211444" h="47718">
                  <a:moveTo>
                    <a:pt x="0" y="47718"/>
                  </a:moveTo>
                  <a:lnTo>
                    <a:pt x="21144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l921"/>
            <p:cNvSpPr/>
            <p:nvPr/>
          </p:nvSpPr>
          <p:spPr>
            <a:xfrm>
              <a:off x="11040075" y="6435406"/>
              <a:ext cx="153807" cy="33900"/>
            </a:xfrm>
            <a:custGeom>
              <a:avLst/>
              <a:pathLst>
                <a:path w="153807" h="33900">
                  <a:moveTo>
                    <a:pt x="0" y="0"/>
                  </a:moveTo>
                  <a:lnTo>
                    <a:pt x="153807" y="339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l922"/>
            <p:cNvSpPr/>
            <p:nvPr/>
          </p:nvSpPr>
          <p:spPr>
            <a:xfrm>
              <a:off x="11040075" y="6446496"/>
              <a:ext cx="73638" cy="260163"/>
            </a:xfrm>
            <a:custGeom>
              <a:avLst/>
              <a:pathLst>
                <a:path w="73638" h="260163">
                  <a:moveTo>
                    <a:pt x="0" y="260163"/>
                  </a:moveTo>
                  <a:lnTo>
                    <a:pt x="7363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l923"/>
            <p:cNvSpPr/>
            <p:nvPr/>
          </p:nvSpPr>
          <p:spPr>
            <a:xfrm>
              <a:off x="11040075" y="5922906"/>
              <a:ext cx="261807" cy="613841"/>
            </a:xfrm>
            <a:custGeom>
              <a:avLst/>
              <a:pathLst>
                <a:path w="261807" h="613841">
                  <a:moveTo>
                    <a:pt x="0" y="296098"/>
                  </a:moveTo>
                  <a:lnTo>
                    <a:pt x="155080" y="0"/>
                  </a:lnTo>
                  <a:lnTo>
                    <a:pt x="261807" y="61384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l924"/>
            <p:cNvSpPr/>
            <p:nvPr/>
          </p:nvSpPr>
          <p:spPr>
            <a:xfrm>
              <a:off x="11245872" y="5887185"/>
              <a:ext cx="275959" cy="634262"/>
            </a:xfrm>
            <a:custGeom>
              <a:avLst/>
              <a:pathLst>
                <a:path w="275959" h="634262">
                  <a:moveTo>
                    <a:pt x="0" y="586823"/>
                  </a:moveTo>
                  <a:lnTo>
                    <a:pt x="126062" y="0"/>
                  </a:lnTo>
                  <a:lnTo>
                    <a:pt x="275959" y="63426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l925"/>
            <p:cNvSpPr/>
            <p:nvPr/>
          </p:nvSpPr>
          <p:spPr>
            <a:xfrm>
              <a:off x="11040075" y="6221988"/>
              <a:ext cx="131181" cy="301913"/>
            </a:xfrm>
            <a:custGeom>
              <a:avLst/>
              <a:pathLst>
                <a:path w="131181" h="301913">
                  <a:moveTo>
                    <a:pt x="0" y="301913"/>
                  </a:moveTo>
                  <a:lnTo>
                    <a:pt x="13118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l926"/>
            <p:cNvSpPr/>
            <p:nvPr/>
          </p:nvSpPr>
          <p:spPr>
            <a:xfrm>
              <a:off x="11040075" y="5910256"/>
              <a:ext cx="70522" cy="392951"/>
            </a:xfrm>
            <a:custGeom>
              <a:avLst/>
              <a:pathLst>
                <a:path w="70522" h="392951">
                  <a:moveTo>
                    <a:pt x="0" y="392951"/>
                  </a:moveTo>
                  <a:lnTo>
                    <a:pt x="7052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l927"/>
            <p:cNvSpPr/>
            <p:nvPr/>
          </p:nvSpPr>
          <p:spPr>
            <a:xfrm>
              <a:off x="11040075" y="6369648"/>
              <a:ext cx="275214" cy="309789"/>
            </a:xfrm>
            <a:custGeom>
              <a:avLst/>
              <a:pathLst>
                <a:path w="275214" h="309789">
                  <a:moveTo>
                    <a:pt x="0" y="65918"/>
                  </a:moveTo>
                  <a:lnTo>
                    <a:pt x="129228" y="309789"/>
                  </a:lnTo>
                  <a:lnTo>
                    <a:pt x="27521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l928"/>
            <p:cNvSpPr/>
            <p:nvPr/>
          </p:nvSpPr>
          <p:spPr>
            <a:xfrm>
              <a:off x="11040075" y="6177644"/>
              <a:ext cx="205927" cy="320337"/>
            </a:xfrm>
            <a:custGeom>
              <a:avLst/>
              <a:pathLst>
                <a:path w="205927" h="320337">
                  <a:moveTo>
                    <a:pt x="0" y="320337"/>
                  </a:moveTo>
                  <a:lnTo>
                    <a:pt x="2059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l929"/>
            <p:cNvSpPr/>
            <p:nvPr/>
          </p:nvSpPr>
          <p:spPr>
            <a:xfrm>
              <a:off x="11040075" y="6267751"/>
              <a:ext cx="146688" cy="88064"/>
            </a:xfrm>
            <a:custGeom>
              <a:avLst/>
              <a:pathLst>
                <a:path w="146688" h="88064">
                  <a:moveTo>
                    <a:pt x="0" y="11589"/>
                  </a:moveTo>
                  <a:lnTo>
                    <a:pt x="61777" y="88064"/>
                  </a:lnTo>
                  <a:lnTo>
                    <a:pt x="14668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l930"/>
            <p:cNvSpPr/>
            <p:nvPr/>
          </p:nvSpPr>
          <p:spPr>
            <a:xfrm>
              <a:off x="11040075" y="6237069"/>
              <a:ext cx="202466" cy="340709"/>
            </a:xfrm>
            <a:custGeom>
              <a:avLst/>
              <a:pathLst>
                <a:path w="202466" h="340709">
                  <a:moveTo>
                    <a:pt x="0" y="194923"/>
                  </a:moveTo>
                  <a:lnTo>
                    <a:pt x="76903" y="340709"/>
                  </a:lnTo>
                  <a:lnTo>
                    <a:pt x="20246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l931"/>
            <p:cNvSpPr/>
            <p:nvPr/>
          </p:nvSpPr>
          <p:spPr>
            <a:xfrm>
              <a:off x="11040075" y="6108019"/>
              <a:ext cx="158853" cy="366364"/>
            </a:xfrm>
            <a:custGeom>
              <a:avLst/>
              <a:pathLst>
                <a:path w="158853" h="366364">
                  <a:moveTo>
                    <a:pt x="0" y="366364"/>
                  </a:moveTo>
                  <a:lnTo>
                    <a:pt x="1588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l932"/>
            <p:cNvSpPr/>
            <p:nvPr/>
          </p:nvSpPr>
          <p:spPr>
            <a:xfrm>
              <a:off x="11040075" y="6290232"/>
              <a:ext cx="76560" cy="24060"/>
            </a:xfrm>
            <a:custGeom>
              <a:avLst/>
              <a:pathLst>
                <a:path w="76560" h="24060">
                  <a:moveTo>
                    <a:pt x="0" y="24060"/>
                  </a:moveTo>
                  <a:lnTo>
                    <a:pt x="7656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l933"/>
            <p:cNvSpPr/>
            <p:nvPr/>
          </p:nvSpPr>
          <p:spPr>
            <a:xfrm>
              <a:off x="11040075" y="6214042"/>
              <a:ext cx="289366" cy="182062"/>
            </a:xfrm>
            <a:custGeom>
              <a:avLst/>
              <a:pathLst>
                <a:path w="289366" h="182062">
                  <a:moveTo>
                    <a:pt x="0" y="106817"/>
                  </a:moveTo>
                  <a:lnTo>
                    <a:pt x="80570" y="98435"/>
                  </a:lnTo>
                  <a:lnTo>
                    <a:pt x="157717" y="0"/>
                  </a:lnTo>
                  <a:lnTo>
                    <a:pt x="289366" y="18206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l934"/>
            <p:cNvSpPr/>
            <p:nvPr/>
          </p:nvSpPr>
          <p:spPr>
            <a:xfrm>
              <a:off x="11040075" y="6230371"/>
              <a:ext cx="241325" cy="386288"/>
            </a:xfrm>
            <a:custGeom>
              <a:avLst/>
              <a:pathLst>
                <a:path w="241325" h="386288">
                  <a:moveTo>
                    <a:pt x="0" y="0"/>
                  </a:moveTo>
                  <a:lnTo>
                    <a:pt x="241325" y="38628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l935"/>
            <p:cNvSpPr/>
            <p:nvPr/>
          </p:nvSpPr>
          <p:spPr>
            <a:xfrm>
              <a:off x="11040075" y="6263703"/>
              <a:ext cx="136684" cy="192668"/>
            </a:xfrm>
            <a:custGeom>
              <a:avLst/>
              <a:pathLst>
                <a:path w="136684" h="192668">
                  <a:moveTo>
                    <a:pt x="0" y="8372"/>
                  </a:moveTo>
                  <a:lnTo>
                    <a:pt x="68904" y="192668"/>
                  </a:lnTo>
                  <a:lnTo>
                    <a:pt x="1366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l936"/>
            <p:cNvSpPr/>
            <p:nvPr/>
          </p:nvSpPr>
          <p:spPr>
            <a:xfrm>
              <a:off x="11040075" y="5936295"/>
              <a:ext cx="202990" cy="330044"/>
            </a:xfrm>
            <a:custGeom>
              <a:avLst/>
              <a:pathLst>
                <a:path w="202990" h="330044">
                  <a:moveTo>
                    <a:pt x="0" y="330044"/>
                  </a:moveTo>
                  <a:lnTo>
                    <a:pt x="2029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l937"/>
            <p:cNvSpPr/>
            <p:nvPr/>
          </p:nvSpPr>
          <p:spPr>
            <a:xfrm>
              <a:off x="11040075" y="5921590"/>
              <a:ext cx="340387" cy="259656"/>
            </a:xfrm>
            <a:custGeom>
              <a:avLst/>
              <a:pathLst>
                <a:path w="340387" h="259656">
                  <a:moveTo>
                    <a:pt x="0" y="259656"/>
                  </a:moveTo>
                  <a:lnTo>
                    <a:pt x="137179" y="139375"/>
                  </a:lnTo>
                  <a:lnTo>
                    <a:pt x="206131" y="217634"/>
                  </a:lnTo>
                  <a:lnTo>
                    <a:pt x="278752" y="0"/>
                  </a:lnTo>
                  <a:lnTo>
                    <a:pt x="340387" y="105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l938"/>
            <p:cNvSpPr/>
            <p:nvPr/>
          </p:nvSpPr>
          <p:spPr>
            <a:xfrm>
              <a:off x="11040075" y="6362444"/>
              <a:ext cx="136813" cy="127428"/>
            </a:xfrm>
            <a:custGeom>
              <a:avLst/>
              <a:pathLst>
                <a:path w="136813" h="127428">
                  <a:moveTo>
                    <a:pt x="0" y="0"/>
                  </a:moveTo>
                  <a:lnTo>
                    <a:pt x="136813" y="12742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l939"/>
            <p:cNvSpPr/>
            <p:nvPr/>
          </p:nvSpPr>
          <p:spPr>
            <a:xfrm>
              <a:off x="11040075" y="5832343"/>
              <a:ext cx="394946" cy="440110"/>
            </a:xfrm>
            <a:custGeom>
              <a:avLst/>
              <a:pathLst>
                <a:path w="394946" h="440110">
                  <a:moveTo>
                    <a:pt x="0" y="410169"/>
                  </a:moveTo>
                  <a:lnTo>
                    <a:pt x="84724" y="440110"/>
                  </a:lnTo>
                  <a:lnTo>
                    <a:pt x="3949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l940"/>
            <p:cNvSpPr/>
            <p:nvPr/>
          </p:nvSpPr>
          <p:spPr>
            <a:xfrm>
              <a:off x="11040075" y="5891611"/>
              <a:ext cx="264414" cy="486306"/>
            </a:xfrm>
            <a:custGeom>
              <a:avLst/>
              <a:pathLst>
                <a:path w="264414" h="486306">
                  <a:moveTo>
                    <a:pt x="0" y="486306"/>
                  </a:moveTo>
                  <a:lnTo>
                    <a:pt x="138422" y="88847"/>
                  </a:lnTo>
                  <a:lnTo>
                    <a:pt x="26441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l941"/>
            <p:cNvSpPr/>
            <p:nvPr/>
          </p:nvSpPr>
          <p:spPr>
            <a:xfrm>
              <a:off x="11040075" y="5998935"/>
              <a:ext cx="136838" cy="233105"/>
            </a:xfrm>
            <a:custGeom>
              <a:avLst/>
              <a:pathLst>
                <a:path w="136838" h="233105">
                  <a:moveTo>
                    <a:pt x="0" y="233105"/>
                  </a:moveTo>
                  <a:lnTo>
                    <a:pt x="13683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l942"/>
            <p:cNvSpPr/>
            <p:nvPr/>
          </p:nvSpPr>
          <p:spPr>
            <a:xfrm>
              <a:off x="11040075" y="6227722"/>
              <a:ext cx="214883" cy="266029"/>
            </a:xfrm>
            <a:custGeom>
              <a:avLst/>
              <a:pathLst>
                <a:path w="214883" h="266029">
                  <a:moveTo>
                    <a:pt x="0" y="266029"/>
                  </a:moveTo>
                  <a:lnTo>
                    <a:pt x="2148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l943"/>
            <p:cNvSpPr/>
            <p:nvPr/>
          </p:nvSpPr>
          <p:spPr>
            <a:xfrm>
              <a:off x="11040075" y="6270509"/>
              <a:ext cx="142027" cy="219355"/>
            </a:xfrm>
            <a:custGeom>
              <a:avLst/>
              <a:pathLst>
                <a:path w="142027" h="219355">
                  <a:moveTo>
                    <a:pt x="0" y="219355"/>
                  </a:moveTo>
                  <a:lnTo>
                    <a:pt x="66426" y="28802"/>
                  </a:lnTo>
                  <a:lnTo>
                    <a:pt x="1420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l944"/>
            <p:cNvSpPr/>
            <p:nvPr/>
          </p:nvSpPr>
          <p:spPr>
            <a:xfrm>
              <a:off x="11040075" y="5925641"/>
              <a:ext cx="958224" cy="421359"/>
            </a:xfrm>
            <a:custGeom>
              <a:avLst/>
              <a:pathLst>
                <a:path w="958224" h="421359">
                  <a:moveTo>
                    <a:pt x="0" y="421359"/>
                  </a:moveTo>
                  <a:lnTo>
                    <a:pt x="9679" y="417102"/>
                  </a:lnTo>
                  <a:lnTo>
                    <a:pt x="19358" y="412846"/>
                  </a:lnTo>
                  <a:lnTo>
                    <a:pt x="29037" y="408590"/>
                  </a:lnTo>
                  <a:lnTo>
                    <a:pt x="38716" y="404334"/>
                  </a:lnTo>
                  <a:lnTo>
                    <a:pt x="48395" y="400078"/>
                  </a:lnTo>
                  <a:lnTo>
                    <a:pt x="58074" y="395822"/>
                  </a:lnTo>
                  <a:lnTo>
                    <a:pt x="67753" y="391566"/>
                  </a:lnTo>
                  <a:lnTo>
                    <a:pt x="77432" y="387309"/>
                  </a:lnTo>
                  <a:lnTo>
                    <a:pt x="87111" y="383053"/>
                  </a:lnTo>
                  <a:lnTo>
                    <a:pt x="96790" y="378797"/>
                  </a:lnTo>
                  <a:lnTo>
                    <a:pt x="106469" y="374541"/>
                  </a:lnTo>
                  <a:lnTo>
                    <a:pt x="116148" y="370285"/>
                  </a:lnTo>
                  <a:lnTo>
                    <a:pt x="125827" y="366029"/>
                  </a:lnTo>
                  <a:lnTo>
                    <a:pt x="135506" y="361772"/>
                  </a:lnTo>
                  <a:lnTo>
                    <a:pt x="145185" y="357516"/>
                  </a:lnTo>
                  <a:lnTo>
                    <a:pt x="154864" y="353260"/>
                  </a:lnTo>
                  <a:lnTo>
                    <a:pt x="164543" y="349004"/>
                  </a:lnTo>
                  <a:lnTo>
                    <a:pt x="174222" y="344748"/>
                  </a:lnTo>
                  <a:lnTo>
                    <a:pt x="183901" y="340492"/>
                  </a:lnTo>
                  <a:lnTo>
                    <a:pt x="193580" y="336236"/>
                  </a:lnTo>
                  <a:lnTo>
                    <a:pt x="203259" y="331979"/>
                  </a:lnTo>
                  <a:lnTo>
                    <a:pt x="212938" y="327723"/>
                  </a:lnTo>
                  <a:lnTo>
                    <a:pt x="222617" y="323467"/>
                  </a:lnTo>
                  <a:lnTo>
                    <a:pt x="232296" y="319211"/>
                  </a:lnTo>
                  <a:lnTo>
                    <a:pt x="241975" y="314955"/>
                  </a:lnTo>
                  <a:lnTo>
                    <a:pt x="251654" y="310699"/>
                  </a:lnTo>
                  <a:lnTo>
                    <a:pt x="261334" y="306442"/>
                  </a:lnTo>
                  <a:lnTo>
                    <a:pt x="271013" y="302186"/>
                  </a:lnTo>
                  <a:lnTo>
                    <a:pt x="280692" y="297930"/>
                  </a:lnTo>
                  <a:lnTo>
                    <a:pt x="290371" y="293674"/>
                  </a:lnTo>
                  <a:lnTo>
                    <a:pt x="300050" y="289418"/>
                  </a:lnTo>
                  <a:lnTo>
                    <a:pt x="309729" y="285162"/>
                  </a:lnTo>
                  <a:lnTo>
                    <a:pt x="319408" y="280906"/>
                  </a:lnTo>
                  <a:lnTo>
                    <a:pt x="329087" y="276649"/>
                  </a:lnTo>
                  <a:lnTo>
                    <a:pt x="338766" y="272393"/>
                  </a:lnTo>
                  <a:lnTo>
                    <a:pt x="348445" y="268137"/>
                  </a:lnTo>
                  <a:lnTo>
                    <a:pt x="358124" y="263881"/>
                  </a:lnTo>
                  <a:lnTo>
                    <a:pt x="367803" y="259625"/>
                  </a:lnTo>
                  <a:lnTo>
                    <a:pt x="377482" y="255369"/>
                  </a:lnTo>
                  <a:lnTo>
                    <a:pt x="387161" y="251113"/>
                  </a:lnTo>
                  <a:lnTo>
                    <a:pt x="396840" y="246856"/>
                  </a:lnTo>
                  <a:lnTo>
                    <a:pt x="406519" y="242600"/>
                  </a:lnTo>
                  <a:lnTo>
                    <a:pt x="416198" y="238344"/>
                  </a:lnTo>
                  <a:lnTo>
                    <a:pt x="425877" y="234088"/>
                  </a:lnTo>
                  <a:lnTo>
                    <a:pt x="435556" y="229832"/>
                  </a:lnTo>
                  <a:lnTo>
                    <a:pt x="445235" y="225576"/>
                  </a:lnTo>
                  <a:lnTo>
                    <a:pt x="454914" y="221319"/>
                  </a:lnTo>
                  <a:lnTo>
                    <a:pt x="464593" y="217063"/>
                  </a:lnTo>
                  <a:lnTo>
                    <a:pt x="474272" y="212807"/>
                  </a:lnTo>
                  <a:lnTo>
                    <a:pt x="483951" y="208551"/>
                  </a:lnTo>
                  <a:lnTo>
                    <a:pt x="493630" y="204295"/>
                  </a:lnTo>
                  <a:lnTo>
                    <a:pt x="503309" y="200039"/>
                  </a:lnTo>
                  <a:lnTo>
                    <a:pt x="512988" y="195783"/>
                  </a:lnTo>
                  <a:lnTo>
                    <a:pt x="522668" y="191526"/>
                  </a:lnTo>
                  <a:lnTo>
                    <a:pt x="532347" y="187270"/>
                  </a:lnTo>
                  <a:lnTo>
                    <a:pt x="542026" y="183014"/>
                  </a:lnTo>
                  <a:lnTo>
                    <a:pt x="551705" y="178758"/>
                  </a:lnTo>
                  <a:lnTo>
                    <a:pt x="561384" y="174502"/>
                  </a:lnTo>
                  <a:lnTo>
                    <a:pt x="571063" y="170246"/>
                  </a:lnTo>
                  <a:lnTo>
                    <a:pt x="580742" y="165989"/>
                  </a:lnTo>
                  <a:lnTo>
                    <a:pt x="590421" y="161733"/>
                  </a:lnTo>
                  <a:lnTo>
                    <a:pt x="600100" y="157477"/>
                  </a:lnTo>
                  <a:lnTo>
                    <a:pt x="609779" y="153221"/>
                  </a:lnTo>
                  <a:lnTo>
                    <a:pt x="619458" y="148965"/>
                  </a:lnTo>
                  <a:lnTo>
                    <a:pt x="629137" y="144709"/>
                  </a:lnTo>
                  <a:lnTo>
                    <a:pt x="638816" y="140453"/>
                  </a:lnTo>
                  <a:lnTo>
                    <a:pt x="648495" y="136196"/>
                  </a:lnTo>
                  <a:lnTo>
                    <a:pt x="658174" y="131940"/>
                  </a:lnTo>
                  <a:lnTo>
                    <a:pt x="667853" y="127684"/>
                  </a:lnTo>
                  <a:lnTo>
                    <a:pt x="677532" y="123428"/>
                  </a:lnTo>
                  <a:lnTo>
                    <a:pt x="687211" y="119172"/>
                  </a:lnTo>
                  <a:lnTo>
                    <a:pt x="696890" y="114916"/>
                  </a:lnTo>
                  <a:lnTo>
                    <a:pt x="706569" y="110659"/>
                  </a:lnTo>
                  <a:lnTo>
                    <a:pt x="716248" y="106403"/>
                  </a:lnTo>
                  <a:lnTo>
                    <a:pt x="725927" y="102147"/>
                  </a:lnTo>
                  <a:lnTo>
                    <a:pt x="735606" y="97891"/>
                  </a:lnTo>
                  <a:lnTo>
                    <a:pt x="745285" y="93635"/>
                  </a:lnTo>
                  <a:lnTo>
                    <a:pt x="754964" y="89379"/>
                  </a:lnTo>
                  <a:lnTo>
                    <a:pt x="764643" y="85123"/>
                  </a:lnTo>
                  <a:lnTo>
                    <a:pt x="774322" y="80866"/>
                  </a:lnTo>
                  <a:lnTo>
                    <a:pt x="784002" y="76610"/>
                  </a:lnTo>
                  <a:lnTo>
                    <a:pt x="793681" y="72354"/>
                  </a:lnTo>
                  <a:lnTo>
                    <a:pt x="803360" y="68098"/>
                  </a:lnTo>
                  <a:lnTo>
                    <a:pt x="813039" y="63842"/>
                  </a:lnTo>
                  <a:lnTo>
                    <a:pt x="822718" y="59586"/>
                  </a:lnTo>
                  <a:lnTo>
                    <a:pt x="832397" y="55329"/>
                  </a:lnTo>
                  <a:lnTo>
                    <a:pt x="842076" y="51073"/>
                  </a:lnTo>
                  <a:lnTo>
                    <a:pt x="851755" y="46817"/>
                  </a:lnTo>
                  <a:lnTo>
                    <a:pt x="861434" y="42561"/>
                  </a:lnTo>
                  <a:lnTo>
                    <a:pt x="871113" y="38305"/>
                  </a:lnTo>
                  <a:lnTo>
                    <a:pt x="880792" y="34049"/>
                  </a:lnTo>
                  <a:lnTo>
                    <a:pt x="890471" y="29793"/>
                  </a:lnTo>
                  <a:lnTo>
                    <a:pt x="900150" y="25536"/>
                  </a:lnTo>
                  <a:lnTo>
                    <a:pt x="909829" y="21280"/>
                  </a:lnTo>
                  <a:lnTo>
                    <a:pt x="919508" y="17024"/>
                  </a:lnTo>
                  <a:lnTo>
                    <a:pt x="929187" y="12768"/>
                  </a:lnTo>
                  <a:lnTo>
                    <a:pt x="938866" y="8512"/>
                  </a:lnTo>
                  <a:lnTo>
                    <a:pt x="948545" y="4256"/>
                  </a:lnTo>
                  <a:lnTo>
                    <a:pt x="958224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45" name="tx945"/>
            <p:cNvSpPr/>
            <p:nvPr/>
          </p:nvSpPr>
          <p:spPr>
            <a:xfrm>
              <a:off x="10983943" y="5439774"/>
              <a:ext cx="1014356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7B82">
                      <a:alpha val="100000"/>
                    </a:srgbClr>
                  </a:solidFill>
                  <a:latin typeface="Arial"/>
                  <a:cs typeface="Arial"/>
                </a:rPr>
                <a:t>0.108 Z/year</a:t>
              </a:r>
            </a:p>
          </p:txBody>
        </p:sp>
        <p:sp>
          <p:nvSpPr>
            <p:cNvPr id="946" name="rc946"/>
            <p:cNvSpPr/>
            <p:nvPr/>
          </p:nvSpPr>
          <p:spPr>
            <a:xfrm>
              <a:off x="10992163" y="5418670"/>
              <a:ext cx="1054047" cy="13493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tx947"/>
            <p:cNvSpPr/>
            <p:nvPr/>
          </p:nvSpPr>
          <p:spPr>
            <a:xfrm>
              <a:off x="10830161" y="6494444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948" name="tx948"/>
            <p:cNvSpPr/>
            <p:nvPr/>
          </p:nvSpPr>
          <p:spPr>
            <a:xfrm>
              <a:off x="10867378" y="6217503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49" name="tx949"/>
            <p:cNvSpPr/>
            <p:nvPr/>
          </p:nvSpPr>
          <p:spPr>
            <a:xfrm>
              <a:off x="10867378" y="5943292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950" name="tx950"/>
            <p:cNvSpPr/>
            <p:nvPr/>
          </p:nvSpPr>
          <p:spPr>
            <a:xfrm>
              <a:off x="10867378" y="5667716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951" name="tx951"/>
            <p:cNvSpPr/>
            <p:nvPr/>
          </p:nvSpPr>
          <p:spPr>
            <a:xfrm>
              <a:off x="10867378" y="5390721"/>
              <a:ext cx="62155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952" name="pl952"/>
            <p:cNvSpPr/>
            <p:nvPr/>
          </p:nvSpPr>
          <p:spPr>
            <a:xfrm>
              <a:off x="10957369" y="653477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l953"/>
            <p:cNvSpPr/>
            <p:nvPr/>
          </p:nvSpPr>
          <p:spPr>
            <a:xfrm>
              <a:off x="10957369" y="625919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l954"/>
            <p:cNvSpPr/>
            <p:nvPr/>
          </p:nvSpPr>
          <p:spPr>
            <a:xfrm>
              <a:off x="10957369" y="598361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l955"/>
            <p:cNvSpPr/>
            <p:nvPr/>
          </p:nvSpPr>
          <p:spPr>
            <a:xfrm>
              <a:off x="10957369" y="570804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l956"/>
            <p:cNvSpPr/>
            <p:nvPr/>
          </p:nvSpPr>
          <p:spPr>
            <a:xfrm>
              <a:off x="10957369" y="54324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l957"/>
            <p:cNvSpPr/>
            <p:nvPr/>
          </p:nvSpPr>
          <p:spPr>
            <a:xfrm>
              <a:off x="11040075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l958"/>
            <p:cNvSpPr/>
            <p:nvPr/>
          </p:nvSpPr>
          <p:spPr>
            <a:xfrm>
              <a:off x="11379904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l959"/>
            <p:cNvSpPr/>
            <p:nvPr/>
          </p:nvSpPr>
          <p:spPr>
            <a:xfrm>
              <a:off x="11719733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tx960"/>
            <p:cNvSpPr/>
            <p:nvPr/>
          </p:nvSpPr>
          <p:spPr>
            <a:xfrm>
              <a:off x="11008997" y="68289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61" name="tx961"/>
            <p:cNvSpPr/>
            <p:nvPr/>
          </p:nvSpPr>
          <p:spPr>
            <a:xfrm>
              <a:off x="11348826" y="68303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962" name="tx962"/>
            <p:cNvSpPr/>
            <p:nvPr/>
          </p:nvSpPr>
          <p:spPr>
            <a:xfrm>
              <a:off x="11657577" y="68289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963" name="tx963"/>
            <p:cNvSpPr/>
            <p:nvPr/>
          </p:nvSpPr>
          <p:spPr>
            <a:xfrm>
              <a:off x="10898006" y="69763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964" name="tx964"/>
            <p:cNvSpPr/>
            <p:nvPr/>
          </p:nvSpPr>
          <p:spPr>
            <a:xfrm rot="-5400000">
              <a:off x="9818516" y="6027779"/>
              <a:ext cx="175464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Alamar Plasma pTau217 (Z)</a:t>
              </a:r>
            </a:p>
          </p:txBody>
        </p:sp>
        <p:sp>
          <p:nvSpPr>
            <p:cNvPr id="965" name="rc965"/>
            <p:cNvSpPr/>
            <p:nvPr/>
          </p:nvSpPr>
          <p:spPr>
            <a:xfrm>
              <a:off x="10591800" y="7177881"/>
              <a:ext cx="1523999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rc966"/>
            <p:cNvSpPr/>
            <p:nvPr/>
          </p:nvSpPr>
          <p:spPr>
            <a:xfrm>
              <a:off x="10992163" y="7247470"/>
              <a:ext cx="1054047" cy="13493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10992163" y="8314087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10992163" y="8011974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l969"/>
            <p:cNvSpPr/>
            <p:nvPr/>
          </p:nvSpPr>
          <p:spPr>
            <a:xfrm>
              <a:off x="10992163" y="7709860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10992163" y="7407746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11209989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l972"/>
            <p:cNvSpPr/>
            <p:nvPr/>
          </p:nvSpPr>
          <p:spPr>
            <a:xfrm>
              <a:off x="11549818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l973"/>
            <p:cNvSpPr/>
            <p:nvPr/>
          </p:nvSpPr>
          <p:spPr>
            <a:xfrm>
              <a:off x="11889647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l974"/>
            <p:cNvSpPr/>
            <p:nvPr/>
          </p:nvSpPr>
          <p:spPr>
            <a:xfrm>
              <a:off x="10992163" y="8465144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l975"/>
            <p:cNvSpPr/>
            <p:nvPr/>
          </p:nvSpPr>
          <p:spPr>
            <a:xfrm>
              <a:off x="10992163" y="8163030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l976"/>
            <p:cNvSpPr/>
            <p:nvPr/>
          </p:nvSpPr>
          <p:spPr>
            <a:xfrm>
              <a:off x="10992163" y="7860917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l977"/>
            <p:cNvSpPr/>
            <p:nvPr/>
          </p:nvSpPr>
          <p:spPr>
            <a:xfrm>
              <a:off x="10992163" y="7558803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l978"/>
            <p:cNvSpPr/>
            <p:nvPr/>
          </p:nvSpPr>
          <p:spPr>
            <a:xfrm>
              <a:off x="10992163" y="7256690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l979"/>
            <p:cNvSpPr/>
            <p:nvPr/>
          </p:nvSpPr>
          <p:spPr>
            <a:xfrm>
              <a:off x="11040075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l980"/>
            <p:cNvSpPr/>
            <p:nvPr/>
          </p:nvSpPr>
          <p:spPr>
            <a:xfrm>
              <a:off x="11379904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l981"/>
            <p:cNvSpPr/>
            <p:nvPr/>
          </p:nvSpPr>
          <p:spPr>
            <a:xfrm>
              <a:off x="11719733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t982"/>
            <p:cNvSpPr/>
            <p:nvPr/>
          </p:nvSpPr>
          <p:spPr>
            <a:xfrm>
              <a:off x="11015249" y="7947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t983"/>
            <p:cNvSpPr/>
            <p:nvPr/>
          </p:nvSpPr>
          <p:spPr>
            <a:xfrm>
              <a:off x="11085478" y="82757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t984"/>
            <p:cNvSpPr/>
            <p:nvPr/>
          </p:nvSpPr>
          <p:spPr>
            <a:xfrm>
              <a:off x="11159746" y="77684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t985"/>
            <p:cNvSpPr/>
            <p:nvPr/>
          </p:nvSpPr>
          <p:spPr>
            <a:xfrm>
              <a:off x="11015249" y="7752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t986"/>
            <p:cNvSpPr/>
            <p:nvPr/>
          </p:nvSpPr>
          <p:spPr>
            <a:xfrm>
              <a:off x="11198755" y="75738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t987"/>
            <p:cNvSpPr/>
            <p:nvPr/>
          </p:nvSpPr>
          <p:spPr>
            <a:xfrm>
              <a:off x="11287298" y="84230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t988"/>
            <p:cNvSpPr/>
            <p:nvPr/>
          </p:nvSpPr>
          <p:spPr>
            <a:xfrm>
              <a:off x="11015249" y="7884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t989"/>
            <p:cNvSpPr/>
            <p:nvPr/>
          </p:nvSpPr>
          <p:spPr>
            <a:xfrm>
              <a:off x="11096063" y="7775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t990"/>
            <p:cNvSpPr/>
            <p:nvPr/>
          </p:nvSpPr>
          <p:spPr>
            <a:xfrm>
              <a:off x="11257740" y="7709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t991"/>
            <p:cNvSpPr/>
            <p:nvPr/>
          </p:nvSpPr>
          <p:spPr>
            <a:xfrm>
              <a:off x="11240687" y="8010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t992"/>
            <p:cNvSpPr/>
            <p:nvPr/>
          </p:nvSpPr>
          <p:spPr>
            <a:xfrm>
              <a:off x="11238139" y="7901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t993"/>
            <p:cNvSpPr/>
            <p:nvPr/>
          </p:nvSpPr>
          <p:spPr>
            <a:xfrm>
              <a:off x="11093403" y="7973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t994"/>
            <p:cNvSpPr/>
            <p:nvPr/>
          </p:nvSpPr>
          <p:spPr>
            <a:xfrm>
              <a:off x="11166769" y="78732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t995"/>
            <p:cNvSpPr/>
            <p:nvPr/>
          </p:nvSpPr>
          <p:spPr>
            <a:xfrm>
              <a:off x="11090759" y="7978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t996"/>
            <p:cNvSpPr/>
            <p:nvPr/>
          </p:nvSpPr>
          <p:spPr>
            <a:xfrm>
              <a:off x="11015249" y="7659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t997"/>
            <p:cNvSpPr/>
            <p:nvPr/>
          </p:nvSpPr>
          <p:spPr>
            <a:xfrm>
              <a:off x="11355226" y="8317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t998"/>
            <p:cNvSpPr/>
            <p:nvPr/>
          </p:nvSpPr>
          <p:spPr>
            <a:xfrm>
              <a:off x="11490637" y="84527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t999"/>
            <p:cNvSpPr/>
            <p:nvPr/>
          </p:nvSpPr>
          <p:spPr>
            <a:xfrm>
              <a:off x="11015249" y="7657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t1000"/>
            <p:cNvSpPr/>
            <p:nvPr/>
          </p:nvSpPr>
          <p:spPr>
            <a:xfrm>
              <a:off x="11087253" y="7653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t1001"/>
            <p:cNvSpPr/>
            <p:nvPr/>
          </p:nvSpPr>
          <p:spPr>
            <a:xfrm>
              <a:off x="11015249" y="7596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t1002"/>
            <p:cNvSpPr/>
            <p:nvPr/>
          </p:nvSpPr>
          <p:spPr>
            <a:xfrm>
              <a:off x="11096435" y="7500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t1003"/>
            <p:cNvSpPr/>
            <p:nvPr/>
          </p:nvSpPr>
          <p:spPr>
            <a:xfrm>
              <a:off x="11015249" y="7764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t1004"/>
            <p:cNvSpPr/>
            <p:nvPr/>
          </p:nvSpPr>
          <p:spPr>
            <a:xfrm>
              <a:off x="11163470" y="7715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t1005"/>
            <p:cNvSpPr/>
            <p:nvPr/>
          </p:nvSpPr>
          <p:spPr>
            <a:xfrm>
              <a:off x="11015249" y="7536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t1006"/>
            <p:cNvSpPr/>
            <p:nvPr/>
          </p:nvSpPr>
          <p:spPr>
            <a:xfrm>
              <a:off x="11078513" y="7445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t1007"/>
            <p:cNvSpPr/>
            <p:nvPr/>
          </p:nvSpPr>
          <p:spPr>
            <a:xfrm>
              <a:off x="11015249" y="7586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t1008"/>
            <p:cNvSpPr/>
            <p:nvPr/>
          </p:nvSpPr>
          <p:spPr>
            <a:xfrm>
              <a:off x="11153133" y="7411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t1009"/>
            <p:cNvSpPr/>
            <p:nvPr/>
          </p:nvSpPr>
          <p:spPr>
            <a:xfrm>
              <a:off x="11015249" y="77412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t1010"/>
            <p:cNvSpPr/>
            <p:nvPr/>
          </p:nvSpPr>
          <p:spPr>
            <a:xfrm>
              <a:off x="11015249" y="78400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t1011"/>
            <p:cNvSpPr/>
            <p:nvPr/>
          </p:nvSpPr>
          <p:spPr>
            <a:xfrm>
              <a:off x="11083257" y="7543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t1012"/>
            <p:cNvSpPr/>
            <p:nvPr/>
          </p:nvSpPr>
          <p:spPr>
            <a:xfrm>
              <a:off x="11153228" y="76813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t1013"/>
            <p:cNvSpPr/>
            <p:nvPr/>
          </p:nvSpPr>
          <p:spPr>
            <a:xfrm>
              <a:off x="11356420" y="8054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t1014"/>
            <p:cNvSpPr/>
            <p:nvPr/>
          </p:nvSpPr>
          <p:spPr>
            <a:xfrm>
              <a:off x="11421554" y="8217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t1015"/>
            <p:cNvSpPr/>
            <p:nvPr/>
          </p:nvSpPr>
          <p:spPr>
            <a:xfrm>
              <a:off x="11485423" y="8155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t1016"/>
            <p:cNvSpPr/>
            <p:nvPr/>
          </p:nvSpPr>
          <p:spPr>
            <a:xfrm>
              <a:off x="11015249" y="7839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t1017"/>
            <p:cNvSpPr/>
            <p:nvPr/>
          </p:nvSpPr>
          <p:spPr>
            <a:xfrm>
              <a:off x="11145594" y="7357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t1018"/>
            <p:cNvSpPr/>
            <p:nvPr/>
          </p:nvSpPr>
          <p:spPr>
            <a:xfrm>
              <a:off x="11286181" y="7398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t1019"/>
            <p:cNvSpPr/>
            <p:nvPr/>
          </p:nvSpPr>
          <p:spPr>
            <a:xfrm>
              <a:off x="11355264" y="74169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t1020"/>
            <p:cNvSpPr/>
            <p:nvPr/>
          </p:nvSpPr>
          <p:spPr>
            <a:xfrm>
              <a:off x="11423043" y="74177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t1021"/>
            <p:cNvSpPr/>
            <p:nvPr/>
          </p:nvSpPr>
          <p:spPr>
            <a:xfrm>
              <a:off x="11015249" y="7432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t1022"/>
            <p:cNvSpPr/>
            <p:nvPr/>
          </p:nvSpPr>
          <p:spPr>
            <a:xfrm>
              <a:off x="11086194" y="73708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t1023"/>
            <p:cNvSpPr/>
            <p:nvPr/>
          </p:nvSpPr>
          <p:spPr>
            <a:xfrm>
              <a:off x="11152587" y="7402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t1024"/>
            <p:cNvSpPr/>
            <p:nvPr/>
          </p:nvSpPr>
          <p:spPr>
            <a:xfrm>
              <a:off x="11015249" y="7749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t1025"/>
            <p:cNvSpPr/>
            <p:nvPr/>
          </p:nvSpPr>
          <p:spPr>
            <a:xfrm>
              <a:off x="11015249" y="7930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t1026"/>
            <p:cNvSpPr/>
            <p:nvPr/>
          </p:nvSpPr>
          <p:spPr>
            <a:xfrm>
              <a:off x="11015249" y="79156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t1027"/>
            <p:cNvSpPr/>
            <p:nvPr/>
          </p:nvSpPr>
          <p:spPr>
            <a:xfrm>
              <a:off x="11145465" y="7836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t1028"/>
            <p:cNvSpPr/>
            <p:nvPr/>
          </p:nvSpPr>
          <p:spPr>
            <a:xfrm>
              <a:off x="11219705" y="7926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t1029"/>
            <p:cNvSpPr/>
            <p:nvPr/>
          </p:nvSpPr>
          <p:spPr>
            <a:xfrm>
              <a:off x="11080421" y="7762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t1030"/>
            <p:cNvSpPr/>
            <p:nvPr/>
          </p:nvSpPr>
          <p:spPr>
            <a:xfrm>
              <a:off x="11147828" y="7709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t1031"/>
            <p:cNvSpPr/>
            <p:nvPr/>
          </p:nvSpPr>
          <p:spPr>
            <a:xfrm>
              <a:off x="11015249" y="7567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t1032"/>
            <p:cNvSpPr/>
            <p:nvPr/>
          </p:nvSpPr>
          <p:spPr>
            <a:xfrm>
              <a:off x="11084268" y="7510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t1033"/>
            <p:cNvSpPr/>
            <p:nvPr/>
          </p:nvSpPr>
          <p:spPr>
            <a:xfrm>
              <a:off x="11015249" y="7803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t1034"/>
            <p:cNvSpPr/>
            <p:nvPr/>
          </p:nvSpPr>
          <p:spPr>
            <a:xfrm>
              <a:off x="11235346" y="7801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t1035"/>
            <p:cNvSpPr/>
            <p:nvPr/>
          </p:nvSpPr>
          <p:spPr>
            <a:xfrm>
              <a:off x="11015249" y="7886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t1036"/>
            <p:cNvSpPr/>
            <p:nvPr/>
          </p:nvSpPr>
          <p:spPr>
            <a:xfrm>
              <a:off x="11015249" y="7607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t1037"/>
            <p:cNvSpPr/>
            <p:nvPr/>
          </p:nvSpPr>
          <p:spPr>
            <a:xfrm>
              <a:off x="11094633" y="8347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t1038"/>
            <p:cNvSpPr/>
            <p:nvPr/>
          </p:nvSpPr>
          <p:spPr>
            <a:xfrm>
              <a:off x="11158442" y="8213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t1039"/>
            <p:cNvSpPr/>
            <p:nvPr/>
          </p:nvSpPr>
          <p:spPr>
            <a:xfrm>
              <a:off x="11015249" y="7937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t1040"/>
            <p:cNvSpPr/>
            <p:nvPr/>
          </p:nvSpPr>
          <p:spPr>
            <a:xfrm>
              <a:off x="11083959" y="78228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t1041"/>
            <p:cNvSpPr/>
            <p:nvPr/>
          </p:nvSpPr>
          <p:spPr>
            <a:xfrm>
              <a:off x="11154267" y="7984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t1042"/>
            <p:cNvSpPr/>
            <p:nvPr/>
          </p:nvSpPr>
          <p:spPr>
            <a:xfrm>
              <a:off x="11212815" y="7895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t1043"/>
            <p:cNvSpPr/>
            <p:nvPr/>
          </p:nvSpPr>
          <p:spPr>
            <a:xfrm>
              <a:off x="11015249" y="7991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t1044"/>
            <p:cNvSpPr/>
            <p:nvPr/>
          </p:nvSpPr>
          <p:spPr>
            <a:xfrm>
              <a:off x="11086921" y="7939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t1045"/>
            <p:cNvSpPr/>
            <p:nvPr/>
          </p:nvSpPr>
          <p:spPr>
            <a:xfrm>
              <a:off x="11161218" y="7953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t1046"/>
            <p:cNvSpPr/>
            <p:nvPr/>
          </p:nvSpPr>
          <p:spPr>
            <a:xfrm>
              <a:off x="11015249" y="7917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t1047"/>
            <p:cNvSpPr/>
            <p:nvPr/>
          </p:nvSpPr>
          <p:spPr>
            <a:xfrm>
              <a:off x="11015249" y="76858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t1048"/>
            <p:cNvSpPr/>
            <p:nvPr/>
          </p:nvSpPr>
          <p:spPr>
            <a:xfrm>
              <a:off x="11084478" y="7677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t1049"/>
            <p:cNvSpPr/>
            <p:nvPr/>
          </p:nvSpPr>
          <p:spPr>
            <a:xfrm>
              <a:off x="11152670" y="7438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t1050"/>
            <p:cNvSpPr/>
            <p:nvPr/>
          </p:nvSpPr>
          <p:spPr>
            <a:xfrm>
              <a:off x="11395523" y="74470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t1051"/>
            <p:cNvSpPr/>
            <p:nvPr/>
          </p:nvSpPr>
          <p:spPr>
            <a:xfrm>
              <a:off x="11015249" y="78776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t1052"/>
            <p:cNvSpPr/>
            <p:nvPr/>
          </p:nvSpPr>
          <p:spPr>
            <a:xfrm>
              <a:off x="11209277" y="7932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t1053"/>
            <p:cNvSpPr/>
            <p:nvPr/>
          </p:nvSpPr>
          <p:spPr>
            <a:xfrm>
              <a:off x="11292698" y="7819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t1054"/>
            <p:cNvSpPr/>
            <p:nvPr/>
          </p:nvSpPr>
          <p:spPr>
            <a:xfrm>
              <a:off x="11355264" y="8078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t1055"/>
            <p:cNvSpPr/>
            <p:nvPr/>
          </p:nvSpPr>
          <p:spPr>
            <a:xfrm>
              <a:off x="11015249" y="7628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t1056"/>
            <p:cNvSpPr/>
            <p:nvPr/>
          </p:nvSpPr>
          <p:spPr>
            <a:xfrm>
              <a:off x="11089359" y="7556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t1057"/>
            <p:cNvSpPr/>
            <p:nvPr/>
          </p:nvSpPr>
          <p:spPr>
            <a:xfrm>
              <a:off x="11159617" y="73864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t1058"/>
            <p:cNvSpPr/>
            <p:nvPr/>
          </p:nvSpPr>
          <p:spPr>
            <a:xfrm>
              <a:off x="11015249" y="7559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t1059"/>
            <p:cNvSpPr/>
            <p:nvPr/>
          </p:nvSpPr>
          <p:spPr>
            <a:xfrm>
              <a:off x="11015249" y="7846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t1060"/>
            <p:cNvSpPr/>
            <p:nvPr/>
          </p:nvSpPr>
          <p:spPr>
            <a:xfrm>
              <a:off x="11088614" y="7941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t1061"/>
            <p:cNvSpPr/>
            <p:nvPr/>
          </p:nvSpPr>
          <p:spPr>
            <a:xfrm>
              <a:off x="11153601" y="7974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t1062"/>
            <p:cNvSpPr/>
            <p:nvPr/>
          </p:nvSpPr>
          <p:spPr>
            <a:xfrm>
              <a:off x="11232739" y="7995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t1063"/>
            <p:cNvSpPr/>
            <p:nvPr/>
          </p:nvSpPr>
          <p:spPr>
            <a:xfrm>
              <a:off x="11015249" y="78245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t1064"/>
            <p:cNvSpPr/>
            <p:nvPr/>
          </p:nvSpPr>
          <p:spPr>
            <a:xfrm>
              <a:off x="11089702" y="7798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t1065"/>
            <p:cNvSpPr/>
            <p:nvPr/>
          </p:nvSpPr>
          <p:spPr>
            <a:xfrm>
              <a:off x="11159932" y="7820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t1066"/>
            <p:cNvSpPr/>
            <p:nvPr/>
          </p:nvSpPr>
          <p:spPr>
            <a:xfrm>
              <a:off x="11015249" y="7574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t1067"/>
            <p:cNvSpPr/>
            <p:nvPr/>
          </p:nvSpPr>
          <p:spPr>
            <a:xfrm>
              <a:off x="11083028" y="7510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t1068"/>
            <p:cNvSpPr/>
            <p:nvPr/>
          </p:nvSpPr>
          <p:spPr>
            <a:xfrm>
              <a:off x="11153318" y="7451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t1069"/>
            <p:cNvSpPr/>
            <p:nvPr/>
          </p:nvSpPr>
          <p:spPr>
            <a:xfrm>
              <a:off x="11223801" y="7435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t1070"/>
            <p:cNvSpPr/>
            <p:nvPr/>
          </p:nvSpPr>
          <p:spPr>
            <a:xfrm>
              <a:off x="11301822" y="7329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t1071"/>
            <p:cNvSpPr/>
            <p:nvPr/>
          </p:nvSpPr>
          <p:spPr>
            <a:xfrm>
              <a:off x="11015249" y="7941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t1072"/>
            <p:cNvSpPr/>
            <p:nvPr/>
          </p:nvSpPr>
          <p:spPr>
            <a:xfrm>
              <a:off x="11090290" y="8341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t1073"/>
            <p:cNvSpPr/>
            <p:nvPr/>
          </p:nvSpPr>
          <p:spPr>
            <a:xfrm>
              <a:off x="11150808" y="84770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t1074"/>
            <p:cNvSpPr/>
            <p:nvPr/>
          </p:nvSpPr>
          <p:spPr>
            <a:xfrm>
              <a:off x="11232181" y="8419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t1075"/>
            <p:cNvSpPr/>
            <p:nvPr/>
          </p:nvSpPr>
          <p:spPr>
            <a:xfrm>
              <a:off x="11297726" y="7746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t1076"/>
            <p:cNvSpPr/>
            <p:nvPr/>
          </p:nvSpPr>
          <p:spPr>
            <a:xfrm>
              <a:off x="11491767" y="8306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t1077"/>
            <p:cNvSpPr/>
            <p:nvPr/>
          </p:nvSpPr>
          <p:spPr>
            <a:xfrm>
              <a:off x="11622286" y="8329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t1078"/>
            <p:cNvSpPr/>
            <p:nvPr/>
          </p:nvSpPr>
          <p:spPr>
            <a:xfrm>
              <a:off x="11015249" y="73496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t1079"/>
            <p:cNvSpPr/>
            <p:nvPr/>
          </p:nvSpPr>
          <p:spPr>
            <a:xfrm>
              <a:off x="11085635" y="7352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t1080"/>
            <p:cNvSpPr/>
            <p:nvPr/>
          </p:nvSpPr>
          <p:spPr>
            <a:xfrm>
              <a:off x="11174123" y="7306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t1081"/>
            <p:cNvSpPr/>
            <p:nvPr/>
          </p:nvSpPr>
          <p:spPr>
            <a:xfrm>
              <a:off x="11242050" y="7283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t1082"/>
            <p:cNvSpPr/>
            <p:nvPr/>
          </p:nvSpPr>
          <p:spPr>
            <a:xfrm>
              <a:off x="11312250" y="7295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t1083"/>
            <p:cNvSpPr/>
            <p:nvPr/>
          </p:nvSpPr>
          <p:spPr>
            <a:xfrm>
              <a:off x="11015249" y="78125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t1084"/>
            <p:cNvSpPr/>
            <p:nvPr/>
          </p:nvSpPr>
          <p:spPr>
            <a:xfrm>
              <a:off x="11015249" y="7712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t1085"/>
            <p:cNvSpPr/>
            <p:nvPr/>
          </p:nvSpPr>
          <p:spPr>
            <a:xfrm>
              <a:off x="11085399" y="7809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t1086"/>
            <p:cNvSpPr/>
            <p:nvPr/>
          </p:nvSpPr>
          <p:spPr>
            <a:xfrm>
              <a:off x="11015249" y="80368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t1087"/>
            <p:cNvSpPr/>
            <p:nvPr/>
          </p:nvSpPr>
          <p:spPr>
            <a:xfrm>
              <a:off x="11084518" y="8003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t1088"/>
            <p:cNvSpPr/>
            <p:nvPr/>
          </p:nvSpPr>
          <p:spPr>
            <a:xfrm>
              <a:off x="11015249" y="7872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t1089"/>
            <p:cNvSpPr/>
            <p:nvPr/>
          </p:nvSpPr>
          <p:spPr>
            <a:xfrm>
              <a:off x="11096970" y="8043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t1090"/>
            <p:cNvSpPr/>
            <p:nvPr/>
          </p:nvSpPr>
          <p:spPr>
            <a:xfrm>
              <a:off x="11015249" y="7572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t1091"/>
            <p:cNvSpPr/>
            <p:nvPr/>
          </p:nvSpPr>
          <p:spPr>
            <a:xfrm>
              <a:off x="11086008" y="7627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t1092"/>
            <p:cNvSpPr/>
            <p:nvPr/>
          </p:nvSpPr>
          <p:spPr>
            <a:xfrm>
              <a:off x="11155091" y="7399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t1093"/>
            <p:cNvSpPr/>
            <p:nvPr/>
          </p:nvSpPr>
          <p:spPr>
            <a:xfrm>
              <a:off x="11015249" y="7773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t1094"/>
            <p:cNvSpPr/>
            <p:nvPr/>
          </p:nvSpPr>
          <p:spPr>
            <a:xfrm>
              <a:off x="11222125" y="7509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t1095"/>
            <p:cNvSpPr/>
            <p:nvPr/>
          </p:nvSpPr>
          <p:spPr>
            <a:xfrm>
              <a:off x="11175573" y="7828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t1096"/>
            <p:cNvSpPr/>
            <p:nvPr/>
          </p:nvSpPr>
          <p:spPr>
            <a:xfrm>
              <a:off x="11299215" y="7650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t1097"/>
            <p:cNvSpPr/>
            <p:nvPr/>
          </p:nvSpPr>
          <p:spPr>
            <a:xfrm>
              <a:off x="11369602" y="7448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t1098"/>
            <p:cNvSpPr/>
            <p:nvPr/>
          </p:nvSpPr>
          <p:spPr>
            <a:xfrm>
              <a:off x="11015249" y="7895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t1099"/>
            <p:cNvSpPr/>
            <p:nvPr/>
          </p:nvSpPr>
          <p:spPr>
            <a:xfrm>
              <a:off x="11160960" y="7813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t1100"/>
            <p:cNvSpPr/>
            <p:nvPr/>
          </p:nvSpPr>
          <p:spPr>
            <a:xfrm>
              <a:off x="11289897" y="7535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t1101"/>
            <p:cNvSpPr/>
            <p:nvPr/>
          </p:nvSpPr>
          <p:spPr>
            <a:xfrm>
              <a:off x="11366906" y="7660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t1102"/>
            <p:cNvSpPr/>
            <p:nvPr/>
          </p:nvSpPr>
          <p:spPr>
            <a:xfrm>
              <a:off x="11015249" y="7785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t1103"/>
            <p:cNvSpPr/>
            <p:nvPr/>
          </p:nvSpPr>
          <p:spPr>
            <a:xfrm>
              <a:off x="11083297" y="7840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t1104"/>
            <p:cNvSpPr/>
            <p:nvPr/>
          </p:nvSpPr>
          <p:spPr>
            <a:xfrm>
              <a:off x="11155277" y="7842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t1105"/>
            <p:cNvSpPr/>
            <p:nvPr/>
          </p:nvSpPr>
          <p:spPr>
            <a:xfrm>
              <a:off x="11015249" y="7510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t1106"/>
            <p:cNvSpPr/>
            <p:nvPr/>
          </p:nvSpPr>
          <p:spPr>
            <a:xfrm>
              <a:off x="11097366" y="7488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t1107"/>
            <p:cNvSpPr/>
            <p:nvPr/>
          </p:nvSpPr>
          <p:spPr>
            <a:xfrm>
              <a:off x="11015249" y="7842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t1108"/>
            <p:cNvSpPr/>
            <p:nvPr/>
          </p:nvSpPr>
          <p:spPr>
            <a:xfrm>
              <a:off x="11015249" y="76874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t1109"/>
            <p:cNvSpPr/>
            <p:nvPr/>
          </p:nvSpPr>
          <p:spPr>
            <a:xfrm>
              <a:off x="11152516" y="77726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t1110"/>
            <p:cNvSpPr/>
            <p:nvPr/>
          </p:nvSpPr>
          <p:spPr>
            <a:xfrm>
              <a:off x="11083906" y="7702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t1111"/>
            <p:cNvSpPr/>
            <p:nvPr/>
          </p:nvSpPr>
          <p:spPr>
            <a:xfrm>
              <a:off x="11015249" y="74686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t1112"/>
            <p:cNvSpPr/>
            <p:nvPr/>
          </p:nvSpPr>
          <p:spPr>
            <a:xfrm>
              <a:off x="11015249" y="7781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t1113"/>
            <p:cNvSpPr/>
            <p:nvPr/>
          </p:nvSpPr>
          <p:spPr>
            <a:xfrm>
              <a:off x="11235346" y="7583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t1114"/>
            <p:cNvSpPr/>
            <p:nvPr/>
          </p:nvSpPr>
          <p:spPr>
            <a:xfrm>
              <a:off x="11015249" y="7909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t1115"/>
            <p:cNvSpPr/>
            <p:nvPr/>
          </p:nvSpPr>
          <p:spPr>
            <a:xfrm>
              <a:off x="11088242" y="7613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t1116"/>
            <p:cNvSpPr/>
            <p:nvPr/>
          </p:nvSpPr>
          <p:spPr>
            <a:xfrm>
              <a:off x="11367699" y="7870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t1117"/>
            <p:cNvSpPr/>
            <p:nvPr/>
          </p:nvSpPr>
          <p:spPr>
            <a:xfrm>
              <a:off x="11501251" y="8510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t1118"/>
            <p:cNvSpPr/>
            <p:nvPr/>
          </p:nvSpPr>
          <p:spPr>
            <a:xfrm>
              <a:off x="11015249" y="7803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t1119"/>
            <p:cNvSpPr/>
            <p:nvPr/>
          </p:nvSpPr>
          <p:spPr>
            <a:xfrm>
              <a:off x="11084217" y="8131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t1120"/>
            <p:cNvSpPr/>
            <p:nvPr/>
          </p:nvSpPr>
          <p:spPr>
            <a:xfrm>
              <a:off x="11151925" y="78470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t1121"/>
            <p:cNvSpPr/>
            <p:nvPr/>
          </p:nvSpPr>
          <p:spPr>
            <a:xfrm>
              <a:off x="11221008" y="7887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t1122"/>
            <p:cNvSpPr/>
            <p:nvPr/>
          </p:nvSpPr>
          <p:spPr>
            <a:xfrm>
              <a:off x="11015249" y="74820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l1123"/>
            <p:cNvSpPr/>
            <p:nvPr/>
          </p:nvSpPr>
          <p:spPr>
            <a:xfrm>
              <a:off x="11040075" y="7793303"/>
              <a:ext cx="144497" cy="507300"/>
            </a:xfrm>
            <a:custGeom>
              <a:avLst/>
              <a:pathLst>
                <a:path w="144497" h="507300">
                  <a:moveTo>
                    <a:pt x="0" y="179454"/>
                  </a:moveTo>
                  <a:lnTo>
                    <a:pt x="70229" y="507300"/>
                  </a:lnTo>
                  <a:lnTo>
                    <a:pt x="14449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l1124"/>
            <p:cNvSpPr/>
            <p:nvPr/>
          </p:nvSpPr>
          <p:spPr>
            <a:xfrm>
              <a:off x="11040075" y="7598675"/>
              <a:ext cx="272049" cy="849176"/>
            </a:xfrm>
            <a:custGeom>
              <a:avLst/>
              <a:pathLst>
                <a:path w="272049" h="849176">
                  <a:moveTo>
                    <a:pt x="0" y="178457"/>
                  </a:moveTo>
                  <a:lnTo>
                    <a:pt x="183506" y="0"/>
                  </a:lnTo>
                  <a:lnTo>
                    <a:pt x="272049" y="84917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l1125"/>
            <p:cNvSpPr/>
            <p:nvPr/>
          </p:nvSpPr>
          <p:spPr>
            <a:xfrm>
              <a:off x="11040075" y="7734796"/>
              <a:ext cx="242491" cy="174792"/>
            </a:xfrm>
            <a:custGeom>
              <a:avLst/>
              <a:pathLst>
                <a:path w="242491" h="174792">
                  <a:moveTo>
                    <a:pt x="0" y="174792"/>
                  </a:moveTo>
                  <a:lnTo>
                    <a:pt x="80814" y="65325"/>
                  </a:lnTo>
                  <a:lnTo>
                    <a:pt x="24249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l1126"/>
            <p:cNvSpPr/>
            <p:nvPr/>
          </p:nvSpPr>
          <p:spPr>
            <a:xfrm>
              <a:off x="11118229" y="7898097"/>
              <a:ext cx="73365" cy="100299"/>
            </a:xfrm>
            <a:custGeom>
              <a:avLst/>
              <a:pathLst>
                <a:path w="73365" h="100299">
                  <a:moveTo>
                    <a:pt x="0" y="100299"/>
                  </a:moveTo>
                  <a:lnTo>
                    <a:pt x="7336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l1127"/>
            <p:cNvSpPr/>
            <p:nvPr/>
          </p:nvSpPr>
          <p:spPr>
            <a:xfrm>
              <a:off x="11380052" y="8342602"/>
              <a:ext cx="135411" cy="135008"/>
            </a:xfrm>
            <a:custGeom>
              <a:avLst/>
              <a:pathLst>
                <a:path w="135411" h="135008">
                  <a:moveTo>
                    <a:pt x="0" y="0"/>
                  </a:moveTo>
                  <a:lnTo>
                    <a:pt x="135411" y="1350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l1128"/>
            <p:cNvSpPr/>
            <p:nvPr/>
          </p:nvSpPr>
          <p:spPr>
            <a:xfrm>
              <a:off x="11040075" y="7678531"/>
              <a:ext cx="72004" cy="3719"/>
            </a:xfrm>
            <a:custGeom>
              <a:avLst/>
              <a:pathLst>
                <a:path w="72004" h="3719">
                  <a:moveTo>
                    <a:pt x="0" y="3719"/>
                  </a:moveTo>
                  <a:lnTo>
                    <a:pt x="720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l1129"/>
            <p:cNvSpPr/>
            <p:nvPr/>
          </p:nvSpPr>
          <p:spPr>
            <a:xfrm>
              <a:off x="11040075" y="7525107"/>
              <a:ext cx="81186" cy="96078"/>
            </a:xfrm>
            <a:custGeom>
              <a:avLst/>
              <a:pathLst>
                <a:path w="81186" h="96078">
                  <a:moveTo>
                    <a:pt x="0" y="96078"/>
                  </a:moveTo>
                  <a:lnTo>
                    <a:pt x="8118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l1130"/>
            <p:cNvSpPr/>
            <p:nvPr/>
          </p:nvSpPr>
          <p:spPr>
            <a:xfrm>
              <a:off x="11040075" y="7470358"/>
              <a:ext cx="63264" cy="90660"/>
            </a:xfrm>
            <a:custGeom>
              <a:avLst/>
              <a:pathLst>
                <a:path w="63264" h="90660">
                  <a:moveTo>
                    <a:pt x="0" y="90660"/>
                  </a:moveTo>
                  <a:lnTo>
                    <a:pt x="6326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l1131"/>
            <p:cNvSpPr/>
            <p:nvPr/>
          </p:nvSpPr>
          <p:spPr>
            <a:xfrm>
              <a:off x="11040075" y="7568653"/>
              <a:ext cx="470174" cy="673187"/>
            </a:xfrm>
            <a:custGeom>
              <a:avLst/>
              <a:pathLst>
                <a:path w="470174" h="673187">
                  <a:moveTo>
                    <a:pt x="0" y="296259"/>
                  </a:moveTo>
                  <a:lnTo>
                    <a:pt x="68008" y="0"/>
                  </a:lnTo>
                  <a:lnTo>
                    <a:pt x="137979" y="137494"/>
                  </a:lnTo>
                  <a:lnTo>
                    <a:pt x="341171" y="511120"/>
                  </a:lnTo>
                  <a:lnTo>
                    <a:pt x="406305" y="673187"/>
                  </a:lnTo>
                  <a:lnTo>
                    <a:pt x="470174" y="61129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l1132"/>
            <p:cNvSpPr/>
            <p:nvPr/>
          </p:nvSpPr>
          <p:spPr>
            <a:xfrm>
              <a:off x="11040075" y="7382262"/>
              <a:ext cx="407794" cy="481787"/>
            </a:xfrm>
            <a:custGeom>
              <a:avLst/>
              <a:pathLst>
                <a:path w="407794" h="481787">
                  <a:moveTo>
                    <a:pt x="0" y="481787"/>
                  </a:moveTo>
                  <a:lnTo>
                    <a:pt x="130345" y="0"/>
                  </a:lnTo>
                  <a:lnTo>
                    <a:pt x="270932" y="40742"/>
                  </a:lnTo>
                  <a:lnTo>
                    <a:pt x="340015" y="59474"/>
                  </a:lnTo>
                  <a:lnTo>
                    <a:pt x="407794" y="6034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l1133"/>
            <p:cNvSpPr/>
            <p:nvPr/>
          </p:nvSpPr>
          <p:spPr>
            <a:xfrm>
              <a:off x="11040075" y="7395723"/>
              <a:ext cx="137338" cy="61474"/>
            </a:xfrm>
            <a:custGeom>
              <a:avLst/>
              <a:pathLst>
                <a:path w="137338" h="61474">
                  <a:moveTo>
                    <a:pt x="0" y="61474"/>
                  </a:moveTo>
                  <a:lnTo>
                    <a:pt x="70945" y="0"/>
                  </a:lnTo>
                  <a:lnTo>
                    <a:pt x="137338" y="3123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l1134"/>
            <p:cNvSpPr/>
            <p:nvPr/>
          </p:nvSpPr>
          <p:spPr>
            <a:xfrm>
              <a:off x="11040075" y="7861090"/>
              <a:ext cx="204456" cy="89837"/>
            </a:xfrm>
            <a:custGeom>
              <a:avLst/>
              <a:pathLst>
                <a:path w="204456" h="89837">
                  <a:moveTo>
                    <a:pt x="0" y="79385"/>
                  </a:moveTo>
                  <a:lnTo>
                    <a:pt x="130216" y="0"/>
                  </a:lnTo>
                  <a:lnTo>
                    <a:pt x="204456" y="8983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l1135"/>
            <p:cNvSpPr/>
            <p:nvPr/>
          </p:nvSpPr>
          <p:spPr>
            <a:xfrm>
              <a:off x="11105247" y="7733931"/>
              <a:ext cx="67407" cy="52957"/>
            </a:xfrm>
            <a:custGeom>
              <a:avLst/>
              <a:pathLst>
                <a:path w="67407" h="52957">
                  <a:moveTo>
                    <a:pt x="0" y="52957"/>
                  </a:moveTo>
                  <a:lnTo>
                    <a:pt x="674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l1136"/>
            <p:cNvSpPr/>
            <p:nvPr/>
          </p:nvSpPr>
          <p:spPr>
            <a:xfrm>
              <a:off x="11040075" y="7535368"/>
              <a:ext cx="69019" cy="56958"/>
            </a:xfrm>
            <a:custGeom>
              <a:avLst/>
              <a:pathLst>
                <a:path w="69019" h="56958">
                  <a:moveTo>
                    <a:pt x="0" y="56958"/>
                  </a:moveTo>
                  <a:lnTo>
                    <a:pt x="690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l1137"/>
            <p:cNvSpPr/>
            <p:nvPr/>
          </p:nvSpPr>
          <p:spPr>
            <a:xfrm>
              <a:off x="11040075" y="7826424"/>
              <a:ext cx="220097" cy="1472"/>
            </a:xfrm>
            <a:custGeom>
              <a:avLst/>
              <a:pathLst>
                <a:path w="220097" h="1472">
                  <a:moveTo>
                    <a:pt x="0" y="1472"/>
                  </a:moveTo>
                  <a:lnTo>
                    <a:pt x="22009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l1138"/>
            <p:cNvSpPr/>
            <p:nvPr/>
          </p:nvSpPr>
          <p:spPr>
            <a:xfrm>
              <a:off x="11040075" y="7632146"/>
              <a:ext cx="143193" cy="740089"/>
            </a:xfrm>
            <a:custGeom>
              <a:avLst/>
              <a:pathLst>
                <a:path w="143193" h="740089">
                  <a:moveTo>
                    <a:pt x="0" y="0"/>
                  </a:moveTo>
                  <a:lnTo>
                    <a:pt x="79384" y="740089"/>
                  </a:lnTo>
                  <a:lnTo>
                    <a:pt x="143193" y="60631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l1139"/>
            <p:cNvSpPr/>
            <p:nvPr/>
          </p:nvSpPr>
          <p:spPr>
            <a:xfrm>
              <a:off x="11040075" y="7847697"/>
              <a:ext cx="197566" cy="161139"/>
            </a:xfrm>
            <a:custGeom>
              <a:avLst/>
              <a:pathLst>
                <a:path w="197566" h="161139">
                  <a:moveTo>
                    <a:pt x="0" y="115057"/>
                  </a:moveTo>
                  <a:lnTo>
                    <a:pt x="68710" y="0"/>
                  </a:lnTo>
                  <a:lnTo>
                    <a:pt x="139018" y="161139"/>
                  </a:lnTo>
                  <a:lnTo>
                    <a:pt x="197566" y="7219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l1140"/>
            <p:cNvSpPr/>
            <p:nvPr/>
          </p:nvSpPr>
          <p:spPr>
            <a:xfrm>
              <a:off x="11040075" y="7964782"/>
              <a:ext cx="145969" cy="51334"/>
            </a:xfrm>
            <a:custGeom>
              <a:avLst/>
              <a:pathLst>
                <a:path w="145969" h="51334">
                  <a:moveTo>
                    <a:pt x="0" y="51334"/>
                  </a:moveTo>
                  <a:lnTo>
                    <a:pt x="71672" y="0"/>
                  </a:lnTo>
                  <a:lnTo>
                    <a:pt x="145969" y="137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l1141"/>
            <p:cNvSpPr/>
            <p:nvPr/>
          </p:nvSpPr>
          <p:spPr>
            <a:xfrm>
              <a:off x="11040075" y="7463597"/>
              <a:ext cx="380274" cy="247064"/>
            </a:xfrm>
            <a:custGeom>
              <a:avLst/>
              <a:pathLst>
                <a:path w="380274" h="247064">
                  <a:moveTo>
                    <a:pt x="0" y="247064"/>
                  </a:moveTo>
                  <a:lnTo>
                    <a:pt x="69229" y="239025"/>
                  </a:lnTo>
                  <a:lnTo>
                    <a:pt x="137421" y="0"/>
                  </a:lnTo>
                  <a:lnTo>
                    <a:pt x="380274" y="82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l1142"/>
            <p:cNvSpPr/>
            <p:nvPr/>
          </p:nvSpPr>
          <p:spPr>
            <a:xfrm>
              <a:off x="11234103" y="7844046"/>
              <a:ext cx="145986" cy="258917"/>
            </a:xfrm>
            <a:custGeom>
              <a:avLst/>
              <a:pathLst>
                <a:path w="145986" h="258917">
                  <a:moveTo>
                    <a:pt x="0" y="113013"/>
                  </a:moveTo>
                  <a:lnTo>
                    <a:pt x="83421" y="0"/>
                  </a:lnTo>
                  <a:lnTo>
                    <a:pt x="145986" y="25891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l1143"/>
            <p:cNvSpPr/>
            <p:nvPr/>
          </p:nvSpPr>
          <p:spPr>
            <a:xfrm>
              <a:off x="11040075" y="7411323"/>
              <a:ext cx="144367" cy="242188"/>
            </a:xfrm>
            <a:custGeom>
              <a:avLst/>
              <a:pathLst>
                <a:path w="144367" h="242188">
                  <a:moveTo>
                    <a:pt x="0" y="242188"/>
                  </a:moveTo>
                  <a:lnTo>
                    <a:pt x="74110" y="170439"/>
                  </a:lnTo>
                  <a:lnTo>
                    <a:pt x="1443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l1144"/>
            <p:cNvSpPr/>
            <p:nvPr/>
          </p:nvSpPr>
          <p:spPr>
            <a:xfrm>
              <a:off x="11040075" y="7871482"/>
              <a:ext cx="138352" cy="127466"/>
            </a:xfrm>
            <a:custGeom>
              <a:avLst/>
              <a:pathLst>
                <a:path w="138352" h="127466">
                  <a:moveTo>
                    <a:pt x="0" y="0"/>
                  </a:moveTo>
                  <a:lnTo>
                    <a:pt x="73365" y="95251"/>
                  </a:lnTo>
                  <a:lnTo>
                    <a:pt x="138352" y="12746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l1145"/>
            <p:cNvSpPr/>
            <p:nvPr/>
          </p:nvSpPr>
          <p:spPr>
            <a:xfrm>
              <a:off x="11040075" y="7823733"/>
              <a:ext cx="144683" cy="25602"/>
            </a:xfrm>
            <a:custGeom>
              <a:avLst/>
              <a:pathLst>
                <a:path w="144683" h="25602">
                  <a:moveTo>
                    <a:pt x="0" y="25602"/>
                  </a:moveTo>
                  <a:lnTo>
                    <a:pt x="74453" y="0"/>
                  </a:lnTo>
                  <a:lnTo>
                    <a:pt x="144683" y="2136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l1146"/>
            <p:cNvSpPr/>
            <p:nvPr/>
          </p:nvSpPr>
          <p:spPr>
            <a:xfrm>
              <a:off x="11040075" y="7354391"/>
              <a:ext cx="286573" cy="245183"/>
            </a:xfrm>
            <a:custGeom>
              <a:avLst/>
              <a:pathLst>
                <a:path w="286573" h="245183">
                  <a:moveTo>
                    <a:pt x="0" y="245183"/>
                  </a:moveTo>
                  <a:lnTo>
                    <a:pt x="67779" y="180680"/>
                  </a:lnTo>
                  <a:lnTo>
                    <a:pt x="138069" y="122352"/>
                  </a:lnTo>
                  <a:lnTo>
                    <a:pt x="208552" y="106056"/>
                  </a:lnTo>
                  <a:lnTo>
                    <a:pt x="28657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l1147"/>
            <p:cNvSpPr/>
            <p:nvPr/>
          </p:nvSpPr>
          <p:spPr>
            <a:xfrm>
              <a:off x="11040075" y="7771179"/>
              <a:ext cx="607037" cy="730667"/>
            </a:xfrm>
            <a:custGeom>
              <a:avLst/>
              <a:pathLst>
                <a:path w="607037" h="730667">
                  <a:moveTo>
                    <a:pt x="0" y="195249"/>
                  </a:moveTo>
                  <a:lnTo>
                    <a:pt x="75041" y="594974"/>
                  </a:lnTo>
                  <a:lnTo>
                    <a:pt x="135559" y="730667"/>
                  </a:lnTo>
                  <a:lnTo>
                    <a:pt x="216931" y="672681"/>
                  </a:lnTo>
                  <a:lnTo>
                    <a:pt x="282477" y="0"/>
                  </a:lnTo>
                  <a:lnTo>
                    <a:pt x="476518" y="560476"/>
                  </a:lnTo>
                  <a:lnTo>
                    <a:pt x="607037" y="58315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l1148"/>
            <p:cNvSpPr/>
            <p:nvPr/>
          </p:nvSpPr>
          <p:spPr>
            <a:xfrm>
              <a:off x="11040075" y="7308803"/>
              <a:ext cx="297001" cy="68531"/>
            </a:xfrm>
            <a:custGeom>
              <a:avLst/>
              <a:pathLst>
                <a:path w="297001" h="68531">
                  <a:moveTo>
                    <a:pt x="0" y="65667"/>
                  </a:moveTo>
                  <a:lnTo>
                    <a:pt x="70386" y="68531"/>
                  </a:lnTo>
                  <a:lnTo>
                    <a:pt x="158874" y="22977"/>
                  </a:lnTo>
                  <a:lnTo>
                    <a:pt x="226800" y="0"/>
                  </a:lnTo>
                  <a:lnTo>
                    <a:pt x="297001" y="119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l1149"/>
            <p:cNvSpPr/>
            <p:nvPr/>
          </p:nvSpPr>
          <p:spPr>
            <a:xfrm>
              <a:off x="11040075" y="7736963"/>
              <a:ext cx="70149" cy="97145"/>
            </a:xfrm>
            <a:custGeom>
              <a:avLst/>
              <a:pathLst>
                <a:path w="70149" h="97145">
                  <a:moveTo>
                    <a:pt x="0" y="0"/>
                  </a:moveTo>
                  <a:lnTo>
                    <a:pt x="70149" y="9714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l1150"/>
            <p:cNvSpPr/>
            <p:nvPr/>
          </p:nvSpPr>
          <p:spPr>
            <a:xfrm>
              <a:off x="11040075" y="8028800"/>
              <a:ext cx="69269" cy="32894"/>
            </a:xfrm>
            <a:custGeom>
              <a:avLst/>
              <a:pathLst>
                <a:path w="69269" h="32894">
                  <a:moveTo>
                    <a:pt x="0" y="32894"/>
                  </a:moveTo>
                  <a:lnTo>
                    <a:pt x="692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l1151"/>
            <p:cNvSpPr/>
            <p:nvPr/>
          </p:nvSpPr>
          <p:spPr>
            <a:xfrm>
              <a:off x="11040075" y="7897626"/>
              <a:ext cx="81721" cy="170907"/>
            </a:xfrm>
            <a:custGeom>
              <a:avLst/>
              <a:pathLst>
                <a:path w="81721" h="170907">
                  <a:moveTo>
                    <a:pt x="0" y="0"/>
                  </a:moveTo>
                  <a:lnTo>
                    <a:pt x="81721" y="1709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l1152"/>
            <p:cNvSpPr/>
            <p:nvPr/>
          </p:nvSpPr>
          <p:spPr>
            <a:xfrm>
              <a:off x="11040075" y="7423864"/>
              <a:ext cx="139841" cy="228513"/>
            </a:xfrm>
            <a:custGeom>
              <a:avLst/>
              <a:pathLst>
                <a:path w="139841" h="228513">
                  <a:moveTo>
                    <a:pt x="0" y="173617"/>
                  </a:moveTo>
                  <a:lnTo>
                    <a:pt x="70758" y="228513"/>
                  </a:lnTo>
                  <a:lnTo>
                    <a:pt x="1398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l1153"/>
            <p:cNvSpPr/>
            <p:nvPr/>
          </p:nvSpPr>
          <p:spPr>
            <a:xfrm>
              <a:off x="11040075" y="7534531"/>
              <a:ext cx="206876" cy="263534"/>
            </a:xfrm>
            <a:custGeom>
              <a:avLst/>
              <a:pathLst>
                <a:path w="206876" h="263534">
                  <a:moveTo>
                    <a:pt x="0" y="263534"/>
                  </a:moveTo>
                  <a:lnTo>
                    <a:pt x="20687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l1154"/>
            <p:cNvSpPr/>
            <p:nvPr/>
          </p:nvSpPr>
          <p:spPr>
            <a:xfrm>
              <a:off x="11200399" y="7473539"/>
              <a:ext cx="194028" cy="379885"/>
            </a:xfrm>
            <a:custGeom>
              <a:avLst/>
              <a:pathLst>
                <a:path w="194028" h="379885">
                  <a:moveTo>
                    <a:pt x="0" y="379885"/>
                  </a:moveTo>
                  <a:lnTo>
                    <a:pt x="123641" y="201842"/>
                  </a:lnTo>
                  <a:lnTo>
                    <a:pt x="19402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l1155"/>
            <p:cNvSpPr/>
            <p:nvPr/>
          </p:nvSpPr>
          <p:spPr>
            <a:xfrm>
              <a:off x="11185786" y="7559950"/>
              <a:ext cx="205945" cy="278136"/>
            </a:xfrm>
            <a:custGeom>
              <a:avLst/>
              <a:pathLst>
                <a:path w="205945" h="278136">
                  <a:moveTo>
                    <a:pt x="0" y="278136"/>
                  </a:moveTo>
                  <a:lnTo>
                    <a:pt x="128937" y="0"/>
                  </a:lnTo>
                  <a:lnTo>
                    <a:pt x="205945" y="1258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l1156"/>
            <p:cNvSpPr/>
            <p:nvPr/>
          </p:nvSpPr>
          <p:spPr>
            <a:xfrm>
              <a:off x="11040075" y="7810099"/>
              <a:ext cx="140028" cy="57334"/>
            </a:xfrm>
            <a:custGeom>
              <a:avLst/>
              <a:pathLst>
                <a:path w="140028" h="57334">
                  <a:moveTo>
                    <a:pt x="0" y="0"/>
                  </a:moveTo>
                  <a:lnTo>
                    <a:pt x="68048" y="54875"/>
                  </a:lnTo>
                  <a:lnTo>
                    <a:pt x="140028" y="573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l1157"/>
            <p:cNvSpPr/>
            <p:nvPr/>
          </p:nvSpPr>
          <p:spPr>
            <a:xfrm>
              <a:off x="11040075" y="7513088"/>
              <a:ext cx="82117" cy="22720"/>
            </a:xfrm>
            <a:custGeom>
              <a:avLst/>
              <a:pathLst>
                <a:path w="82117" h="22720">
                  <a:moveTo>
                    <a:pt x="0" y="22720"/>
                  </a:moveTo>
                  <a:lnTo>
                    <a:pt x="8211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l1158"/>
            <p:cNvSpPr/>
            <p:nvPr/>
          </p:nvSpPr>
          <p:spPr>
            <a:xfrm>
              <a:off x="11040075" y="7608811"/>
              <a:ext cx="220097" cy="197065"/>
            </a:xfrm>
            <a:custGeom>
              <a:avLst/>
              <a:pathLst>
                <a:path w="220097" h="197065">
                  <a:moveTo>
                    <a:pt x="0" y="197065"/>
                  </a:moveTo>
                  <a:lnTo>
                    <a:pt x="22009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l1159"/>
            <p:cNvSpPr/>
            <p:nvPr/>
          </p:nvSpPr>
          <p:spPr>
            <a:xfrm>
              <a:off x="11040075" y="7638063"/>
              <a:ext cx="72993" cy="295765"/>
            </a:xfrm>
            <a:custGeom>
              <a:avLst/>
              <a:pathLst>
                <a:path w="72993" h="295765">
                  <a:moveTo>
                    <a:pt x="0" y="295765"/>
                  </a:moveTo>
                  <a:lnTo>
                    <a:pt x="7299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l1160"/>
            <p:cNvSpPr/>
            <p:nvPr/>
          </p:nvSpPr>
          <p:spPr>
            <a:xfrm>
              <a:off x="11392525" y="7895806"/>
              <a:ext cx="133551" cy="639653"/>
            </a:xfrm>
            <a:custGeom>
              <a:avLst/>
              <a:pathLst>
                <a:path w="133551" h="639653">
                  <a:moveTo>
                    <a:pt x="0" y="0"/>
                  </a:moveTo>
                  <a:lnTo>
                    <a:pt x="133551" y="6396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l1161"/>
            <p:cNvSpPr/>
            <p:nvPr/>
          </p:nvSpPr>
          <p:spPr>
            <a:xfrm>
              <a:off x="11040075" y="7828011"/>
              <a:ext cx="205759" cy="328757"/>
            </a:xfrm>
            <a:custGeom>
              <a:avLst/>
              <a:pathLst>
                <a:path w="205759" h="328757">
                  <a:moveTo>
                    <a:pt x="0" y="0"/>
                  </a:moveTo>
                  <a:lnTo>
                    <a:pt x="68968" y="328757"/>
                  </a:lnTo>
                  <a:lnTo>
                    <a:pt x="136676" y="43853"/>
                  </a:lnTo>
                  <a:lnTo>
                    <a:pt x="205759" y="847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l1162"/>
            <p:cNvSpPr/>
            <p:nvPr/>
          </p:nvSpPr>
          <p:spPr>
            <a:xfrm>
              <a:off x="11040075" y="7765801"/>
              <a:ext cx="958224" cy="273114"/>
            </a:xfrm>
            <a:custGeom>
              <a:avLst/>
              <a:pathLst>
                <a:path w="958224" h="273114">
                  <a:moveTo>
                    <a:pt x="0" y="0"/>
                  </a:moveTo>
                  <a:lnTo>
                    <a:pt x="9679" y="2758"/>
                  </a:lnTo>
                  <a:lnTo>
                    <a:pt x="19358" y="5517"/>
                  </a:lnTo>
                  <a:lnTo>
                    <a:pt x="29037" y="8276"/>
                  </a:lnTo>
                  <a:lnTo>
                    <a:pt x="38716" y="11034"/>
                  </a:lnTo>
                  <a:lnTo>
                    <a:pt x="48395" y="13793"/>
                  </a:lnTo>
                  <a:lnTo>
                    <a:pt x="58074" y="16552"/>
                  </a:lnTo>
                  <a:lnTo>
                    <a:pt x="67753" y="19311"/>
                  </a:lnTo>
                  <a:lnTo>
                    <a:pt x="77432" y="22069"/>
                  </a:lnTo>
                  <a:lnTo>
                    <a:pt x="87111" y="24828"/>
                  </a:lnTo>
                  <a:lnTo>
                    <a:pt x="96790" y="27587"/>
                  </a:lnTo>
                  <a:lnTo>
                    <a:pt x="106469" y="30346"/>
                  </a:lnTo>
                  <a:lnTo>
                    <a:pt x="116148" y="33104"/>
                  </a:lnTo>
                  <a:lnTo>
                    <a:pt x="125827" y="35863"/>
                  </a:lnTo>
                  <a:lnTo>
                    <a:pt x="135506" y="38622"/>
                  </a:lnTo>
                  <a:lnTo>
                    <a:pt x="145185" y="41380"/>
                  </a:lnTo>
                  <a:lnTo>
                    <a:pt x="154864" y="44139"/>
                  </a:lnTo>
                  <a:lnTo>
                    <a:pt x="164543" y="46898"/>
                  </a:lnTo>
                  <a:lnTo>
                    <a:pt x="174222" y="49657"/>
                  </a:lnTo>
                  <a:lnTo>
                    <a:pt x="183901" y="52415"/>
                  </a:lnTo>
                  <a:lnTo>
                    <a:pt x="193580" y="55174"/>
                  </a:lnTo>
                  <a:lnTo>
                    <a:pt x="203259" y="57933"/>
                  </a:lnTo>
                  <a:lnTo>
                    <a:pt x="212938" y="60692"/>
                  </a:lnTo>
                  <a:lnTo>
                    <a:pt x="222617" y="63450"/>
                  </a:lnTo>
                  <a:lnTo>
                    <a:pt x="232296" y="66209"/>
                  </a:lnTo>
                  <a:lnTo>
                    <a:pt x="241975" y="68968"/>
                  </a:lnTo>
                  <a:lnTo>
                    <a:pt x="251654" y="71727"/>
                  </a:lnTo>
                  <a:lnTo>
                    <a:pt x="261334" y="74485"/>
                  </a:lnTo>
                  <a:lnTo>
                    <a:pt x="271013" y="77244"/>
                  </a:lnTo>
                  <a:lnTo>
                    <a:pt x="280692" y="80003"/>
                  </a:lnTo>
                  <a:lnTo>
                    <a:pt x="290371" y="82761"/>
                  </a:lnTo>
                  <a:lnTo>
                    <a:pt x="300050" y="85520"/>
                  </a:lnTo>
                  <a:lnTo>
                    <a:pt x="309729" y="88279"/>
                  </a:lnTo>
                  <a:lnTo>
                    <a:pt x="319408" y="91038"/>
                  </a:lnTo>
                  <a:lnTo>
                    <a:pt x="329087" y="93796"/>
                  </a:lnTo>
                  <a:lnTo>
                    <a:pt x="338766" y="96555"/>
                  </a:lnTo>
                  <a:lnTo>
                    <a:pt x="348445" y="99314"/>
                  </a:lnTo>
                  <a:lnTo>
                    <a:pt x="358124" y="102073"/>
                  </a:lnTo>
                  <a:lnTo>
                    <a:pt x="367803" y="104831"/>
                  </a:lnTo>
                  <a:lnTo>
                    <a:pt x="377482" y="107590"/>
                  </a:lnTo>
                  <a:lnTo>
                    <a:pt x="387161" y="110349"/>
                  </a:lnTo>
                  <a:lnTo>
                    <a:pt x="396840" y="113107"/>
                  </a:lnTo>
                  <a:lnTo>
                    <a:pt x="406519" y="115866"/>
                  </a:lnTo>
                  <a:lnTo>
                    <a:pt x="416198" y="118625"/>
                  </a:lnTo>
                  <a:lnTo>
                    <a:pt x="425877" y="121384"/>
                  </a:lnTo>
                  <a:lnTo>
                    <a:pt x="435556" y="124142"/>
                  </a:lnTo>
                  <a:lnTo>
                    <a:pt x="445235" y="126901"/>
                  </a:lnTo>
                  <a:lnTo>
                    <a:pt x="454914" y="129660"/>
                  </a:lnTo>
                  <a:lnTo>
                    <a:pt x="464593" y="132419"/>
                  </a:lnTo>
                  <a:lnTo>
                    <a:pt x="474272" y="135177"/>
                  </a:lnTo>
                  <a:lnTo>
                    <a:pt x="483951" y="137936"/>
                  </a:lnTo>
                  <a:lnTo>
                    <a:pt x="493630" y="140695"/>
                  </a:lnTo>
                  <a:lnTo>
                    <a:pt x="503309" y="143454"/>
                  </a:lnTo>
                  <a:lnTo>
                    <a:pt x="512988" y="146212"/>
                  </a:lnTo>
                  <a:lnTo>
                    <a:pt x="522668" y="148971"/>
                  </a:lnTo>
                  <a:lnTo>
                    <a:pt x="532347" y="151730"/>
                  </a:lnTo>
                  <a:lnTo>
                    <a:pt x="542026" y="154488"/>
                  </a:lnTo>
                  <a:lnTo>
                    <a:pt x="551705" y="157247"/>
                  </a:lnTo>
                  <a:lnTo>
                    <a:pt x="561384" y="160006"/>
                  </a:lnTo>
                  <a:lnTo>
                    <a:pt x="571063" y="162765"/>
                  </a:lnTo>
                  <a:lnTo>
                    <a:pt x="580742" y="165523"/>
                  </a:lnTo>
                  <a:lnTo>
                    <a:pt x="590421" y="168282"/>
                  </a:lnTo>
                  <a:lnTo>
                    <a:pt x="600100" y="171041"/>
                  </a:lnTo>
                  <a:lnTo>
                    <a:pt x="609779" y="173800"/>
                  </a:lnTo>
                  <a:lnTo>
                    <a:pt x="619458" y="176558"/>
                  </a:lnTo>
                  <a:lnTo>
                    <a:pt x="629137" y="179317"/>
                  </a:lnTo>
                  <a:lnTo>
                    <a:pt x="638816" y="182076"/>
                  </a:lnTo>
                  <a:lnTo>
                    <a:pt x="648495" y="184834"/>
                  </a:lnTo>
                  <a:lnTo>
                    <a:pt x="658174" y="187593"/>
                  </a:lnTo>
                  <a:lnTo>
                    <a:pt x="667853" y="190352"/>
                  </a:lnTo>
                  <a:lnTo>
                    <a:pt x="677532" y="193111"/>
                  </a:lnTo>
                  <a:lnTo>
                    <a:pt x="687211" y="195869"/>
                  </a:lnTo>
                  <a:lnTo>
                    <a:pt x="696890" y="198628"/>
                  </a:lnTo>
                  <a:lnTo>
                    <a:pt x="706569" y="201387"/>
                  </a:lnTo>
                  <a:lnTo>
                    <a:pt x="716248" y="204146"/>
                  </a:lnTo>
                  <a:lnTo>
                    <a:pt x="725927" y="206904"/>
                  </a:lnTo>
                  <a:lnTo>
                    <a:pt x="735606" y="209663"/>
                  </a:lnTo>
                  <a:lnTo>
                    <a:pt x="745285" y="212422"/>
                  </a:lnTo>
                  <a:lnTo>
                    <a:pt x="754964" y="215181"/>
                  </a:lnTo>
                  <a:lnTo>
                    <a:pt x="764643" y="217939"/>
                  </a:lnTo>
                  <a:lnTo>
                    <a:pt x="774322" y="220698"/>
                  </a:lnTo>
                  <a:lnTo>
                    <a:pt x="784002" y="223457"/>
                  </a:lnTo>
                  <a:lnTo>
                    <a:pt x="793681" y="226215"/>
                  </a:lnTo>
                  <a:lnTo>
                    <a:pt x="803360" y="228974"/>
                  </a:lnTo>
                  <a:lnTo>
                    <a:pt x="813039" y="231733"/>
                  </a:lnTo>
                  <a:lnTo>
                    <a:pt x="822718" y="234492"/>
                  </a:lnTo>
                  <a:lnTo>
                    <a:pt x="832397" y="237250"/>
                  </a:lnTo>
                  <a:lnTo>
                    <a:pt x="842076" y="240009"/>
                  </a:lnTo>
                  <a:lnTo>
                    <a:pt x="851755" y="242768"/>
                  </a:lnTo>
                  <a:lnTo>
                    <a:pt x="861434" y="245527"/>
                  </a:lnTo>
                  <a:lnTo>
                    <a:pt x="871113" y="248285"/>
                  </a:lnTo>
                  <a:lnTo>
                    <a:pt x="880792" y="251044"/>
                  </a:lnTo>
                  <a:lnTo>
                    <a:pt x="890471" y="253803"/>
                  </a:lnTo>
                  <a:lnTo>
                    <a:pt x="900150" y="256562"/>
                  </a:lnTo>
                  <a:lnTo>
                    <a:pt x="909829" y="259320"/>
                  </a:lnTo>
                  <a:lnTo>
                    <a:pt x="919508" y="262079"/>
                  </a:lnTo>
                  <a:lnTo>
                    <a:pt x="929187" y="264838"/>
                  </a:lnTo>
                  <a:lnTo>
                    <a:pt x="938866" y="267596"/>
                  </a:lnTo>
                  <a:lnTo>
                    <a:pt x="948545" y="270355"/>
                  </a:lnTo>
                  <a:lnTo>
                    <a:pt x="958224" y="273114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63" name="tx1163"/>
            <p:cNvSpPr/>
            <p:nvPr/>
          </p:nvSpPr>
          <p:spPr>
            <a:xfrm>
              <a:off x="10923777" y="7268574"/>
              <a:ext cx="1074522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7B82">
                      <a:alpha val="100000"/>
                    </a:srgbClr>
                  </a:solidFill>
                  <a:latin typeface="Arial"/>
                  <a:cs typeface="Arial"/>
                </a:rPr>
                <a:t>-0.064 Z/year</a:t>
              </a:r>
            </a:p>
          </p:txBody>
        </p:sp>
        <p:sp>
          <p:nvSpPr>
            <p:cNvPr id="1164" name="rc1164"/>
            <p:cNvSpPr/>
            <p:nvPr/>
          </p:nvSpPr>
          <p:spPr>
            <a:xfrm>
              <a:off x="10992163" y="7247470"/>
              <a:ext cx="1054047" cy="13493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tx1165"/>
            <p:cNvSpPr/>
            <p:nvPr/>
          </p:nvSpPr>
          <p:spPr>
            <a:xfrm>
              <a:off x="10830161" y="8424817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166" name="tx1166"/>
            <p:cNvSpPr/>
            <p:nvPr/>
          </p:nvSpPr>
          <p:spPr>
            <a:xfrm>
              <a:off x="10867378" y="8121339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67" name="tx1167"/>
            <p:cNvSpPr/>
            <p:nvPr/>
          </p:nvSpPr>
          <p:spPr>
            <a:xfrm>
              <a:off x="10867378" y="7820589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168" name="tx1168"/>
            <p:cNvSpPr/>
            <p:nvPr/>
          </p:nvSpPr>
          <p:spPr>
            <a:xfrm>
              <a:off x="10867378" y="7518476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169" name="tx1169"/>
            <p:cNvSpPr/>
            <p:nvPr/>
          </p:nvSpPr>
          <p:spPr>
            <a:xfrm>
              <a:off x="10867378" y="7214943"/>
              <a:ext cx="62155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170" name="pl1170"/>
            <p:cNvSpPr/>
            <p:nvPr/>
          </p:nvSpPr>
          <p:spPr>
            <a:xfrm>
              <a:off x="10957369" y="84651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l1171"/>
            <p:cNvSpPr/>
            <p:nvPr/>
          </p:nvSpPr>
          <p:spPr>
            <a:xfrm>
              <a:off x="10957369" y="816303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l1172"/>
            <p:cNvSpPr/>
            <p:nvPr/>
          </p:nvSpPr>
          <p:spPr>
            <a:xfrm>
              <a:off x="10957369" y="786091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l1173"/>
            <p:cNvSpPr/>
            <p:nvPr/>
          </p:nvSpPr>
          <p:spPr>
            <a:xfrm>
              <a:off x="10957369" y="755880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l1174"/>
            <p:cNvSpPr/>
            <p:nvPr/>
          </p:nvSpPr>
          <p:spPr>
            <a:xfrm>
              <a:off x="10957369" y="72566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l1175"/>
            <p:cNvSpPr/>
            <p:nvPr/>
          </p:nvSpPr>
          <p:spPr>
            <a:xfrm>
              <a:off x="11040075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l1176"/>
            <p:cNvSpPr/>
            <p:nvPr/>
          </p:nvSpPr>
          <p:spPr>
            <a:xfrm>
              <a:off x="11379904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l1177"/>
            <p:cNvSpPr/>
            <p:nvPr/>
          </p:nvSpPr>
          <p:spPr>
            <a:xfrm>
              <a:off x="11719733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tx1178"/>
            <p:cNvSpPr/>
            <p:nvPr/>
          </p:nvSpPr>
          <p:spPr>
            <a:xfrm>
              <a:off x="11008997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79" name="tx1179"/>
            <p:cNvSpPr/>
            <p:nvPr/>
          </p:nvSpPr>
          <p:spPr>
            <a:xfrm>
              <a:off x="11348826" y="86591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180" name="tx1180"/>
            <p:cNvSpPr/>
            <p:nvPr/>
          </p:nvSpPr>
          <p:spPr>
            <a:xfrm>
              <a:off x="11657577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81" name="tx1181"/>
            <p:cNvSpPr/>
            <p:nvPr/>
          </p:nvSpPr>
          <p:spPr>
            <a:xfrm>
              <a:off x="10898006" y="88051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1182" name="tx1182"/>
            <p:cNvSpPr/>
            <p:nvPr/>
          </p:nvSpPr>
          <p:spPr>
            <a:xfrm rot="-5400000">
              <a:off x="9818516" y="7856579"/>
              <a:ext cx="175464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Alamar Plasma pTau217 (Z)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7</cp:revision>
  <dcterms:created xsi:type="dcterms:W3CDTF">2015-07-14T21:05:00Z</dcterms:created>
  <dcterms:modified xsi:type="dcterms:W3CDTF">2026-02-17T12:00:57Z</dcterms:modified>
</cp:coreProperties>
</file>