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372163" y="1761070"/>
              <a:ext cx="4102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372163" y="4714414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372163" y="4065337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72163" y="3416260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72163" y="2767183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2163" y="2118106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1987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54239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86491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72163" y="4389876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72163" y="3740799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372163" y="3091721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72163" y="2442644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372163" y="1793567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5862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8113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20365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533794" y="33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07106" y="4011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96135" y="2921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533794" y="2886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47949" y="2503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592532" y="4327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533794" y="3171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48299" y="2936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77500" y="2795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11134" y="344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533794" y="359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837986" y="3533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33794" y="4049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401220" y="3207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37948" y="3362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23467" y="3146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660" y="3372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3794" y="3699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456294" y="4606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533794" y="2687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856887" y="4101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383868" y="4391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533794" y="442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12624" y="441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33794" y="2683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814016" y="2675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29478" y="3712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33794" y="3825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081947" y="336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533794" y="2551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849749" y="2345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533794" y="291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110629" y="2807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33794" y="2422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80002" y="222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533794" y="353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02061" y="3653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533794" y="4082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65379" y="3025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33794" y="2529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70400" y="2154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33794" y="3952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893229" y="433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33794" y="286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533794" y="3075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798462" y="2438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070772" y="2734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861534" y="353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115016" y="3885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363577" y="3752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33794" y="3073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041061" y="203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88184" y="212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857035" y="2166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120814" y="2168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533794" y="219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809892" y="2067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068277" y="213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33794" y="2880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533794" y="4658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00495" y="3917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33794" y="3269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33794" y="3551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533794" y="3237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040560" y="3067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29478" y="3260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33794" y="3736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87427" y="2907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049757" y="2794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533794" y="3741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837695" y="4123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533794" y="3924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807718" y="352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077569" y="360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341073" y="2478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686014" y="369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33794" y="2489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802398" y="2367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533794" y="2995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90350" y="299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533794" y="3175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533794" y="4152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808443" y="3159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132369" y="3573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533794" y="257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842736" y="4165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91063" y="3878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33794" y="3285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801196" y="3038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074813" y="3384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302665" y="3193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33794" y="3971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18588" y="3894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81794" y="3781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533794" y="3400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812723" y="329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101865" y="331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33794" y="3955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843197" y="3713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33794" y="3819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836946" y="255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33794" y="3242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43898" y="3711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33794" y="2744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803214" y="272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68598" y="2213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013714" y="2231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533794" y="3550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33794" y="3156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88897" y="3273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613547" y="3030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857035" y="358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369335" y="4476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27340" y="387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533794" y="2621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822211" y="2467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095632" y="2100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33794" y="4131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8196" y="3156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127631" y="4224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18966" y="3950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533794" y="380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6304" y="3240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3794" y="4398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3794" y="2472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33794" y="4110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33794" y="308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819313" y="3294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72221" y="3363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248674" y="4147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03402" y="4275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533794" y="3907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356677" y="3795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380205" y="3409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533794" y="4131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132369" y="4210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533794" y="3042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823546" y="2987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096860" y="3032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33794" y="4169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3794" y="2505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797573" y="2366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071120" y="2241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345421" y="220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649056" y="197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33794" y="3293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825835" y="4152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61351" y="4443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378031" y="4319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633113" y="2874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388265" y="4078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896207" y="412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533794" y="2021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807718" y="202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152089" y="1930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16438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689637" y="1906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533794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820372" y="4157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33794" y="3621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137324" y="2923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552675" y="4369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533794" y="301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334697" y="4221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825296" y="2839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08653" y="4333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533794" y="2800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06797" y="300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533794" y="433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044316" y="3628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533794" y="3819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08247" y="2894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533794" y="3498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803370" y="3427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33794" y="4131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036713" y="4705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04851" y="3976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33794" y="314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851832" y="351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533794" y="2500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809167" y="2618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078019" y="2127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33794" y="4278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35204" y="3523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33794" y="3763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74215" y="3943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104663" y="3736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533794" y="2931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338899" y="2365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157732" y="3050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638910" y="2668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12834" y="2234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533794" y="3567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533794" y="412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833081" y="4466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321734" y="3663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33794" y="3195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0861" y="3017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602647" y="2420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902343" y="2690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33794" y="423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33794" y="2957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798620" y="3075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78743" y="3080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533794" y="4053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533794" y="4222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52006" y="3359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33794" y="3845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31747" y="3789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533794" y="2368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53372" y="2319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533794" y="3861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847351" y="3841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4147587" y="3609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659926" y="403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533794" y="3648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472962" y="4557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533794" y="307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533794" y="2747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068000" y="2930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533794" y="3746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801950" y="4180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065729" y="3726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0990" y="2779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533794" y="373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23776" y="2955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533794" y="2277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533794" y="294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90350" y="2525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533794" y="3532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067655" y="3249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6000" y="3433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618620" y="2920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858484" y="2945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33794" y="3959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66232" y="425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533794" y="3223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817863" y="2588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33794" y="3676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863517" y="3747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070812" y="2710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905429" y="3141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25174" y="451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533794" y="299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802200" y="3702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065699" y="309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34551" y="3178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533794" y="230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533794" y="399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072493" y="3059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562820" y="2850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3794" y="4216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533794" y="3823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533794" y="3652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66331" y="310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533794" y="4268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370059" y="3641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533794" y="4259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792308" y="3810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086523" y="3742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3558620" y="2946456"/>
              <a:ext cx="562341" cy="1089911"/>
            </a:xfrm>
            <a:custGeom>
              <a:avLst/>
              <a:pathLst>
                <a:path w="562341" h="1089911">
                  <a:moveTo>
                    <a:pt x="0" y="385549"/>
                  </a:moveTo>
                  <a:lnTo>
                    <a:pt x="273312" y="1089911"/>
                  </a:lnTo>
                  <a:lnTo>
                    <a:pt x="5623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3558620" y="2528306"/>
              <a:ext cx="1058737" cy="1824415"/>
            </a:xfrm>
            <a:custGeom>
              <a:avLst/>
              <a:pathLst>
                <a:path w="1058737" h="1824415">
                  <a:moveTo>
                    <a:pt x="0" y="383407"/>
                  </a:moveTo>
                  <a:lnTo>
                    <a:pt x="714154" y="0"/>
                  </a:lnTo>
                  <a:lnTo>
                    <a:pt x="1058737" y="18244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3558620" y="2820756"/>
              <a:ext cx="943705" cy="375533"/>
            </a:xfrm>
            <a:custGeom>
              <a:avLst/>
              <a:pathLst>
                <a:path w="943705" h="375533">
                  <a:moveTo>
                    <a:pt x="0" y="375533"/>
                  </a:moveTo>
                  <a:lnTo>
                    <a:pt x="314505" y="140349"/>
                  </a:lnTo>
                  <a:lnTo>
                    <a:pt x="9437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3558620" y="3558086"/>
              <a:ext cx="304191" cy="61695"/>
            </a:xfrm>
            <a:custGeom>
              <a:avLst/>
              <a:pathLst>
                <a:path w="304191" h="61695">
                  <a:moveTo>
                    <a:pt x="0" y="61695"/>
                  </a:moveTo>
                  <a:lnTo>
                    <a:pt x="3041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3862774" y="3171601"/>
              <a:ext cx="285518" cy="215489"/>
            </a:xfrm>
            <a:custGeom>
              <a:avLst/>
              <a:pathLst>
                <a:path w="285518" h="215489">
                  <a:moveTo>
                    <a:pt x="0" y="215489"/>
                  </a:moveTo>
                  <a:lnTo>
                    <a:pt x="2855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3558620" y="3724085"/>
              <a:ext cx="922500" cy="907417"/>
            </a:xfrm>
            <a:custGeom>
              <a:avLst/>
              <a:pathLst>
                <a:path w="922500" h="907417">
                  <a:moveTo>
                    <a:pt x="0" y="0"/>
                  </a:moveTo>
                  <a:lnTo>
                    <a:pt x="922500" y="9074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4881713" y="4126600"/>
              <a:ext cx="526981" cy="290059"/>
            </a:xfrm>
            <a:custGeom>
              <a:avLst/>
              <a:pathLst>
                <a:path w="526981" h="290059">
                  <a:moveTo>
                    <a:pt x="0" y="0"/>
                  </a:moveTo>
                  <a:lnTo>
                    <a:pt x="526981" y="2900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3558620" y="4444727"/>
              <a:ext cx="578830" cy="1508"/>
            </a:xfrm>
            <a:custGeom>
              <a:avLst/>
              <a:pathLst>
                <a:path w="578830" h="1508">
                  <a:moveTo>
                    <a:pt x="0" y="1508"/>
                  </a:moveTo>
                  <a:lnTo>
                    <a:pt x="5788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3558620" y="2699873"/>
              <a:ext cx="280222" cy="7991"/>
            </a:xfrm>
            <a:custGeom>
              <a:avLst/>
              <a:pathLst>
                <a:path w="280222" h="7991">
                  <a:moveTo>
                    <a:pt x="0" y="7991"/>
                  </a:moveTo>
                  <a:lnTo>
                    <a:pt x="2802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3558620" y="3391236"/>
              <a:ext cx="548152" cy="458844"/>
            </a:xfrm>
            <a:custGeom>
              <a:avLst/>
              <a:pathLst>
                <a:path w="548152" h="458844">
                  <a:moveTo>
                    <a:pt x="0" y="458844"/>
                  </a:moveTo>
                  <a:lnTo>
                    <a:pt x="548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3558620" y="2370250"/>
              <a:ext cx="315954" cy="206420"/>
            </a:xfrm>
            <a:custGeom>
              <a:avLst/>
              <a:pathLst>
                <a:path w="315954" h="206420">
                  <a:moveTo>
                    <a:pt x="0" y="206420"/>
                  </a:moveTo>
                  <a:lnTo>
                    <a:pt x="3159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3558620" y="2252624"/>
              <a:ext cx="246208" cy="194778"/>
            </a:xfrm>
            <a:custGeom>
              <a:avLst/>
              <a:pathLst>
                <a:path w="246208" h="194778">
                  <a:moveTo>
                    <a:pt x="0" y="194778"/>
                  </a:moveTo>
                  <a:lnTo>
                    <a:pt x="2462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3558620" y="3560528"/>
              <a:ext cx="268267" cy="117381"/>
            </a:xfrm>
            <a:custGeom>
              <a:avLst/>
              <a:pathLst>
                <a:path w="268267" h="117381">
                  <a:moveTo>
                    <a:pt x="0" y="0"/>
                  </a:moveTo>
                  <a:lnTo>
                    <a:pt x="268267" y="1173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3558620" y="3050378"/>
              <a:ext cx="1231584" cy="1056665"/>
            </a:xfrm>
            <a:custGeom>
              <a:avLst/>
              <a:pathLst>
                <a:path w="1231584" h="1056665">
                  <a:moveTo>
                    <a:pt x="0" y="1056665"/>
                  </a:moveTo>
                  <a:lnTo>
                    <a:pt x="12315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3558620" y="3977500"/>
              <a:ext cx="359434" cy="379448"/>
            </a:xfrm>
            <a:custGeom>
              <a:avLst/>
              <a:pathLst>
                <a:path w="359434" h="379448">
                  <a:moveTo>
                    <a:pt x="0" y="0"/>
                  </a:moveTo>
                  <a:lnTo>
                    <a:pt x="359434" y="3794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3558620" y="2463806"/>
              <a:ext cx="1829782" cy="1446311"/>
            </a:xfrm>
            <a:custGeom>
              <a:avLst/>
              <a:pathLst>
                <a:path w="1829782" h="1446311">
                  <a:moveTo>
                    <a:pt x="0" y="636500"/>
                  </a:moveTo>
                  <a:lnTo>
                    <a:pt x="264667" y="0"/>
                  </a:lnTo>
                  <a:lnTo>
                    <a:pt x="536977" y="295400"/>
                  </a:lnTo>
                  <a:lnTo>
                    <a:pt x="1327739" y="1098119"/>
                  </a:lnTo>
                  <a:lnTo>
                    <a:pt x="1581222" y="1446311"/>
                  </a:lnTo>
                  <a:lnTo>
                    <a:pt x="1829782" y="13133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3558620" y="2063353"/>
              <a:ext cx="1587019" cy="1035097"/>
            </a:xfrm>
            <a:custGeom>
              <a:avLst/>
              <a:pathLst>
                <a:path w="1587019" h="1035097">
                  <a:moveTo>
                    <a:pt x="0" y="1035097"/>
                  </a:moveTo>
                  <a:lnTo>
                    <a:pt x="507266" y="0"/>
                  </a:lnTo>
                  <a:lnTo>
                    <a:pt x="1054389" y="87533"/>
                  </a:lnTo>
                  <a:lnTo>
                    <a:pt x="1323241" y="127778"/>
                  </a:lnTo>
                  <a:lnTo>
                    <a:pt x="1587019" y="1296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3558620" y="2092273"/>
              <a:ext cx="534483" cy="132075"/>
            </a:xfrm>
            <a:custGeom>
              <a:avLst/>
              <a:pathLst>
                <a:path w="534483" h="132075">
                  <a:moveTo>
                    <a:pt x="0" y="132075"/>
                  </a:moveTo>
                  <a:lnTo>
                    <a:pt x="276097" y="0"/>
                  </a:lnTo>
                  <a:lnTo>
                    <a:pt x="534483" y="671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3558620" y="3942583"/>
              <a:ext cx="866701" cy="741189"/>
            </a:xfrm>
            <a:custGeom>
              <a:avLst/>
              <a:pathLst>
                <a:path w="866701" h="741189">
                  <a:moveTo>
                    <a:pt x="0" y="741189"/>
                  </a:moveTo>
                  <a:lnTo>
                    <a:pt x="8667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3558620" y="3092094"/>
              <a:ext cx="795683" cy="193011"/>
            </a:xfrm>
            <a:custGeom>
              <a:avLst/>
              <a:pathLst>
                <a:path w="795683" h="193011">
                  <a:moveTo>
                    <a:pt x="0" y="170555"/>
                  </a:moveTo>
                  <a:lnTo>
                    <a:pt x="506765" y="0"/>
                  </a:lnTo>
                  <a:lnTo>
                    <a:pt x="795683" y="1930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3812253" y="2818899"/>
              <a:ext cx="262329" cy="113776"/>
            </a:xfrm>
            <a:custGeom>
              <a:avLst/>
              <a:pathLst>
                <a:path w="262329" h="113776">
                  <a:moveTo>
                    <a:pt x="0" y="113776"/>
                  </a:moveTo>
                  <a:lnTo>
                    <a:pt x="2623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3558620" y="3766471"/>
              <a:ext cx="303900" cy="381389"/>
            </a:xfrm>
            <a:custGeom>
              <a:avLst/>
              <a:pathLst>
                <a:path w="303900" h="381389">
                  <a:moveTo>
                    <a:pt x="0" y="0"/>
                  </a:moveTo>
                  <a:lnTo>
                    <a:pt x="303900" y="3813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3558620" y="2503680"/>
              <a:ext cx="1152219" cy="1445228"/>
            </a:xfrm>
            <a:custGeom>
              <a:avLst/>
              <a:pathLst>
                <a:path w="1152219" h="1445228">
                  <a:moveTo>
                    <a:pt x="0" y="1445228"/>
                  </a:moveTo>
                  <a:lnTo>
                    <a:pt x="273923" y="1046904"/>
                  </a:lnTo>
                  <a:lnTo>
                    <a:pt x="543775" y="1122070"/>
                  </a:lnTo>
                  <a:lnTo>
                    <a:pt x="807278" y="0"/>
                  </a:lnTo>
                  <a:lnTo>
                    <a:pt x="1152219" y="12124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3558620" y="2392294"/>
              <a:ext cx="268603" cy="122372"/>
            </a:xfrm>
            <a:custGeom>
              <a:avLst/>
              <a:pathLst>
                <a:path w="268603" h="122372">
                  <a:moveTo>
                    <a:pt x="0" y="122372"/>
                  </a:moveTo>
                  <a:lnTo>
                    <a:pt x="2686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3558620" y="3017615"/>
              <a:ext cx="856555" cy="3164"/>
            </a:xfrm>
            <a:custGeom>
              <a:avLst/>
              <a:pathLst>
                <a:path w="856555" h="3164">
                  <a:moveTo>
                    <a:pt x="0" y="3164"/>
                  </a:moveTo>
                  <a:lnTo>
                    <a:pt x="85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3558620" y="3184733"/>
              <a:ext cx="598574" cy="992429"/>
            </a:xfrm>
            <a:custGeom>
              <a:avLst/>
              <a:pathLst>
                <a:path w="598574" h="992429">
                  <a:moveTo>
                    <a:pt x="0" y="992429"/>
                  </a:moveTo>
                  <a:lnTo>
                    <a:pt x="274648" y="0"/>
                  </a:lnTo>
                  <a:lnTo>
                    <a:pt x="598574" y="4140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3558620" y="2600218"/>
              <a:ext cx="557268" cy="1590048"/>
            </a:xfrm>
            <a:custGeom>
              <a:avLst/>
              <a:pathLst>
                <a:path w="557268" h="1590048">
                  <a:moveTo>
                    <a:pt x="0" y="0"/>
                  </a:moveTo>
                  <a:lnTo>
                    <a:pt x="308941" y="1590048"/>
                  </a:lnTo>
                  <a:lnTo>
                    <a:pt x="557268" y="13026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3558620" y="3063320"/>
              <a:ext cx="768871" cy="346201"/>
            </a:xfrm>
            <a:custGeom>
              <a:avLst/>
              <a:pathLst>
                <a:path w="768871" h="346201">
                  <a:moveTo>
                    <a:pt x="0" y="247195"/>
                  </a:moveTo>
                  <a:lnTo>
                    <a:pt x="267401" y="0"/>
                  </a:lnTo>
                  <a:lnTo>
                    <a:pt x="541018" y="346201"/>
                  </a:lnTo>
                  <a:lnTo>
                    <a:pt x="768871" y="1551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3558620" y="3805940"/>
              <a:ext cx="548000" cy="190620"/>
            </a:xfrm>
            <a:custGeom>
              <a:avLst/>
              <a:pathLst>
                <a:path w="548000" h="190620">
                  <a:moveTo>
                    <a:pt x="0" y="190620"/>
                  </a:moveTo>
                  <a:lnTo>
                    <a:pt x="284793" y="113671"/>
                  </a:lnTo>
                  <a:lnTo>
                    <a:pt x="5480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3558620" y="3314872"/>
              <a:ext cx="568071" cy="110290"/>
            </a:xfrm>
            <a:custGeom>
              <a:avLst/>
              <a:pathLst>
                <a:path w="568071" h="110290">
                  <a:moveTo>
                    <a:pt x="0" y="110290"/>
                  </a:moveTo>
                  <a:lnTo>
                    <a:pt x="278929" y="0"/>
                  </a:lnTo>
                  <a:lnTo>
                    <a:pt x="568071" y="295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3558620" y="3738399"/>
              <a:ext cx="309402" cy="242252"/>
            </a:xfrm>
            <a:custGeom>
              <a:avLst/>
              <a:pathLst>
                <a:path w="309402" h="242252">
                  <a:moveTo>
                    <a:pt x="0" y="242252"/>
                  </a:moveTo>
                  <a:lnTo>
                    <a:pt x="3094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3558620" y="2579550"/>
              <a:ext cx="303152" cy="1264837"/>
            </a:xfrm>
            <a:custGeom>
              <a:avLst/>
              <a:pathLst>
                <a:path w="303152" h="1264837">
                  <a:moveTo>
                    <a:pt x="0" y="1264837"/>
                  </a:moveTo>
                  <a:lnTo>
                    <a:pt x="303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3558620" y="2238098"/>
              <a:ext cx="1479919" cy="530807"/>
            </a:xfrm>
            <a:custGeom>
              <a:avLst/>
              <a:pathLst>
                <a:path w="1479919" h="530807">
                  <a:moveTo>
                    <a:pt x="0" y="530807"/>
                  </a:moveTo>
                  <a:lnTo>
                    <a:pt x="269419" y="513535"/>
                  </a:lnTo>
                  <a:lnTo>
                    <a:pt x="534803" y="0"/>
                  </a:lnTo>
                  <a:lnTo>
                    <a:pt x="1479919" y="178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4313722" y="3055474"/>
              <a:ext cx="568138" cy="556271"/>
            </a:xfrm>
            <a:custGeom>
              <a:avLst/>
              <a:pathLst>
                <a:path w="568138" h="556271">
                  <a:moveTo>
                    <a:pt x="0" y="242805"/>
                  </a:moveTo>
                  <a:lnTo>
                    <a:pt x="324650" y="0"/>
                  </a:lnTo>
                  <a:lnTo>
                    <a:pt x="568138" y="5562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4394160" y="3903866"/>
              <a:ext cx="858005" cy="597085"/>
            </a:xfrm>
            <a:custGeom>
              <a:avLst/>
              <a:pathLst>
                <a:path w="858005" h="597085">
                  <a:moveTo>
                    <a:pt x="0" y="597085"/>
                  </a:moveTo>
                  <a:lnTo>
                    <a:pt x="858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3558620" y="2125789"/>
              <a:ext cx="561838" cy="520331"/>
            </a:xfrm>
            <a:custGeom>
              <a:avLst/>
              <a:pathLst>
                <a:path w="561838" h="520331">
                  <a:moveTo>
                    <a:pt x="0" y="520331"/>
                  </a:moveTo>
                  <a:lnTo>
                    <a:pt x="288417" y="366181"/>
                  </a:lnTo>
                  <a:lnTo>
                    <a:pt x="561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3558620" y="3181530"/>
              <a:ext cx="1385172" cy="1067554"/>
            </a:xfrm>
            <a:custGeom>
              <a:avLst/>
              <a:pathLst>
                <a:path w="1385172" h="1067554">
                  <a:moveTo>
                    <a:pt x="0" y="975215"/>
                  </a:moveTo>
                  <a:lnTo>
                    <a:pt x="234401" y="0"/>
                  </a:lnTo>
                  <a:lnTo>
                    <a:pt x="593836" y="1067554"/>
                  </a:lnTo>
                  <a:lnTo>
                    <a:pt x="1385172" y="7935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3558620" y="3265015"/>
              <a:ext cx="1172510" cy="565864"/>
            </a:xfrm>
            <a:custGeom>
              <a:avLst/>
              <a:pathLst>
                <a:path w="1172510" h="565864">
                  <a:moveTo>
                    <a:pt x="0" y="565864"/>
                  </a:moveTo>
                  <a:lnTo>
                    <a:pt x="11725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3558620" y="3114421"/>
              <a:ext cx="538427" cy="273855"/>
            </a:xfrm>
            <a:custGeom>
              <a:avLst/>
              <a:pathLst>
                <a:path w="538427" h="273855">
                  <a:moveTo>
                    <a:pt x="0" y="0"/>
                  </a:moveTo>
                  <a:lnTo>
                    <a:pt x="285518" y="204643"/>
                  </a:lnTo>
                  <a:lnTo>
                    <a:pt x="538427" y="2738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4273500" y="4171867"/>
              <a:ext cx="354728" cy="128343"/>
            </a:xfrm>
            <a:custGeom>
              <a:avLst/>
              <a:pathLst>
                <a:path w="354728" h="128343">
                  <a:moveTo>
                    <a:pt x="0" y="0"/>
                  </a:moveTo>
                  <a:lnTo>
                    <a:pt x="354728" y="1283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3558620" y="3819857"/>
              <a:ext cx="822882" cy="112394"/>
            </a:xfrm>
            <a:custGeom>
              <a:avLst/>
              <a:pathLst>
                <a:path w="822882" h="112394">
                  <a:moveTo>
                    <a:pt x="0" y="112394"/>
                  </a:moveTo>
                  <a:lnTo>
                    <a:pt x="8228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3558620" y="4155836"/>
              <a:ext cx="598574" cy="79847"/>
            </a:xfrm>
            <a:custGeom>
              <a:avLst/>
              <a:pathLst>
                <a:path w="598574" h="79847">
                  <a:moveTo>
                    <a:pt x="0" y="0"/>
                  </a:moveTo>
                  <a:lnTo>
                    <a:pt x="598574" y="798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3558620" y="3011834"/>
              <a:ext cx="563065" cy="55004"/>
            </a:xfrm>
            <a:custGeom>
              <a:avLst/>
              <a:pathLst>
                <a:path w="563065" h="55004">
                  <a:moveTo>
                    <a:pt x="0" y="55004"/>
                  </a:moveTo>
                  <a:lnTo>
                    <a:pt x="289751" y="0"/>
                  </a:lnTo>
                  <a:lnTo>
                    <a:pt x="563065" y="458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3558620" y="2003474"/>
              <a:ext cx="1115261" cy="526764"/>
            </a:xfrm>
            <a:custGeom>
              <a:avLst/>
              <a:pathLst>
                <a:path w="1115261" h="526764">
                  <a:moveTo>
                    <a:pt x="0" y="526764"/>
                  </a:moveTo>
                  <a:lnTo>
                    <a:pt x="263778" y="388183"/>
                  </a:lnTo>
                  <a:lnTo>
                    <a:pt x="537326" y="262869"/>
                  </a:lnTo>
                  <a:lnTo>
                    <a:pt x="811626" y="227857"/>
                  </a:lnTo>
                  <a:lnTo>
                    <a:pt x="11152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3558620" y="2898925"/>
              <a:ext cx="2362412" cy="1569804"/>
            </a:xfrm>
            <a:custGeom>
              <a:avLst/>
              <a:pathLst>
                <a:path w="2362412" h="1569804">
                  <a:moveTo>
                    <a:pt x="0" y="419484"/>
                  </a:moveTo>
                  <a:lnTo>
                    <a:pt x="292040" y="1278274"/>
                  </a:lnTo>
                  <a:lnTo>
                    <a:pt x="527557" y="1569804"/>
                  </a:lnTo>
                  <a:lnTo>
                    <a:pt x="844236" y="1445225"/>
                  </a:lnTo>
                  <a:lnTo>
                    <a:pt x="1099319" y="0"/>
                  </a:lnTo>
                  <a:lnTo>
                    <a:pt x="1854471" y="1204158"/>
                  </a:lnTo>
                  <a:lnTo>
                    <a:pt x="2362412" y="12528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3558620" y="1905530"/>
              <a:ext cx="1155843" cy="147235"/>
            </a:xfrm>
            <a:custGeom>
              <a:avLst/>
              <a:pathLst>
                <a:path w="1155843" h="147235">
                  <a:moveTo>
                    <a:pt x="0" y="141083"/>
                  </a:moveTo>
                  <a:lnTo>
                    <a:pt x="273923" y="147235"/>
                  </a:lnTo>
                  <a:lnTo>
                    <a:pt x="618294" y="49365"/>
                  </a:lnTo>
                  <a:lnTo>
                    <a:pt x="882643" y="0"/>
                  </a:lnTo>
                  <a:lnTo>
                    <a:pt x="1155843" y="255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3558620" y="4181956"/>
              <a:ext cx="286577" cy="612775"/>
            </a:xfrm>
            <a:custGeom>
              <a:avLst/>
              <a:pathLst>
                <a:path w="286577" h="612775">
                  <a:moveTo>
                    <a:pt x="0" y="612775"/>
                  </a:moveTo>
                  <a:lnTo>
                    <a:pt x="2865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3558620" y="2948721"/>
              <a:ext cx="1018881" cy="1445810"/>
            </a:xfrm>
            <a:custGeom>
              <a:avLst/>
              <a:pathLst>
                <a:path w="1018881" h="1445810">
                  <a:moveTo>
                    <a:pt x="0" y="697414"/>
                  </a:moveTo>
                  <a:lnTo>
                    <a:pt x="603530" y="0"/>
                  </a:lnTo>
                  <a:lnTo>
                    <a:pt x="1018881" y="14458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4359523" y="2864585"/>
              <a:ext cx="1073955" cy="1493908"/>
            </a:xfrm>
            <a:custGeom>
              <a:avLst/>
              <a:pathLst>
                <a:path w="1073955" h="1493908">
                  <a:moveTo>
                    <a:pt x="0" y="1382173"/>
                  </a:moveTo>
                  <a:lnTo>
                    <a:pt x="490599" y="0"/>
                  </a:lnTo>
                  <a:lnTo>
                    <a:pt x="1073955" y="14939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3558620" y="2825413"/>
              <a:ext cx="273003" cy="208713"/>
            </a:xfrm>
            <a:custGeom>
              <a:avLst/>
              <a:pathLst>
                <a:path w="273003" h="208713">
                  <a:moveTo>
                    <a:pt x="0" y="0"/>
                  </a:moveTo>
                  <a:lnTo>
                    <a:pt x="273003" y="2087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3558620" y="3653164"/>
              <a:ext cx="510521" cy="711109"/>
            </a:xfrm>
            <a:custGeom>
              <a:avLst/>
              <a:pathLst>
                <a:path w="510521" h="711109">
                  <a:moveTo>
                    <a:pt x="0" y="711109"/>
                  </a:moveTo>
                  <a:lnTo>
                    <a:pt x="5105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3558620" y="2918927"/>
              <a:ext cx="274452" cy="925537"/>
            </a:xfrm>
            <a:custGeom>
              <a:avLst/>
              <a:pathLst>
                <a:path w="274452" h="925537">
                  <a:moveTo>
                    <a:pt x="0" y="925537"/>
                  </a:moveTo>
                  <a:lnTo>
                    <a:pt x="2744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3558620" y="3452410"/>
              <a:ext cx="269575" cy="70671"/>
            </a:xfrm>
            <a:custGeom>
              <a:avLst/>
              <a:pathLst>
                <a:path w="269575" h="70671">
                  <a:moveTo>
                    <a:pt x="0" y="70671"/>
                  </a:moveTo>
                  <a:lnTo>
                    <a:pt x="2695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3558620" y="4000952"/>
              <a:ext cx="1071057" cy="729662"/>
            </a:xfrm>
            <a:custGeom>
              <a:avLst/>
              <a:pathLst>
                <a:path w="1071057" h="729662">
                  <a:moveTo>
                    <a:pt x="0" y="155261"/>
                  </a:moveTo>
                  <a:lnTo>
                    <a:pt x="502918" y="729662"/>
                  </a:lnTo>
                  <a:lnTo>
                    <a:pt x="10710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3558620" y="3170588"/>
              <a:ext cx="318037" cy="367186"/>
            </a:xfrm>
            <a:custGeom>
              <a:avLst/>
              <a:pathLst>
                <a:path w="318037" h="367186">
                  <a:moveTo>
                    <a:pt x="0" y="0"/>
                  </a:moveTo>
                  <a:lnTo>
                    <a:pt x="318037" y="3671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3558620" y="2152735"/>
              <a:ext cx="544224" cy="490950"/>
            </a:xfrm>
            <a:custGeom>
              <a:avLst/>
              <a:pathLst>
                <a:path w="544224" h="490950">
                  <a:moveTo>
                    <a:pt x="0" y="373009"/>
                  </a:moveTo>
                  <a:lnTo>
                    <a:pt x="275373" y="490950"/>
                  </a:lnTo>
                  <a:lnTo>
                    <a:pt x="5442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3558620" y="3548718"/>
              <a:ext cx="801409" cy="754506"/>
            </a:xfrm>
            <a:custGeom>
              <a:avLst/>
              <a:pathLst>
                <a:path w="801409" h="754506">
                  <a:moveTo>
                    <a:pt x="0" y="754506"/>
                  </a:moveTo>
                  <a:lnTo>
                    <a:pt x="8014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3558620" y="3760950"/>
              <a:ext cx="570868" cy="207423"/>
            </a:xfrm>
            <a:custGeom>
              <a:avLst/>
              <a:pathLst>
                <a:path w="570868" h="207423">
                  <a:moveTo>
                    <a:pt x="0" y="27297"/>
                  </a:moveTo>
                  <a:lnTo>
                    <a:pt x="240420" y="207423"/>
                  </a:lnTo>
                  <a:lnTo>
                    <a:pt x="5708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3558620" y="2390496"/>
              <a:ext cx="805104" cy="566192"/>
            </a:xfrm>
            <a:custGeom>
              <a:avLst/>
              <a:pathLst>
                <a:path w="805104" h="566192">
                  <a:moveTo>
                    <a:pt x="0" y="566192"/>
                  </a:moveTo>
                  <a:lnTo>
                    <a:pt x="8051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4182558" y="2259457"/>
              <a:ext cx="755102" cy="816165"/>
            </a:xfrm>
            <a:custGeom>
              <a:avLst/>
              <a:pathLst>
                <a:path w="755102" h="816165">
                  <a:moveTo>
                    <a:pt x="0" y="816165"/>
                  </a:moveTo>
                  <a:lnTo>
                    <a:pt x="481178" y="433649"/>
                  </a:lnTo>
                  <a:lnTo>
                    <a:pt x="7551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3558620" y="3688683"/>
              <a:ext cx="787940" cy="802487"/>
            </a:xfrm>
            <a:custGeom>
              <a:avLst/>
              <a:pathLst>
                <a:path w="787940" h="802487">
                  <a:moveTo>
                    <a:pt x="0" y="459112"/>
                  </a:moveTo>
                  <a:lnTo>
                    <a:pt x="299287" y="802487"/>
                  </a:lnTo>
                  <a:lnTo>
                    <a:pt x="7879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4125687" y="2445108"/>
              <a:ext cx="801481" cy="597562"/>
            </a:xfrm>
            <a:custGeom>
              <a:avLst/>
              <a:pathLst>
                <a:path w="801481" h="597562">
                  <a:moveTo>
                    <a:pt x="0" y="597562"/>
                  </a:moveTo>
                  <a:lnTo>
                    <a:pt x="501786" y="0"/>
                  </a:lnTo>
                  <a:lnTo>
                    <a:pt x="801481" y="2702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3558620" y="2982541"/>
              <a:ext cx="544949" cy="123180"/>
            </a:xfrm>
            <a:custGeom>
              <a:avLst/>
              <a:pathLst>
                <a:path w="544949" h="123180">
                  <a:moveTo>
                    <a:pt x="0" y="0"/>
                  </a:moveTo>
                  <a:lnTo>
                    <a:pt x="264826" y="117898"/>
                  </a:lnTo>
                  <a:lnTo>
                    <a:pt x="544949" y="1231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3558620" y="3384725"/>
              <a:ext cx="618211" cy="862915"/>
            </a:xfrm>
            <a:custGeom>
              <a:avLst/>
              <a:pathLst>
                <a:path w="618211" h="862915">
                  <a:moveTo>
                    <a:pt x="0" y="862915"/>
                  </a:moveTo>
                  <a:lnTo>
                    <a:pt x="6182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3558620" y="3813900"/>
              <a:ext cx="297952" cy="56670"/>
            </a:xfrm>
            <a:custGeom>
              <a:avLst/>
              <a:pathLst>
                <a:path w="297952" h="56670">
                  <a:moveTo>
                    <a:pt x="0" y="56670"/>
                  </a:moveTo>
                  <a:lnTo>
                    <a:pt x="2979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3558620" y="2344427"/>
              <a:ext cx="319577" cy="48813"/>
            </a:xfrm>
            <a:custGeom>
              <a:avLst/>
              <a:pathLst>
                <a:path w="319577" h="48813">
                  <a:moveTo>
                    <a:pt x="0" y="48813"/>
                  </a:moveTo>
                  <a:lnTo>
                    <a:pt x="3195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3558620" y="3634447"/>
              <a:ext cx="1126131" cy="428819"/>
            </a:xfrm>
            <a:custGeom>
              <a:avLst/>
              <a:pathLst>
                <a:path w="1126131" h="428819">
                  <a:moveTo>
                    <a:pt x="0" y="251593"/>
                  </a:moveTo>
                  <a:lnTo>
                    <a:pt x="313556" y="231850"/>
                  </a:lnTo>
                  <a:lnTo>
                    <a:pt x="613792" y="0"/>
                  </a:lnTo>
                  <a:lnTo>
                    <a:pt x="1126131" y="4288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3558620" y="3672907"/>
              <a:ext cx="939167" cy="909842"/>
            </a:xfrm>
            <a:custGeom>
              <a:avLst/>
              <a:pathLst>
                <a:path w="939167" h="909842">
                  <a:moveTo>
                    <a:pt x="0" y="0"/>
                  </a:moveTo>
                  <a:lnTo>
                    <a:pt x="939167" y="9098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3558620" y="3751416"/>
              <a:ext cx="531934" cy="453801"/>
            </a:xfrm>
            <a:custGeom>
              <a:avLst/>
              <a:pathLst>
                <a:path w="531934" h="453801">
                  <a:moveTo>
                    <a:pt x="0" y="19720"/>
                  </a:moveTo>
                  <a:lnTo>
                    <a:pt x="268156" y="453801"/>
                  </a:lnTo>
                  <a:lnTo>
                    <a:pt x="5319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3558620" y="2980258"/>
              <a:ext cx="789981" cy="777368"/>
            </a:xfrm>
            <a:custGeom>
              <a:avLst/>
              <a:pathLst>
                <a:path w="789981" h="777368">
                  <a:moveTo>
                    <a:pt x="0" y="777368"/>
                  </a:moveTo>
                  <a:lnTo>
                    <a:pt x="7899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3558620" y="2550083"/>
              <a:ext cx="856555" cy="423385"/>
            </a:xfrm>
            <a:custGeom>
              <a:avLst/>
              <a:pathLst>
                <a:path w="856555" h="423385">
                  <a:moveTo>
                    <a:pt x="0" y="423385"/>
                  </a:moveTo>
                  <a:lnTo>
                    <a:pt x="85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3558620" y="2945622"/>
              <a:ext cx="1324690" cy="611582"/>
            </a:xfrm>
            <a:custGeom>
              <a:avLst/>
              <a:pathLst>
                <a:path w="1324690" h="611582">
                  <a:moveTo>
                    <a:pt x="0" y="611582"/>
                  </a:moveTo>
                  <a:lnTo>
                    <a:pt x="533861" y="328277"/>
                  </a:lnTo>
                  <a:lnTo>
                    <a:pt x="802205" y="512604"/>
                  </a:lnTo>
                  <a:lnTo>
                    <a:pt x="1084825" y="0"/>
                  </a:lnTo>
                  <a:lnTo>
                    <a:pt x="1324690" y="248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3558620" y="3983985"/>
              <a:ext cx="532437" cy="300138"/>
            </a:xfrm>
            <a:custGeom>
              <a:avLst/>
              <a:pathLst>
                <a:path w="532437" h="300138">
                  <a:moveTo>
                    <a:pt x="0" y="0"/>
                  </a:moveTo>
                  <a:lnTo>
                    <a:pt x="532437" y="3001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3558620" y="2612931"/>
              <a:ext cx="284069" cy="635439"/>
            </a:xfrm>
            <a:custGeom>
              <a:avLst/>
              <a:pathLst>
                <a:path w="284069" h="635439">
                  <a:moveTo>
                    <a:pt x="0" y="635439"/>
                  </a:moveTo>
                  <a:lnTo>
                    <a:pt x="2840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3558620" y="2735414"/>
              <a:ext cx="1537017" cy="1036612"/>
            </a:xfrm>
            <a:custGeom>
              <a:avLst/>
              <a:pathLst>
                <a:path w="1537017" h="1036612">
                  <a:moveTo>
                    <a:pt x="0" y="966091"/>
                  </a:moveTo>
                  <a:lnTo>
                    <a:pt x="329723" y="1036612"/>
                  </a:lnTo>
                  <a:lnTo>
                    <a:pt x="15370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4930255" y="3166680"/>
              <a:ext cx="519744" cy="1374264"/>
            </a:xfrm>
            <a:custGeom>
              <a:avLst/>
              <a:pathLst>
                <a:path w="519744" h="1374264">
                  <a:moveTo>
                    <a:pt x="0" y="0"/>
                  </a:moveTo>
                  <a:lnTo>
                    <a:pt x="519744" y="13742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3558620" y="3021025"/>
              <a:ext cx="800756" cy="706319"/>
            </a:xfrm>
            <a:custGeom>
              <a:avLst/>
              <a:pathLst>
                <a:path w="800756" h="706319">
                  <a:moveTo>
                    <a:pt x="0" y="0"/>
                  </a:moveTo>
                  <a:lnTo>
                    <a:pt x="268405" y="706319"/>
                  </a:lnTo>
                  <a:lnTo>
                    <a:pt x="531905" y="94216"/>
                  </a:lnTo>
                  <a:lnTo>
                    <a:pt x="800756" y="1819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3558620" y="2875009"/>
              <a:ext cx="1029026" cy="1145420"/>
            </a:xfrm>
            <a:custGeom>
              <a:avLst/>
              <a:pathLst>
                <a:path w="1029026" h="1145420">
                  <a:moveTo>
                    <a:pt x="0" y="1145420"/>
                  </a:moveTo>
                  <a:lnTo>
                    <a:pt x="538698" y="209267"/>
                  </a:lnTo>
                  <a:lnTo>
                    <a:pt x="10290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3558620" y="3127795"/>
              <a:ext cx="532536" cy="549045"/>
            </a:xfrm>
            <a:custGeom>
              <a:avLst/>
              <a:pathLst>
                <a:path w="532536" h="549045">
                  <a:moveTo>
                    <a:pt x="0" y="549045"/>
                  </a:moveTo>
                  <a:lnTo>
                    <a:pt x="5325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3558620" y="3666669"/>
              <a:ext cx="836265" cy="626591"/>
            </a:xfrm>
            <a:custGeom>
              <a:avLst/>
              <a:pathLst>
                <a:path w="836265" h="626591">
                  <a:moveTo>
                    <a:pt x="0" y="626591"/>
                  </a:moveTo>
                  <a:lnTo>
                    <a:pt x="8362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3558620" y="3767447"/>
              <a:ext cx="552728" cy="516658"/>
            </a:xfrm>
            <a:custGeom>
              <a:avLst/>
              <a:pathLst>
                <a:path w="552728" h="516658">
                  <a:moveTo>
                    <a:pt x="0" y="516658"/>
                  </a:moveTo>
                  <a:lnTo>
                    <a:pt x="258513" y="67839"/>
                  </a:lnTo>
                  <a:lnTo>
                    <a:pt x="5527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3372163" y="1761070"/>
              <a:ext cx="4102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tx364"/>
            <p:cNvSpPr/>
            <p:nvPr/>
          </p:nvSpPr>
          <p:spPr>
            <a:xfrm>
              <a:off x="3210161" y="4349548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247378" y="369910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3247378" y="3051394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3247378" y="240231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3247378" y="1751821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69" name="pl369"/>
            <p:cNvSpPr/>
            <p:nvPr/>
          </p:nvSpPr>
          <p:spPr>
            <a:xfrm>
              <a:off x="3337369" y="43898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3337369" y="37407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3337369" y="30917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3337369" y="24426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3337369" y="17935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355862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488113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620365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tx377"/>
            <p:cNvSpPr/>
            <p:nvPr/>
          </p:nvSpPr>
          <p:spPr>
            <a:xfrm>
              <a:off x="352754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4850059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6141497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4802006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381" name="tx381"/>
            <p:cNvSpPr/>
            <p:nvPr/>
          </p:nvSpPr>
          <p:spPr>
            <a:xfrm rot="-5400000">
              <a:off x="2198516" y="3284579"/>
              <a:ext cx="17546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Plasma pTau217 (Z)</a:t>
              </a:r>
            </a:p>
          </p:txBody>
        </p:sp>
        <p:sp>
          <p:nvSpPr>
            <p:cNvPr id="382" name="rc382"/>
            <p:cNvSpPr/>
            <p:nvPr/>
          </p:nvSpPr>
          <p:spPr>
            <a:xfrm>
              <a:off x="7543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613389" y="4466414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613389" y="3809777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613389" y="3153140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613389" y="2496503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613389" y="183986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81488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86208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942681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1023278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1103875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1184471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613389" y="479473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613389" y="4138095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613389" y="3481458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613389" y="282482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613389" y="2168185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821786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902383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982979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1063576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11441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8857080" y="4663405"/>
              <a:ext cx="138959" cy="13132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8996040" y="4663405"/>
              <a:ext cx="138959" cy="13132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913500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927396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9412920" y="3875441"/>
              <a:ext cx="138959" cy="91929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9551880" y="4006768"/>
              <a:ext cx="138959" cy="78796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9690840" y="3481458"/>
              <a:ext cx="138959" cy="131327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9829799" y="2036858"/>
              <a:ext cx="138959" cy="275787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9968759" y="1905530"/>
              <a:ext cx="138959" cy="288920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10107719" y="3481458"/>
              <a:ext cx="138959" cy="131327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10246679" y="4532077"/>
              <a:ext cx="138959" cy="26265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105245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110804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88570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89960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91350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92739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94129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95518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96908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98297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99687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101077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102466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10524599" y="4532077"/>
              <a:ext cx="138959" cy="262654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10802519" y="4663405"/>
              <a:ext cx="138959" cy="13132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11080439" y="4663405"/>
              <a:ext cx="138959" cy="13132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1028824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10334084" y="3533989"/>
              <a:ext cx="1019769" cy="787324"/>
            </a:xfrm>
            <a:custGeom>
              <a:avLst/>
              <a:pathLst>
                <a:path w="1019769" h="787324">
                  <a:moveTo>
                    <a:pt x="25145" y="787324"/>
                  </a:moveTo>
                  <a:lnTo>
                    <a:pt x="994623" y="787324"/>
                  </a:lnTo>
                  <a:lnTo>
                    <a:pt x="993610" y="787303"/>
                  </a:lnTo>
                  <a:lnTo>
                    <a:pt x="997654" y="787140"/>
                  </a:lnTo>
                  <a:lnTo>
                    <a:pt x="1001619" y="786331"/>
                  </a:lnTo>
                  <a:lnTo>
                    <a:pt x="1005402" y="784896"/>
                  </a:lnTo>
                  <a:lnTo>
                    <a:pt x="1008907" y="782872"/>
                  </a:lnTo>
                  <a:lnTo>
                    <a:pt x="1012042" y="780313"/>
                  </a:lnTo>
                  <a:lnTo>
                    <a:pt x="1014725" y="777284"/>
                  </a:lnTo>
                  <a:lnTo>
                    <a:pt x="1016888" y="773864"/>
                  </a:lnTo>
                  <a:lnTo>
                    <a:pt x="1018474" y="770141"/>
                  </a:lnTo>
                  <a:lnTo>
                    <a:pt x="1019443" y="766211"/>
                  </a:lnTo>
                  <a:lnTo>
                    <a:pt x="1019769" y="762178"/>
                  </a:lnTo>
                  <a:lnTo>
                    <a:pt x="1019769" y="25146"/>
                  </a:lnTo>
                  <a:lnTo>
                    <a:pt x="1019443" y="21112"/>
                  </a:lnTo>
                  <a:lnTo>
                    <a:pt x="1018474" y="17183"/>
                  </a:lnTo>
                  <a:lnTo>
                    <a:pt x="1016888" y="13460"/>
                  </a:lnTo>
                  <a:lnTo>
                    <a:pt x="1014725" y="10039"/>
                  </a:lnTo>
                  <a:lnTo>
                    <a:pt x="1012042" y="7010"/>
                  </a:lnTo>
                  <a:lnTo>
                    <a:pt x="1008907" y="4451"/>
                  </a:lnTo>
                  <a:lnTo>
                    <a:pt x="1005402" y="2427"/>
                  </a:lnTo>
                  <a:lnTo>
                    <a:pt x="1001619" y="992"/>
                  </a:lnTo>
                  <a:lnTo>
                    <a:pt x="997654" y="183"/>
                  </a:lnTo>
                  <a:lnTo>
                    <a:pt x="994623" y="0"/>
                  </a:lnTo>
                  <a:lnTo>
                    <a:pt x="25145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2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762178"/>
                  </a:lnTo>
                  <a:lnTo>
                    <a:pt x="81" y="760154"/>
                  </a:lnTo>
                  <a:lnTo>
                    <a:pt x="81" y="764201"/>
                  </a:lnTo>
                  <a:lnTo>
                    <a:pt x="730" y="768195"/>
                  </a:lnTo>
                  <a:lnTo>
                    <a:pt x="2012" y="772034"/>
                  </a:lnTo>
                  <a:lnTo>
                    <a:pt x="3892" y="775617"/>
                  </a:lnTo>
                  <a:lnTo>
                    <a:pt x="6323" y="778852"/>
                  </a:lnTo>
                  <a:lnTo>
                    <a:pt x="9242" y="781656"/>
                  </a:lnTo>
                  <a:lnTo>
                    <a:pt x="12572" y="783955"/>
                  </a:lnTo>
                  <a:lnTo>
                    <a:pt x="16229" y="785690"/>
                  </a:lnTo>
                  <a:lnTo>
                    <a:pt x="20116" y="786815"/>
                  </a:lnTo>
                  <a:lnTo>
                    <a:pt x="24133" y="787303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tx463"/>
            <p:cNvSpPr/>
            <p:nvPr/>
          </p:nvSpPr>
          <p:spPr>
            <a:xfrm>
              <a:off x="10375994" y="3544794"/>
              <a:ext cx="7066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0.57 Z/year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10375994" y="3774953"/>
              <a:ext cx="65620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-0.191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10375994" y="3948426"/>
              <a:ext cx="935949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0.496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10375994" y="4151232"/>
              <a:ext cx="850614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1.221</a:t>
              </a:r>
            </a:p>
          </p:txBody>
        </p:sp>
        <p:sp>
          <p:nvSpPr>
            <p:cNvPr id="467" name="pg467"/>
            <p:cNvSpPr/>
            <p:nvPr/>
          </p:nvSpPr>
          <p:spPr>
            <a:xfrm>
              <a:off x="7814880" y="2643959"/>
              <a:ext cx="4029838" cy="2150772"/>
            </a:xfrm>
            <a:custGeom>
              <a:avLst/>
              <a:pathLst>
                <a:path w="4029838" h="2150772">
                  <a:moveTo>
                    <a:pt x="0" y="2150772"/>
                  </a:moveTo>
                  <a:lnTo>
                    <a:pt x="7886" y="2150772"/>
                  </a:lnTo>
                  <a:lnTo>
                    <a:pt x="15772" y="2150772"/>
                  </a:lnTo>
                  <a:lnTo>
                    <a:pt x="23658" y="2150772"/>
                  </a:lnTo>
                  <a:lnTo>
                    <a:pt x="31544" y="2150772"/>
                  </a:lnTo>
                  <a:lnTo>
                    <a:pt x="39430" y="2150772"/>
                  </a:lnTo>
                  <a:lnTo>
                    <a:pt x="47317" y="2150772"/>
                  </a:lnTo>
                  <a:lnTo>
                    <a:pt x="55203" y="2150772"/>
                  </a:lnTo>
                  <a:lnTo>
                    <a:pt x="63089" y="2150772"/>
                  </a:lnTo>
                  <a:lnTo>
                    <a:pt x="70975" y="2150772"/>
                  </a:lnTo>
                  <a:lnTo>
                    <a:pt x="78861" y="2150772"/>
                  </a:lnTo>
                  <a:lnTo>
                    <a:pt x="86747" y="2150772"/>
                  </a:lnTo>
                  <a:lnTo>
                    <a:pt x="94634" y="2150772"/>
                  </a:lnTo>
                  <a:lnTo>
                    <a:pt x="102520" y="2150772"/>
                  </a:lnTo>
                  <a:lnTo>
                    <a:pt x="110406" y="2150772"/>
                  </a:lnTo>
                  <a:lnTo>
                    <a:pt x="118292" y="2150772"/>
                  </a:lnTo>
                  <a:lnTo>
                    <a:pt x="126178" y="2150772"/>
                  </a:lnTo>
                  <a:lnTo>
                    <a:pt x="134065" y="2150772"/>
                  </a:lnTo>
                  <a:lnTo>
                    <a:pt x="141951" y="2150772"/>
                  </a:lnTo>
                  <a:lnTo>
                    <a:pt x="149837" y="2150772"/>
                  </a:lnTo>
                  <a:lnTo>
                    <a:pt x="157723" y="2150772"/>
                  </a:lnTo>
                  <a:lnTo>
                    <a:pt x="165609" y="2150772"/>
                  </a:lnTo>
                  <a:lnTo>
                    <a:pt x="173495" y="2150772"/>
                  </a:lnTo>
                  <a:lnTo>
                    <a:pt x="181382" y="2150772"/>
                  </a:lnTo>
                  <a:lnTo>
                    <a:pt x="189268" y="2150772"/>
                  </a:lnTo>
                  <a:lnTo>
                    <a:pt x="197154" y="2150772"/>
                  </a:lnTo>
                  <a:lnTo>
                    <a:pt x="205040" y="2150772"/>
                  </a:lnTo>
                  <a:lnTo>
                    <a:pt x="212926" y="2150772"/>
                  </a:lnTo>
                  <a:lnTo>
                    <a:pt x="220813" y="2150772"/>
                  </a:lnTo>
                  <a:lnTo>
                    <a:pt x="228699" y="2150772"/>
                  </a:lnTo>
                  <a:lnTo>
                    <a:pt x="236585" y="2150772"/>
                  </a:lnTo>
                  <a:lnTo>
                    <a:pt x="244471" y="2150772"/>
                  </a:lnTo>
                  <a:lnTo>
                    <a:pt x="252357" y="2150772"/>
                  </a:lnTo>
                  <a:lnTo>
                    <a:pt x="260243" y="2150772"/>
                  </a:lnTo>
                  <a:lnTo>
                    <a:pt x="268130" y="2150772"/>
                  </a:lnTo>
                  <a:lnTo>
                    <a:pt x="276016" y="2150772"/>
                  </a:lnTo>
                  <a:lnTo>
                    <a:pt x="283902" y="2150772"/>
                  </a:lnTo>
                  <a:lnTo>
                    <a:pt x="291788" y="2150772"/>
                  </a:lnTo>
                  <a:lnTo>
                    <a:pt x="299674" y="2150772"/>
                  </a:lnTo>
                  <a:lnTo>
                    <a:pt x="307561" y="2150772"/>
                  </a:lnTo>
                  <a:lnTo>
                    <a:pt x="315447" y="2150772"/>
                  </a:lnTo>
                  <a:lnTo>
                    <a:pt x="323333" y="2150772"/>
                  </a:lnTo>
                  <a:lnTo>
                    <a:pt x="331219" y="2150772"/>
                  </a:lnTo>
                  <a:lnTo>
                    <a:pt x="339105" y="2150772"/>
                  </a:lnTo>
                  <a:lnTo>
                    <a:pt x="346991" y="2150772"/>
                  </a:lnTo>
                  <a:lnTo>
                    <a:pt x="354878" y="2150772"/>
                  </a:lnTo>
                  <a:lnTo>
                    <a:pt x="362764" y="2150772"/>
                  </a:lnTo>
                  <a:lnTo>
                    <a:pt x="370650" y="2150772"/>
                  </a:lnTo>
                  <a:lnTo>
                    <a:pt x="378536" y="2150772"/>
                  </a:lnTo>
                  <a:lnTo>
                    <a:pt x="386422" y="2150772"/>
                  </a:lnTo>
                  <a:lnTo>
                    <a:pt x="394309" y="2150772"/>
                  </a:lnTo>
                  <a:lnTo>
                    <a:pt x="402195" y="2150772"/>
                  </a:lnTo>
                  <a:lnTo>
                    <a:pt x="410081" y="2150771"/>
                  </a:lnTo>
                  <a:lnTo>
                    <a:pt x="417967" y="2150771"/>
                  </a:lnTo>
                  <a:lnTo>
                    <a:pt x="425853" y="2150771"/>
                  </a:lnTo>
                  <a:lnTo>
                    <a:pt x="433739" y="2150771"/>
                  </a:lnTo>
                  <a:lnTo>
                    <a:pt x="441626" y="2150770"/>
                  </a:lnTo>
                  <a:lnTo>
                    <a:pt x="449512" y="2150770"/>
                  </a:lnTo>
                  <a:lnTo>
                    <a:pt x="457398" y="2150769"/>
                  </a:lnTo>
                  <a:lnTo>
                    <a:pt x="465284" y="2150768"/>
                  </a:lnTo>
                  <a:lnTo>
                    <a:pt x="473170" y="2150767"/>
                  </a:lnTo>
                  <a:lnTo>
                    <a:pt x="481056" y="2150766"/>
                  </a:lnTo>
                  <a:lnTo>
                    <a:pt x="488943" y="2150764"/>
                  </a:lnTo>
                  <a:lnTo>
                    <a:pt x="496829" y="2150762"/>
                  </a:lnTo>
                  <a:lnTo>
                    <a:pt x="504715" y="2150760"/>
                  </a:lnTo>
                  <a:lnTo>
                    <a:pt x="512601" y="2150757"/>
                  </a:lnTo>
                  <a:lnTo>
                    <a:pt x="520487" y="2150754"/>
                  </a:lnTo>
                  <a:lnTo>
                    <a:pt x="528374" y="2150750"/>
                  </a:lnTo>
                  <a:lnTo>
                    <a:pt x="536260" y="2150744"/>
                  </a:lnTo>
                  <a:lnTo>
                    <a:pt x="544146" y="2150738"/>
                  </a:lnTo>
                  <a:lnTo>
                    <a:pt x="552032" y="2150731"/>
                  </a:lnTo>
                  <a:lnTo>
                    <a:pt x="559918" y="2150723"/>
                  </a:lnTo>
                  <a:lnTo>
                    <a:pt x="567804" y="2150712"/>
                  </a:lnTo>
                  <a:lnTo>
                    <a:pt x="575691" y="2150700"/>
                  </a:lnTo>
                  <a:lnTo>
                    <a:pt x="583577" y="2150685"/>
                  </a:lnTo>
                  <a:lnTo>
                    <a:pt x="591463" y="2150668"/>
                  </a:lnTo>
                  <a:lnTo>
                    <a:pt x="599349" y="2150647"/>
                  </a:lnTo>
                  <a:lnTo>
                    <a:pt x="607235" y="2150622"/>
                  </a:lnTo>
                  <a:lnTo>
                    <a:pt x="615122" y="2150594"/>
                  </a:lnTo>
                  <a:lnTo>
                    <a:pt x="623008" y="2150560"/>
                  </a:lnTo>
                  <a:lnTo>
                    <a:pt x="630894" y="2150520"/>
                  </a:lnTo>
                  <a:lnTo>
                    <a:pt x="638780" y="2150474"/>
                  </a:lnTo>
                  <a:lnTo>
                    <a:pt x="646666" y="2150421"/>
                  </a:lnTo>
                  <a:lnTo>
                    <a:pt x="654552" y="2150360"/>
                  </a:lnTo>
                  <a:lnTo>
                    <a:pt x="662439" y="2150287"/>
                  </a:lnTo>
                  <a:lnTo>
                    <a:pt x="670325" y="2150203"/>
                  </a:lnTo>
                  <a:lnTo>
                    <a:pt x="678211" y="2150108"/>
                  </a:lnTo>
                  <a:lnTo>
                    <a:pt x="686097" y="2150000"/>
                  </a:lnTo>
                  <a:lnTo>
                    <a:pt x="693983" y="2149872"/>
                  </a:lnTo>
                  <a:lnTo>
                    <a:pt x="701870" y="2149727"/>
                  </a:lnTo>
                  <a:lnTo>
                    <a:pt x="709756" y="2149564"/>
                  </a:lnTo>
                  <a:lnTo>
                    <a:pt x="717642" y="2149381"/>
                  </a:lnTo>
                  <a:lnTo>
                    <a:pt x="725528" y="2149167"/>
                  </a:lnTo>
                  <a:lnTo>
                    <a:pt x="733414" y="2148927"/>
                  </a:lnTo>
                  <a:lnTo>
                    <a:pt x="741300" y="2148658"/>
                  </a:lnTo>
                  <a:lnTo>
                    <a:pt x="749187" y="2148361"/>
                  </a:lnTo>
                  <a:lnTo>
                    <a:pt x="757073" y="2148021"/>
                  </a:lnTo>
                  <a:lnTo>
                    <a:pt x="764959" y="2147639"/>
                  </a:lnTo>
                  <a:lnTo>
                    <a:pt x="772845" y="2147218"/>
                  </a:lnTo>
                  <a:lnTo>
                    <a:pt x="780731" y="2146754"/>
                  </a:lnTo>
                  <a:lnTo>
                    <a:pt x="788618" y="2146238"/>
                  </a:lnTo>
                  <a:lnTo>
                    <a:pt x="796504" y="2145658"/>
                  </a:lnTo>
                  <a:lnTo>
                    <a:pt x="804390" y="2145025"/>
                  </a:lnTo>
                  <a:lnTo>
                    <a:pt x="812276" y="2144337"/>
                  </a:lnTo>
                  <a:lnTo>
                    <a:pt x="820162" y="2143584"/>
                  </a:lnTo>
                  <a:lnTo>
                    <a:pt x="828048" y="2142745"/>
                  </a:lnTo>
                  <a:lnTo>
                    <a:pt x="835935" y="2141838"/>
                  </a:lnTo>
                  <a:lnTo>
                    <a:pt x="843821" y="2140861"/>
                  </a:lnTo>
                  <a:lnTo>
                    <a:pt x="851707" y="2139812"/>
                  </a:lnTo>
                  <a:lnTo>
                    <a:pt x="859593" y="2138653"/>
                  </a:lnTo>
                  <a:lnTo>
                    <a:pt x="867479" y="2137414"/>
                  </a:lnTo>
                  <a:lnTo>
                    <a:pt x="875366" y="2136093"/>
                  </a:lnTo>
                  <a:lnTo>
                    <a:pt x="883252" y="2134690"/>
                  </a:lnTo>
                  <a:lnTo>
                    <a:pt x="891138" y="2133174"/>
                  </a:lnTo>
                  <a:lnTo>
                    <a:pt x="899024" y="2131562"/>
                  </a:lnTo>
                  <a:lnTo>
                    <a:pt x="906910" y="2129865"/>
                  </a:lnTo>
                  <a:lnTo>
                    <a:pt x="914796" y="2128081"/>
                  </a:lnTo>
                  <a:lnTo>
                    <a:pt x="922683" y="2126191"/>
                  </a:lnTo>
                  <a:lnTo>
                    <a:pt x="930569" y="2124201"/>
                  </a:lnTo>
                  <a:lnTo>
                    <a:pt x="938455" y="2122130"/>
                  </a:lnTo>
                  <a:lnTo>
                    <a:pt x="946341" y="2119981"/>
                  </a:lnTo>
                  <a:lnTo>
                    <a:pt x="954227" y="2117744"/>
                  </a:lnTo>
                  <a:lnTo>
                    <a:pt x="962113" y="2115417"/>
                  </a:lnTo>
                  <a:lnTo>
                    <a:pt x="970000" y="2113027"/>
                  </a:lnTo>
                  <a:lnTo>
                    <a:pt x="977886" y="2110579"/>
                  </a:lnTo>
                  <a:lnTo>
                    <a:pt x="985772" y="2108075"/>
                  </a:lnTo>
                  <a:lnTo>
                    <a:pt x="993658" y="2105511"/>
                  </a:lnTo>
                  <a:lnTo>
                    <a:pt x="1001544" y="2102916"/>
                  </a:lnTo>
                  <a:lnTo>
                    <a:pt x="1009431" y="2100296"/>
                  </a:lnTo>
                  <a:lnTo>
                    <a:pt x="1017317" y="2097658"/>
                  </a:lnTo>
                  <a:lnTo>
                    <a:pt x="1025203" y="2095014"/>
                  </a:lnTo>
                  <a:lnTo>
                    <a:pt x="1033089" y="2092380"/>
                  </a:lnTo>
                  <a:lnTo>
                    <a:pt x="1040975" y="2089765"/>
                  </a:lnTo>
                  <a:lnTo>
                    <a:pt x="1048861" y="2087179"/>
                  </a:lnTo>
                  <a:lnTo>
                    <a:pt x="1056748" y="2084646"/>
                  </a:lnTo>
                  <a:lnTo>
                    <a:pt x="1064634" y="2082177"/>
                  </a:lnTo>
                  <a:lnTo>
                    <a:pt x="1072520" y="2079777"/>
                  </a:lnTo>
                  <a:lnTo>
                    <a:pt x="1080406" y="2077451"/>
                  </a:lnTo>
                  <a:lnTo>
                    <a:pt x="1088292" y="2075232"/>
                  </a:lnTo>
                  <a:lnTo>
                    <a:pt x="1096179" y="2073138"/>
                  </a:lnTo>
                  <a:lnTo>
                    <a:pt x="1104065" y="2071155"/>
                  </a:lnTo>
                  <a:lnTo>
                    <a:pt x="1111951" y="2069289"/>
                  </a:lnTo>
                  <a:lnTo>
                    <a:pt x="1119837" y="2067562"/>
                  </a:lnTo>
                  <a:lnTo>
                    <a:pt x="1127723" y="2066014"/>
                  </a:lnTo>
                  <a:lnTo>
                    <a:pt x="1135609" y="2064605"/>
                  </a:lnTo>
                  <a:lnTo>
                    <a:pt x="1143496" y="2063339"/>
                  </a:lnTo>
                  <a:lnTo>
                    <a:pt x="1151382" y="2062220"/>
                  </a:lnTo>
                  <a:lnTo>
                    <a:pt x="1159268" y="2061310"/>
                  </a:lnTo>
                  <a:lnTo>
                    <a:pt x="1167154" y="2060544"/>
                  </a:lnTo>
                  <a:lnTo>
                    <a:pt x="1175040" y="2059919"/>
                  </a:lnTo>
                  <a:lnTo>
                    <a:pt x="1182927" y="2059432"/>
                  </a:lnTo>
                  <a:lnTo>
                    <a:pt x="1190813" y="2059126"/>
                  </a:lnTo>
                  <a:lnTo>
                    <a:pt x="1198699" y="2058947"/>
                  </a:lnTo>
                  <a:lnTo>
                    <a:pt x="1206585" y="2058877"/>
                  </a:lnTo>
                  <a:lnTo>
                    <a:pt x="1214471" y="2058907"/>
                  </a:lnTo>
                  <a:lnTo>
                    <a:pt x="1222357" y="2059046"/>
                  </a:lnTo>
                  <a:lnTo>
                    <a:pt x="1230244" y="2059257"/>
                  </a:lnTo>
                  <a:lnTo>
                    <a:pt x="1238130" y="2059513"/>
                  </a:lnTo>
                  <a:lnTo>
                    <a:pt x="1246016" y="2059798"/>
                  </a:lnTo>
                  <a:lnTo>
                    <a:pt x="1253902" y="2060094"/>
                  </a:lnTo>
                  <a:lnTo>
                    <a:pt x="1261788" y="2060362"/>
                  </a:lnTo>
                  <a:lnTo>
                    <a:pt x="1269675" y="2060581"/>
                  </a:lnTo>
                  <a:lnTo>
                    <a:pt x="1277561" y="2060732"/>
                  </a:lnTo>
                  <a:lnTo>
                    <a:pt x="1285447" y="2060784"/>
                  </a:lnTo>
                  <a:lnTo>
                    <a:pt x="1293333" y="2060663"/>
                  </a:lnTo>
                  <a:lnTo>
                    <a:pt x="1301219" y="2060379"/>
                  </a:lnTo>
                  <a:lnTo>
                    <a:pt x="1309105" y="2059912"/>
                  </a:lnTo>
                  <a:lnTo>
                    <a:pt x="1316992" y="2059241"/>
                  </a:lnTo>
                  <a:lnTo>
                    <a:pt x="1324878" y="2058218"/>
                  </a:lnTo>
                  <a:lnTo>
                    <a:pt x="1332764" y="2056912"/>
                  </a:lnTo>
                  <a:lnTo>
                    <a:pt x="1340650" y="2055302"/>
                  </a:lnTo>
                  <a:lnTo>
                    <a:pt x="1348536" y="2053369"/>
                  </a:lnTo>
                  <a:lnTo>
                    <a:pt x="1356423" y="2050956"/>
                  </a:lnTo>
                  <a:lnTo>
                    <a:pt x="1364309" y="2048112"/>
                  </a:lnTo>
                  <a:lnTo>
                    <a:pt x="1372195" y="2044855"/>
                  </a:lnTo>
                  <a:lnTo>
                    <a:pt x="1380081" y="2041169"/>
                  </a:lnTo>
                  <a:lnTo>
                    <a:pt x="1387967" y="2036916"/>
                  </a:lnTo>
                  <a:lnTo>
                    <a:pt x="1395853" y="2032087"/>
                  </a:lnTo>
                  <a:lnTo>
                    <a:pt x="1403740" y="2026761"/>
                  </a:lnTo>
                  <a:lnTo>
                    <a:pt x="1411626" y="2020926"/>
                  </a:lnTo>
                  <a:lnTo>
                    <a:pt x="1419512" y="2014488"/>
                  </a:lnTo>
                  <a:lnTo>
                    <a:pt x="1427398" y="2007354"/>
                  </a:lnTo>
                  <a:lnTo>
                    <a:pt x="1435284" y="1999673"/>
                  </a:lnTo>
                  <a:lnTo>
                    <a:pt x="1443170" y="1991441"/>
                  </a:lnTo>
                  <a:lnTo>
                    <a:pt x="1451057" y="1982622"/>
                  </a:lnTo>
                  <a:lnTo>
                    <a:pt x="1458943" y="1973026"/>
                  </a:lnTo>
                  <a:lnTo>
                    <a:pt x="1466829" y="1962876"/>
                  </a:lnTo>
                  <a:lnTo>
                    <a:pt x="1474715" y="1952175"/>
                  </a:lnTo>
                  <a:lnTo>
                    <a:pt x="1482601" y="1940925"/>
                  </a:lnTo>
                  <a:lnTo>
                    <a:pt x="1490488" y="1928914"/>
                  </a:lnTo>
                  <a:lnTo>
                    <a:pt x="1498374" y="1916360"/>
                  </a:lnTo>
                  <a:lnTo>
                    <a:pt x="1506260" y="1903291"/>
                  </a:lnTo>
                  <a:lnTo>
                    <a:pt x="1514146" y="1889718"/>
                  </a:lnTo>
                  <a:lnTo>
                    <a:pt x="1522032" y="1875503"/>
                  </a:lnTo>
                  <a:lnTo>
                    <a:pt x="1529918" y="1860761"/>
                  </a:lnTo>
                  <a:lnTo>
                    <a:pt x="1537805" y="1845569"/>
                  </a:lnTo>
                  <a:lnTo>
                    <a:pt x="1545691" y="1829940"/>
                  </a:lnTo>
                  <a:lnTo>
                    <a:pt x="1553577" y="1813801"/>
                  </a:lnTo>
                  <a:lnTo>
                    <a:pt x="1561463" y="1797178"/>
                  </a:lnTo>
                  <a:lnTo>
                    <a:pt x="1569349" y="1780178"/>
                  </a:lnTo>
                  <a:lnTo>
                    <a:pt x="1577236" y="1762816"/>
                  </a:lnTo>
                  <a:lnTo>
                    <a:pt x="1585122" y="1745060"/>
                  </a:lnTo>
                  <a:lnTo>
                    <a:pt x="1593008" y="1726868"/>
                  </a:lnTo>
                  <a:lnTo>
                    <a:pt x="1600894" y="1708360"/>
                  </a:lnTo>
                  <a:lnTo>
                    <a:pt x="1608780" y="1689546"/>
                  </a:lnTo>
                  <a:lnTo>
                    <a:pt x="1616666" y="1670422"/>
                  </a:lnTo>
                  <a:lnTo>
                    <a:pt x="1624553" y="1650885"/>
                  </a:lnTo>
                  <a:lnTo>
                    <a:pt x="1632439" y="1631061"/>
                  </a:lnTo>
                  <a:lnTo>
                    <a:pt x="1640325" y="1610951"/>
                  </a:lnTo>
                  <a:lnTo>
                    <a:pt x="1648211" y="1590553"/>
                  </a:lnTo>
                  <a:lnTo>
                    <a:pt x="1656097" y="1569751"/>
                  </a:lnTo>
                  <a:lnTo>
                    <a:pt x="1663984" y="1548626"/>
                  </a:lnTo>
                  <a:lnTo>
                    <a:pt x="1671870" y="1527190"/>
                  </a:lnTo>
                  <a:lnTo>
                    <a:pt x="1679756" y="1505434"/>
                  </a:lnTo>
                  <a:lnTo>
                    <a:pt x="1687642" y="1483245"/>
                  </a:lnTo>
                  <a:lnTo>
                    <a:pt x="1695528" y="1460638"/>
                  </a:lnTo>
                  <a:lnTo>
                    <a:pt x="1703414" y="1437654"/>
                  </a:lnTo>
                  <a:lnTo>
                    <a:pt x="1711301" y="1414277"/>
                  </a:lnTo>
                  <a:lnTo>
                    <a:pt x="1719187" y="1390409"/>
                  </a:lnTo>
                  <a:lnTo>
                    <a:pt x="1727073" y="1365982"/>
                  </a:lnTo>
                  <a:lnTo>
                    <a:pt x="1734959" y="1341088"/>
                  </a:lnTo>
                  <a:lnTo>
                    <a:pt x="1742845" y="1315712"/>
                  </a:lnTo>
                  <a:lnTo>
                    <a:pt x="1750732" y="1289788"/>
                  </a:lnTo>
                  <a:lnTo>
                    <a:pt x="1758618" y="1263148"/>
                  </a:lnTo>
                  <a:lnTo>
                    <a:pt x="1766504" y="1235961"/>
                  </a:lnTo>
                  <a:lnTo>
                    <a:pt x="1774390" y="1208215"/>
                  </a:lnTo>
                  <a:lnTo>
                    <a:pt x="1782276" y="1179900"/>
                  </a:lnTo>
                  <a:lnTo>
                    <a:pt x="1790162" y="1150745"/>
                  </a:lnTo>
                  <a:lnTo>
                    <a:pt x="1798049" y="1121003"/>
                  </a:lnTo>
                  <a:lnTo>
                    <a:pt x="1805935" y="1090678"/>
                  </a:lnTo>
                  <a:lnTo>
                    <a:pt x="1813821" y="1059772"/>
                  </a:lnTo>
                  <a:lnTo>
                    <a:pt x="1821707" y="1028095"/>
                  </a:lnTo>
                  <a:lnTo>
                    <a:pt x="1829593" y="995817"/>
                  </a:lnTo>
                  <a:lnTo>
                    <a:pt x="1837479" y="963012"/>
                  </a:lnTo>
                  <a:lnTo>
                    <a:pt x="1845366" y="929700"/>
                  </a:lnTo>
                  <a:lnTo>
                    <a:pt x="1853252" y="895795"/>
                  </a:lnTo>
                  <a:lnTo>
                    <a:pt x="1861138" y="861389"/>
                  </a:lnTo>
                  <a:lnTo>
                    <a:pt x="1869024" y="826612"/>
                  </a:lnTo>
                  <a:lnTo>
                    <a:pt x="1876910" y="791502"/>
                  </a:lnTo>
                  <a:lnTo>
                    <a:pt x="1884797" y="756067"/>
                  </a:lnTo>
                  <a:lnTo>
                    <a:pt x="1892683" y="720379"/>
                  </a:lnTo>
                  <a:lnTo>
                    <a:pt x="1900569" y="684574"/>
                  </a:lnTo>
                  <a:lnTo>
                    <a:pt x="1908455" y="648704"/>
                  </a:lnTo>
                  <a:lnTo>
                    <a:pt x="1916341" y="612832"/>
                  </a:lnTo>
                  <a:lnTo>
                    <a:pt x="1924227" y="577107"/>
                  </a:lnTo>
                  <a:lnTo>
                    <a:pt x="1932114" y="541594"/>
                  </a:lnTo>
                  <a:lnTo>
                    <a:pt x="1940000" y="506357"/>
                  </a:lnTo>
                  <a:lnTo>
                    <a:pt x="1947886" y="471461"/>
                  </a:lnTo>
                  <a:lnTo>
                    <a:pt x="1955772" y="437214"/>
                  </a:lnTo>
                  <a:lnTo>
                    <a:pt x="1963658" y="403566"/>
                  </a:lnTo>
                  <a:lnTo>
                    <a:pt x="1971545" y="370569"/>
                  </a:lnTo>
                  <a:lnTo>
                    <a:pt x="1979431" y="338290"/>
                  </a:lnTo>
                  <a:lnTo>
                    <a:pt x="1987317" y="307101"/>
                  </a:lnTo>
                  <a:lnTo>
                    <a:pt x="1995203" y="276975"/>
                  </a:lnTo>
                  <a:lnTo>
                    <a:pt x="2003089" y="247870"/>
                  </a:lnTo>
                  <a:lnTo>
                    <a:pt x="2010975" y="219848"/>
                  </a:lnTo>
                  <a:lnTo>
                    <a:pt x="2018862" y="193258"/>
                  </a:lnTo>
                  <a:lnTo>
                    <a:pt x="2026748" y="168228"/>
                  </a:lnTo>
                  <a:lnTo>
                    <a:pt x="2034634" y="144549"/>
                  </a:lnTo>
                  <a:lnTo>
                    <a:pt x="2042520" y="122271"/>
                  </a:lnTo>
                  <a:lnTo>
                    <a:pt x="2050406" y="101647"/>
                  </a:lnTo>
                  <a:lnTo>
                    <a:pt x="2058293" y="83070"/>
                  </a:lnTo>
                  <a:lnTo>
                    <a:pt x="2066179" y="66108"/>
                  </a:lnTo>
                  <a:lnTo>
                    <a:pt x="2074065" y="50800"/>
                  </a:lnTo>
                  <a:lnTo>
                    <a:pt x="2081951" y="37242"/>
                  </a:lnTo>
                  <a:lnTo>
                    <a:pt x="2089837" y="26173"/>
                  </a:lnTo>
                  <a:lnTo>
                    <a:pt x="2097723" y="16908"/>
                  </a:lnTo>
                  <a:lnTo>
                    <a:pt x="2105610" y="9473"/>
                  </a:lnTo>
                  <a:lnTo>
                    <a:pt x="2113496" y="3891"/>
                  </a:lnTo>
                  <a:lnTo>
                    <a:pt x="2121382" y="927"/>
                  </a:lnTo>
                  <a:lnTo>
                    <a:pt x="2129268" y="0"/>
                  </a:lnTo>
                  <a:lnTo>
                    <a:pt x="2137154" y="998"/>
                  </a:lnTo>
                  <a:lnTo>
                    <a:pt x="2145041" y="3932"/>
                  </a:lnTo>
                  <a:lnTo>
                    <a:pt x="2152927" y="9378"/>
                  </a:lnTo>
                  <a:lnTo>
                    <a:pt x="2160813" y="17084"/>
                  </a:lnTo>
                  <a:lnTo>
                    <a:pt x="2168699" y="26734"/>
                  </a:lnTo>
                  <a:lnTo>
                    <a:pt x="2176585" y="38323"/>
                  </a:lnTo>
                  <a:lnTo>
                    <a:pt x="2184471" y="52218"/>
                  </a:lnTo>
                  <a:lnTo>
                    <a:pt x="2192358" y="68509"/>
                  </a:lnTo>
                  <a:lnTo>
                    <a:pt x="2200244" y="86682"/>
                  </a:lnTo>
                  <a:lnTo>
                    <a:pt x="2208130" y="106716"/>
                  </a:lnTo>
                  <a:lnTo>
                    <a:pt x="2216016" y="128767"/>
                  </a:lnTo>
                  <a:lnTo>
                    <a:pt x="2223902" y="153236"/>
                  </a:lnTo>
                  <a:lnTo>
                    <a:pt x="2231789" y="179439"/>
                  </a:lnTo>
                  <a:lnTo>
                    <a:pt x="2239675" y="207341"/>
                  </a:lnTo>
                  <a:lnTo>
                    <a:pt x="2247561" y="236906"/>
                  </a:lnTo>
                  <a:lnTo>
                    <a:pt x="2255447" y="268767"/>
                  </a:lnTo>
                  <a:lnTo>
                    <a:pt x="2263333" y="302126"/>
                  </a:lnTo>
                  <a:lnTo>
                    <a:pt x="2271219" y="336930"/>
                  </a:lnTo>
                  <a:lnTo>
                    <a:pt x="2279106" y="373127"/>
                  </a:lnTo>
                  <a:lnTo>
                    <a:pt x="2286992" y="411085"/>
                  </a:lnTo>
                  <a:lnTo>
                    <a:pt x="2294878" y="450341"/>
                  </a:lnTo>
                  <a:lnTo>
                    <a:pt x="2302764" y="490706"/>
                  </a:lnTo>
                  <a:lnTo>
                    <a:pt x="2310650" y="532113"/>
                  </a:lnTo>
                  <a:lnTo>
                    <a:pt x="2318536" y="574704"/>
                  </a:lnTo>
                  <a:lnTo>
                    <a:pt x="2326423" y="618256"/>
                  </a:lnTo>
                  <a:lnTo>
                    <a:pt x="2334309" y="662514"/>
                  </a:lnTo>
                  <a:lnTo>
                    <a:pt x="2342195" y="707402"/>
                  </a:lnTo>
                  <a:lnTo>
                    <a:pt x="2350081" y="752906"/>
                  </a:lnTo>
                  <a:lnTo>
                    <a:pt x="2357967" y="798907"/>
                  </a:lnTo>
                  <a:lnTo>
                    <a:pt x="2365854" y="845175"/>
                  </a:lnTo>
                  <a:lnTo>
                    <a:pt x="2373740" y="891632"/>
                  </a:lnTo>
                  <a:lnTo>
                    <a:pt x="2381626" y="938195"/>
                  </a:lnTo>
                  <a:lnTo>
                    <a:pt x="2389512" y="984702"/>
                  </a:lnTo>
                  <a:lnTo>
                    <a:pt x="2397398" y="1031040"/>
                  </a:lnTo>
                  <a:lnTo>
                    <a:pt x="2405284" y="1077136"/>
                  </a:lnTo>
                  <a:lnTo>
                    <a:pt x="2413171" y="1122918"/>
                  </a:lnTo>
                  <a:lnTo>
                    <a:pt x="2421057" y="1168078"/>
                  </a:lnTo>
                  <a:lnTo>
                    <a:pt x="2428943" y="1212667"/>
                  </a:lnTo>
                  <a:lnTo>
                    <a:pt x="2436829" y="1256636"/>
                  </a:lnTo>
                  <a:lnTo>
                    <a:pt x="2444715" y="1299926"/>
                  </a:lnTo>
                  <a:lnTo>
                    <a:pt x="2452602" y="1342199"/>
                  </a:lnTo>
                  <a:lnTo>
                    <a:pt x="2460488" y="1383505"/>
                  </a:lnTo>
                  <a:lnTo>
                    <a:pt x="2468374" y="1423899"/>
                  </a:lnTo>
                  <a:lnTo>
                    <a:pt x="2476260" y="1463339"/>
                  </a:lnTo>
                  <a:lnTo>
                    <a:pt x="2484146" y="1501540"/>
                  </a:lnTo>
                  <a:lnTo>
                    <a:pt x="2492032" y="1538437"/>
                  </a:lnTo>
                  <a:lnTo>
                    <a:pt x="2499919" y="1574233"/>
                  </a:lnTo>
                  <a:lnTo>
                    <a:pt x="2507805" y="1608905"/>
                  </a:lnTo>
                  <a:lnTo>
                    <a:pt x="2515691" y="1642275"/>
                  </a:lnTo>
                  <a:lnTo>
                    <a:pt x="2523577" y="1674098"/>
                  </a:lnTo>
                  <a:lnTo>
                    <a:pt x="2531463" y="1704736"/>
                  </a:lnTo>
                  <a:lnTo>
                    <a:pt x="2539350" y="1734184"/>
                  </a:lnTo>
                  <a:lnTo>
                    <a:pt x="2547236" y="1762397"/>
                  </a:lnTo>
                  <a:lnTo>
                    <a:pt x="2555122" y="1788929"/>
                  </a:lnTo>
                  <a:lnTo>
                    <a:pt x="2563008" y="1814286"/>
                  </a:lnTo>
                  <a:lnTo>
                    <a:pt x="2570894" y="1838479"/>
                  </a:lnTo>
                  <a:lnTo>
                    <a:pt x="2578780" y="1861519"/>
                  </a:lnTo>
                  <a:lnTo>
                    <a:pt x="2586667" y="1882992"/>
                  </a:lnTo>
                  <a:lnTo>
                    <a:pt x="2594553" y="1903306"/>
                  </a:lnTo>
                  <a:lnTo>
                    <a:pt x="2602439" y="1922551"/>
                  </a:lnTo>
                  <a:lnTo>
                    <a:pt x="2610325" y="1940746"/>
                  </a:lnTo>
                  <a:lnTo>
                    <a:pt x="2618211" y="1957631"/>
                  </a:lnTo>
                  <a:lnTo>
                    <a:pt x="2626098" y="1973397"/>
                  </a:lnTo>
                  <a:lnTo>
                    <a:pt x="2633984" y="1988231"/>
                  </a:lnTo>
                  <a:lnTo>
                    <a:pt x="2641870" y="2002159"/>
                  </a:lnTo>
                  <a:lnTo>
                    <a:pt x="2649756" y="2015045"/>
                  </a:lnTo>
                  <a:lnTo>
                    <a:pt x="2657642" y="2026908"/>
                  </a:lnTo>
                  <a:lnTo>
                    <a:pt x="2665528" y="2037995"/>
                  </a:lnTo>
                  <a:lnTo>
                    <a:pt x="2673415" y="2048333"/>
                  </a:lnTo>
                  <a:lnTo>
                    <a:pt x="2681301" y="2057885"/>
                  </a:lnTo>
                  <a:lnTo>
                    <a:pt x="2689187" y="2066541"/>
                  </a:lnTo>
                  <a:lnTo>
                    <a:pt x="2697073" y="2074578"/>
                  </a:lnTo>
                  <a:lnTo>
                    <a:pt x="2704959" y="2082023"/>
                  </a:lnTo>
                  <a:lnTo>
                    <a:pt x="2712846" y="2088899"/>
                  </a:lnTo>
                  <a:lnTo>
                    <a:pt x="2720732" y="2095025"/>
                  </a:lnTo>
                  <a:lnTo>
                    <a:pt x="2728618" y="2100677"/>
                  </a:lnTo>
                  <a:lnTo>
                    <a:pt x="2736504" y="2105878"/>
                  </a:lnTo>
                  <a:lnTo>
                    <a:pt x="2744390" y="2110651"/>
                  </a:lnTo>
                  <a:lnTo>
                    <a:pt x="2752276" y="2114891"/>
                  </a:lnTo>
                  <a:lnTo>
                    <a:pt x="2760163" y="2118745"/>
                  </a:lnTo>
                  <a:lnTo>
                    <a:pt x="2768049" y="2122268"/>
                  </a:lnTo>
                  <a:lnTo>
                    <a:pt x="2775935" y="2125480"/>
                  </a:lnTo>
                  <a:lnTo>
                    <a:pt x="2783821" y="2128330"/>
                  </a:lnTo>
                  <a:lnTo>
                    <a:pt x="2791707" y="2130878"/>
                  </a:lnTo>
                  <a:lnTo>
                    <a:pt x="2799593" y="2133192"/>
                  </a:lnTo>
                  <a:lnTo>
                    <a:pt x="2807480" y="2135286"/>
                  </a:lnTo>
                  <a:lnTo>
                    <a:pt x="2815366" y="2137146"/>
                  </a:lnTo>
                  <a:lnTo>
                    <a:pt x="2823252" y="2138777"/>
                  </a:lnTo>
                  <a:lnTo>
                    <a:pt x="2831138" y="2140249"/>
                  </a:lnTo>
                  <a:lnTo>
                    <a:pt x="2839024" y="2141572"/>
                  </a:lnTo>
                  <a:lnTo>
                    <a:pt x="2846911" y="2142748"/>
                  </a:lnTo>
                  <a:lnTo>
                    <a:pt x="2854797" y="2143759"/>
                  </a:lnTo>
                  <a:lnTo>
                    <a:pt x="2862683" y="2144665"/>
                  </a:lnTo>
                  <a:lnTo>
                    <a:pt x="2870569" y="2145473"/>
                  </a:lnTo>
                  <a:lnTo>
                    <a:pt x="2878455" y="2146192"/>
                  </a:lnTo>
                  <a:lnTo>
                    <a:pt x="2886341" y="2146800"/>
                  </a:lnTo>
                  <a:lnTo>
                    <a:pt x="2894228" y="2147339"/>
                  </a:lnTo>
                  <a:lnTo>
                    <a:pt x="2902114" y="2147817"/>
                  </a:lnTo>
                  <a:lnTo>
                    <a:pt x="2910000" y="2148238"/>
                  </a:lnTo>
                  <a:lnTo>
                    <a:pt x="2917886" y="2148595"/>
                  </a:lnTo>
                  <a:lnTo>
                    <a:pt x="2925772" y="2148905"/>
                  </a:lnTo>
                  <a:lnTo>
                    <a:pt x="2933659" y="2149177"/>
                  </a:lnTo>
                  <a:lnTo>
                    <a:pt x="2941545" y="2149416"/>
                  </a:lnTo>
                  <a:lnTo>
                    <a:pt x="2949431" y="2149618"/>
                  </a:lnTo>
                  <a:lnTo>
                    <a:pt x="2957317" y="2149790"/>
                  </a:lnTo>
                  <a:lnTo>
                    <a:pt x="2965203" y="2149940"/>
                  </a:lnTo>
                  <a:lnTo>
                    <a:pt x="2973089" y="2150071"/>
                  </a:lnTo>
                  <a:lnTo>
                    <a:pt x="2980976" y="2150182"/>
                  </a:lnTo>
                  <a:lnTo>
                    <a:pt x="2988862" y="2150273"/>
                  </a:lnTo>
                  <a:lnTo>
                    <a:pt x="2996748" y="2150353"/>
                  </a:lnTo>
                  <a:lnTo>
                    <a:pt x="3004634" y="2150422"/>
                  </a:lnTo>
                  <a:lnTo>
                    <a:pt x="3012520" y="2150480"/>
                  </a:lnTo>
                  <a:lnTo>
                    <a:pt x="3020407" y="2150528"/>
                  </a:lnTo>
                  <a:lnTo>
                    <a:pt x="3028293" y="2150568"/>
                  </a:lnTo>
                  <a:lnTo>
                    <a:pt x="3036179" y="2150603"/>
                  </a:lnTo>
                  <a:lnTo>
                    <a:pt x="3044065" y="2150633"/>
                  </a:lnTo>
                  <a:lnTo>
                    <a:pt x="3051951" y="2150657"/>
                  </a:lnTo>
                  <a:lnTo>
                    <a:pt x="3059837" y="2150677"/>
                  </a:lnTo>
                  <a:lnTo>
                    <a:pt x="3067724" y="2150694"/>
                  </a:lnTo>
                  <a:lnTo>
                    <a:pt x="3075610" y="2150708"/>
                  </a:lnTo>
                  <a:lnTo>
                    <a:pt x="3083496" y="2150720"/>
                  </a:lnTo>
                  <a:lnTo>
                    <a:pt x="3091382" y="2150729"/>
                  </a:lnTo>
                  <a:lnTo>
                    <a:pt x="3099268" y="2150737"/>
                  </a:lnTo>
                  <a:lnTo>
                    <a:pt x="3107155" y="2150744"/>
                  </a:lnTo>
                  <a:lnTo>
                    <a:pt x="3115041" y="2150749"/>
                  </a:lnTo>
                  <a:lnTo>
                    <a:pt x="3122927" y="2150753"/>
                  </a:lnTo>
                  <a:lnTo>
                    <a:pt x="3130813" y="2150757"/>
                  </a:lnTo>
                  <a:lnTo>
                    <a:pt x="3138699" y="2150760"/>
                  </a:lnTo>
                  <a:lnTo>
                    <a:pt x="3146585" y="2150762"/>
                  </a:lnTo>
                  <a:lnTo>
                    <a:pt x="3154472" y="2150764"/>
                  </a:lnTo>
                  <a:lnTo>
                    <a:pt x="3162358" y="2150766"/>
                  </a:lnTo>
                  <a:lnTo>
                    <a:pt x="3170244" y="2150767"/>
                  </a:lnTo>
                  <a:lnTo>
                    <a:pt x="3178130" y="2150768"/>
                  </a:lnTo>
                  <a:lnTo>
                    <a:pt x="3186016" y="2150769"/>
                  </a:lnTo>
                  <a:lnTo>
                    <a:pt x="3193903" y="2150770"/>
                  </a:lnTo>
                  <a:lnTo>
                    <a:pt x="3201789" y="2150770"/>
                  </a:lnTo>
                  <a:lnTo>
                    <a:pt x="3209675" y="2150771"/>
                  </a:lnTo>
                  <a:lnTo>
                    <a:pt x="3217561" y="2150771"/>
                  </a:lnTo>
                  <a:lnTo>
                    <a:pt x="3225447" y="2150771"/>
                  </a:lnTo>
                  <a:lnTo>
                    <a:pt x="3233333" y="2150771"/>
                  </a:lnTo>
                  <a:lnTo>
                    <a:pt x="3241220" y="2150772"/>
                  </a:lnTo>
                  <a:lnTo>
                    <a:pt x="3249106" y="2150772"/>
                  </a:lnTo>
                  <a:lnTo>
                    <a:pt x="3256992" y="2150772"/>
                  </a:lnTo>
                  <a:lnTo>
                    <a:pt x="3264878" y="2150772"/>
                  </a:lnTo>
                  <a:lnTo>
                    <a:pt x="3272764" y="2150772"/>
                  </a:lnTo>
                  <a:lnTo>
                    <a:pt x="3280650" y="2150772"/>
                  </a:lnTo>
                  <a:lnTo>
                    <a:pt x="3288537" y="2150772"/>
                  </a:lnTo>
                  <a:lnTo>
                    <a:pt x="3296423" y="2150772"/>
                  </a:lnTo>
                  <a:lnTo>
                    <a:pt x="3304309" y="2150772"/>
                  </a:lnTo>
                  <a:lnTo>
                    <a:pt x="3312195" y="2150772"/>
                  </a:lnTo>
                  <a:lnTo>
                    <a:pt x="3320081" y="2150772"/>
                  </a:lnTo>
                  <a:lnTo>
                    <a:pt x="3327968" y="2150772"/>
                  </a:lnTo>
                  <a:lnTo>
                    <a:pt x="3335854" y="2150772"/>
                  </a:lnTo>
                  <a:lnTo>
                    <a:pt x="3343740" y="2150772"/>
                  </a:lnTo>
                  <a:lnTo>
                    <a:pt x="3351626" y="2150772"/>
                  </a:lnTo>
                  <a:lnTo>
                    <a:pt x="3359512" y="2150772"/>
                  </a:lnTo>
                  <a:lnTo>
                    <a:pt x="3367398" y="2150772"/>
                  </a:lnTo>
                  <a:lnTo>
                    <a:pt x="3375285" y="2150772"/>
                  </a:lnTo>
                  <a:lnTo>
                    <a:pt x="3383171" y="2150772"/>
                  </a:lnTo>
                  <a:lnTo>
                    <a:pt x="3391057" y="2150772"/>
                  </a:lnTo>
                  <a:lnTo>
                    <a:pt x="3398943" y="2150772"/>
                  </a:lnTo>
                  <a:lnTo>
                    <a:pt x="3406829" y="2150772"/>
                  </a:lnTo>
                  <a:lnTo>
                    <a:pt x="3414716" y="2150772"/>
                  </a:lnTo>
                  <a:lnTo>
                    <a:pt x="3422602" y="2150772"/>
                  </a:lnTo>
                  <a:lnTo>
                    <a:pt x="3430488" y="2150772"/>
                  </a:lnTo>
                  <a:lnTo>
                    <a:pt x="3438374" y="2150772"/>
                  </a:lnTo>
                  <a:lnTo>
                    <a:pt x="3446260" y="2150772"/>
                  </a:lnTo>
                  <a:lnTo>
                    <a:pt x="3454146" y="2150772"/>
                  </a:lnTo>
                  <a:lnTo>
                    <a:pt x="3462033" y="2150772"/>
                  </a:lnTo>
                  <a:lnTo>
                    <a:pt x="3469919" y="2150772"/>
                  </a:lnTo>
                  <a:lnTo>
                    <a:pt x="3477805" y="2150772"/>
                  </a:lnTo>
                  <a:lnTo>
                    <a:pt x="3485691" y="2150772"/>
                  </a:lnTo>
                  <a:lnTo>
                    <a:pt x="3493577" y="2150772"/>
                  </a:lnTo>
                  <a:lnTo>
                    <a:pt x="3501464" y="2150772"/>
                  </a:lnTo>
                  <a:lnTo>
                    <a:pt x="3509350" y="2150772"/>
                  </a:lnTo>
                  <a:lnTo>
                    <a:pt x="3517236" y="2150772"/>
                  </a:lnTo>
                  <a:lnTo>
                    <a:pt x="3525122" y="2150772"/>
                  </a:lnTo>
                  <a:lnTo>
                    <a:pt x="3533008" y="2150772"/>
                  </a:lnTo>
                  <a:lnTo>
                    <a:pt x="3540894" y="2150772"/>
                  </a:lnTo>
                  <a:lnTo>
                    <a:pt x="3548781" y="2150772"/>
                  </a:lnTo>
                  <a:lnTo>
                    <a:pt x="3556667" y="2150772"/>
                  </a:lnTo>
                  <a:lnTo>
                    <a:pt x="3564553" y="2150772"/>
                  </a:lnTo>
                  <a:lnTo>
                    <a:pt x="3572439" y="2150772"/>
                  </a:lnTo>
                  <a:lnTo>
                    <a:pt x="3580325" y="2150772"/>
                  </a:lnTo>
                  <a:lnTo>
                    <a:pt x="3588212" y="2150772"/>
                  </a:lnTo>
                  <a:lnTo>
                    <a:pt x="3596098" y="2150772"/>
                  </a:lnTo>
                  <a:lnTo>
                    <a:pt x="3603984" y="2150772"/>
                  </a:lnTo>
                  <a:lnTo>
                    <a:pt x="3611870" y="2150772"/>
                  </a:lnTo>
                  <a:lnTo>
                    <a:pt x="3619756" y="2150772"/>
                  </a:lnTo>
                  <a:lnTo>
                    <a:pt x="3627642" y="2150772"/>
                  </a:lnTo>
                  <a:lnTo>
                    <a:pt x="3635529" y="2150772"/>
                  </a:lnTo>
                  <a:lnTo>
                    <a:pt x="3643415" y="2150772"/>
                  </a:lnTo>
                  <a:lnTo>
                    <a:pt x="3651301" y="2150772"/>
                  </a:lnTo>
                  <a:lnTo>
                    <a:pt x="3659187" y="2150772"/>
                  </a:lnTo>
                  <a:lnTo>
                    <a:pt x="3667073" y="2150772"/>
                  </a:lnTo>
                  <a:lnTo>
                    <a:pt x="3674959" y="2150772"/>
                  </a:lnTo>
                  <a:lnTo>
                    <a:pt x="3682846" y="2150772"/>
                  </a:lnTo>
                  <a:lnTo>
                    <a:pt x="3690732" y="2150772"/>
                  </a:lnTo>
                  <a:lnTo>
                    <a:pt x="3698618" y="2150772"/>
                  </a:lnTo>
                  <a:lnTo>
                    <a:pt x="3706504" y="2150772"/>
                  </a:lnTo>
                  <a:lnTo>
                    <a:pt x="3714390" y="2150772"/>
                  </a:lnTo>
                  <a:lnTo>
                    <a:pt x="3722277" y="2150772"/>
                  </a:lnTo>
                  <a:lnTo>
                    <a:pt x="3730163" y="2150772"/>
                  </a:lnTo>
                  <a:lnTo>
                    <a:pt x="3738049" y="2150772"/>
                  </a:lnTo>
                  <a:lnTo>
                    <a:pt x="3745935" y="2150772"/>
                  </a:lnTo>
                  <a:lnTo>
                    <a:pt x="3753821" y="2150772"/>
                  </a:lnTo>
                  <a:lnTo>
                    <a:pt x="3761707" y="2150772"/>
                  </a:lnTo>
                  <a:lnTo>
                    <a:pt x="3769594" y="2150772"/>
                  </a:lnTo>
                  <a:lnTo>
                    <a:pt x="3777480" y="2150772"/>
                  </a:lnTo>
                  <a:lnTo>
                    <a:pt x="3785366" y="2150772"/>
                  </a:lnTo>
                  <a:lnTo>
                    <a:pt x="3793252" y="2150772"/>
                  </a:lnTo>
                  <a:lnTo>
                    <a:pt x="3801138" y="2150772"/>
                  </a:lnTo>
                  <a:lnTo>
                    <a:pt x="3809025" y="2150772"/>
                  </a:lnTo>
                  <a:lnTo>
                    <a:pt x="3816911" y="2150772"/>
                  </a:lnTo>
                  <a:lnTo>
                    <a:pt x="3824797" y="2150772"/>
                  </a:lnTo>
                  <a:lnTo>
                    <a:pt x="3832683" y="2150772"/>
                  </a:lnTo>
                  <a:lnTo>
                    <a:pt x="3840569" y="2150772"/>
                  </a:lnTo>
                  <a:lnTo>
                    <a:pt x="3848455" y="2150772"/>
                  </a:lnTo>
                  <a:lnTo>
                    <a:pt x="3856342" y="2150772"/>
                  </a:lnTo>
                  <a:lnTo>
                    <a:pt x="3864228" y="2150772"/>
                  </a:lnTo>
                  <a:lnTo>
                    <a:pt x="3872114" y="2150772"/>
                  </a:lnTo>
                  <a:lnTo>
                    <a:pt x="3880000" y="2150772"/>
                  </a:lnTo>
                  <a:lnTo>
                    <a:pt x="3887886" y="2150772"/>
                  </a:lnTo>
                  <a:lnTo>
                    <a:pt x="3895773" y="2150772"/>
                  </a:lnTo>
                  <a:lnTo>
                    <a:pt x="3903659" y="2150772"/>
                  </a:lnTo>
                  <a:lnTo>
                    <a:pt x="3911545" y="2150772"/>
                  </a:lnTo>
                  <a:lnTo>
                    <a:pt x="3919431" y="2150772"/>
                  </a:lnTo>
                  <a:lnTo>
                    <a:pt x="3927317" y="2150772"/>
                  </a:lnTo>
                  <a:lnTo>
                    <a:pt x="3935203" y="2150772"/>
                  </a:lnTo>
                  <a:lnTo>
                    <a:pt x="3943090" y="2150772"/>
                  </a:lnTo>
                  <a:lnTo>
                    <a:pt x="3950976" y="2150772"/>
                  </a:lnTo>
                  <a:lnTo>
                    <a:pt x="3958862" y="2150772"/>
                  </a:lnTo>
                  <a:lnTo>
                    <a:pt x="3966748" y="2150772"/>
                  </a:lnTo>
                  <a:lnTo>
                    <a:pt x="3974634" y="2150772"/>
                  </a:lnTo>
                  <a:lnTo>
                    <a:pt x="3982521" y="2150772"/>
                  </a:lnTo>
                  <a:lnTo>
                    <a:pt x="3990407" y="2150772"/>
                  </a:lnTo>
                  <a:lnTo>
                    <a:pt x="3998293" y="2150772"/>
                  </a:lnTo>
                  <a:lnTo>
                    <a:pt x="4006179" y="2150772"/>
                  </a:lnTo>
                  <a:lnTo>
                    <a:pt x="4014065" y="2150772"/>
                  </a:lnTo>
                  <a:lnTo>
                    <a:pt x="4021951" y="2150772"/>
                  </a:lnTo>
                  <a:lnTo>
                    <a:pt x="4029838" y="2150772"/>
                  </a:lnTo>
                  <a:lnTo>
                    <a:pt x="4021951" y="2150772"/>
                  </a:lnTo>
                  <a:lnTo>
                    <a:pt x="4014065" y="2150772"/>
                  </a:lnTo>
                  <a:lnTo>
                    <a:pt x="4006179" y="2150772"/>
                  </a:lnTo>
                  <a:lnTo>
                    <a:pt x="3998293" y="2150772"/>
                  </a:lnTo>
                  <a:lnTo>
                    <a:pt x="3990407" y="2150772"/>
                  </a:lnTo>
                  <a:lnTo>
                    <a:pt x="3982521" y="2150772"/>
                  </a:lnTo>
                  <a:lnTo>
                    <a:pt x="3974634" y="2150772"/>
                  </a:lnTo>
                  <a:lnTo>
                    <a:pt x="3966748" y="2150772"/>
                  </a:lnTo>
                  <a:lnTo>
                    <a:pt x="3958862" y="2150772"/>
                  </a:lnTo>
                  <a:lnTo>
                    <a:pt x="3950976" y="2150772"/>
                  </a:lnTo>
                  <a:lnTo>
                    <a:pt x="3943090" y="2150772"/>
                  </a:lnTo>
                  <a:lnTo>
                    <a:pt x="3935203" y="2150772"/>
                  </a:lnTo>
                  <a:lnTo>
                    <a:pt x="3927317" y="2150772"/>
                  </a:lnTo>
                  <a:lnTo>
                    <a:pt x="3919431" y="2150772"/>
                  </a:lnTo>
                  <a:lnTo>
                    <a:pt x="3911545" y="2150772"/>
                  </a:lnTo>
                  <a:lnTo>
                    <a:pt x="3903659" y="2150772"/>
                  </a:lnTo>
                  <a:lnTo>
                    <a:pt x="3895773" y="2150772"/>
                  </a:lnTo>
                  <a:lnTo>
                    <a:pt x="3887886" y="2150772"/>
                  </a:lnTo>
                  <a:lnTo>
                    <a:pt x="3880000" y="2150772"/>
                  </a:lnTo>
                  <a:lnTo>
                    <a:pt x="3872114" y="2150772"/>
                  </a:lnTo>
                  <a:lnTo>
                    <a:pt x="3864228" y="2150772"/>
                  </a:lnTo>
                  <a:lnTo>
                    <a:pt x="3856342" y="2150772"/>
                  </a:lnTo>
                  <a:lnTo>
                    <a:pt x="3848455" y="2150772"/>
                  </a:lnTo>
                  <a:lnTo>
                    <a:pt x="3840569" y="2150772"/>
                  </a:lnTo>
                  <a:lnTo>
                    <a:pt x="3832683" y="2150772"/>
                  </a:lnTo>
                  <a:lnTo>
                    <a:pt x="3824797" y="2150772"/>
                  </a:lnTo>
                  <a:lnTo>
                    <a:pt x="3816911" y="2150772"/>
                  </a:lnTo>
                  <a:lnTo>
                    <a:pt x="3809025" y="2150772"/>
                  </a:lnTo>
                  <a:lnTo>
                    <a:pt x="3801138" y="2150772"/>
                  </a:lnTo>
                  <a:lnTo>
                    <a:pt x="3793252" y="2150772"/>
                  </a:lnTo>
                  <a:lnTo>
                    <a:pt x="3785366" y="2150772"/>
                  </a:lnTo>
                  <a:lnTo>
                    <a:pt x="3777480" y="2150772"/>
                  </a:lnTo>
                  <a:lnTo>
                    <a:pt x="3769594" y="2150772"/>
                  </a:lnTo>
                  <a:lnTo>
                    <a:pt x="3761707" y="2150772"/>
                  </a:lnTo>
                  <a:lnTo>
                    <a:pt x="3753821" y="2150772"/>
                  </a:lnTo>
                  <a:lnTo>
                    <a:pt x="3745935" y="2150772"/>
                  </a:lnTo>
                  <a:lnTo>
                    <a:pt x="3738049" y="2150772"/>
                  </a:lnTo>
                  <a:lnTo>
                    <a:pt x="3730163" y="2150772"/>
                  </a:lnTo>
                  <a:lnTo>
                    <a:pt x="3722277" y="2150772"/>
                  </a:lnTo>
                  <a:lnTo>
                    <a:pt x="3714390" y="2150772"/>
                  </a:lnTo>
                  <a:lnTo>
                    <a:pt x="3706504" y="2150772"/>
                  </a:lnTo>
                  <a:lnTo>
                    <a:pt x="3698618" y="2150772"/>
                  </a:lnTo>
                  <a:lnTo>
                    <a:pt x="3690732" y="2150772"/>
                  </a:lnTo>
                  <a:lnTo>
                    <a:pt x="3682846" y="2150772"/>
                  </a:lnTo>
                  <a:lnTo>
                    <a:pt x="3674959" y="2150772"/>
                  </a:lnTo>
                  <a:lnTo>
                    <a:pt x="3667073" y="2150772"/>
                  </a:lnTo>
                  <a:lnTo>
                    <a:pt x="3659187" y="2150772"/>
                  </a:lnTo>
                  <a:lnTo>
                    <a:pt x="3651301" y="2150772"/>
                  </a:lnTo>
                  <a:lnTo>
                    <a:pt x="3643415" y="2150772"/>
                  </a:lnTo>
                  <a:lnTo>
                    <a:pt x="3635529" y="2150772"/>
                  </a:lnTo>
                  <a:lnTo>
                    <a:pt x="3627642" y="2150772"/>
                  </a:lnTo>
                  <a:lnTo>
                    <a:pt x="3619756" y="2150772"/>
                  </a:lnTo>
                  <a:lnTo>
                    <a:pt x="3611870" y="2150772"/>
                  </a:lnTo>
                  <a:lnTo>
                    <a:pt x="3603984" y="2150772"/>
                  </a:lnTo>
                  <a:lnTo>
                    <a:pt x="3596098" y="2150772"/>
                  </a:lnTo>
                  <a:lnTo>
                    <a:pt x="3588212" y="2150772"/>
                  </a:lnTo>
                  <a:lnTo>
                    <a:pt x="3580325" y="2150772"/>
                  </a:lnTo>
                  <a:lnTo>
                    <a:pt x="3572439" y="2150772"/>
                  </a:lnTo>
                  <a:lnTo>
                    <a:pt x="3564553" y="2150772"/>
                  </a:lnTo>
                  <a:lnTo>
                    <a:pt x="3556667" y="2150772"/>
                  </a:lnTo>
                  <a:lnTo>
                    <a:pt x="3548781" y="2150772"/>
                  </a:lnTo>
                  <a:lnTo>
                    <a:pt x="3540894" y="2150772"/>
                  </a:lnTo>
                  <a:lnTo>
                    <a:pt x="3533008" y="2150772"/>
                  </a:lnTo>
                  <a:lnTo>
                    <a:pt x="3525122" y="2150772"/>
                  </a:lnTo>
                  <a:lnTo>
                    <a:pt x="3517236" y="2150772"/>
                  </a:lnTo>
                  <a:lnTo>
                    <a:pt x="3509350" y="2150772"/>
                  </a:lnTo>
                  <a:lnTo>
                    <a:pt x="3501464" y="2150772"/>
                  </a:lnTo>
                  <a:lnTo>
                    <a:pt x="3493577" y="2150772"/>
                  </a:lnTo>
                  <a:lnTo>
                    <a:pt x="3485691" y="2150772"/>
                  </a:lnTo>
                  <a:lnTo>
                    <a:pt x="3477805" y="2150772"/>
                  </a:lnTo>
                  <a:lnTo>
                    <a:pt x="3469919" y="2150772"/>
                  </a:lnTo>
                  <a:lnTo>
                    <a:pt x="3462033" y="2150772"/>
                  </a:lnTo>
                  <a:lnTo>
                    <a:pt x="3454146" y="2150772"/>
                  </a:lnTo>
                  <a:lnTo>
                    <a:pt x="3446260" y="2150772"/>
                  </a:lnTo>
                  <a:lnTo>
                    <a:pt x="3438374" y="2150772"/>
                  </a:lnTo>
                  <a:lnTo>
                    <a:pt x="3430488" y="2150772"/>
                  </a:lnTo>
                  <a:lnTo>
                    <a:pt x="3422602" y="2150772"/>
                  </a:lnTo>
                  <a:lnTo>
                    <a:pt x="3414716" y="2150772"/>
                  </a:lnTo>
                  <a:lnTo>
                    <a:pt x="3406829" y="2150772"/>
                  </a:lnTo>
                  <a:lnTo>
                    <a:pt x="3398943" y="2150772"/>
                  </a:lnTo>
                  <a:lnTo>
                    <a:pt x="3391057" y="2150772"/>
                  </a:lnTo>
                  <a:lnTo>
                    <a:pt x="3383171" y="2150772"/>
                  </a:lnTo>
                  <a:lnTo>
                    <a:pt x="3375285" y="2150772"/>
                  </a:lnTo>
                  <a:lnTo>
                    <a:pt x="3367398" y="2150772"/>
                  </a:lnTo>
                  <a:lnTo>
                    <a:pt x="3359512" y="2150772"/>
                  </a:lnTo>
                  <a:lnTo>
                    <a:pt x="3351626" y="2150772"/>
                  </a:lnTo>
                  <a:lnTo>
                    <a:pt x="3343740" y="2150772"/>
                  </a:lnTo>
                  <a:lnTo>
                    <a:pt x="3335854" y="2150772"/>
                  </a:lnTo>
                  <a:lnTo>
                    <a:pt x="3327968" y="2150772"/>
                  </a:lnTo>
                  <a:lnTo>
                    <a:pt x="3320081" y="2150772"/>
                  </a:lnTo>
                  <a:lnTo>
                    <a:pt x="3312195" y="2150772"/>
                  </a:lnTo>
                  <a:lnTo>
                    <a:pt x="3304309" y="2150772"/>
                  </a:lnTo>
                  <a:lnTo>
                    <a:pt x="3296423" y="2150772"/>
                  </a:lnTo>
                  <a:lnTo>
                    <a:pt x="3288537" y="2150772"/>
                  </a:lnTo>
                  <a:lnTo>
                    <a:pt x="3280650" y="2150772"/>
                  </a:lnTo>
                  <a:lnTo>
                    <a:pt x="3272764" y="2150772"/>
                  </a:lnTo>
                  <a:lnTo>
                    <a:pt x="3264878" y="2150772"/>
                  </a:lnTo>
                  <a:lnTo>
                    <a:pt x="3256992" y="2150772"/>
                  </a:lnTo>
                  <a:lnTo>
                    <a:pt x="3249106" y="2150772"/>
                  </a:lnTo>
                  <a:lnTo>
                    <a:pt x="3241220" y="2150772"/>
                  </a:lnTo>
                  <a:lnTo>
                    <a:pt x="3233333" y="2150772"/>
                  </a:lnTo>
                  <a:lnTo>
                    <a:pt x="3225447" y="2150772"/>
                  </a:lnTo>
                  <a:lnTo>
                    <a:pt x="3217561" y="2150772"/>
                  </a:lnTo>
                  <a:lnTo>
                    <a:pt x="3209675" y="2150772"/>
                  </a:lnTo>
                  <a:lnTo>
                    <a:pt x="3201789" y="2150772"/>
                  </a:lnTo>
                  <a:lnTo>
                    <a:pt x="3193903" y="2150772"/>
                  </a:lnTo>
                  <a:lnTo>
                    <a:pt x="3186016" y="2150772"/>
                  </a:lnTo>
                  <a:lnTo>
                    <a:pt x="3178130" y="2150772"/>
                  </a:lnTo>
                  <a:lnTo>
                    <a:pt x="3170244" y="2150772"/>
                  </a:lnTo>
                  <a:lnTo>
                    <a:pt x="3162358" y="2150772"/>
                  </a:lnTo>
                  <a:lnTo>
                    <a:pt x="3154472" y="2150772"/>
                  </a:lnTo>
                  <a:lnTo>
                    <a:pt x="3146585" y="2150772"/>
                  </a:lnTo>
                  <a:lnTo>
                    <a:pt x="3138699" y="2150772"/>
                  </a:lnTo>
                  <a:lnTo>
                    <a:pt x="3130813" y="2150772"/>
                  </a:lnTo>
                  <a:lnTo>
                    <a:pt x="3122927" y="2150772"/>
                  </a:lnTo>
                  <a:lnTo>
                    <a:pt x="3115041" y="2150772"/>
                  </a:lnTo>
                  <a:lnTo>
                    <a:pt x="3107155" y="2150772"/>
                  </a:lnTo>
                  <a:lnTo>
                    <a:pt x="3099268" y="2150772"/>
                  </a:lnTo>
                  <a:lnTo>
                    <a:pt x="3091382" y="2150772"/>
                  </a:lnTo>
                  <a:lnTo>
                    <a:pt x="3083496" y="2150772"/>
                  </a:lnTo>
                  <a:lnTo>
                    <a:pt x="3075610" y="2150772"/>
                  </a:lnTo>
                  <a:lnTo>
                    <a:pt x="3067724" y="2150772"/>
                  </a:lnTo>
                  <a:lnTo>
                    <a:pt x="3059837" y="2150772"/>
                  </a:lnTo>
                  <a:lnTo>
                    <a:pt x="3051951" y="2150772"/>
                  </a:lnTo>
                  <a:lnTo>
                    <a:pt x="3044065" y="2150772"/>
                  </a:lnTo>
                  <a:lnTo>
                    <a:pt x="3036179" y="2150772"/>
                  </a:lnTo>
                  <a:lnTo>
                    <a:pt x="3028293" y="2150772"/>
                  </a:lnTo>
                  <a:lnTo>
                    <a:pt x="3020407" y="2150772"/>
                  </a:lnTo>
                  <a:lnTo>
                    <a:pt x="3012520" y="2150772"/>
                  </a:lnTo>
                  <a:lnTo>
                    <a:pt x="3004634" y="2150772"/>
                  </a:lnTo>
                  <a:lnTo>
                    <a:pt x="2996748" y="2150772"/>
                  </a:lnTo>
                  <a:lnTo>
                    <a:pt x="2988862" y="2150772"/>
                  </a:lnTo>
                  <a:lnTo>
                    <a:pt x="2980976" y="2150772"/>
                  </a:lnTo>
                  <a:lnTo>
                    <a:pt x="2973089" y="2150772"/>
                  </a:lnTo>
                  <a:lnTo>
                    <a:pt x="2965203" y="2150772"/>
                  </a:lnTo>
                  <a:lnTo>
                    <a:pt x="2957317" y="2150772"/>
                  </a:lnTo>
                  <a:lnTo>
                    <a:pt x="2949431" y="2150772"/>
                  </a:lnTo>
                  <a:lnTo>
                    <a:pt x="2941545" y="2150772"/>
                  </a:lnTo>
                  <a:lnTo>
                    <a:pt x="2933659" y="2150772"/>
                  </a:lnTo>
                  <a:lnTo>
                    <a:pt x="2925772" y="2150772"/>
                  </a:lnTo>
                  <a:lnTo>
                    <a:pt x="2917886" y="2150772"/>
                  </a:lnTo>
                  <a:lnTo>
                    <a:pt x="2910000" y="2150772"/>
                  </a:lnTo>
                  <a:lnTo>
                    <a:pt x="2902114" y="2150772"/>
                  </a:lnTo>
                  <a:lnTo>
                    <a:pt x="2894228" y="2150772"/>
                  </a:lnTo>
                  <a:lnTo>
                    <a:pt x="2886341" y="2150772"/>
                  </a:lnTo>
                  <a:lnTo>
                    <a:pt x="2878455" y="2150772"/>
                  </a:lnTo>
                  <a:lnTo>
                    <a:pt x="2870569" y="2150772"/>
                  </a:lnTo>
                  <a:lnTo>
                    <a:pt x="2862683" y="2150772"/>
                  </a:lnTo>
                  <a:lnTo>
                    <a:pt x="2854797" y="2150772"/>
                  </a:lnTo>
                  <a:lnTo>
                    <a:pt x="2846911" y="2150772"/>
                  </a:lnTo>
                  <a:lnTo>
                    <a:pt x="2839024" y="2150772"/>
                  </a:lnTo>
                  <a:lnTo>
                    <a:pt x="2831138" y="2150772"/>
                  </a:lnTo>
                  <a:lnTo>
                    <a:pt x="2823252" y="2150772"/>
                  </a:lnTo>
                  <a:lnTo>
                    <a:pt x="2815366" y="2150772"/>
                  </a:lnTo>
                  <a:lnTo>
                    <a:pt x="2807480" y="2150772"/>
                  </a:lnTo>
                  <a:lnTo>
                    <a:pt x="2799593" y="2150772"/>
                  </a:lnTo>
                  <a:lnTo>
                    <a:pt x="2791707" y="2150772"/>
                  </a:lnTo>
                  <a:lnTo>
                    <a:pt x="2783821" y="2150772"/>
                  </a:lnTo>
                  <a:lnTo>
                    <a:pt x="2775935" y="2150772"/>
                  </a:lnTo>
                  <a:lnTo>
                    <a:pt x="2768049" y="2150772"/>
                  </a:lnTo>
                  <a:lnTo>
                    <a:pt x="2760163" y="2150772"/>
                  </a:lnTo>
                  <a:lnTo>
                    <a:pt x="2752276" y="2150772"/>
                  </a:lnTo>
                  <a:lnTo>
                    <a:pt x="2744390" y="2150772"/>
                  </a:lnTo>
                  <a:lnTo>
                    <a:pt x="2736504" y="2150772"/>
                  </a:lnTo>
                  <a:lnTo>
                    <a:pt x="2728618" y="2150772"/>
                  </a:lnTo>
                  <a:lnTo>
                    <a:pt x="2720732" y="2150772"/>
                  </a:lnTo>
                  <a:lnTo>
                    <a:pt x="2712846" y="2150772"/>
                  </a:lnTo>
                  <a:lnTo>
                    <a:pt x="2704959" y="2150772"/>
                  </a:lnTo>
                  <a:lnTo>
                    <a:pt x="2697073" y="2150772"/>
                  </a:lnTo>
                  <a:lnTo>
                    <a:pt x="2689187" y="2150772"/>
                  </a:lnTo>
                  <a:lnTo>
                    <a:pt x="2681301" y="2150772"/>
                  </a:lnTo>
                  <a:lnTo>
                    <a:pt x="2673415" y="2150772"/>
                  </a:lnTo>
                  <a:lnTo>
                    <a:pt x="2665528" y="2150772"/>
                  </a:lnTo>
                  <a:lnTo>
                    <a:pt x="2657642" y="2150772"/>
                  </a:lnTo>
                  <a:lnTo>
                    <a:pt x="2649756" y="2150772"/>
                  </a:lnTo>
                  <a:lnTo>
                    <a:pt x="2641870" y="2150772"/>
                  </a:lnTo>
                  <a:lnTo>
                    <a:pt x="2633984" y="2150772"/>
                  </a:lnTo>
                  <a:lnTo>
                    <a:pt x="2626098" y="2150772"/>
                  </a:lnTo>
                  <a:lnTo>
                    <a:pt x="2618211" y="2150772"/>
                  </a:lnTo>
                  <a:lnTo>
                    <a:pt x="2610325" y="2150772"/>
                  </a:lnTo>
                  <a:lnTo>
                    <a:pt x="2602439" y="2150772"/>
                  </a:lnTo>
                  <a:lnTo>
                    <a:pt x="2594553" y="2150772"/>
                  </a:lnTo>
                  <a:lnTo>
                    <a:pt x="2586667" y="2150772"/>
                  </a:lnTo>
                  <a:lnTo>
                    <a:pt x="2578780" y="2150772"/>
                  </a:lnTo>
                  <a:lnTo>
                    <a:pt x="2570894" y="2150772"/>
                  </a:lnTo>
                  <a:lnTo>
                    <a:pt x="2563008" y="2150772"/>
                  </a:lnTo>
                  <a:lnTo>
                    <a:pt x="2555122" y="2150772"/>
                  </a:lnTo>
                  <a:lnTo>
                    <a:pt x="2547236" y="2150772"/>
                  </a:lnTo>
                  <a:lnTo>
                    <a:pt x="2539350" y="2150772"/>
                  </a:lnTo>
                  <a:lnTo>
                    <a:pt x="2531463" y="2150772"/>
                  </a:lnTo>
                  <a:lnTo>
                    <a:pt x="2523577" y="2150772"/>
                  </a:lnTo>
                  <a:lnTo>
                    <a:pt x="2515691" y="2150772"/>
                  </a:lnTo>
                  <a:lnTo>
                    <a:pt x="2507805" y="2150772"/>
                  </a:lnTo>
                  <a:lnTo>
                    <a:pt x="2499919" y="2150772"/>
                  </a:lnTo>
                  <a:lnTo>
                    <a:pt x="2492032" y="2150772"/>
                  </a:lnTo>
                  <a:lnTo>
                    <a:pt x="2484146" y="2150772"/>
                  </a:lnTo>
                  <a:lnTo>
                    <a:pt x="2476260" y="2150772"/>
                  </a:lnTo>
                  <a:lnTo>
                    <a:pt x="2468374" y="2150772"/>
                  </a:lnTo>
                  <a:lnTo>
                    <a:pt x="2460488" y="2150772"/>
                  </a:lnTo>
                  <a:lnTo>
                    <a:pt x="2452602" y="2150772"/>
                  </a:lnTo>
                  <a:lnTo>
                    <a:pt x="2444715" y="2150772"/>
                  </a:lnTo>
                  <a:lnTo>
                    <a:pt x="2436829" y="2150772"/>
                  </a:lnTo>
                  <a:lnTo>
                    <a:pt x="2428943" y="2150772"/>
                  </a:lnTo>
                  <a:lnTo>
                    <a:pt x="2421057" y="2150772"/>
                  </a:lnTo>
                  <a:lnTo>
                    <a:pt x="2413171" y="2150772"/>
                  </a:lnTo>
                  <a:lnTo>
                    <a:pt x="2405284" y="2150772"/>
                  </a:lnTo>
                  <a:lnTo>
                    <a:pt x="2397398" y="2150772"/>
                  </a:lnTo>
                  <a:lnTo>
                    <a:pt x="2389512" y="2150772"/>
                  </a:lnTo>
                  <a:lnTo>
                    <a:pt x="2381626" y="2150772"/>
                  </a:lnTo>
                  <a:lnTo>
                    <a:pt x="2373740" y="2150772"/>
                  </a:lnTo>
                  <a:lnTo>
                    <a:pt x="2365854" y="2150772"/>
                  </a:lnTo>
                  <a:lnTo>
                    <a:pt x="2357967" y="2150772"/>
                  </a:lnTo>
                  <a:lnTo>
                    <a:pt x="2350081" y="2150772"/>
                  </a:lnTo>
                  <a:lnTo>
                    <a:pt x="2342195" y="2150772"/>
                  </a:lnTo>
                  <a:lnTo>
                    <a:pt x="2334309" y="2150772"/>
                  </a:lnTo>
                  <a:lnTo>
                    <a:pt x="2326423" y="2150772"/>
                  </a:lnTo>
                  <a:lnTo>
                    <a:pt x="2318536" y="2150772"/>
                  </a:lnTo>
                  <a:lnTo>
                    <a:pt x="2310650" y="2150772"/>
                  </a:lnTo>
                  <a:lnTo>
                    <a:pt x="2302764" y="2150772"/>
                  </a:lnTo>
                  <a:lnTo>
                    <a:pt x="2294878" y="2150772"/>
                  </a:lnTo>
                  <a:lnTo>
                    <a:pt x="2286992" y="2150772"/>
                  </a:lnTo>
                  <a:lnTo>
                    <a:pt x="2279106" y="2150772"/>
                  </a:lnTo>
                  <a:lnTo>
                    <a:pt x="2271219" y="2150772"/>
                  </a:lnTo>
                  <a:lnTo>
                    <a:pt x="2263333" y="2150772"/>
                  </a:lnTo>
                  <a:lnTo>
                    <a:pt x="2255447" y="2150772"/>
                  </a:lnTo>
                  <a:lnTo>
                    <a:pt x="2247561" y="2150772"/>
                  </a:lnTo>
                  <a:lnTo>
                    <a:pt x="2239675" y="2150772"/>
                  </a:lnTo>
                  <a:lnTo>
                    <a:pt x="2231789" y="2150772"/>
                  </a:lnTo>
                  <a:lnTo>
                    <a:pt x="2223902" y="2150772"/>
                  </a:lnTo>
                  <a:lnTo>
                    <a:pt x="2216016" y="2150772"/>
                  </a:lnTo>
                  <a:lnTo>
                    <a:pt x="2208130" y="2150772"/>
                  </a:lnTo>
                  <a:lnTo>
                    <a:pt x="2200244" y="2150772"/>
                  </a:lnTo>
                  <a:lnTo>
                    <a:pt x="2192358" y="2150772"/>
                  </a:lnTo>
                  <a:lnTo>
                    <a:pt x="2184471" y="2150772"/>
                  </a:lnTo>
                  <a:lnTo>
                    <a:pt x="2176585" y="2150772"/>
                  </a:lnTo>
                  <a:lnTo>
                    <a:pt x="2168699" y="2150772"/>
                  </a:lnTo>
                  <a:lnTo>
                    <a:pt x="2160813" y="2150772"/>
                  </a:lnTo>
                  <a:lnTo>
                    <a:pt x="2152927" y="2150772"/>
                  </a:lnTo>
                  <a:lnTo>
                    <a:pt x="2145041" y="2150772"/>
                  </a:lnTo>
                  <a:lnTo>
                    <a:pt x="2137154" y="2150772"/>
                  </a:lnTo>
                  <a:lnTo>
                    <a:pt x="2129268" y="2150772"/>
                  </a:lnTo>
                  <a:lnTo>
                    <a:pt x="2121382" y="2150772"/>
                  </a:lnTo>
                  <a:lnTo>
                    <a:pt x="2113496" y="2150772"/>
                  </a:lnTo>
                  <a:lnTo>
                    <a:pt x="2105610" y="2150772"/>
                  </a:lnTo>
                  <a:lnTo>
                    <a:pt x="2097723" y="2150772"/>
                  </a:lnTo>
                  <a:lnTo>
                    <a:pt x="2089837" y="2150772"/>
                  </a:lnTo>
                  <a:lnTo>
                    <a:pt x="2081951" y="2150772"/>
                  </a:lnTo>
                  <a:lnTo>
                    <a:pt x="2074065" y="2150772"/>
                  </a:lnTo>
                  <a:lnTo>
                    <a:pt x="2066179" y="2150772"/>
                  </a:lnTo>
                  <a:lnTo>
                    <a:pt x="2058293" y="2150772"/>
                  </a:lnTo>
                  <a:lnTo>
                    <a:pt x="2050406" y="2150772"/>
                  </a:lnTo>
                  <a:lnTo>
                    <a:pt x="2042520" y="2150772"/>
                  </a:lnTo>
                  <a:lnTo>
                    <a:pt x="2034634" y="2150772"/>
                  </a:lnTo>
                  <a:lnTo>
                    <a:pt x="2026748" y="2150772"/>
                  </a:lnTo>
                  <a:lnTo>
                    <a:pt x="2018862" y="2150772"/>
                  </a:lnTo>
                  <a:lnTo>
                    <a:pt x="2010975" y="2150772"/>
                  </a:lnTo>
                  <a:lnTo>
                    <a:pt x="2003089" y="2150772"/>
                  </a:lnTo>
                  <a:lnTo>
                    <a:pt x="1995203" y="2150772"/>
                  </a:lnTo>
                  <a:lnTo>
                    <a:pt x="1987317" y="2150772"/>
                  </a:lnTo>
                  <a:lnTo>
                    <a:pt x="1979431" y="2150772"/>
                  </a:lnTo>
                  <a:lnTo>
                    <a:pt x="1971545" y="2150772"/>
                  </a:lnTo>
                  <a:lnTo>
                    <a:pt x="1963658" y="2150772"/>
                  </a:lnTo>
                  <a:lnTo>
                    <a:pt x="1955772" y="2150772"/>
                  </a:lnTo>
                  <a:lnTo>
                    <a:pt x="1947886" y="2150772"/>
                  </a:lnTo>
                  <a:lnTo>
                    <a:pt x="1940000" y="2150772"/>
                  </a:lnTo>
                  <a:lnTo>
                    <a:pt x="1932114" y="2150772"/>
                  </a:lnTo>
                  <a:lnTo>
                    <a:pt x="1924227" y="2150772"/>
                  </a:lnTo>
                  <a:lnTo>
                    <a:pt x="1916341" y="2150772"/>
                  </a:lnTo>
                  <a:lnTo>
                    <a:pt x="1908455" y="2150772"/>
                  </a:lnTo>
                  <a:lnTo>
                    <a:pt x="1900569" y="2150772"/>
                  </a:lnTo>
                  <a:lnTo>
                    <a:pt x="1892683" y="2150772"/>
                  </a:lnTo>
                  <a:lnTo>
                    <a:pt x="1884797" y="2150772"/>
                  </a:lnTo>
                  <a:lnTo>
                    <a:pt x="1876910" y="2150772"/>
                  </a:lnTo>
                  <a:lnTo>
                    <a:pt x="1869024" y="2150772"/>
                  </a:lnTo>
                  <a:lnTo>
                    <a:pt x="1861138" y="2150772"/>
                  </a:lnTo>
                  <a:lnTo>
                    <a:pt x="1853252" y="2150772"/>
                  </a:lnTo>
                  <a:lnTo>
                    <a:pt x="1845366" y="2150772"/>
                  </a:lnTo>
                  <a:lnTo>
                    <a:pt x="1837479" y="2150772"/>
                  </a:lnTo>
                  <a:lnTo>
                    <a:pt x="1829593" y="2150772"/>
                  </a:lnTo>
                  <a:lnTo>
                    <a:pt x="1821707" y="2150772"/>
                  </a:lnTo>
                  <a:lnTo>
                    <a:pt x="1813821" y="2150772"/>
                  </a:lnTo>
                  <a:lnTo>
                    <a:pt x="1805935" y="2150772"/>
                  </a:lnTo>
                  <a:lnTo>
                    <a:pt x="1798049" y="2150772"/>
                  </a:lnTo>
                  <a:lnTo>
                    <a:pt x="1790162" y="2150772"/>
                  </a:lnTo>
                  <a:lnTo>
                    <a:pt x="1782276" y="2150772"/>
                  </a:lnTo>
                  <a:lnTo>
                    <a:pt x="1774390" y="2150772"/>
                  </a:lnTo>
                  <a:lnTo>
                    <a:pt x="1766504" y="2150772"/>
                  </a:lnTo>
                  <a:lnTo>
                    <a:pt x="1758618" y="2150772"/>
                  </a:lnTo>
                  <a:lnTo>
                    <a:pt x="1750732" y="2150772"/>
                  </a:lnTo>
                  <a:lnTo>
                    <a:pt x="1742845" y="2150772"/>
                  </a:lnTo>
                  <a:lnTo>
                    <a:pt x="1734959" y="2150772"/>
                  </a:lnTo>
                  <a:lnTo>
                    <a:pt x="1727073" y="2150772"/>
                  </a:lnTo>
                  <a:lnTo>
                    <a:pt x="1719187" y="2150772"/>
                  </a:lnTo>
                  <a:lnTo>
                    <a:pt x="1711301" y="2150772"/>
                  </a:lnTo>
                  <a:lnTo>
                    <a:pt x="1703414" y="2150772"/>
                  </a:lnTo>
                  <a:lnTo>
                    <a:pt x="1695528" y="2150772"/>
                  </a:lnTo>
                  <a:lnTo>
                    <a:pt x="1687642" y="2150772"/>
                  </a:lnTo>
                  <a:lnTo>
                    <a:pt x="1679756" y="2150772"/>
                  </a:lnTo>
                  <a:lnTo>
                    <a:pt x="1671870" y="2150772"/>
                  </a:lnTo>
                  <a:lnTo>
                    <a:pt x="1663984" y="2150772"/>
                  </a:lnTo>
                  <a:lnTo>
                    <a:pt x="1656097" y="2150772"/>
                  </a:lnTo>
                  <a:lnTo>
                    <a:pt x="1648211" y="2150772"/>
                  </a:lnTo>
                  <a:lnTo>
                    <a:pt x="1640325" y="2150772"/>
                  </a:lnTo>
                  <a:lnTo>
                    <a:pt x="1632439" y="2150772"/>
                  </a:lnTo>
                  <a:lnTo>
                    <a:pt x="1624553" y="2150772"/>
                  </a:lnTo>
                  <a:lnTo>
                    <a:pt x="1616666" y="2150772"/>
                  </a:lnTo>
                  <a:lnTo>
                    <a:pt x="1608780" y="2150772"/>
                  </a:lnTo>
                  <a:lnTo>
                    <a:pt x="1600894" y="2150772"/>
                  </a:lnTo>
                  <a:lnTo>
                    <a:pt x="1593008" y="2150772"/>
                  </a:lnTo>
                  <a:lnTo>
                    <a:pt x="1585122" y="2150772"/>
                  </a:lnTo>
                  <a:lnTo>
                    <a:pt x="1577236" y="2150772"/>
                  </a:lnTo>
                  <a:lnTo>
                    <a:pt x="1569349" y="2150772"/>
                  </a:lnTo>
                  <a:lnTo>
                    <a:pt x="1561463" y="2150772"/>
                  </a:lnTo>
                  <a:lnTo>
                    <a:pt x="1553577" y="2150772"/>
                  </a:lnTo>
                  <a:lnTo>
                    <a:pt x="1545691" y="2150772"/>
                  </a:lnTo>
                  <a:lnTo>
                    <a:pt x="1537805" y="2150772"/>
                  </a:lnTo>
                  <a:lnTo>
                    <a:pt x="1529918" y="2150772"/>
                  </a:lnTo>
                  <a:lnTo>
                    <a:pt x="1522032" y="2150772"/>
                  </a:lnTo>
                  <a:lnTo>
                    <a:pt x="1514146" y="2150772"/>
                  </a:lnTo>
                  <a:lnTo>
                    <a:pt x="1506260" y="2150772"/>
                  </a:lnTo>
                  <a:lnTo>
                    <a:pt x="1498374" y="2150772"/>
                  </a:lnTo>
                  <a:lnTo>
                    <a:pt x="1490488" y="2150772"/>
                  </a:lnTo>
                  <a:lnTo>
                    <a:pt x="1482601" y="2150772"/>
                  </a:lnTo>
                  <a:lnTo>
                    <a:pt x="1474715" y="2150772"/>
                  </a:lnTo>
                  <a:lnTo>
                    <a:pt x="1466829" y="2150772"/>
                  </a:lnTo>
                  <a:lnTo>
                    <a:pt x="1458943" y="2150772"/>
                  </a:lnTo>
                  <a:lnTo>
                    <a:pt x="1451057" y="2150772"/>
                  </a:lnTo>
                  <a:lnTo>
                    <a:pt x="1443170" y="2150772"/>
                  </a:lnTo>
                  <a:lnTo>
                    <a:pt x="1435284" y="2150772"/>
                  </a:lnTo>
                  <a:lnTo>
                    <a:pt x="1427398" y="2150772"/>
                  </a:lnTo>
                  <a:lnTo>
                    <a:pt x="1419512" y="2150772"/>
                  </a:lnTo>
                  <a:lnTo>
                    <a:pt x="1411626" y="2150772"/>
                  </a:lnTo>
                  <a:lnTo>
                    <a:pt x="1403740" y="2150772"/>
                  </a:lnTo>
                  <a:lnTo>
                    <a:pt x="1395853" y="2150772"/>
                  </a:lnTo>
                  <a:lnTo>
                    <a:pt x="1387967" y="2150772"/>
                  </a:lnTo>
                  <a:lnTo>
                    <a:pt x="1380081" y="2150772"/>
                  </a:lnTo>
                  <a:lnTo>
                    <a:pt x="1372195" y="2150772"/>
                  </a:lnTo>
                  <a:lnTo>
                    <a:pt x="1364309" y="2150772"/>
                  </a:lnTo>
                  <a:lnTo>
                    <a:pt x="1356423" y="2150772"/>
                  </a:lnTo>
                  <a:lnTo>
                    <a:pt x="1348536" y="2150772"/>
                  </a:lnTo>
                  <a:lnTo>
                    <a:pt x="1340650" y="2150772"/>
                  </a:lnTo>
                  <a:lnTo>
                    <a:pt x="1332764" y="2150772"/>
                  </a:lnTo>
                  <a:lnTo>
                    <a:pt x="1324878" y="2150772"/>
                  </a:lnTo>
                  <a:lnTo>
                    <a:pt x="1316992" y="2150772"/>
                  </a:lnTo>
                  <a:lnTo>
                    <a:pt x="1309105" y="2150772"/>
                  </a:lnTo>
                  <a:lnTo>
                    <a:pt x="1301219" y="2150772"/>
                  </a:lnTo>
                  <a:lnTo>
                    <a:pt x="1293333" y="2150772"/>
                  </a:lnTo>
                  <a:lnTo>
                    <a:pt x="1285447" y="2150772"/>
                  </a:lnTo>
                  <a:lnTo>
                    <a:pt x="1277561" y="2150772"/>
                  </a:lnTo>
                  <a:lnTo>
                    <a:pt x="1269675" y="2150772"/>
                  </a:lnTo>
                  <a:lnTo>
                    <a:pt x="1261788" y="2150772"/>
                  </a:lnTo>
                  <a:lnTo>
                    <a:pt x="1253902" y="2150772"/>
                  </a:lnTo>
                  <a:lnTo>
                    <a:pt x="1246016" y="2150772"/>
                  </a:lnTo>
                  <a:lnTo>
                    <a:pt x="1238130" y="2150772"/>
                  </a:lnTo>
                  <a:lnTo>
                    <a:pt x="1230244" y="2150772"/>
                  </a:lnTo>
                  <a:lnTo>
                    <a:pt x="1222357" y="2150772"/>
                  </a:lnTo>
                  <a:lnTo>
                    <a:pt x="1214471" y="2150772"/>
                  </a:lnTo>
                  <a:lnTo>
                    <a:pt x="1206585" y="2150772"/>
                  </a:lnTo>
                  <a:lnTo>
                    <a:pt x="1198699" y="2150772"/>
                  </a:lnTo>
                  <a:lnTo>
                    <a:pt x="1190813" y="2150772"/>
                  </a:lnTo>
                  <a:lnTo>
                    <a:pt x="1182927" y="2150772"/>
                  </a:lnTo>
                  <a:lnTo>
                    <a:pt x="1175040" y="2150772"/>
                  </a:lnTo>
                  <a:lnTo>
                    <a:pt x="1167154" y="2150772"/>
                  </a:lnTo>
                  <a:lnTo>
                    <a:pt x="1159268" y="2150772"/>
                  </a:lnTo>
                  <a:lnTo>
                    <a:pt x="1151382" y="2150772"/>
                  </a:lnTo>
                  <a:lnTo>
                    <a:pt x="1143496" y="2150772"/>
                  </a:lnTo>
                  <a:lnTo>
                    <a:pt x="1135609" y="2150772"/>
                  </a:lnTo>
                  <a:lnTo>
                    <a:pt x="1127723" y="2150772"/>
                  </a:lnTo>
                  <a:lnTo>
                    <a:pt x="1119837" y="2150772"/>
                  </a:lnTo>
                  <a:lnTo>
                    <a:pt x="1111951" y="2150772"/>
                  </a:lnTo>
                  <a:lnTo>
                    <a:pt x="1104065" y="2150772"/>
                  </a:lnTo>
                  <a:lnTo>
                    <a:pt x="1096179" y="2150772"/>
                  </a:lnTo>
                  <a:lnTo>
                    <a:pt x="1088292" y="2150772"/>
                  </a:lnTo>
                  <a:lnTo>
                    <a:pt x="1080406" y="2150772"/>
                  </a:lnTo>
                  <a:lnTo>
                    <a:pt x="1072520" y="2150772"/>
                  </a:lnTo>
                  <a:lnTo>
                    <a:pt x="1064634" y="2150772"/>
                  </a:lnTo>
                  <a:lnTo>
                    <a:pt x="1056748" y="2150772"/>
                  </a:lnTo>
                  <a:lnTo>
                    <a:pt x="1048861" y="2150772"/>
                  </a:lnTo>
                  <a:lnTo>
                    <a:pt x="1040975" y="2150772"/>
                  </a:lnTo>
                  <a:lnTo>
                    <a:pt x="1033089" y="2150772"/>
                  </a:lnTo>
                  <a:lnTo>
                    <a:pt x="1025203" y="2150772"/>
                  </a:lnTo>
                  <a:lnTo>
                    <a:pt x="1017317" y="2150772"/>
                  </a:lnTo>
                  <a:lnTo>
                    <a:pt x="1009431" y="2150772"/>
                  </a:lnTo>
                  <a:lnTo>
                    <a:pt x="1001544" y="2150772"/>
                  </a:lnTo>
                  <a:lnTo>
                    <a:pt x="993658" y="2150772"/>
                  </a:lnTo>
                  <a:lnTo>
                    <a:pt x="985772" y="2150772"/>
                  </a:lnTo>
                  <a:lnTo>
                    <a:pt x="977886" y="2150772"/>
                  </a:lnTo>
                  <a:lnTo>
                    <a:pt x="970000" y="2150772"/>
                  </a:lnTo>
                  <a:lnTo>
                    <a:pt x="962113" y="2150772"/>
                  </a:lnTo>
                  <a:lnTo>
                    <a:pt x="954227" y="2150772"/>
                  </a:lnTo>
                  <a:lnTo>
                    <a:pt x="946341" y="2150772"/>
                  </a:lnTo>
                  <a:lnTo>
                    <a:pt x="938455" y="2150772"/>
                  </a:lnTo>
                  <a:lnTo>
                    <a:pt x="930569" y="2150772"/>
                  </a:lnTo>
                  <a:lnTo>
                    <a:pt x="922683" y="2150772"/>
                  </a:lnTo>
                  <a:lnTo>
                    <a:pt x="914796" y="2150772"/>
                  </a:lnTo>
                  <a:lnTo>
                    <a:pt x="906910" y="2150772"/>
                  </a:lnTo>
                  <a:lnTo>
                    <a:pt x="899024" y="2150772"/>
                  </a:lnTo>
                  <a:lnTo>
                    <a:pt x="891138" y="2150772"/>
                  </a:lnTo>
                  <a:lnTo>
                    <a:pt x="883252" y="2150772"/>
                  </a:lnTo>
                  <a:lnTo>
                    <a:pt x="875366" y="2150772"/>
                  </a:lnTo>
                  <a:lnTo>
                    <a:pt x="867479" y="2150772"/>
                  </a:lnTo>
                  <a:lnTo>
                    <a:pt x="859593" y="2150772"/>
                  </a:lnTo>
                  <a:lnTo>
                    <a:pt x="851707" y="2150772"/>
                  </a:lnTo>
                  <a:lnTo>
                    <a:pt x="843821" y="2150772"/>
                  </a:lnTo>
                  <a:lnTo>
                    <a:pt x="835935" y="2150772"/>
                  </a:lnTo>
                  <a:lnTo>
                    <a:pt x="828048" y="2150772"/>
                  </a:lnTo>
                  <a:lnTo>
                    <a:pt x="820162" y="2150772"/>
                  </a:lnTo>
                  <a:lnTo>
                    <a:pt x="812276" y="2150772"/>
                  </a:lnTo>
                  <a:lnTo>
                    <a:pt x="804390" y="2150772"/>
                  </a:lnTo>
                  <a:lnTo>
                    <a:pt x="796504" y="2150772"/>
                  </a:lnTo>
                  <a:lnTo>
                    <a:pt x="788618" y="2150772"/>
                  </a:lnTo>
                  <a:lnTo>
                    <a:pt x="780731" y="2150772"/>
                  </a:lnTo>
                  <a:lnTo>
                    <a:pt x="772845" y="2150772"/>
                  </a:lnTo>
                  <a:lnTo>
                    <a:pt x="764959" y="2150772"/>
                  </a:lnTo>
                  <a:lnTo>
                    <a:pt x="757073" y="2150772"/>
                  </a:lnTo>
                  <a:lnTo>
                    <a:pt x="749187" y="2150772"/>
                  </a:lnTo>
                  <a:lnTo>
                    <a:pt x="741300" y="2150772"/>
                  </a:lnTo>
                  <a:lnTo>
                    <a:pt x="733414" y="2150772"/>
                  </a:lnTo>
                  <a:lnTo>
                    <a:pt x="725528" y="2150772"/>
                  </a:lnTo>
                  <a:lnTo>
                    <a:pt x="717642" y="2150772"/>
                  </a:lnTo>
                  <a:lnTo>
                    <a:pt x="709756" y="2150772"/>
                  </a:lnTo>
                  <a:lnTo>
                    <a:pt x="701870" y="2150772"/>
                  </a:lnTo>
                  <a:lnTo>
                    <a:pt x="693983" y="2150772"/>
                  </a:lnTo>
                  <a:lnTo>
                    <a:pt x="686097" y="2150772"/>
                  </a:lnTo>
                  <a:lnTo>
                    <a:pt x="678211" y="2150772"/>
                  </a:lnTo>
                  <a:lnTo>
                    <a:pt x="670325" y="2150772"/>
                  </a:lnTo>
                  <a:lnTo>
                    <a:pt x="662439" y="2150772"/>
                  </a:lnTo>
                  <a:lnTo>
                    <a:pt x="654552" y="2150772"/>
                  </a:lnTo>
                  <a:lnTo>
                    <a:pt x="646666" y="2150772"/>
                  </a:lnTo>
                  <a:lnTo>
                    <a:pt x="638780" y="2150772"/>
                  </a:lnTo>
                  <a:lnTo>
                    <a:pt x="630894" y="2150772"/>
                  </a:lnTo>
                  <a:lnTo>
                    <a:pt x="623008" y="2150772"/>
                  </a:lnTo>
                  <a:lnTo>
                    <a:pt x="615122" y="2150772"/>
                  </a:lnTo>
                  <a:lnTo>
                    <a:pt x="607235" y="2150772"/>
                  </a:lnTo>
                  <a:lnTo>
                    <a:pt x="599349" y="2150772"/>
                  </a:lnTo>
                  <a:lnTo>
                    <a:pt x="591463" y="2150772"/>
                  </a:lnTo>
                  <a:lnTo>
                    <a:pt x="583577" y="2150772"/>
                  </a:lnTo>
                  <a:lnTo>
                    <a:pt x="575691" y="2150772"/>
                  </a:lnTo>
                  <a:lnTo>
                    <a:pt x="567804" y="2150772"/>
                  </a:lnTo>
                  <a:lnTo>
                    <a:pt x="559918" y="2150772"/>
                  </a:lnTo>
                  <a:lnTo>
                    <a:pt x="552032" y="2150772"/>
                  </a:lnTo>
                  <a:lnTo>
                    <a:pt x="544146" y="2150772"/>
                  </a:lnTo>
                  <a:lnTo>
                    <a:pt x="536260" y="2150772"/>
                  </a:lnTo>
                  <a:lnTo>
                    <a:pt x="528374" y="2150772"/>
                  </a:lnTo>
                  <a:lnTo>
                    <a:pt x="520487" y="2150772"/>
                  </a:lnTo>
                  <a:lnTo>
                    <a:pt x="512601" y="2150772"/>
                  </a:lnTo>
                  <a:lnTo>
                    <a:pt x="504715" y="2150772"/>
                  </a:lnTo>
                  <a:lnTo>
                    <a:pt x="496829" y="2150772"/>
                  </a:lnTo>
                  <a:lnTo>
                    <a:pt x="488943" y="2150772"/>
                  </a:lnTo>
                  <a:lnTo>
                    <a:pt x="481056" y="2150772"/>
                  </a:lnTo>
                  <a:lnTo>
                    <a:pt x="473170" y="2150772"/>
                  </a:lnTo>
                  <a:lnTo>
                    <a:pt x="465284" y="2150772"/>
                  </a:lnTo>
                  <a:lnTo>
                    <a:pt x="457398" y="2150772"/>
                  </a:lnTo>
                  <a:lnTo>
                    <a:pt x="449512" y="2150772"/>
                  </a:lnTo>
                  <a:lnTo>
                    <a:pt x="441626" y="2150772"/>
                  </a:lnTo>
                  <a:lnTo>
                    <a:pt x="433739" y="2150772"/>
                  </a:lnTo>
                  <a:lnTo>
                    <a:pt x="425853" y="2150772"/>
                  </a:lnTo>
                  <a:lnTo>
                    <a:pt x="417967" y="2150772"/>
                  </a:lnTo>
                  <a:lnTo>
                    <a:pt x="410081" y="2150772"/>
                  </a:lnTo>
                  <a:lnTo>
                    <a:pt x="402195" y="2150772"/>
                  </a:lnTo>
                  <a:lnTo>
                    <a:pt x="394309" y="2150772"/>
                  </a:lnTo>
                  <a:lnTo>
                    <a:pt x="386422" y="2150772"/>
                  </a:lnTo>
                  <a:lnTo>
                    <a:pt x="378536" y="2150772"/>
                  </a:lnTo>
                  <a:lnTo>
                    <a:pt x="370650" y="2150772"/>
                  </a:lnTo>
                  <a:lnTo>
                    <a:pt x="362764" y="2150772"/>
                  </a:lnTo>
                  <a:lnTo>
                    <a:pt x="354878" y="2150772"/>
                  </a:lnTo>
                  <a:lnTo>
                    <a:pt x="346991" y="2150772"/>
                  </a:lnTo>
                  <a:lnTo>
                    <a:pt x="339105" y="2150772"/>
                  </a:lnTo>
                  <a:lnTo>
                    <a:pt x="331219" y="2150772"/>
                  </a:lnTo>
                  <a:lnTo>
                    <a:pt x="323333" y="2150772"/>
                  </a:lnTo>
                  <a:lnTo>
                    <a:pt x="315447" y="2150772"/>
                  </a:lnTo>
                  <a:lnTo>
                    <a:pt x="307561" y="2150772"/>
                  </a:lnTo>
                  <a:lnTo>
                    <a:pt x="299674" y="2150772"/>
                  </a:lnTo>
                  <a:lnTo>
                    <a:pt x="291788" y="2150772"/>
                  </a:lnTo>
                  <a:lnTo>
                    <a:pt x="283902" y="2150772"/>
                  </a:lnTo>
                  <a:lnTo>
                    <a:pt x="276016" y="2150772"/>
                  </a:lnTo>
                  <a:lnTo>
                    <a:pt x="268130" y="2150772"/>
                  </a:lnTo>
                  <a:lnTo>
                    <a:pt x="260243" y="2150772"/>
                  </a:lnTo>
                  <a:lnTo>
                    <a:pt x="252357" y="2150772"/>
                  </a:lnTo>
                  <a:lnTo>
                    <a:pt x="244471" y="2150772"/>
                  </a:lnTo>
                  <a:lnTo>
                    <a:pt x="236585" y="2150772"/>
                  </a:lnTo>
                  <a:lnTo>
                    <a:pt x="228699" y="2150772"/>
                  </a:lnTo>
                  <a:lnTo>
                    <a:pt x="220813" y="2150772"/>
                  </a:lnTo>
                  <a:lnTo>
                    <a:pt x="212926" y="2150772"/>
                  </a:lnTo>
                  <a:lnTo>
                    <a:pt x="205040" y="2150772"/>
                  </a:lnTo>
                  <a:lnTo>
                    <a:pt x="197154" y="2150772"/>
                  </a:lnTo>
                  <a:lnTo>
                    <a:pt x="189268" y="2150772"/>
                  </a:lnTo>
                  <a:lnTo>
                    <a:pt x="181382" y="2150772"/>
                  </a:lnTo>
                  <a:lnTo>
                    <a:pt x="173495" y="2150772"/>
                  </a:lnTo>
                  <a:lnTo>
                    <a:pt x="165609" y="2150772"/>
                  </a:lnTo>
                  <a:lnTo>
                    <a:pt x="157723" y="2150772"/>
                  </a:lnTo>
                  <a:lnTo>
                    <a:pt x="149837" y="2150772"/>
                  </a:lnTo>
                  <a:lnTo>
                    <a:pt x="141951" y="2150772"/>
                  </a:lnTo>
                  <a:lnTo>
                    <a:pt x="134065" y="2150772"/>
                  </a:lnTo>
                  <a:lnTo>
                    <a:pt x="126178" y="2150772"/>
                  </a:lnTo>
                  <a:lnTo>
                    <a:pt x="118292" y="2150772"/>
                  </a:lnTo>
                  <a:lnTo>
                    <a:pt x="110406" y="2150772"/>
                  </a:lnTo>
                  <a:lnTo>
                    <a:pt x="102520" y="2150772"/>
                  </a:lnTo>
                  <a:lnTo>
                    <a:pt x="94634" y="2150772"/>
                  </a:lnTo>
                  <a:lnTo>
                    <a:pt x="86747" y="2150772"/>
                  </a:lnTo>
                  <a:lnTo>
                    <a:pt x="78861" y="2150772"/>
                  </a:lnTo>
                  <a:lnTo>
                    <a:pt x="70975" y="2150772"/>
                  </a:lnTo>
                  <a:lnTo>
                    <a:pt x="63089" y="2150772"/>
                  </a:lnTo>
                  <a:lnTo>
                    <a:pt x="55203" y="2150772"/>
                  </a:lnTo>
                  <a:lnTo>
                    <a:pt x="47317" y="2150772"/>
                  </a:lnTo>
                  <a:lnTo>
                    <a:pt x="39430" y="2150772"/>
                  </a:lnTo>
                  <a:lnTo>
                    <a:pt x="31544" y="2150772"/>
                  </a:lnTo>
                  <a:lnTo>
                    <a:pt x="23658" y="2150772"/>
                  </a:lnTo>
                  <a:lnTo>
                    <a:pt x="15772" y="2150772"/>
                  </a:lnTo>
                  <a:lnTo>
                    <a:pt x="7886" y="215077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814880" y="2643959"/>
              <a:ext cx="4029838" cy="2150772"/>
            </a:xfrm>
            <a:custGeom>
              <a:avLst/>
              <a:pathLst>
                <a:path w="4029838" h="2150772">
                  <a:moveTo>
                    <a:pt x="0" y="2150772"/>
                  </a:moveTo>
                  <a:lnTo>
                    <a:pt x="7886" y="2150772"/>
                  </a:lnTo>
                  <a:lnTo>
                    <a:pt x="15772" y="2150772"/>
                  </a:lnTo>
                  <a:lnTo>
                    <a:pt x="23658" y="2150772"/>
                  </a:lnTo>
                  <a:lnTo>
                    <a:pt x="31544" y="2150772"/>
                  </a:lnTo>
                  <a:lnTo>
                    <a:pt x="39430" y="2150772"/>
                  </a:lnTo>
                  <a:lnTo>
                    <a:pt x="47317" y="2150772"/>
                  </a:lnTo>
                  <a:lnTo>
                    <a:pt x="55203" y="2150772"/>
                  </a:lnTo>
                  <a:lnTo>
                    <a:pt x="63089" y="2150772"/>
                  </a:lnTo>
                  <a:lnTo>
                    <a:pt x="70975" y="2150772"/>
                  </a:lnTo>
                  <a:lnTo>
                    <a:pt x="78861" y="2150772"/>
                  </a:lnTo>
                  <a:lnTo>
                    <a:pt x="86747" y="2150772"/>
                  </a:lnTo>
                  <a:lnTo>
                    <a:pt x="94634" y="2150772"/>
                  </a:lnTo>
                  <a:lnTo>
                    <a:pt x="102520" y="2150772"/>
                  </a:lnTo>
                  <a:lnTo>
                    <a:pt x="110406" y="2150772"/>
                  </a:lnTo>
                  <a:lnTo>
                    <a:pt x="118292" y="2150772"/>
                  </a:lnTo>
                  <a:lnTo>
                    <a:pt x="126178" y="2150772"/>
                  </a:lnTo>
                  <a:lnTo>
                    <a:pt x="134065" y="2150772"/>
                  </a:lnTo>
                  <a:lnTo>
                    <a:pt x="141951" y="2150772"/>
                  </a:lnTo>
                  <a:lnTo>
                    <a:pt x="149837" y="2150772"/>
                  </a:lnTo>
                  <a:lnTo>
                    <a:pt x="157723" y="2150772"/>
                  </a:lnTo>
                  <a:lnTo>
                    <a:pt x="165609" y="2150772"/>
                  </a:lnTo>
                  <a:lnTo>
                    <a:pt x="173495" y="2150772"/>
                  </a:lnTo>
                  <a:lnTo>
                    <a:pt x="181382" y="2150772"/>
                  </a:lnTo>
                  <a:lnTo>
                    <a:pt x="189268" y="2150772"/>
                  </a:lnTo>
                  <a:lnTo>
                    <a:pt x="197154" y="2150772"/>
                  </a:lnTo>
                  <a:lnTo>
                    <a:pt x="205040" y="2150772"/>
                  </a:lnTo>
                  <a:lnTo>
                    <a:pt x="212926" y="2150772"/>
                  </a:lnTo>
                  <a:lnTo>
                    <a:pt x="220813" y="2150772"/>
                  </a:lnTo>
                  <a:lnTo>
                    <a:pt x="228699" y="2150772"/>
                  </a:lnTo>
                  <a:lnTo>
                    <a:pt x="236585" y="2150772"/>
                  </a:lnTo>
                  <a:lnTo>
                    <a:pt x="244471" y="2150772"/>
                  </a:lnTo>
                  <a:lnTo>
                    <a:pt x="252357" y="2150772"/>
                  </a:lnTo>
                  <a:lnTo>
                    <a:pt x="260243" y="2150772"/>
                  </a:lnTo>
                  <a:lnTo>
                    <a:pt x="268130" y="2150772"/>
                  </a:lnTo>
                  <a:lnTo>
                    <a:pt x="276016" y="2150772"/>
                  </a:lnTo>
                  <a:lnTo>
                    <a:pt x="283902" y="2150772"/>
                  </a:lnTo>
                  <a:lnTo>
                    <a:pt x="291788" y="2150772"/>
                  </a:lnTo>
                  <a:lnTo>
                    <a:pt x="299674" y="2150772"/>
                  </a:lnTo>
                  <a:lnTo>
                    <a:pt x="307561" y="2150772"/>
                  </a:lnTo>
                  <a:lnTo>
                    <a:pt x="315447" y="2150772"/>
                  </a:lnTo>
                  <a:lnTo>
                    <a:pt x="323333" y="2150772"/>
                  </a:lnTo>
                  <a:lnTo>
                    <a:pt x="331219" y="2150772"/>
                  </a:lnTo>
                  <a:lnTo>
                    <a:pt x="339105" y="2150772"/>
                  </a:lnTo>
                  <a:lnTo>
                    <a:pt x="346991" y="2150772"/>
                  </a:lnTo>
                  <a:lnTo>
                    <a:pt x="354878" y="2150772"/>
                  </a:lnTo>
                  <a:lnTo>
                    <a:pt x="362764" y="2150772"/>
                  </a:lnTo>
                  <a:lnTo>
                    <a:pt x="370650" y="2150772"/>
                  </a:lnTo>
                  <a:lnTo>
                    <a:pt x="378536" y="2150772"/>
                  </a:lnTo>
                  <a:lnTo>
                    <a:pt x="386422" y="2150772"/>
                  </a:lnTo>
                  <a:lnTo>
                    <a:pt x="394309" y="2150772"/>
                  </a:lnTo>
                  <a:lnTo>
                    <a:pt x="402195" y="2150772"/>
                  </a:lnTo>
                  <a:lnTo>
                    <a:pt x="410081" y="2150771"/>
                  </a:lnTo>
                  <a:lnTo>
                    <a:pt x="417967" y="2150771"/>
                  </a:lnTo>
                  <a:lnTo>
                    <a:pt x="425853" y="2150771"/>
                  </a:lnTo>
                  <a:lnTo>
                    <a:pt x="433739" y="2150771"/>
                  </a:lnTo>
                  <a:lnTo>
                    <a:pt x="441626" y="2150770"/>
                  </a:lnTo>
                  <a:lnTo>
                    <a:pt x="449512" y="2150770"/>
                  </a:lnTo>
                  <a:lnTo>
                    <a:pt x="457398" y="2150769"/>
                  </a:lnTo>
                  <a:lnTo>
                    <a:pt x="465284" y="2150768"/>
                  </a:lnTo>
                  <a:lnTo>
                    <a:pt x="473170" y="2150767"/>
                  </a:lnTo>
                  <a:lnTo>
                    <a:pt x="481056" y="2150766"/>
                  </a:lnTo>
                  <a:lnTo>
                    <a:pt x="488943" y="2150764"/>
                  </a:lnTo>
                  <a:lnTo>
                    <a:pt x="496829" y="2150762"/>
                  </a:lnTo>
                  <a:lnTo>
                    <a:pt x="504715" y="2150760"/>
                  </a:lnTo>
                  <a:lnTo>
                    <a:pt x="512601" y="2150757"/>
                  </a:lnTo>
                  <a:lnTo>
                    <a:pt x="520487" y="2150754"/>
                  </a:lnTo>
                  <a:lnTo>
                    <a:pt x="528374" y="2150750"/>
                  </a:lnTo>
                  <a:lnTo>
                    <a:pt x="536260" y="2150744"/>
                  </a:lnTo>
                  <a:lnTo>
                    <a:pt x="544146" y="2150738"/>
                  </a:lnTo>
                  <a:lnTo>
                    <a:pt x="552032" y="2150731"/>
                  </a:lnTo>
                  <a:lnTo>
                    <a:pt x="559918" y="2150723"/>
                  </a:lnTo>
                  <a:lnTo>
                    <a:pt x="567804" y="2150712"/>
                  </a:lnTo>
                  <a:lnTo>
                    <a:pt x="575691" y="2150700"/>
                  </a:lnTo>
                  <a:lnTo>
                    <a:pt x="583577" y="2150685"/>
                  </a:lnTo>
                  <a:lnTo>
                    <a:pt x="591463" y="2150668"/>
                  </a:lnTo>
                  <a:lnTo>
                    <a:pt x="599349" y="2150647"/>
                  </a:lnTo>
                  <a:lnTo>
                    <a:pt x="607235" y="2150622"/>
                  </a:lnTo>
                  <a:lnTo>
                    <a:pt x="615122" y="2150594"/>
                  </a:lnTo>
                  <a:lnTo>
                    <a:pt x="623008" y="2150560"/>
                  </a:lnTo>
                  <a:lnTo>
                    <a:pt x="630894" y="2150520"/>
                  </a:lnTo>
                  <a:lnTo>
                    <a:pt x="638780" y="2150474"/>
                  </a:lnTo>
                  <a:lnTo>
                    <a:pt x="646666" y="2150421"/>
                  </a:lnTo>
                  <a:lnTo>
                    <a:pt x="654552" y="2150360"/>
                  </a:lnTo>
                  <a:lnTo>
                    <a:pt x="662439" y="2150287"/>
                  </a:lnTo>
                  <a:lnTo>
                    <a:pt x="670325" y="2150203"/>
                  </a:lnTo>
                  <a:lnTo>
                    <a:pt x="678211" y="2150108"/>
                  </a:lnTo>
                  <a:lnTo>
                    <a:pt x="686097" y="2150000"/>
                  </a:lnTo>
                  <a:lnTo>
                    <a:pt x="693983" y="2149872"/>
                  </a:lnTo>
                  <a:lnTo>
                    <a:pt x="701870" y="2149727"/>
                  </a:lnTo>
                  <a:lnTo>
                    <a:pt x="709756" y="2149564"/>
                  </a:lnTo>
                  <a:lnTo>
                    <a:pt x="717642" y="2149381"/>
                  </a:lnTo>
                  <a:lnTo>
                    <a:pt x="725528" y="2149167"/>
                  </a:lnTo>
                  <a:lnTo>
                    <a:pt x="733414" y="2148927"/>
                  </a:lnTo>
                  <a:lnTo>
                    <a:pt x="741300" y="2148658"/>
                  </a:lnTo>
                  <a:lnTo>
                    <a:pt x="749187" y="2148361"/>
                  </a:lnTo>
                  <a:lnTo>
                    <a:pt x="757073" y="2148021"/>
                  </a:lnTo>
                  <a:lnTo>
                    <a:pt x="764959" y="2147639"/>
                  </a:lnTo>
                  <a:lnTo>
                    <a:pt x="772845" y="2147218"/>
                  </a:lnTo>
                  <a:lnTo>
                    <a:pt x="780731" y="2146754"/>
                  </a:lnTo>
                  <a:lnTo>
                    <a:pt x="788618" y="2146238"/>
                  </a:lnTo>
                  <a:lnTo>
                    <a:pt x="796504" y="2145658"/>
                  </a:lnTo>
                  <a:lnTo>
                    <a:pt x="804390" y="2145025"/>
                  </a:lnTo>
                  <a:lnTo>
                    <a:pt x="812276" y="2144337"/>
                  </a:lnTo>
                  <a:lnTo>
                    <a:pt x="820162" y="2143584"/>
                  </a:lnTo>
                  <a:lnTo>
                    <a:pt x="828048" y="2142745"/>
                  </a:lnTo>
                  <a:lnTo>
                    <a:pt x="835935" y="2141838"/>
                  </a:lnTo>
                  <a:lnTo>
                    <a:pt x="843821" y="2140861"/>
                  </a:lnTo>
                  <a:lnTo>
                    <a:pt x="851707" y="2139812"/>
                  </a:lnTo>
                  <a:lnTo>
                    <a:pt x="859593" y="2138653"/>
                  </a:lnTo>
                  <a:lnTo>
                    <a:pt x="867479" y="2137414"/>
                  </a:lnTo>
                  <a:lnTo>
                    <a:pt x="875366" y="2136093"/>
                  </a:lnTo>
                  <a:lnTo>
                    <a:pt x="883252" y="2134690"/>
                  </a:lnTo>
                  <a:lnTo>
                    <a:pt x="891138" y="2133174"/>
                  </a:lnTo>
                  <a:lnTo>
                    <a:pt x="899024" y="2131562"/>
                  </a:lnTo>
                  <a:lnTo>
                    <a:pt x="906910" y="2129865"/>
                  </a:lnTo>
                  <a:lnTo>
                    <a:pt x="914796" y="2128081"/>
                  </a:lnTo>
                  <a:lnTo>
                    <a:pt x="922683" y="2126191"/>
                  </a:lnTo>
                  <a:lnTo>
                    <a:pt x="930569" y="2124201"/>
                  </a:lnTo>
                  <a:lnTo>
                    <a:pt x="938455" y="2122130"/>
                  </a:lnTo>
                  <a:lnTo>
                    <a:pt x="946341" y="2119981"/>
                  </a:lnTo>
                  <a:lnTo>
                    <a:pt x="954227" y="2117744"/>
                  </a:lnTo>
                  <a:lnTo>
                    <a:pt x="962113" y="2115417"/>
                  </a:lnTo>
                  <a:lnTo>
                    <a:pt x="970000" y="2113027"/>
                  </a:lnTo>
                  <a:lnTo>
                    <a:pt x="977886" y="2110579"/>
                  </a:lnTo>
                  <a:lnTo>
                    <a:pt x="985772" y="2108075"/>
                  </a:lnTo>
                  <a:lnTo>
                    <a:pt x="993658" y="2105511"/>
                  </a:lnTo>
                  <a:lnTo>
                    <a:pt x="1001544" y="2102916"/>
                  </a:lnTo>
                  <a:lnTo>
                    <a:pt x="1009431" y="2100296"/>
                  </a:lnTo>
                  <a:lnTo>
                    <a:pt x="1017317" y="2097658"/>
                  </a:lnTo>
                  <a:lnTo>
                    <a:pt x="1025203" y="2095014"/>
                  </a:lnTo>
                  <a:lnTo>
                    <a:pt x="1033089" y="2092380"/>
                  </a:lnTo>
                  <a:lnTo>
                    <a:pt x="1040975" y="2089765"/>
                  </a:lnTo>
                  <a:lnTo>
                    <a:pt x="1048861" y="2087179"/>
                  </a:lnTo>
                  <a:lnTo>
                    <a:pt x="1056748" y="2084646"/>
                  </a:lnTo>
                  <a:lnTo>
                    <a:pt x="1064634" y="2082177"/>
                  </a:lnTo>
                  <a:lnTo>
                    <a:pt x="1072520" y="2079777"/>
                  </a:lnTo>
                  <a:lnTo>
                    <a:pt x="1080406" y="2077451"/>
                  </a:lnTo>
                  <a:lnTo>
                    <a:pt x="1088292" y="2075232"/>
                  </a:lnTo>
                  <a:lnTo>
                    <a:pt x="1096179" y="2073138"/>
                  </a:lnTo>
                  <a:lnTo>
                    <a:pt x="1104065" y="2071155"/>
                  </a:lnTo>
                  <a:lnTo>
                    <a:pt x="1111951" y="2069289"/>
                  </a:lnTo>
                  <a:lnTo>
                    <a:pt x="1119837" y="2067562"/>
                  </a:lnTo>
                  <a:lnTo>
                    <a:pt x="1127723" y="2066014"/>
                  </a:lnTo>
                  <a:lnTo>
                    <a:pt x="1135609" y="2064605"/>
                  </a:lnTo>
                  <a:lnTo>
                    <a:pt x="1143496" y="2063339"/>
                  </a:lnTo>
                  <a:lnTo>
                    <a:pt x="1151382" y="2062220"/>
                  </a:lnTo>
                  <a:lnTo>
                    <a:pt x="1159268" y="2061310"/>
                  </a:lnTo>
                  <a:lnTo>
                    <a:pt x="1167154" y="2060544"/>
                  </a:lnTo>
                  <a:lnTo>
                    <a:pt x="1175040" y="2059919"/>
                  </a:lnTo>
                  <a:lnTo>
                    <a:pt x="1182927" y="2059432"/>
                  </a:lnTo>
                  <a:lnTo>
                    <a:pt x="1190813" y="2059126"/>
                  </a:lnTo>
                  <a:lnTo>
                    <a:pt x="1198699" y="2058947"/>
                  </a:lnTo>
                  <a:lnTo>
                    <a:pt x="1206585" y="2058877"/>
                  </a:lnTo>
                  <a:lnTo>
                    <a:pt x="1214471" y="2058907"/>
                  </a:lnTo>
                  <a:lnTo>
                    <a:pt x="1222357" y="2059046"/>
                  </a:lnTo>
                  <a:lnTo>
                    <a:pt x="1230244" y="2059257"/>
                  </a:lnTo>
                  <a:lnTo>
                    <a:pt x="1238130" y="2059513"/>
                  </a:lnTo>
                  <a:lnTo>
                    <a:pt x="1246016" y="2059798"/>
                  </a:lnTo>
                  <a:lnTo>
                    <a:pt x="1253902" y="2060094"/>
                  </a:lnTo>
                  <a:lnTo>
                    <a:pt x="1261788" y="2060362"/>
                  </a:lnTo>
                  <a:lnTo>
                    <a:pt x="1269675" y="2060581"/>
                  </a:lnTo>
                  <a:lnTo>
                    <a:pt x="1277561" y="2060732"/>
                  </a:lnTo>
                  <a:lnTo>
                    <a:pt x="1285447" y="2060784"/>
                  </a:lnTo>
                  <a:lnTo>
                    <a:pt x="1293333" y="2060663"/>
                  </a:lnTo>
                  <a:lnTo>
                    <a:pt x="1301219" y="2060379"/>
                  </a:lnTo>
                  <a:lnTo>
                    <a:pt x="1309105" y="2059912"/>
                  </a:lnTo>
                  <a:lnTo>
                    <a:pt x="1316992" y="2059241"/>
                  </a:lnTo>
                  <a:lnTo>
                    <a:pt x="1324878" y="2058218"/>
                  </a:lnTo>
                  <a:lnTo>
                    <a:pt x="1332764" y="2056912"/>
                  </a:lnTo>
                  <a:lnTo>
                    <a:pt x="1340650" y="2055302"/>
                  </a:lnTo>
                  <a:lnTo>
                    <a:pt x="1348536" y="2053369"/>
                  </a:lnTo>
                  <a:lnTo>
                    <a:pt x="1356423" y="2050956"/>
                  </a:lnTo>
                  <a:lnTo>
                    <a:pt x="1364309" y="2048112"/>
                  </a:lnTo>
                  <a:lnTo>
                    <a:pt x="1372195" y="2044855"/>
                  </a:lnTo>
                  <a:lnTo>
                    <a:pt x="1380081" y="2041169"/>
                  </a:lnTo>
                  <a:lnTo>
                    <a:pt x="1387967" y="2036916"/>
                  </a:lnTo>
                  <a:lnTo>
                    <a:pt x="1395853" y="2032087"/>
                  </a:lnTo>
                  <a:lnTo>
                    <a:pt x="1403740" y="2026761"/>
                  </a:lnTo>
                  <a:lnTo>
                    <a:pt x="1411626" y="2020926"/>
                  </a:lnTo>
                  <a:lnTo>
                    <a:pt x="1419512" y="2014488"/>
                  </a:lnTo>
                  <a:lnTo>
                    <a:pt x="1427398" y="2007354"/>
                  </a:lnTo>
                  <a:lnTo>
                    <a:pt x="1435284" y="1999673"/>
                  </a:lnTo>
                  <a:lnTo>
                    <a:pt x="1443170" y="1991441"/>
                  </a:lnTo>
                  <a:lnTo>
                    <a:pt x="1451057" y="1982622"/>
                  </a:lnTo>
                  <a:lnTo>
                    <a:pt x="1458943" y="1973026"/>
                  </a:lnTo>
                  <a:lnTo>
                    <a:pt x="1466829" y="1962876"/>
                  </a:lnTo>
                  <a:lnTo>
                    <a:pt x="1474715" y="1952175"/>
                  </a:lnTo>
                  <a:lnTo>
                    <a:pt x="1482601" y="1940925"/>
                  </a:lnTo>
                  <a:lnTo>
                    <a:pt x="1490488" y="1928914"/>
                  </a:lnTo>
                  <a:lnTo>
                    <a:pt x="1498374" y="1916360"/>
                  </a:lnTo>
                  <a:lnTo>
                    <a:pt x="1506260" y="1903291"/>
                  </a:lnTo>
                  <a:lnTo>
                    <a:pt x="1514146" y="1889718"/>
                  </a:lnTo>
                  <a:lnTo>
                    <a:pt x="1522032" y="1875503"/>
                  </a:lnTo>
                  <a:lnTo>
                    <a:pt x="1529918" y="1860761"/>
                  </a:lnTo>
                  <a:lnTo>
                    <a:pt x="1537805" y="1845569"/>
                  </a:lnTo>
                  <a:lnTo>
                    <a:pt x="1545691" y="1829940"/>
                  </a:lnTo>
                  <a:lnTo>
                    <a:pt x="1553577" y="1813801"/>
                  </a:lnTo>
                  <a:lnTo>
                    <a:pt x="1561463" y="1797178"/>
                  </a:lnTo>
                  <a:lnTo>
                    <a:pt x="1569349" y="1780178"/>
                  </a:lnTo>
                  <a:lnTo>
                    <a:pt x="1577236" y="1762816"/>
                  </a:lnTo>
                  <a:lnTo>
                    <a:pt x="1585122" y="1745060"/>
                  </a:lnTo>
                  <a:lnTo>
                    <a:pt x="1593008" y="1726868"/>
                  </a:lnTo>
                  <a:lnTo>
                    <a:pt x="1600894" y="1708360"/>
                  </a:lnTo>
                  <a:lnTo>
                    <a:pt x="1608780" y="1689546"/>
                  </a:lnTo>
                  <a:lnTo>
                    <a:pt x="1616666" y="1670422"/>
                  </a:lnTo>
                  <a:lnTo>
                    <a:pt x="1624553" y="1650885"/>
                  </a:lnTo>
                  <a:lnTo>
                    <a:pt x="1632439" y="1631061"/>
                  </a:lnTo>
                  <a:lnTo>
                    <a:pt x="1640325" y="1610951"/>
                  </a:lnTo>
                  <a:lnTo>
                    <a:pt x="1648211" y="1590553"/>
                  </a:lnTo>
                  <a:lnTo>
                    <a:pt x="1656097" y="1569751"/>
                  </a:lnTo>
                  <a:lnTo>
                    <a:pt x="1663984" y="1548626"/>
                  </a:lnTo>
                  <a:lnTo>
                    <a:pt x="1671870" y="1527190"/>
                  </a:lnTo>
                  <a:lnTo>
                    <a:pt x="1679756" y="1505434"/>
                  </a:lnTo>
                  <a:lnTo>
                    <a:pt x="1687642" y="1483245"/>
                  </a:lnTo>
                  <a:lnTo>
                    <a:pt x="1695528" y="1460638"/>
                  </a:lnTo>
                  <a:lnTo>
                    <a:pt x="1703414" y="1437654"/>
                  </a:lnTo>
                  <a:lnTo>
                    <a:pt x="1711301" y="1414277"/>
                  </a:lnTo>
                  <a:lnTo>
                    <a:pt x="1719187" y="1390409"/>
                  </a:lnTo>
                  <a:lnTo>
                    <a:pt x="1727073" y="1365982"/>
                  </a:lnTo>
                  <a:lnTo>
                    <a:pt x="1734959" y="1341088"/>
                  </a:lnTo>
                  <a:lnTo>
                    <a:pt x="1742845" y="1315712"/>
                  </a:lnTo>
                  <a:lnTo>
                    <a:pt x="1750732" y="1289788"/>
                  </a:lnTo>
                  <a:lnTo>
                    <a:pt x="1758618" y="1263148"/>
                  </a:lnTo>
                  <a:lnTo>
                    <a:pt x="1766504" y="1235961"/>
                  </a:lnTo>
                  <a:lnTo>
                    <a:pt x="1774390" y="1208215"/>
                  </a:lnTo>
                  <a:lnTo>
                    <a:pt x="1782276" y="1179900"/>
                  </a:lnTo>
                  <a:lnTo>
                    <a:pt x="1790162" y="1150745"/>
                  </a:lnTo>
                  <a:lnTo>
                    <a:pt x="1798049" y="1121003"/>
                  </a:lnTo>
                  <a:lnTo>
                    <a:pt x="1805935" y="1090678"/>
                  </a:lnTo>
                  <a:lnTo>
                    <a:pt x="1813821" y="1059772"/>
                  </a:lnTo>
                  <a:lnTo>
                    <a:pt x="1821707" y="1028095"/>
                  </a:lnTo>
                  <a:lnTo>
                    <a:pt x="1829593" y="995817"/>
                  </a:lnTo>
                  <a:lnTo>
                    <a:pt x="1837479" y="963012"/>
                  </a:lnTo>
                  <a:lnTo>
                    <a:pt x="1845366" y="929700"/>
                  </a:lnTo>
                  <a:lnTo>
                    <a:pt x="1853252" y="895795"/>
                  </a:lnTo>
                  <a:lnTo>
                    <a:pt x="1861138" y="861389"/>
                  </a:lnTo>
                  <a:lnTo>
                    <a:pt x="1869024" y="826612"/>
                  </a:lnTo>
                  <a:lnTo>
                    <a:pt x="1876910" y="791502"/>
                  </a:lnTo>
                  <a:lnTo>
                    <a:pt x="1884797" y="756067"/>
                  </a:lnTo>
                  <a:lnTo>
                    <a:pt x="1892683" y="720379"/>
                  </a:lnTo>
                  <a:lnTo>
                    <a:pt x="1900569" y="684574"/>
                  </a:lnTo>
                  <a:lnTo>
                    <a:pt x="1908455" y="648704"/>
                  </a:lnTo>
                  <a:lnTo>
                    <a:pt x="1916341" y="612832"/>
                  </a:lnTo>
                  <a:lnTo>
                    <a:pt x="1924227" y="577107"/>
                  </a:lnTo>
                  <a:lnTo>
                    <a:pt x="1932114" y="541594"/>
                  </a:lnTo>
                  <a:lnTo>
                    <a:pt x="1940000" y="506357"/>
                  </a:lnTo>
                  <a:lnTo>
                    <a:pt x="1947886" y="471461"/>
                  </a:lnTo>
                  <a:lnTo>
                    <a:pt x="1955772" y="437214"/>
                  </a:lnTo>
                  <a:lnTo>
                    <a:pt x="1963658" y="403566"/>
                  </a:lnTo>
                  <a:lnTo>
                    <a:pt x="1971545" y="370569"/>
                  </a:lnTo>
                  <a:lnTo>
                    <a:pt x="1979431" y="338290"/>
                  </a:lnTo>
                  <a:lnTo>
                    <a:pt x="1987317" y="307101"/>
                  </a:lnTo>
                  <a:lnTo>
                    <a:pt x="1995203" y="276975"/>
                  </a:lnTo>
                  <a:lnTo>
                    <a:pt x="2003089" y="247870"/>
                  </a:lnTo>
                  <a:lnTo>
                    <a:pt x="2010975" y="219848"/>
                  </a:lnTo>
                  <a:lnTo>
                    <a:pt x="2018862" y="193258"/>
                  </a:lnTo>
                  <a:lnTo>
                    <a:pt x="2026748" y="168228"/>
                  </a:lnTo>
                  <a:lnTo>
                    <a:pt x="2034634" y="144549"/>
                  </a:lnTo>
                  <a:lnTo>
                    <a:pt x="2042520" y="122271"/>
                  </a:lnTo>
                  <a:lnTo>
                    <a:pt x="2050406" y="101647"/>
                  </a:lnTo>
                  <a:lnTo>
                    <a:pt x="2058293" y="83070"/>
                  </a:lnTo>
                  <a:lnTo>
                    <a:pt x="2066179" y="66108"/>
                  </a:lnTo>
                  <a:lnTo>
                    <a:pt x="2074065" y="50800"/>
                  </a:lnTo>
                  <a:lnTo>
                    <a:pt x="2081951" y="37242"/>
                  </a:lnTo>
                  <a:lnTo>
                    <a:pt x="2089837" y="26173"/>
                  </a:lnTo>
                  <a:lnTo>
                    <a:pt x="2097723" y="16908"/>
                  </a:lnTo>
                  <a:lnTo>
                    <a:pt x="2105610" y="9473"/>
                  </a:lnTo>
                  <a:lnTo>
                    <a:pt x="2113496" y="3891"/>
                  </a:lnTo>
                  <a:lnTo>
                    <a:pt x="2121382" y="927"/>
                  </a:lnTo>
                  <a:lnTo>
                    <a:pt x="2129268" y="0"/>
                  </a:lnTo>
                  <a:lnTo>
                    <a:pt x="2137154" y="998"/>
                  </a:lnTo>
                  <a:lnTo>
                    <a:pt x="2145041" y="3932"/>
                  </a:lnTo>
                  <a:lnTo>
                    <a:pt x="2152927" y="9378"/>
                  </a:lnTo>
                  <a:lnTo>
                    <a:pt x="2160813" y="17084"/>
                  </a:lnTo>
                  <a:lnTo>
                    <a:pt x="2168699" y="26734"/>
                  </a:lnTo>
                  <a:lnTo>
                    <a:pt x="2176585" y="38323"/>
                  </a:lnTo>
                  <a:lnTo>
                    <a:pt x="2184471" y="52218"/>
                  </a:lnTo>
                  <a:lnTo>
                    <a:pt x="2192358" y="68509"/>
                  </a:lnTo>
                  <a:lnTo>
                    <a:pt x="2200244" y="86682"/>
                  </a:lnTo>
                  <a:lnTo>
                    <a:pt x="2208130" y="106716"/>
                  </a:lnTo>
                  <a:lnTo>
                    <a:pt x="2216016" y="128767"/>
                  </a:lnTo>
                  <a:lnTo>
                    <a:pt x="2223902" y="153236"/>
                  </a:lnTo>
                  <a:lnTo>
                    <a:pt x="2231789" y="179439"/>
                  </a:lnTo>
                  <a:lnTo>
                    <a:pt x="2239675" y="207341"/>
                  </a:lnTo>
                  <a:lnTo>
                    <a:pt x="2247561" y="236906"/>
                  </a:lnTo>
                  <a:lnTo>
                    <a:pt x="2255447" y="268767"/>
                  </a:lnTo>
                  <a:lnTo>
                    <a:pt x="2263333" y="302126"/>
                  </a:lnTo>
                  <a:lnTo>
                    <a:pt x="2271219" y="336930"/>
                  </a:lnTo>
                  <a:lnTo>
                    <a:pt x="2279106" y="373127"/>
                  </a:lnTo>
                  <a:lnTo>
                    <a:pt x="2286992" y="411085"/>
                  </a:lnTo>
                  <a:lnTo>
                    <a:pt x="2294878" y="450341"/>
                  </a:lnTo>
                  <a:lnTo>
                    <a:pt x="2302764" y="490706"/>
                  </a:lnTo>
                  <a:lnTo>
                    <a:pt x="2310650" y="532113"/>
                  </a:lnTo>
                  <a:lnTo>
                    <a:pt x="2318536" y="574704"/>
                  </a:lnTo>
                  <a:lnTo>
                    <a:pt x="2326423" y="618256"/>
                  </a:lnTo>
                  <a:lnTo>
                    <a:pt x="2334309" y="662514"/>
                  </a:lnTo>
                  <a:lnTo>
                    <a:pt x="2342195" y="707402"/>
                  </a:lnTo>
                  <a:lnTo>
                    <a:pt x="2350081" y="752906"/>
                  </a:lnTo>
                  <a:lnTo>
                    <a:pt x="2357967" y="798907"/>
                  </a:lnTo>
                  <a:lnTo>
                    <a:pt x="2365854" y="845175"/>
                  </a:lnTo>
                  <a:lnTo>
                    <a:pt x="2373740" y="891632"/>
                  </a:lnTo>
                  <a:lnTo>
                    <a:pt x="2381626" y="938195"/>
                  </a:lnTo>
                  <a:lnTo>
                    <a:pt x="2389512" y="984702"/>
                  </a:lnTo>
                  <a:lnTo>
                    <a:pt x="2397398" y="1031040"/>
                  </a:lnTo>
                  <a:lnTo>
                    <a:pt x="2405284" y="1077136"/>
                  </a:lnTo>
                  <a:lnTo>
                    <a:pt x="2413171" y="1122918"/>
                  </a:lnTo>
                  <a:lnTo>
                    <a:pt x="2421057" y="1168078"/>
                  </a:lnTo>
                  <a:lnTo>
                    <a:pt x="2428943" y="1212667"/>
                  </a:lnTo>
                  <a:lnTo>
                    <a:pt x="2436829" y="1256636"/>
                  </a:lnTo>
                  <a:lnTo>
                    <a:pt x="2444715" y="1299926"/>
                  </a:lnTo>
                  <a:lnTo>
                    <a:pt x="2452602" y="1342199"/>
                  </a:lnTo>
                  <a:lnTo>
                    <a:pt x="2460488" y="1383505"/>
                  </a:lnTo>
                  <a:lnTo>
                    <a:pt x="2468374" y="1423899"/>
                  </a:lnTo>
                  <a:lnTo>
                    <a:pt x="2476260" y="1463339"/>
                  </a:lnTo>
                  <a:lnTo>
                    <a:pt x="2484146" y="1501540"/>
                  </a:lnTo>
                  <a:lnTo>
                    <a:pt x="2492032" y="1538437"/>
                  </a:lnTo>
                  <a:lnTo>
                    <a:pt x="2499919" y="1574233"/>
                  </a:lnTo>
                  <a:lnTo>
                    <a:pt x="2507805" y="1608905"/>
                  </a:lnTo>
                  <a:lnTo>
                    <a:pt x="2515691" y="1642275"/>
                  </a:lnTo>
                  <a:lnTo>
                    <a:pt x="2523577" y="1674098"/>
                  </a:lnTo>
                  <a:lnTo>
                    <a:pt x="2531463" y="1704736"/>
                  </a:lnTo>
                  <a:lnTo>
                    <a:pt x="2539350" y="1734184"/>
                  </a:lnTo>
                  <a:lnTo>
                    <a:pt x="2547236" y="1762397"/>
                  </a:lnTo>
                  <a:lnTo>
                    <a:pt x="2555122" y="1788929"/>
                  </a:lnTo>
                  <a:lnTo>
                    <a:pt x="2563008" y="1814286"/>
                  </a:lnTo>
                  <a:lnTo>
                    <a:pt x="2570894" y="1838479"/>
                  </a:lnTo>
                  <a:lnTo>
                    <a:pt x="2578780" y="1861519"/>
                  </a:lnTo>
                  <a:lnTo>
                    <a:pt x="2586667" y="1882992"/>
                  </a:lnTo>
                  <a:lnTo>
                    <a:pt x="2594553" y="1903306"/>
                  </a:lnTo>
                  <a:lnTo>
                    <a:pt x="2602439" y="1922551"/>
                  </a:lnTo>
                  <a:lnTo>
                    <a:pt x="2610325" y="1940746"/>
                  </a:lnTo>
                  <a:lnTo>
                    <a:pt x="2618211" y="1957631"/>
                  </a:lnTo>
                  <a:lnTo>
                    <a:pt x="2626098" y="1973397"/>
                  </a:lnTo>
                  <a:lnTo>
                    <a:pt x="2633984" y="1988231"/>
                  </a:lnTo>
                  <a:lnTo>
                    <a:pt x="2641870" y="2002159"/>
                  </a:lnTo>
                  <a:lnTo>
                    <a:pt x="2649756" y="2015045"/>
                  </a:lnTo>
                  <a:lnTo>
                    <a:pt x="2657642" y="2026908"/>
                  </a:lnTo>
                  <a:lnTo>
                    <a:pt x="2665528" y="2037995"/>
                  </a:lnTo>
                  <a:lnTo>
                    <a:pt x="2673415" y="2048333"/>
                  </a:lnTo>
                  <a:lnTo>
                    <a:pt x="2681301" y="2057885"/>
                  </a:lnTo>
                  <a:lnTo>
                    <a:pt x="2689187" y="2066541"/>
                  </a:lnTo>
                  <a:lnTo>
                    <a:pt x="2697073" y="2074578"/>
                  </a:lnTo>
                  <a:lnTo>
                    <a:pt x="2704959" y="2082023"/>
                  </a:lnTo>
                  <a:lnTo>
                    <a:pt x="2712846" y="2088899"/>
                  </a:lnTo>
                  <a:lnTo>
                    <a:pt x="2720732" y="2095025"/>
                  </a:lnTo>
                  <a:lnTo>
                    <a:pt x="2728618" y="2100677"/>
                  </a:lnTo>
                  <a:lnTo>
                    <a:pt x="2736504" y="2105878"/>
                  </a:lnTo>
                  <a:lnTo>
                    <a:pt x="2744390" y="2110651"/>
                  </a:lnTo>
                  <a:lnTo>
                    <a:pt x="2752276" y="2114891"/>
                  </a:lnTo>
                  <a:lnTo>
                    <a:pt x="2760163" y="2118745"/>
                  </a:lnTo>
                  <a:lnTo>
                    <a:pt x="2768049" y="2122268"/>
                  </a:lnTo>
                  <a:lnTo>
                    <a:pt x="2775935" y="2125480"/>
                  </a:lnTo>
                  <a:lnTo>
                    <a:pt x="2783821" y="2128330"/>
                  </a:lnTo>
                  <a:lnTo>
                    <a:pt x="2791707" y="2130878"/>
                  </a:lnTo>
                  <a:lnTo>
                    <a:pt x="2799593" y="2133192"/>
                  </a:lnTo>
                  <a:lnTo>
                    <a:pt x="2807480" y="2135286"/>
                  </a:lnTo>
                  <a:lnTo>
                    <a:pt x="2815366" y="2137146"/>
                  </a:lnTo>
                  <a:lnTo>
                    <a:pt x="2823252" y="2138777"/>
                  </a:lnTo>
                  <a:lnTo>
                    <a:pt x="2831138" y="2140249"/>
                  </a:lnTo>
                  <a:lnTo>
                    <a:pt x="2839024" y="2141572"/>
                  </a:lnTo>
                  <a:lnTo>
                    <a:pt x="2846911" y="2142748"/>
                  </a:lnTo>
                  <a:lnTo>
                    <a:pt x="2854797" y="2143759"/>
                  </a:lnTo>
                  <a:lnTo>
                    <a:pt x="2862683" y="2144665"/>
                  </a:lnTo>
                  <a:lnTo>
                    <a:pt x="2870569" y="2145473"/>
                  </a:lnTo>
                  <a:lnTo>
                    <a:pt x="2878455" y="2146192"/>
                  </a:lnTo>
                  <a:lnTo>
                    <a:pt x="2886341" y="2146800"/>
                  </a:lnTo>
                  <a:lnTo>
                    <a:pt x="2894228" y="2147339"/>
                  </a:lnTo>
                  <a:lnTo>
                    <a:pt x="2902114" y="2147817"/>
                  </a:lnTo>
                  <a:lnTo>
                    <a:pt x="2910000" y="2148238"/>
                  </a:lnTo>
                  <a:lnTo>
                    <a:pt x="2917886" y="2148595"/>
                  </a:lnTo>
                  <a:lnTo>
                    <a:pt x="2925772" y="2148905"/>
                  </a:lnTo>
                  <a:lnTo>
                    <a:pt x="2933659" y="2149177"/>
                  </a:lnTo>
                  <a:lnTo>
                    <a:pt x="2941545" y="2149416"/>
                  </a:lnTo>
                  <a:lnTo>
                    <a:pt x="2949431" y="2149618"/>
                  </a:lnTo>
                  <a:lnTo>
                    <a:pt x="2957317" y="2149790"/>
                  </a:lnTo>
                  <a:lnTo>
                    <a:pt x="2965203" y="2149940"/>
                  </a:lnTo>
                  <a:lnTo>
                    <a:pt x="2973089" y="2150071"/>
                  </a:lnTo>
                  <a:lnTo>
                    <a:pt x="2980976" y="2150182"/>
                  </a:lnTo>
                  <a:lnTo>
                    <a:pt x="2988862" y="2150273"/>
                  </a:lnTo>
                  <a:lnTo>
                    <a:pt x="2996748" y="2150353"/>
                  </a:lnTo>
                  <a:lnTo>
                    <a:pt x="3004634" y="2150422"/>
                  </a:lnTo>
                  <a:lnTo>
                    <a:pt x="3012520" y="2150480"/>
                  </a:lnTo>
                  <a:lnTo>
                    <a:pt x="3020407" y="2150528"/>
                  </a:lnTo>
                  <a:lnTo>
                    <a:pt x="3028293" y="2150568"/>
                  </a:lnTo>
                  <a:lnTo>
                    <a:pt x="3036179" y="2150603"/>
                  </a:lnTo>
                  <a:lnTo>
                    <a:pt x="3044065" y="2150633"/>
                  </a:lnTo>
                  <a:lnTo>
                    <a:pt x="3051951" y="2150657"/>
                  </a:lnTo>
                  <a:lnTo>
                    <a:pt x="3059837" y="2150677"/>
                  </a:lnTo>
                  <a:lnTo>
                    <a:pt x="3067724" y="2150694"/>
                  </a:lnTo>
                  <a:lnTo>
                    <a:pt x="3075610" y="2150708"/>
                  </a:lnTo>
                  <a:lnTo>
                    <a:pt x="3083496" y="2150720"/>
                  </a:lnTo>
                  <a:lnTo>
                    <a:pt x="3091382" y="2150729"/>
                  </a:lnTo>
                  <a:lnTo>
                    <a:pt x="3099268" y="2150737"/>
                  </a:lnTo>
                  <a:lnTo>
                    <a:pt x="3107155" y="2150744"/>
                  </a:lnTo>
                  <a:lnTo>
                    <a:pt x="3115041" y="2150749"/>
                  </a:lnTo>
                  <a:lnTo>
                    <a:pt x="3122927" y="2150753"/>
                  </a:lnTo>
                  <a:lnTo>
                    <a:pt x="3130813" y="2150757"/>
                  </a:lnTo>
                  <a:lnTo>
                    <a:pt x="3138699" y="2150760"/>
                  </a:lnTo>
                  <a:lnTo>
                    <a:pt x="3146585" y="2150762"/>
                  </a:lnTo>
                  <a:lnTo>
                    <a:pt x="3154472" y="2150764"/>
                  </a:lnTo>
                  <a:lnTo>
                    <a:pt x="3162358" y="2150766"/>
                  </a:lnTo>
                  <a:lnTo>
                    <a:pt x="3170244" y="2150767"/>
                  </a:lnTo>
                  <a:lnTo>
                    <a:pt x="3178130" y="2150768"/>
                  </a:lnTo>
                  <a:lnTo>
                    <a:pt x="3186016" y="2150769"/>
                  </a:lnTo>
                  <a:lnTo>
                    <a:pt x="3193903" y="2150770"/>
                  </a:lnTo>
                  <a:lnTo>
                    <a:pt x="3201789" y="2150770"/>
                  </a:lnTo>
                  <a:lnTo>
                    <a:pt x="3209675" y="2150771"/>
                  </a:lnTo>
                  <a:lnTo>
                    <a:pt x="3217561" y="2150771"/>
                  </a:lnTo>
                  <a:lnTo>
                    <a:pt x="3225447" y="2150771"/>
                  </a:lnTo>
                  <a:lnTo>
                    <a:pt x="3233333" y="2150771"/>
                  </a:lnTo>
                  <a:lnTo>
                    <a:pt x="3241220" y="2150772"/>
                  </a:lnTo>
                  <a:lnTo>
                    <a:pt x="3249106" y="2150772"/>
                  </a:lnTo>
                  <a:lnTo>
                    <a:pt x="3256992" y="2150772"/>
                  </a:lnTo>
                  <a:lnTo>
                    <a:pt x="3264878" y="2150772"/>
                  </a:lnTo>
                  <a:lnTo>
                    <a:pt x="3272764" y="2150772"/>
                  </a:lnTo>
                  <a:lnTo>
                    <a:pt x="3280650" y="2150772"/>
                  </a:lnTo>
                  <a:lnTo>
                    <a:pt x="3288537" y="2150772"/>
                  </a:lnTo>
                  <a:lnTo>
                    <a:pt x="3296423" y="2150772"/>
                  </a:lnTo>
                  <a:lnTo>
                    <a:pt x="3304309" y="2150772"/>
                  </a:lnTo>
                  <a:lnTo>
                    <a:pt x="3312195" y="2150772"/>
                  </a:lnTo>
                  <a:lnTo>
                    <a:pt x="3320081" y="2150772"/>
                  </a:lnTo>
                  <a:lnTo>
                    <a:pt x="3327968" y="2150772"/>
                  </a:lnTo>
                  <a:lnTo>
                    <a:pt x="3335854" y="2150772"/>
                  </a:lnTo>
                  <a:lnTo>
                    <a:pt x="3343740" y="2150772"/>
                  </a:lnTo>
                  <a:lnTo>
                    <a:pt x="3351626" y="2150772"/>
                  </a:lnTo>
                  <a:lnTo>
                    <a:pt x="3359512" y="2150772"/>
                  </a:lnTo>
                  <a:lnTo>
                    <a:pt x="3367398" y="2150772"/>
                  </a:lnTo>
                  <a:lnTo>
                    <a:pt x="3375285" y="2150772"/>
                  </a:lnTo>
                  <a:lnTo>
                    <a:pt x="3383171" y="2150772"/>
                  </a:lnTo>
                  <a:lnTo>
                    <a:pt x="3391057" y="2150772"/>
                  </a:lnTo>
                  <a:lnTo>
                    <a:pt x="3398943" y="2150772"/>
                  </a:lnTo>
                  <a:lnTo>
                    <a:pt x="3406829" y="2150772"/>
                  </a:lnTo>
                  <a:lnTo>
                    <a:pt x="3414716" y="2150772"/>
                  </a:lnTo>
                  <a:lnTo>
                    <a:pt x="3422602" y="2150772"/>
                  </a:lnTo>
                  <a:lnTo>
                    <a:pt x="3430488" y="2150772"/>
                  </a:lnTo>
                  <a:lnTo>
                    <a:pt x="3438374" y="2150772"/>
                  </a:lnTo>
                  <a:lnTo>
                    <a:pt x="3446260" y="2150772"/>
                  </a:lnTo>
                  <a:lnTo>
                    <a:pt x="3454146" y="2150772"/>
                  </a:lnTo>
                  <a:lnTo>
                    <a:pt x="3462033" y="2150772"/>
                  </a:lnTo>
                  <a:lnTo>
                    <a:pt x="3469919" y="2150772"/>
                  </a:lnTo>
                  <a:lnTo>
                    <a:pt x="3477805" y="2150772"/>
                  </a:lnTo>
                  <a:lnTo>
                    <a:pt x="3485691" y="2150772"/>
                  </a:lnTo>
                  <a:lnTo>
                    <a:pt x="3493577" y="2150772"/>
                  </a:lnTo>
                  <a:lnTo>
                    <a:pt x="3501464" y="2150772"/>
                  </a:lnTo>
                  <a:lnTo>
                    <a:pt x="3509350" y="2150772"/>
                  </a:lnTo>
                  <a:lnTo>
                    <a:pt x="3517236" y="2150772"/>
                  </a:lnTo>
                  <a:lnTo>
                    <a:pt x="3525122" y="2150772"/>
                  </a:lnTo>
                  <a:lnTo>
                    <a:pt x="3533008" y="2150772"/>
                  </a:lnTo>
                  <a:lnTo>
                    <a:pt x="3540894" y="2150772"/>
                  </a:lnTo>
                  <a:lnTo>
                    <a:pt x="3548781" y="2150772"/>
                  </a:lnTo>
                  <a:lnTo>
                    <a:pt x="3556667" y="2150772"/>
                  </a:lnTo>
                  <a:lnTo>
                    <a:pt x="3564553" y="2150772"/>
                  </a:lnTo>
                  <a:lnTo>
                    <a:pt x="3572439" y="2150772"/>
                  </a:lnTo>
                  <a:lnTo>
                    <a:pt x="3580325" y="2150772"/>
                  </a:lnTo>
                  <a:lnTo>
                    <a:pt x="3588212" y="2150772"/>
                  </a:lnTo>
                  <a:lnTo>
                    <a:pt x="3596098" y="2150772"/>
                  </a:lnTo>
                  <a:lnTo>
                    <a:pt x="3603984" y="2150772"/>
                  </a:lnTo>
                  <a:lnTo>
                    <a:pt x="3611870" y="2150772"/>
                  </a:lnTo>
                  <a:lnTo>
                    <a:pt x="3619756" y="2150772"/>
                  </a:lnTo>
                  <a:lnTo>
                    <a:pt x="3627642" y="2150772"/>
                  </a:lnTo>
                  <a:lnTo>
                    <a:pt x="3635529" y="2150772"/>
                  </a:lnTo>
                  <a:lnTo>
                    <a:pt x="3643415" y="2150772"/>
                  </a:lnTo>
                  <a:lnTo>
                    <a:pt x="3651301" y="2150772"/>
                  </a:lnTo>
                  <a:lnTo>
                    <a:pt x="3659187" y="2150772"/>
                  </a:lnTo>
                  <a:lnTo>
                    <a:pt x="3667073" y="2150772"/>
                  </a:lnTo>
                  <a:lnTo>
                    <a:pt x="3674959" y="2150772"/>
                  </a:lnTo>
                  <a:lnTo>
                    <a:pt x="3682846" y="2150772"/>
                  </a:lnTo>
                  <a:lnTo>
                    <a:pt x="3690732" y="2150772"/>
                  </a:lnTo>
                  <a:lnTo>
                    <a:pt x="3698618" y="2150772"/>
                  </a:lnTo>
                  <a:lnTo>
                    <a:pt x="3706504" y="2150772"/>
                  </a:lnTo>
                  <a:lnTo>
                    <a:pt x="3714390" y="2150772"/>
                  </a:lnTo>
                  <a:lnTo>
                    <a:pt x="3722277" y="2150772"/>
                  </a:lnTo>
                  <a:lnTo>
                    <a:pt x="3730163" y="2150772"/>
                  </a:lnTo>
                  <a:lnTo>
                    <a:pt x="3738049" y="2150772"/>
                  </a:lnTo>
                  <a:lnTo>
                    <a:pt x="3745935" y="2150772"/>
                  </a:lnTo>
                  <a:lnTo>
                    <a:pt x="3753821" y="2150772"/>
                  </a:lnTo>
                  <a:lnTo>
                    <a:pt x="3761707" y="2150772"/>
                  </a:lnTo>
                  <a:lnTo>
                    <a:pt x="3769594" y="2150772"/>
                  </a:lnTo>
                  <a:lnTo>
                    <a:pt x="3777480" y="2150772"/>
                  </a:lnTo>
                  <a:lnTo>
                    <a:pt x="3785366" y="2150772"/>
                  </a:lnTo>
                  <a:lnTo>
                    <a:pt x="3793252" y="2150772"/>
                  </a:lnTo>
                  <a:lnTo>
                    <a:pt x="3801138" y="2150772"/>
                  </a:lnTo>
                  <a:lnTo>
                    <a:pt x="3809025" y="2150772"/>
                  </a:lnTo>
                  <a:lnTo>
                    <a:pt x="3816911" y="2150772"/>
                  </a:lnTo>
                  <a:lnTo>
                    <a:pt x="3824797" y="2150772"/>
                  </a:lnTo>
                  <a:lnTo>
                    <a:pt x="3832683" y="2150772"/>
                  </a:lnTo>
                  <a:lnTo>
                    <a:pt x="3840569" y="2150772"/>
                  </a:lnTo>
                  <a:lnTo>
                    <a:pt x="3848455" y="2150772"/>
                  </a:lnTo>
                  <a:lnTo>
                    <a:pt x="3856342" y="2150772"/>
                  </a:lnTo>
                  <a:lnTo>
                    <a:pt x="3864228" y="2150772"/>
                  </a:lnTo>
                  <a:lnTo>
                    <a:pt x="3872114" y="2150772"/>
                  </a:lnTo>
                  <a:lnTo>
                    <a:pt x="3880000" y="2150772"/>
                  </a:lnTo>
                  <a:lnTo>
                    <a:pt x="3887886" y="2150772"/>
                  </a:lnTo>
                  <a:lnTo>
                    <a:pt x="3895773" y="2150772"/>
                  </a:lnTo>
                  <a:lnTo>
                    <a:pt x="3903659" y="2150772"/>
                  </a:lnTo>
                  <a:lnTo>
                    <a:pt x="3911545" y="2150772"/>
                  </a:lnTo>
                  <a:lnTo>
                    <a:pt x="3919431" y="2150772"/>
                  </a:lnTo>
                  <a:lnTo>
                    <a:pt x="3927317" y="2150772"/>
                  </a:lnTo>
                  <a:lnTo>
                    <a:pt x="3935203" y="2150772"/>
                  </a:lnTo>
                  <a:lnTo>
                    <a:pt x="3943090" y="2150772"/>
                  </a:lnTo>
                  <a:lnTo>
                    <a:pt x="3950976" y="2150772"/>
                  </a:lnTo>
                  <a:lnTo>
                    <a:pt x="3958862" y="2150772"/>
                  </a:lnTo>
                  <a:lnTo>
                    <a:pt x="3966748" y="2150772"/>
                  </a:lnTo>
                  <a:lnTo>
                    <a:pt x="3974634" y="2150772"/>
                  </a:lnTo>
                  <a:lnTo>
                    <a:pt x="3982521" y="2150772"/>
                  </a:lnTo>
                  <a:lnTo>
                    <a:pt x="3990407" y="2150772"/>
                  </a:lnTo>
                  <a:lnTo>
                    <a:pt x="3998293" y="2150772"/>
                  </a:lnTo>
                  <a:lnTo>
                    <a:pt x="4006179" y="2150772"/>
                  </a:lnTo>
                  <a:lnTo>
                    <a:pt x="4014065" y="2150772"/>
                  </a:lnTo>
                  <a:lnTo>
                    <a:pt x="4021951" y="2150772"/>
                  </a:lnTo>
                  <a:lnTo>
                    <a:pt x="4029838" y="215077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7814880" y="4741422"/>
              <a:ext cx="4029838" cy="53310"/>
            </a:xfrm>
            <a:custGeom>
              <a:avLst/>
              <a:pathLst>
                <a:path w="4029838" h="53310">
                  <a:moveTo>
                    <a:pt x="0" y="53310"/>
                  </a:moveTo>
                  <a:lnTo>
                    <a:pt x="7886" y="53310"/>
                  </a:lnTo>
                  <a:lnTo>
                    <a:pt x="15772" y="53310"/>
                  </a:lnTo>
                  <a:lnTo>
                    <a:pt x="23658" y="53310"/>
                  </a:lnTo>
                  <a:lnTo>
                    <a:pt x="31544" y="53310"/>
                  </a:lnTo>
                  <a:lnTo>
                    <a:pt x="39430" y="53310"/>
                  </a:lnTo>
                  <a:lnTo>
                    <a:pt x="47317" y="53310"/>
                  </a:lnTo>
                  <a:lnTo>
                    <a:pt x="55203" y="53310"/>
                  </a:lnTo>
                  <a:lnTo>
                    <a:pt x="63089" y="53310"/>
                  </a:lnTo>
                  <a:lnTo>
                    <a:pt x="70975" y="53310"/>
                  </a:lnTo>
                  <a:lnTo>
                    <a:pt x="78861" y="53310"/>
                  </a:lnTo>
                  <a:lnTo>
                    <a:pt x="86747" y="53310"/>
                  </a:lnTo>
                  <a:lnTo>
                    <a:pt x="94634" y="53310"/>
                  </a:lnTo>
                  <a:lnTo>
                    <a:pt x="102520" y="53310"/>
                  </a:lnTo>
                  <a:lnTo>
                    <a:pt x="110406" y="53310"/>
                  </a:lnTo>
                  <a:lnTo>
                    <a:pt x="118292" y="53310"/>
                  </a:lnTo>
                  <a:lnTo>
                    <a:pt x="126178" y="53310"/>
                  </a:lnTo>
                  <a:lnTo>
                    <a:pt x="134065" y="53310"/>
                  </a:lnTo>
                  <a:lnTo>
                    <a:pt x="141951" y="53310"/>
                  </a:lnTo>
                  <a:lnTo>
                    <a:pt x="149837" y="53310"/>
                  </a:lnTo>
                  <a:lnTo>
                    <a:pt x="157723" y="53310"/>
                  </a:lnTo>
                  <a:lnTo>
                    <a:pt x="165609" y="53310"/>
                  </a:lnTo>
                  <a:lnTo>
                    <a:pt x="173495" y="53310"/>
                  </a:lnTo>
                  <a:lnTo>
                    <a:pt x="181382" y="53310"/>
                  </a:lnTo>
                  <a:lnTo>
                    <a:pt x="189268" y="53310"/>
                  </a:lnTo>
                  <a:lnTo>
                    <a:pt x="197154" y="53310"/>
                  </a:lnTo>
                  <a:lnTo>
                    <a:pt x="205040" y="53310"/>
                  </a:lnTo>
                  <a:lnTo>
                    <a:pt x="212926" y="53310"/>
                  </a:lnTo>
                  <a:lnTo>
                    <a:pt x="220813" y="53310"/>
                  </a:lnTo>
                  <a:lnTo>
                    <a:pt x="228699" y="53310"/>
                  </a:lnTo>
                  <a:lnTo>
                    <a:pt x="236585" y="53310"/>
                  </a:lnTo>
                  <a:lnTo>
                    <a:pt x="244471" y="53310"/>
                  </a:lnTo>
                  <a:lnTo>
                    <a:pt x="252357" y="53310"/>
                  </a:lnTo>
                  <a:lnTo>
                    <a:pt x="260243" y="53310"/>
                  </a:lnTo>
                  <a:lnTo>
                    <a:pt x="268130" y="53310"/>
                  </a:lnTo>
                  <a:lnTo>
                    <a:pt x="276016" y="53310"/>
                  </a:lnTo>
                  <a:lnTo>
                    <a:pt x="283902" y="53310"/>
                  </a:lnTo>
                  <a:lnTo>
                    <a:pt x="291788" y="53310"/>
                  </a:lnTo>
                  <a:lnTo>
                    <a:pt x="299674" y="53310"/>
                  </a:lnTo>
                  <a:lnTo>
                    <a:pt x="307561" y="53310"/>
                  </a:lnTo>
                  <a:lnTo>
                    <a:pt x="315447" y="53310"/>
                  </a:lnTo>
                  <a:lnTo>
                    <a:pt x="323333" y="53310"/>
                  </a:lnTo>
                  <a:lnTo>
                    <a:pt x="331219" y="53310"/>
                  </a:lnTo>
                  <a:lnTo>
                    <a:pt x="339105" y="53310"/>
                  </a:lnTo>
                  <a:lnTo>
                    <a:pt x="346991" y="53310"/>
                  </a:lnTo>
                  <a:lnTo>
                    <a:pt x="354878" y="53310"/>
                  </a:lnTo>
                  <a:lnTo>
                    <a:pt x="362764" y="53310"/>
                  </a:lnTo>
                  <a:lnTo>
                    <a:pt x="370650" y="53310"/>
                  </a:lnTo>
                  <a:lnTo>
                    <a:pt x="378536" y="53310"/>
                  </a:lnTo>
                  <a:lnTo>
                    <a:pt x="386422" y="53310"/>
                  </a:lnTo>
                  <a:lnTo>
                    <a:pt x="394309" y="53310"/>
                  </a:lnTo>
                  <a:lnTo>
                    <a:pt x="402195" y="53310"/>
                  </a:lnTo>
                  <a:lnTo>
                    <a:pt x="410081" y="53310"/>
                  </a:lnTo>
                  <a:lnTo>
                    <a:pt x="417967" y="53310"/>
                  </a:lnTo>
                  <a:lnTo>
                    <a:pt x="425853" y="53310"/>
                  </a:lnTo>
                  <a:lnTo>
                    <a:pt x="433739" y="53310"/>
                  </a:lnTo>
                  <a:lnTo>
                    <a:pt x="441626" y="53310"/>
                  </a:lnTo>
                  <a:lnTo>
                    <a:pt x="449512" y="53310"/>
                  </a:lnTo>
                  <a:lnTo>
                    <a:pt x="457398" y="53310"/>
                  </a:lnTo>
                  <a:lnTo>
                    <a:pt x="465284" y="53310"/>
                  </a:lnTo>
                  <a:lnTo>
                    <a:pt x="473170" y="53310"/>
                  </a:lnTo>
                  <a:lnTo>
                    <a:pt x="481056" y="53310"/>
                  </a:lnTo>
                  <a:lnTo>
                    <a:pt x="488943" y="53310"/>
                  </a:lnTo>
                  <a:lnTo>
                    <a:pt x="496829" y="53310"/>
                  </a:lnTo>
                  <a:lnTo>
                    <a:pt x="504715" y="53310"/>
                  </a:lnTo>
                  <a:lnTo>
                    <a:pt x="512601" y="53310"/>
                  </a:lnTo>
                  <a:lnTo>
                    <a:pt x="520487" y="53310"/>
                  </a:lnTo>
                  <a:lnTo>
                    <a:pt x="528374" y="53310"/>
                  </a:lnTo>
                  <a:lnTo>
                    <a:pt x="536260" y="53310"/>
                  </a:lnTo>
                  <a:lnTo>
                    <a:pt x="544146" y="53310"/>
                  </a:lnTo>
                  <a:lnTo>
                    <a:pt x="552032" y="53310"/>
                  </a:lnTo>
                  <a:lnTo>
                    <a:pt x="559918" y="53310"/>
                  </a:lnTo>
                  <a:lnTo>
                    <a:pt x="567804" y="53310"/>
                  </a:lnTo>
                  <a:lnTo>
                    <a:pt x="575691" y="53310"/>
                  </a:lnTo>
                  <a:lnTo>
                    <a:pt x="583577" y="53310"/>
                  </a:lnTo>
                  <a:lnTo>
                    <a:pt x="591463" y="53310"/>
                  </a:lnTo>
                  <a:lnTo>
                    <a:pt x="599349" y="53310"/>
                  </a:lnTo>
                  <a:lnTo>
                    <a:pt x="607235" y="53310"/>
                  </a:lnTo>
                  <a:lnTo>
                    <a:pt x="615122" y="53310"/>
                  </a:lnTo>
                  <a:lnTo>
                    <a:pt x="623008" y="53310"/>
                  </a:lnTo>
                  <a:lnTo>
                    <a:pt x="630894" y="53309"/>
                  </a:lnTo>
                  <a:lnTo>
                    <a:pt x="638780" y="53309"/>
                  </a:lnTo>
                  <a:lnTo>
                    <a:pt x="646666" y="53309"/>
                  </a:lnTo>
                  <a:lnTo>
                    <a:pt x="654552" y="53309"/>
                  </a:lnTo>
                  <a:lnTo>
                    <a:pt x="662439" y="53309"/>
                  </a:lnTo>
                  <a:lnTo>
                    <a:pt x="670325" y="53309"/>
                  </a:lnTo>
                  <a:lnTo>
                    <a:pt x="678211" y="53309"/>
                  </a:lnTo>
                  <a:lnTo>
                    <a:pt x="686097" y="53309"/>
                  </a:lnTo>
                  <a:lnTo>
                    <a:pt x="693983" y="53309"/>
                  </a:lnTo>
                  <a:lnTo>
                    <a:pt x="701870" y="53309"/>
                  </a:lnTo>
                  <a:lnTo>
                    <a:pt x="709756" y="53309"/>
                  </a:lnTo>
                  <a:lnTo>
                    <a:pt x="717642" y="53309"/>
                  </a:lnTo>
                  <a:lnTo>
                    <a:pt x="725528" y="53309"/>
                  </a:lnTo>
                  <a:lnTo>
                    <a:pt x="733414" y="53309"/>
                  </a:lnTo>
                  <a:lnTo>
                    <a:pt x="741300" y="53309"/>
                  </a:lnTo>
                  <a:lnTo>
                    <a:pt x="749187" y="53309"/>
                  </a:lnTo>
                  <a:lnTo>
                    <a:pt x="757073" y="53309"/>
                  </a:lnTo>
                  <a:lnTo>
                    <a:pt x="764959" y="53309"/>
                  </a:lnTo>
                  <a:lnTo>
                    <a:pt x="772845" y="53308"/>
                  </a:lnTo>
                  <a:lnTo>
                    <a:pt x="780731" y="53308"/>
                  </a:lnTo>
                  <a:lnTo>
                    <a:pt x="788618" y="53308"/>
                  </a:lnTo>
                  <a:lnTo>
                    <a:pt x="796504" y="53308"/>
                  </a:lnTo>
                  <a:lnTo>
                    <a:pt x="804390" y="53308"/>
                  </a:lnTo>
                  <a:lnTo>
                    <a:pt x="812276" y="53308"/>
                  </a:lnTo>
                  <a:lnTo>
                    <a:pt x="820162" y="53308"/>
                  </a:lnTo>
                  <a:lnTo>
                    <a:pt x="828048" y="53307"/>
                  </a:lnTo>
                  <a:lnTo>
                    <a:pt x="835935" y="53307"/>
                  </a:lnTo>
                  <a:lnTo>
                    <a:pt x="843821" y="53307"/>
                  </a:lnTo>
                  <a:lnTo>
                    <a:pt x="851707" y="53307"/>
                  </a:lnTo>
                  <a:lnTo>
                    <a:pt x="859593" y="53307"/>
                  </a:lnTo>
                  <a:lnTo>
                    <a:pt x="867479" y="53306"/>
                  </a:lnTo>
                  <a:lnTo>
                    <a:pt x="875366" y="53306"/>
                  </a:lnTo>
                  <a:lnTo>
                    <a:pt x="883252" y="53306"/>
                  </a:lnTo>
                  <a:lnTo>
                    <a:pt x="891138" y="53305"/>
                  </a:lnTo>
                  <a:lnTo>
                    <a:pt x="899024" y="53305"/>
                  </a:lnTo>
                  <a:lnTo>
                    <a:pt x="906910" y="53305"/>
                  </a:lnTo>
                  <a:lnTo>
                    <a:pt x="914796" y="53304"/>
                  </a:lnTo>
                  <a:lnTo>
                    <a:pt x="922683" y="53304"/>
                  </a:lnTo>
                  <a:lnTo>
                    <a:pt x="930569" y="53303"/>
                  </a:lnTo>
                  <a:lnTo>
                    <a:pt x="938455" y="53303"/>
                  </a:lnTo>
                  <a:lnTo>
                    <a:pt x="946341" y="53302"/>
                  </a:lnTo>
                  <a:lnTo>
                    <a:pt x="954227" y="53302"/>
                  </a:lnTo>
                  <a:lnTo>
                    <a:pt x="962113" y="53301"/>
                  </a:lnTo>
                  <a:lnTo>
                    <a:pt x="970000" y="53301"/>
                  </a:lnTo>
                  <a:lnTo>
                    <a:pt x="977886" y="53300"/>
                  </a:lnTo>
                  <a:lnTo>
                    <a:pt x="985772" y="53299"/>
                  </a:lnTo>
                  <a:lnTo>
                    <a:pt x="993658" y="53298"/>
                  </a:lnTo>
                  <a:lnTo>
                    <a:pt x="1001544" y="53298"/>
                  </a:lnTo>
                  <a:lnTo>
                    <a:pt x="1009431" y="53297"/>
                  </a:lnTo>
                  <a:lnTo>
                    <a:pt x="1017317" y="53296"/>
                  </a:lnTo>
                  <a:lnTo>
                    <a:pt x="1025203" y="53295"/>
                  </a:lnTo>
                  <a:lnTo>
                    <a:pt x="1033089" y="53293"/>
                  </a:lnTo>
                  <a:lnTo>
                    <a:pt x="1040975" y="53292"/>
                  </a:lnTo>
                  <a:lnTo>
                    <a:pt x="1048861" y="53291"/>
                  </a:lnTo>
                  <a:lnTo>
                    <a:pt x="1056748" y="53290"/>
                  </a:lnTo>
                  <a:lnTo>
                    <a:pt x="1064634" y="53288"/>
                  </a:lnTo>
                  <a:lnTo>
                    <a:pt x="1072520" y="53287"/>
                  </a:lnTo>
                  <a:lnTo>
                    <a:pt x="1080406" y="53285"/>
                  </a:lnTo>
                  <a:lnTo>
                    <a:pt x="1088292" y="53283"/>
                  </a:lnTo>
                  <a:lnTo>
                    <a:pt x="1096179" y="53281"/>
                  </a:lnTo>
                  <a:lnTo>
                    <a:pt x="1104065" y="53279"/>
                  </a:lnTo>
                  <a:lnTo>
                    <a:pt x="1111951" y="53277"/>
                  </a:lnTo>
                  <a:lnTo>
                    <a:pt x="1119837" y="53275"/>
                  </a:lnTo>
                  <a:lnTo>
                    <a:pt x="1127723" y="53273"/>
                  </a:lnTo>
                  <a:lnTo>
                    <a:pt x="1135609" y="53270"/>
                  </a:lnTo>
                  <a:lnTo>
                    <a:pt x="1143496" y="53267"/>
                  </a:lnTo>
                  <a:lnTo>
                    <a:pt x="1151382" y="53264"/>
                  </a:lnTo>
                  <a:lnTo>
                    <a:pt x="1159268" y="53261"/>
                  </a:lnTo>
                  <a:lnTo>
                    <a:pt x="1167154" y="53258"/>
                  </a:lnTo>
                  <a:lnTo>
                    <a:pt x="1175040" y="53255"/>
                  </a:lnTo>
                  <a:lnTo>
                    <a:pt x="1182927" y="53251"/>
                  </a:lnTo>
                  <a:lnTo>
                    <a:pt x="1190813" y="53247"/>
                  </a:lnTo>
                  <a:lnTo>
                    <a:pt x="1198699" y="53243"/>
                  </a:lnTo>
                  <a:lnTo>
                    <a:pt x="1206585" y="53238"/>
                  </a:lnTo>
                  <a:lnTo>
                    <a:pt x="1214471" y="53234"/>
                  </a:lnTo>
                  <a:lnTo>
                    <a:pt x="1222357" y="53229"/>
                  </a:lnTo>
                  <a:lnTo>
                    <a:pt x="1230244" y="53224"/>
                  </a:lnTo>
                  <a:lnTo>
                    <a:pt x="1238130" y="53218"/>
                  </a:lnTo>
                  <a:lnTo>
                    <a:pt x="1246016" y="53212"/>
                  </a:lnTo>
                  <a:lnTo>
                    <a:pt x="1253902" y="53206"/>
                  </a:lnTo>
                  <a:lnTo>
                    <a:pt x="1261788" y="53199"/>
                  </a:lnTo>
                  <a:lnTo>
                    <a:pt x="1269675" y="53192"/>
                  </a:lnTo>
                  <a:lnTo>
                    <a:pt x="1277561" y="53185"/>
                  </a:lnTo>
                  <a:lnTo>
                    <a:pt x="1285447" y="53177"/>
                  </a:lnTo>
                  <a:lnTo>
                    <a:pt x="1293333" y="53169"/>
                  </a:lnTo>
                  <a:lnTo>
                    <a:pt x="1301219" y="53161"/>
                  </a:lnTo>
                  <a:lnTo>
                    <a:pt x="1309105" y="53151"/>
                  </a:lnTo>
                  <a:lnTo>
                    <a:pt x="1316992" y="53142"/>
                  </a:lnTo>
                  <a:lnTo>
                    <a:pt x="1324878" y="53131"/>
                  </a:lnTo>
                  <a:lnTo>
                    <a:pt x="1332764" y="53121"/>
                  </a:lnTo>
                  <a:lnTo>
                    <a:pt x="1340650" y="53109"/>
                  </a:lnTo>
                  <a:lnTo>
                    <a:pt x="1348536" y="53097"/>
                  </a:lnTo>
                  <a:lnTo>
                    <a:pt x="1356423" y="53085"/>
                  </a:lnTo>
                  <a:lnTo>
                    <a:pt x="1364309" y="53071"/>
                  </a:lnTo>
                  <a:lnTo>
                    <a:pt x="1372195" y="53057"/>
                  </a:lnTo>
                  <a:lnTo>
                    <a:pt x="1380081" y="53043"/>
                  </a:lnTo>
                  <a:lnTo>
                    <a:pt x="1387967" y="53027"/>
                  </a:lnTo>
                  <a:lnTo>
                    <a:pt x="1395853" y="53011"/>
                  </a:lnTo>
                  <a:lnTo>
                    <a:pt x="1403740" y="52994"/>
                  </a:lnTo>
                  <a:lnTo>
                    <a:pt x="1411626" y="52976"/>
                  </a:lnTo>
                  <a:lnTo>
                    <a:pt x="1419512" y="52957"/>
                  </a:lnTo>
                  <a:lnTo>
                    <a:pt x="1427398" y="52937"/>
                  </a:lnTo>
                  <a:lnTo>
                    <a:pt x="1435284" y="52916"/>
                  </a:lnTo>
                  <a:lnTo>
                    <a:pt x="1443170" y="52894"/>
                  </a:lnTo>
                  <a:lnTo>
                    <a:pt x="1451057" y="52871"/>
                  </a:lnTo>
                  <a:lnTo>
                    <a:pt x="1458943" y="52847"/>
                  </a:lnTo>
                  <a:lnTo>
                    <a:pt x="1466829" y="52822"/>
                  </a:lnTo>
                  <a:lnTo>
                    <a:pt x="1474715" y="52795"/>
                  </a:lnTo>
                  <a:lnTo>
                    <a:pt x="1482601" y="52768"/>
                  </a:lnTo>
                  <a:lnTo>
                    <a:pt x="1490488" y="52739"/>
                  </a:lnTo>
                  <a:lnTo>
                    <a:pt x="1498374" y="52708"/>
                  </a:lnTo>
                  <a:lnTo>
                    <a:pt x="1506260" y="52677"/>
                  </a:lnTo>
                  <a:lnTo>
                    <a:pt x="1514146" y="52643"/>
                  </a:lnTo>
                  <a:lnTo>
                    <a:pt x="1522032" y="52609"/>
                  </a:lnTo>
                  <a:lnTo>
                    <a:pt x="1529918" y="52572"/>
                  </a:lnTo>
                  <a:lnTo>
                    <a:pt x="1537805" y="52534"/>
                  </a:lnTo>
                  <a:lnTo>
                    <a:pt x="1545691" y="52494"/>
                  </a:lnTo>
                  <a:lnTo>
                    <a:pt x="1553577" y="52453"/>
                  </a:lnTo>
                  <a:lnTo>
                    <a:pt x="1561463" y="52409"/>
                  </a:lnTo>
                  <a:lnTo>
                    <a:pt x="1569349" y="52364"/>
                  </a:lnTo>
                  <a:lnTo>
                    <a:pt x="1577236" y="52317"/>
                  </a:lnTo>
                  <a:lnTo>
                    <a:pt x="1585122" y="52268"/>
                  </a:lnTo>
                  <a:lnTo>
                    <a:pt x="1593008" y="52217"/>
                  </a:lnTo>
                  <a:lnTo>
                    <a:pt x="1600894" y="52163"/>
                  </a:lnTo>
                  <a:lnTo>
                    <a:pt x="1608780" y="52108"/>
                  </a:lnTo>
                  <a:lnTo>
                    <a:pt x="1616666" y="52049"/>
                  </a:lnTo>
                  <a:lnTo>
                    <a:pt x="1624553" y="51990"/>
                  </a:lnTo>
                  <a:lnTo>
                    <a:pt x="1632439" y="51926"/>
                  </a:lnTo>
                  <a:lnTo>
                    <a:pt x="1640325" y="51861"/>
                  </a:lnTo>
                  <a:lnTo>
                    <a:pt x="1648211" y="51793"/>
                  </a:lnTo>
                  <a:lnTo>
                    <a:pt x="1656097" y="51723"/>
                  </a:lnTo>
                  <a:lnTo>
                    <a:pt x="1663984" y="51649"/>
                  </a:lnTo>
                  <a:lnTo>
                    <a:pt x="1671870" y="51573"/>
                  </a:lnTo>
                  <a:lnTo>
                    <a:pt x="1679756" y="51493"/>
                  </a:lnTo>
                  <a:lnTo>
                    <a:pt x="1687642" y="51411"/>
                  </a:lnTo>
                  <a:lnTo>
                    <a:pt x="1695528" y="51326"/>
                  </a:lnTo>
                  <a:lnTo>
                    <a:pt x="1703414" y="51237"/>
                  </a:lnTo>
                  <a:lnTo>
                    <a:pt x="1711301" y="51146"/>
                  </a:lnTo>
                  <a:lnTo>
                    <a:pt x="1719187" y="51050"/>
                  </a:lnTo>
                  <a:lnTo>
                    <a:pt x="1727073" y="50953"/>
                  </a:lnTo>
                  <a:lnTo>
                    <a:pt x="1734959" y="50849"/>
                  </a:lnTo>
                  <a:lnTo>
                    <a:pt x="1742845" y="50745"/>
                  </a:lnTo>
                  <a:lnTo>
                    <a:pt x="1750732" y="50634"/>
                  </a:lnTo>
                  <a:lnTo>
                    <a:pt x="1758618" y="50522"/>
                  </a:lnTo>
                  <a:lnTo>
                    <a:pt x="1766504" y="50404"/>
                  </a:lnTo>
                  <a:lnTo>
                    <a:pt x="1774390" y="50284"/>
                  </a:lnTo>
                  <a:lnTo>
                    <a:pt x="1782276" y="50158"/>
                  </a:lnTo>
                  <a:lnTo>
                    <a:pt x="1790162" y="50029"/>
                  </a:lnTo>
                  <a:lnTo>
                    <a:pt x="1798049" y="49896"/>
                  </a:lnTo>
                  <a:lnTo>
                    <a:pt x="1805935" y="49758"/>
                  </a:lnTo>
                  <a:lnTo>
                    <a:pt x="1813821" y="49616"/>
                  </a:lnTo>
                  <a:lnTo>
                    <a:pt x="1821707" y="49469"/>
                  </a:lnTo>
                  <a:lnTo>
                    <a:pt x="1829593" y="49318"/>
                  </a:lnTo>
                  <a:lnTo>
                    <a:pt x="1837479" y="49161"/>
                  </a:lnTo>
                  <a:lnTo>
                    <a:pt x="1845366" y="49002"/>
                  </a:lnTo>
                  <a:lnTo>
                    <a:pt x="1853252" y="48835"/>
                  </a:lnTo>
                  <a:lnTo>
                    <a:pt x="1861138" y="48666"/>
                  </a:lnTo>
                  <a:lnTo>
                    <a:pt x="1869024" y="48489"/>
                  </a:lnTo>
                  <a:lnTo>
                    <a:pt x="1876910" y="48310"/>
                  </a:lnTo>
                  <a:lnTo>
                    <a:pt x="1884797" y="48123"/>
                  </a:lnTo>
                  <a:lnTo>
                    <a:pt x="1892683" y="47932"/>
                  </a:lnTo>
                  <a:lnTo>
                    <a:pt x="1900569" y="47736"/>
                  </a:lnTo>
                  <a:lnTo>
                    <a:pt x="1908455" y="47534"/>
                  </a:lnTo>
                  <a:lnTo>
                    <a:pt x="1916341" y="47327"/>
                  </a:lnTo>
                  <a:lnTo>
                    <a:pt x="1924227" y="47114"/>
                  </a:lnTo>
                  <a:lnTo>
                    <a:pt x="1932114" y="46897"/>
                  </a:lnTo>
                  <a:lnTo>
                    <a:pt x="1940000" y="46671"/>
                  </a:lnTo>
                  <a:lnTo>
                    <a:pt x="1947886" y="46443"/>
                  </a:lnTo>
                  <a:lnTo>
                    <a:pt x="1955772" y="46206"/>
                  </a:lnTo>
                  <a:lnTo>
                    <a:pt x="1963658" y="45967"/>
                  </a:lnTo>
                  <a:lnTo>
                    <a:pt x="1971545" y="45718"/>
                  </a:lnTo>
                  <a:lnTo>
                    <a:pt x="1979431" y="45466"/>
                  </a:lnTo>
                  <a:lnTo>
                    <a:pt x="1987317" y="45205"/>
                  </a:lnTo>
                  <a:lnTo>
                    <a:pt x="1995203" y="44941"/>
                  </a:lnTo>
                  <a:lnTo>
                    <a:pt x="2003089" y="44669"/>
                  </a:lnTo>
                  <a:lnTo>
                    <a:pt x="2010975" y="44392"/>
                  </a:lnTo>
                  <a:lnTo>
                    <a:pt x="2018862" y="44109"/>
                  </a:lnTo>
                  <a:lnTo>
                    <a:pt x="2026748" y="43819"/>
                  </a:lnTo>
                  <a:lnTo>
                    <a:pt x="2034634" y="43524"/>
                  </a:lnTo>
                  <a:lnTo>
                    <a:pt x="2042520" y="43221"/>
                  </a:lnTo>
                  <a:lnTo>
                    <a:pt x="2050406" y="42915"/>
                  </a:lnTo>
                  <a:lnTo>
                    <a:pt x="2058293" y="42598"/>
                  </a:lnTo>
                  <a:lnTo>
                    <a:pt x="2066179" y="42280"/>
                  </a:lnTo>
                  <a:lnTo>
                    <a:pt x="2074065" y="41951"/>
                  </a:lnTo>
                  <a:lnTo>
                    <a:pt x="2081951" y="41620"/>
                  </a:lnTo>
                  <a:lnTo>
                    <a:pt x="2089837" y="41279"/>
                  </a:lnTo>
                  <a:lnTo>
                    <a:pt x="2097723" y="40935"/>
                  </a:lnTo>
                  <a:lnTo>
                    <a:pt x="2105610" y="40583"/>
                  </a:lnTo>
                  <a:lnTo>
                    <a:pt x="2113496" y="40226"/>
                  </a:lnTo>
                  <a:lnTo>
                    <a:pt x="2121382" y="39862"/>
                  </a:lnTo>
                  <a:lnTo>
                    <a:pt x="2129268" y="39492"/>
                  </a:lnTo>
                  <a:lnTo>
                    <a:pt x="2137154" y="39117"/>
                  </a:lnTo>
                  <a:lnTo>
                    <a:pt x="2145041" y="38735"/>
                  </a:lnTo>
                  <a:lnTo>
                    <a:pt x="2152927" y="38349"/>
                  </a:lnTo>
                  <a:lnTo>
                    <a:pt x="2160813" y="37954"/>
                  </a:lnTo>
                  <a:lnTo>
                    <a:pt x="2168699" y="37557"/>
                  </a:lnTo>
                  <a:lnTo>
                    <a:pt x="2176585" y="37151"/>
                  </a:lnTo>
                  <a:lnTo>
                    <a:pt x="2184471" y="36743"/>
                  </a:lnTo>
                  <a:lnTo>
                    <a:pt x="2192358" y="36325"/>
                  </a:lnTo>
                  <a:lnTo>
                    <a:pt x="2200244" y="35906"/>
                  </a:lnTo>
                  <a:lnTo>
                    <a:pt x="2208130" y="35478"/>
                  </a:lnTo>
                  <a:lnTo>
                    <a:pt x="2216016" y="35048"/>
                  </a:lnTo>
                  <a:lnTo>
                    <a:pt x="2223902" y="34611"/>
                  </a:lnTo>
                  <a:lnTo>
                    <a:pt x="2231789" y="34169"/>
                  </a:lnTo>
                  <a:lnTo>
                    <a:pt x="2239675" y="33723"/>
                  </a:lnTo>
                  <a:lnTo>
                    <a:pt x="2247561" y="33272"/>
                  </a:lnTo>
                  <a:lnTo>
                    <a:pt x="2255447" y="32818"/>
                  </a:lnTo>
                  <a:lnTo>
                    <a:pt x="2263333" y="32357"/>
                  </a:lnTo>
                  <a:lnTo>
                    <a:pt x="2271219" y="31894"/>
                  </a:lnTo>
                  <a:lnTo>
                    <a:pt x="2279106" y="31425"/>
                  </a:lnTo>
                  <a:lnTo>
                    <a:pt x="2286992" y="30955"/>
                  </a:lnTo>
                  <a:lnTo>
                    <a:pt x="2294878" y="30477"/>
                  </a:lnTo>
                  <a:lnTo>
                    <a:pt x="2302764" y="29999"/>
                  </a:lnTo>
                  <a:lnTo>
                    <a:pt x="2310650" y="29516"/>
                  </a:lnTo>
                  <a:lnTo>
                    <a:pt x="2318536" y="29031"/>
                  </a:lnTo>
                  <a:lnTo>
                    <a:pt x="2326423" y="28541"/>
                  </a:lnTo>
                  <a:lnTo>
                    <a:pt x="2334309" y="28050"/>
                  </a:lnTo>
                  <a:lnTo>
                    <a:pt x="2342195" y="27556"/>
                  </a:lnTo>
                  <a:lnTo>
                    <a:pt x="2350081" y="27059"/>
                  </a:lnTo>
                  <a:lnTo>
                    <a:pt x="2357967" y="26560"/>
                  </a:lnTo>
                  <a:lnTo>
                    <a:pt x="2365854" y="26059"/>
                  </a:lnTo>
                  <a:lnTo>
                    <a:pt x="2373740" y="25557"/>
                  </a:lnTo>
                  <a:lnTo>
                    <a:pt x="2381626" y="25053"/>
                  </a:lnTo>
                  <a:lnTo>
                    <a:pt x="2389512" y="24548"/>
                  </a:lnTo>
                  <a:lnTo>
                    <a:pt x="2397398" y="24041"/>
                  </a:lnTo>
                  <a:lnTo>
                    <a:pt x="2405284" y="23534"/>
                  </a:lnTo>
                  <a:lnTo>
                    <a:pt x="2413171" y="23026"/>
                  </a:lnTo>
                  <a:lnTo>
                    <a:pt x="2421057" y="22518"/>
                  </a:lnTo>
                  <a:lnTo>
                    <a:pt x="2428943" y="22009"/>
                  </a:lnTo>
                  <a:lnTo>
                    <a:pt x="2436829" y="21501"/>
                  </a:lnTo>
                  <a:lnTo>
                    <a:pt x="2444715" y="20994"/>
                  </a:lnTo>
                  <a:lnTo>
                    <a:pt x="2452602" y="20486"/>
                  </a:lnTo>
                  <a:lnTo>
                    <a:pt x="2460488" y="19980"/>
                  </a:lnTo>
                  <a:lnTo>
                    <a:pt x="2468374" y="19475"/>
                  </a:lnTo>
                  <a:lnTo>
                    <a:pt x="2476260" y="18971"/>
                  </a:lnTo>
                  <a:lnTo>
                    <a:pt x="2484146" y="18470"/>
                  </a:lnTo>
                  <a:lnTo>
                    <a:pt x="2492032" y="17969"/>
                  </a:lnTo>
                  <a:lnTo>
                    <a:pt x="2499919" y="17472"/>
                  </a:lnTo>
                  <a:lnTo>
                    <a:pt x="2507805" y="16975"/>
                  </a:lnTo>
                  <a:lnTo>
                    <a:pt x="2515691" y="16483"/>
                  </a:lnTo>
                  <a:lnTo>
                    <a:pt x="2523577" y="15993"/>
                  </a:lnTo>
                  <a:lnTo>
                    <a:pt x="2531463" y="15507"/>
                  </a:lnTo>
                  <a:lnTo>
                    <a:pt x="2539350" y="15023"/>
                  </a:lnTo>
                  <a:lnTo>
                    <a:pt x="2547236" y="14544"/>
                  </a:lnTo>
                  <a:lnTo>
                    <a:pt x="2555122" y="14069"/>
                  </a:lnTo>
                  <a:lnTo>
                    <a:pt x="2563008" y="13597"/>
                  </a:lnTo>
                  <a:lnTo>
                    <a:pt x="2570894" y="13131"/>
                  </a:lnTo>
                  <a:lnTo>
                    <a:pt x="2578780" y="12668"/>
                  </a:lnTo>
                  <a:lnTo>
                    <a:pt x="2586667" y="12212"/>
                  </a:lnTo>
                  <a:lnTo>
                    <a:pt x="2594553" y="11759"/>
                  </a:lnTo>
                  <a:lnTo>
                    <a:pt x="2602439" y="11315"/>
                  </a:lnTo>
                  <a:lnTo>
                    <a:pt x="2610325" y="10872"/>
                  </a:lnTo>
                  <a:lnTo>
                    <a:pt x="2618211" y="10440"/>
                  </a:lnTo>
                  <a:lnTo>
                    <a:pt x="2626098" y="10009"/>
                  </a:lnTo>
                  <a:lnTo>
                    <a:pt x="2633984" y="9590"/>
                  </a:lnTo>
                  <a:lnTo>
                    <a:pt x="2641870" y="9173"/>
                  </a:lnTo>
                  <a:lnTo>
                    <a:pt x="2649756" y="8766"/>
                  </a:lnTo>
                  <a:lnTo>
                    <a:pt x="2657642" y="8364"/>
                  </a:lnTo>
                  <a:lnTo>
                    <a:pt x="2665528" y="7971"/>
                  </a:lnTo>
                  <a:lnTo>
                    <a:pt x="2673415" y="7584"/>
                  </a:lnTo>
                  <a:lnTo>
                    <a:pt x="2681301" y="7205"/>
                  </a:lnTo>
                  <a:lnTo>
                    <a:pt x="2689187" y="6836"/>
                  </a:lnTo>
                  <a:lnTo>
                    <a:pt x="2697073" y="6471"/>
                  </a:lnTo>
                  <a:lnTo>
                    <a:pt x="2704959" y="6119"/>
                  </a:lnTo>
                  <a:lnTo>
                    <a:pt x="2712846" y="5771"/>
                  </a:lnTo>
                  <a:lnTo>
                    <a:pt x="2720732" y="5437"/>
                  </a:lnTo>
                  <a:lnTo>
                    <a:pt x="2728618" y="5105"/>
                  </a:lnTo>
                  <a:lnTo>
                    <a:pt x="2736504" y="4790"/>
                  </a:lnTo>
                  <a:lnTo>
                    <a:pt x="2744390" y="4478"/>
                  </a:lnTo>
                  <a:lnTo>
                    <a:pt x="2752276" y="4179"/>
                  </a:lnTo>
                  <a:lnTo>
                    <a:pt x="2760163" y="3887"/>
                  </a:lnTo>
                  <a:lnTo>
                    <a:pt x="2768049" y="3607"/>
                  </a:lnTo>
                  <a:lnTo>
                    <a:pt x="2775935" y="3335"/>
                  </a:lnTo>
                  <a:lnTo>
                    <a:pt x="2783821" y="3073"/>
                  </a:lnTo>
                  <a:lnTo>
                    <a:pt x="2791707" y="2822"/>
                  </a:lnTo>
                  <a:lnTo>
                    <a:pt x="2799593" y="2579"/>
                  </a:lnTo>
                  <a:lnTo>
                    <a:pt x="2807480" y="2350"/>
                  </a:lnTo>
                  <a:lnTo>
                    <a:pt x="2815366" y="2126"/>
                  </a:lnTo>
                  <a:lnTo>
                    <a:pt x="2823252" y="1920"/>
                  </a:lnTo>
                  <a:lnTo>
                    <a:pt x="2831138" y="1715"/>
                  </a:lnTo>
                  <a:lnTo>
                    <a:pt x="2839024" y="1531"/>
                  </a:lnTo>
                  <a:lnTo>
                    <a:pt x="2846911" y="1349"/>
                  </a:lnTo>
                  <a:lnTo>
                    <a:pt x="2854797" y="1185"/>
                  </a:lnTo>
                  <a:lnTo>
                    <a:pt x="2862683" y="1027"/>
                  </a:lnTo>
                  <a:lnTo>
                    <a:pt x="2870569" y="883"/>
                  </a:lnTo>
                  <a:lnTo>
                    <a:pt x="2878455" y="747"/>
                  </a:lnTo>
                  <a:lnTo>
                    <a:pt x="2886341" y="624"/>
                  </a:lnTo>
                  <a:lnTo>
                    <a:pt x="2894228" y="512"/>
                  </a:lnTo>
                  <a:lnTo>
                    <a:pt x="2902114" y="409"/>
                  </a:lnTo>
                  <a:lnTo>
                    <a:pt x="2910000" y="321"/>
                  </a:lnTo>
                  <a:lnTo>
                    <a:pt x="2917886" y="239"/>
                  </a:lnTo>
                  <a:lnTo>
                    <a:pt x="2925772" y="174"/>
                  </a:lnTo>
                  <a:lnTo>
                    <a:pt x="2933659" y="113"/>
                  </a:lnTo>
                  <a:lnTo>
                    <a:pt x="2941545" y="72"/>
                  </a:lnTo>
                  <a:lnTo>
                    <a:pt x="2949431" y="34"/>
                  </a:lnTo>
                  <a:lnTo>
                    <a:pt x="2957317" y="14"/>
                  </a:lnTo>
                  <a:lnTo>
                    <a:pt x="2965203" y="0"/>
                  </a:lnTo>
                  <a:lnTo>
                    <a:pt x="2973089" y="1"/>
                  </a:lnTo>
                  <a:lnTo>
                    <a:pt x="2980976" y="10"/>
                  </a:lnTo>
                  <a:lnTo>
                    <a:pt x="2988862" y="32"/>
                  </a:lnTo>
                  <a:lnTo>
                    <a:pt x="2996748" y="64"/>
                  </a:lnTo>
                  <a:lnTo>
                    <a:pt x="3004634" y="107"/>
                  </a:lnTo>
                  <a:lnTo>
                    <a:pt x="3012520" y="162"/>
                  </a:lnTo>
                  <a:lnTo>
                    <a:pt x="3020407" y="225"/>
                  </a:lnTo>
                  <a:lnTo>
                    <a:pt x="3028293" y="303"/>
                  </a:lnTo>
                  <a:lnTo>
                    <a:pt x="3036179" y="386"/>
                  </a:lnTo>
                  <a:lnTo>
                    <a:pt x="3044065" y="487"/>
                  </a:lnTo>
                  <a:lnTo>
                    <a:pt x="3051951" y="590"/>
                  </a:lnTo>
                  <a:lnTo>
                    <a:pt x="3059837" y="713"/>
                  </a:lnTo>
                  <a:lnTo>
                    <a:pt x="3067724" y="838"/>
                  </a:lnTo>
                  <a:lnTo>
                    <a:pt x="3075610" y="980"/>
                  </a:lnTo>
                  <a:lnTo>
                    <a:pt x="3083496" y="1128"/>
                  </a:lnTo>
                  <a:lnTo>
                    <a:pt x="3091382" y="1288"/>
                  </a:lnTo>
                  <a:lnTo>
                    <a:pt x="3099268" y="1457"/>
                  </a:lnTo>
                  <a:lnTo>
                    <a:pt x="3107155" y="1636"/>
                  </a:lnTo>
                  <a:lnTo>
                    <a:pt x="3115041" y="1826"/>
                  </a:lnTo>
                  <a:lnTo>
                    <a:pt x="3122927" y="2023"/>
                  </a:lnTo>
                  <a:lnTo>
                    <a:pt x="3130813" y="2233"/>
                  </a:lnTo>
                  <a:lnTo>
                    <a:pt x="3138699" y="2448"/>
                  </a:lnTo>
                  <a:lnTo>
                    <a:pt x="3146585" y="2677"/>
                  </a:lnTo>
                  <a:lnTo>
                    <a:pt x="3154472" y="2910"/>
                  </a:lnTo>
                  <a:lnTo>
                    <a:pt x="3162358" y="3158"/>
                  </a:lnTo>
                  <a:lnTo>
                    <a:pt x="3170244" y="3409"/>
                  </a:lnTo>
                  <a:lnTo>
                    <a:pt x="3178130" y="3675"/>
                  </a:lnTo>
                  <a:lnTo>
                    <a:pt x="3186016" y="3944"/>
                  </a:lnTo>
                  <a:lnTo>
                    <a:pt x="3193903" y="4225"/>
                  </a:lnTo>
                  <a:lnTo>
                    <a:pt x="3201789" y="4512"/>
                  </a:lnTo>
                  <a:lnTo>
                    <a:pt x="3209675" y="4808"/>
                  </a:lnTo>
                  <a:lnTo>
                    <a:pt x="3217561" y="5112"/>
                  </a:lnTo>
                  <a:lnTo>
                    <a:pt x="3225447" y="5423"/>
                  </a:lnTo>
                  <a:lnTo>
                    <a:pt x="3233333" y="5743"/>
                  </a:lnTo>
                  <a:lnTo>
                    <a:pt x="3241220" y="6069"/>
                  </a:lnTo>
                  <a:lnTo>
                    <a:pt x="3249106" y="6404"/>
                  </a:lnTo>
                  <a:lnTo>
                    <a:pt x="3256992" y="6743"/>
                  </a:lnTo>
                  <a:lnTo>
                    <a:pt x="3264878" y="7093"/>
                  </a:lnTo>
                  <a:lnTo>
                    <a:pt x="3272764" y="7446"/>
                  </a:lnTo>
                  <a:lnTo>
                    <a:pt x="3280650" y="7809"/>
                  </a:lnTo>
                  <a:lnTo>
                    <a:pt x="3288537" y="8175"/>
                  </a:lnTo>
                  <a:lnTo>
                    <a:pt x="3296423" y="8551"/>
                  </a:lnTo>
                  <a:lnTo>
                    <a:pt x="3304309" y="8930"/>
                  </a:lnTo>
                  <a:lnTo>
                    <a:pt x="3312195" y="9316"/>
                  </a:lnTo>
                  <a:lnTo>
                    <a:pt x="3320081" y="9707"/>
                  </a:lnTo>
                  <a:lnTo>
                    <a:pt x="3327968" y="10104"/>
                  </a:lnTo>
                  <a:lnTo>
                    <a:pt x="3335854" y="10506"/>
                  </a:lnTo>
                  <a:lnTo>
                    <a:pt x="3343740" y="10913"/>
                  </a:lnTo>
                  <a:lnTo>
                    <a:pt x="3351626" y="11326"/>
                  </a:lnTo>
                  <a:lnTo>
                    <a:pt x="3359512" y="11741"/>
                  </a:lnTo>
                  <a:lnTo>
                    <a:pt x="3367398" y="12163"/>
                  </a:lnTo>
                  <a:lnTo>
                    <a:pt x="3375285" y="12587"/>
                  </a:lnTo>
                  <a:lnTo>
                    <a:pt x="3383171" y="13018"/>
                  </a:lnTo>
                  <a:lnTo>
                    <a:pt x="3391057" y="13450"/>
                  </a:lnTo>
                  <a:lnTo>
                    <a:pt x="3398943" y="13889"/>
                  </a:lnTo>
                  <a:lnTo>
                    <a:pt x="3406829" y="14328"/>
                  </a:lnTo>
                  <a:lnTo>
                    <a:pt x="3414716" y="14773"/>
                  </a:lnTo>
                  <a:lnTo>
                    <a:pt x="3422602" y="15220"/>
                  </a:lnTo>
                  <a:lnTo>
                    <a:pt x="3430488" y="15669"/>
                  </a:lnTo>
                  <a:lnTo>
                    <a:pt x="3438374" y="16122"/>
                  </a:lnTo>
                  <a:lnTo>
                    <a:pt x="3446260" y="16577"/>
                  </a:lnTo>
                  <a:lnTo>
                    <a:pt x="3454146" y="17034"/>
                  </a:lnTo>
                  <a:lnTo>
                    <a:pt x="3462033" y="17493"/>
                  </a:lnTo>
                  <a:lnTo>
                    <a:pt x="3469919" y="17955"/>
                  </a:lnTo>
                  <a:lnTo>
                    <a:pt x="3477805" y="18417"/>
                  </a:lnTo>
                  <a:lnTo>
                    <a:pt x="3485691" y="18883"/>
                  </a:lnTo>
                  <a:lnTo>
                    <a:pt x="3493577" y="19348"/>
                  </a:lnTo>
                  <a:lnTo>
                    <a:pt x="3501464" y="19815"/>
                  </a:lnTo>
                  <a:lnTo>
                    <a:pt x="3509350" y="20283"/>
                  </a:lnTo>
                  <a:lnTo>
                    <a:pt x="3517236" y="20752"/>
                  </a:lnTo>
                  <a:lnTo>
                    <a:pt x="3525122" y="21221"/>
                  </a:lnTo>
                  <a:lnTo>
                    <a:pt x="3533008" y="21690"/>
                  </a:lnTo>
                  <a:lnTo>
                    <a:pt x="3540894" y="22160"/>
                  </a:lnTo>
                  <a:lnTo>
                    <a:pt x="3548781" y="22629"/>
                  </a:lnTo>
                  <a:lnTo>
                    <a:pt x="3556667" y="23099"/>
                  </a:lnTo>
                  <a:lnTo>
                    <a:pt x="3564553" y="23568"/>
                  </a:lnTo>
                  <a:lnTo>
                    <a:pt x="3572439" y="24036"/>
                  </a:lnTo>
                  <a:lnTo>
                    <a:pt x="3580325" y="24504"/>
                  </a:lnTo>
                  <a:lnTo>
                    <a:pt x="3588212" y="24970"/>
                  </a:lnTo>
                  <a:lnTo>
                    <a:pt x="3596098" y="25436"/>
                  </a:lnTo>
                  <a:lnTo>
                    <a:pt x="3603984" y="25900"/>
                  </a:lnTo>
                  <a:lnTo>
                    <a:pt x="3611870" y="26363"/>
                  </a:lnTo>
                  <a:lnTo>
                    <a:pt x="3619756" y="26824"/>
                  </a:lnTo>
                  <a:lnTo>
                    <a:pt x="3627642" y="27284"/>
                  </a:lnTo>
                  <a:lnTo>
                    <a:pt x="3635529" y="27741"/>
                  </a:lnTo>
                  <a:lnTo>
                    <a:pt x="3643415" y="28197"/>
                  </a:lnTo>
                  <a:lnTo>
                    <a:pt x="3651301" y="28650"/>
                  </a:lnTo>
                  <a:lnTo>
                    <a:pt x="3659187" y="29101"/>
                  </a:lnTo>
                  <a:lnTo>
                    <a:pt x="3667073" y="29550"/>
                  </a:lnTo>
                  <a:lnTo>
                    <a:pt x="3674959" y="29995"/>
                  </a:lnTo>
                  <a:lnTo>
                    <a:pt x="3682846" y="30438"/>
                  </a:lnTo>
                  <a:lnTo>
                    <a:pt x="3690732" y="30877"/>
                  </a:lnTo>
                  <a:lnTo>
                    <a:pt x="3698618" y="31315"/>
                  </a:lnTo>
                  <a:lnTo>
                    <a:pt x="3706504" y="31747"/>
                  </a:lnTo>
                  <a:lnTo>
                    <a:pt x="3714390" y="32179"/>
                  </a:lnTo>
                  <a:lnTo>
                    <a:pt x="3722277" y="32604"/>
                  </a:lnTo>
                  <a:lnTo>
                    <a:pt x="3730163" y="33028"/>
                  </a:lnTo>
                  <a:lnTo>
                    <a:pt x="3738049" y="33447"/>
                  </a:lnTo>
                  <a:lnTo>
                    <a:pt x="3745935" y="33862"/>
                  </a:lnTo>
                  <a:lnTo>
                    <a:pt x="3753821" y="34274"/>
                  </a:lnTo>
                  <a:lnTo>
                    <a:pt x="3761707" y="34681"/>
                  </a:lnTo>
                  <a:lnTo>
                    <a:pt x="3769594" y="35085"/>
                  </a:lnTo>
                  <a:lnTo>
                    <a:pt x="3777480" y="35484"/>
                  </a:lnTo>
                  <a:lnTo>
                    <a:pt x="3785366" y="35879"/>
                  </a:lnTo>
                  <a:lnTo>
                    <a:pt x="3793252" y="36269"/>
                  </a:lnTo>
                  <a:lnTo>
                    <a:pt x="3801138" y="36656"/>
                  </a:lnTo>
                  <a:lnTo>
                    <a:pt x="3809025" y="37036"/>
                  </a:lnTo>
                  <a:lnTo>
                    <a:pt x="3816911" y="37414"/>
                  </a:lnTo>
                  <a:lnTo>
                    <a:pt x="3824797" y="37784"/>
                  </a:lnTo>
                  <a:lnTo>
                    <a:pt x="3832683" y="38153"/>
                  </a:lnTo>
                  <a:lnTo>
                    <a:pt x="3840569" y="38514"/>
                  </a:lnTo>
                  <a:lnTo>
                    <a:pt x="3848455" y="38872"/>
                  </a:lnTo>
                  <a:lnTo>
                    <a:pt x="3856342" y="39224"/>
                  </a:lnTo>
                  <a:lnTo>
                    <a:pt x="3864228" y="39572"/>
                  </a:lnTo>
                  <a:lnTo>
                    <a:pt x="3872114" y="39914"/>
                  </a:lnTo>
                  <a:lnTo>
                    <a:pt x="3880000" y="40251"/>
                  </a:lnTo>
                  <a:lnTo>
                    <a:pt x="3887886" y="40584"/>
                  </a:lnTo>
                  <a:lnTo>
                    <a:pt x="3895773" y="40910"/>
                  </a:lnTo>
                  <a:lnTo>
                    <a:pt x="3903659" y="41233"/>
                  </a:lnTo>
                  <a:lnTo>
                    <a:pt x="3911545" y="41548"/>
                  </a:lnTo>
                  <a:lnTo>
                    <a:pt x="3919431" y="41862"/>
                  </a:lnTo>
                  <a:lnTo>
                    <a:pt x="3927317" y="42166"/>
                  </a:lnTo>
                  <a:lnTo>
                    <a:pt x="3935203" y="42468"/>
                  </a:lnTo>
                  <a:lnTo>
                    <a:pt x="3943090" y="42762"/>
                  </a:lnTo>
                  <a:lnTo>
                    <a:pt x="3950976" y="43053"/>
                  </a:lnTo>
                  <a:lnTo>
                    <a:pt x="3958862" y="43338"/>
                  </a:lnTo>
                  <a:lnTo>
                    <a:pt x="3966748" y="43618"/>
                  </a:lnTo>
                  <a:lnTo>
                    <a:pt x="3974634" y="43892"/>
                  </a:lnTo>
                  <a:lnTo>
                    <a:pt x="3982521" y="44161"/>
                  </a:lnTo>
                  <a:lnTo>
                    <a:pt x="3990407" y="44425"/>
                  </a:lnTo>
                  <a:lnTo>
                    <a:pt x="3998293" y="44683"/>
                  </a:lnTo>
                  <a:lnTo>
                    <a:pt x="4006179" y="44938"/>
                  </a:lnTo>
                  <a:lnTo>
                    <a:pt x="4014065" y="45185"/>
                  </a:lnTo>
                  <a:lnTo>
                    <a:pt x="4021951" y="45430"/>
                  </a:lnTo>
                  <a:lnTo>
                    <a:pt x="4029838" y="45666"/>
                  </a:lnTo>
                  <a:lnTo>
                    <a:pt x="4029838" y="53310"/>
                  </a:lnTo>
                  <a:lnTo>
                    <a:pt x="4021951" y="53310"/>
                  </a:lnTo>
                  <a:lnTo>
                    <a:pt x="4014065" y="53310"/>
                  </a:lnTo>
                  <a:lnTo>
                    <a:pt x="4006179" y="53310"/>
                  </a:lnTo>
                  <a:lnTo>
                    <a:pt x="3998293" y="53310"/>
                  </a:lnTo>
                  <a:lnTo>
                    <a:pt x="3990407" y="53310"/>
                  </a:lnTo>
                  <a:lnTo>
                    <a:pt x="3982521" y="53310"/>
                  </a:lnTo>
                  <a:lnTo>
                    <a:pt x="3974634" y="53310"/>
                  </a:lnTo>
                  <a:lnTo>
                    <a:pt x="3966748" y="53310"/>
                  </a:lnTo>
                  <a:lnTo>
                    <a:pt x="3958862" y="53310"/>
                  </a:lnTo>
                  <a:lnTo>
                    <a:pt x="3950976" y="53310"/>
                  </a:lnTo>
                  <a:lnTo>
                    <a:pt x="3943090" y="53310"/>
                  </a:lnTo>
                  <a:lnTo>
                    <a:pt x="3935203" y="53310"/>
                  </a:lnTo>
                  <a:lnTo>
                    <a:pt x="3927317" y="53310"/>
                  </a:lnTo>
                  <a:lnTo>
                    <a:pt x="3919431" y="53310"/>
                  </a:lnTo>
                  <a:lnTo>
                    <a:pt x="3911545" y="53310"/>
                  </a:lnTo>
                  <a:lnTo>
                    <a:pt x="3903659" y="53310"/>
                  </a:lnTo>
                  <a:lnTo>
                    <a:pt x="3895773" y="53310"/>
                  </a:lnTo>
                  <a:lnTo>
                    <a:pt x="3887886" y="53310"/>
                  </a:lnTo>
                  <a:lnTo>
                    <a:pt x="3880000" y="53310"/>
                  </a:lnTo>
                  <a:lnTo>
                    <a:pt x="3872114" y="53310"/>
                  </a:lnTo>
                  <a:lnTo>
                    <a:pt x="3864228" y="53310"/>
                  </a:lnTo>
                  <a:lnTo>
                    <a:pt x="3856342" y="53310"/>
                  </a:lnTo>
                  <a:lnTo>
                    <a:pt x="3848455" y="53310"/>
                  </a:lnTo>
                  <a:lnTo>
                    <a:pt x="3840569" y="53310"/>
                  </a:lnTo>
                  <a:lnTo>
                    <a:pt x="3832683" y="53310"/>
                  </a:lnTo>
                  <a:lnTo>
                    <a:pt x="3824797" y="53310"/>
                  </a:lnTo>
                  <a:lnTo>
                    <a:pt x="3816911" y="53310"/>
                  </a:lnTo>
                  <a:lnTo>
                    <a:pt x="3809025" y="53310"/>
                  </a:lnTo>
                  <a:lnTo>
                    <a:pt x="3801138" y="53310"/>
                  </a:lnTo>
                  <a:lnTo>
                    <a:pt x="3793252" y="53310"/>
                  </a:lnTo>
                  <a:lnTo>
                    <a:pt x="3785366" y="53310"/>
                  </a:lnTo>
                  <a:lnTo>
                    <a:pt x="3777480" y="53310"/>
                  </a:lnTo>
                  <a:lnTo>
                    <a:pt x="3769594" y="53310"/>
                  </a:lnTo>
                  <a:lnTo>
                    <a:pt x="3761707" y="53310"/>
                  </a:lnTo>
                  <a:lnTo>
                    <a:pt x="3753821" y="53310"/>
                  </a:lnTo>
                  <a:lnTo>
                    <a:pt x="3745935" y="53310"/>
                  </a:lnTo>
                  <a:lnTo>
                    <a:pt x="3738049" y="53310"/>
                  </a:lnTo>
                  <a:lnTo>
                    <a:pt x="3730163" y="53310"/>
                  </a:lnTo>
                  <a:lnTo>
                    <a:pt x="3722277" y="53310"/>
                  </a:lnTo>
                  <a:lnTo>
                    <a:pt x="3714390" y="53310"/>
                  </a:lnTo>
                  <a:lnTo>
                    <a:pt x="3706504" y="53310"/>
                  </a:lnTo>
                  <a:lnTo>
                    <a:pt x="3698618" y="53310"/>
                  </a:lnTo>
                  <a:lnTo>
                    <a:pt x="3690732" y="53310"/>
                  </a:lnTo>
                  <a:lnTo>
                    <a:pt x="3682846" y="53310"/>
                  </a:lnTo>
                  <a:lnTo>
                    <a:pt x="3674959" y="53310"/>
                  </a:lnTo>
                  <a:lnTo>
                    <a:pt x="3667073" y="53310"/>
                  </a:lnTo>
                  <a:lnTo>
                    <a:pt x="3659187" y="53310"/>
                  </a:lnTo>
                  <a:lnTo>
                    <a:pt x="3651301" y="53310"/>
                  </a:lnTo>
                  <a:lnTo>
                    <a:pt x="3643415" y="53310"/>
                  </a:lnTo>
                  <a:lnTo>
                    <a:pt x="3635529" y="53310"/>
                  </a:lnTo>
                  <a:lnTo>
                    <a:pt x="3627642" y="53310"/>
                  </a:lnTo>
                  <a:lnTo>
                    <a:pt x="3619756" y="53310"/>
                  </a:lnTo>
                  <a:lnTo>
                    <a:pt x="3611870" y="53310"/>
                  </a:lnTo>
                  <a:lnTo>
                    <a:pt x="3603984" y="53310"/>
                  </a:lnTo>
                  <a:lnTo>
                    <a:pt x="3596098" y="53310"/>
                  </a:lnTo>
                  <a:lnTo>
                    <a:pt x="3588212" y="53310"/>
                  </a:lnTo>
                  <a:lnTo>
                    <a:pt x="3580325" y="53310"/>
                  </a:lnTo>
                  <a:lnTo>
                    <a:pt x="3572439" y="53310"/>
                  </a:lnTo>
                  <a:lnTo>
                    <a:pt x="3564553" y="53310"/>
                  </a:lnTo>
                  <a:lnTo>
                    <a:pt x="3556667" y="53310"/>
                  </a:lnTo>
                  <a:lnTo>
                    <a:pt x="3548781" y="53310"/>
                  </a:lnTo>
                  <a:lnTo>
                    <a:pt x="3540894" y="53310"/>
                  </a:lnTo>
                  <a:lnTo>
                    <a:pt x="3533008" y="53310"/>
                  </a:lnTo>
                  <a:lnTo>
                    <a:pt x="3525122" y="53310"/>
                  </a:lnTo>
                  <a:lnTo>
                    <a:pt x="3517236" y="53310"/>
                  </a:lnTo>
                  <a:lnTo>
                    <a:pt x="3509350" y="53310"/>
                  </a:lnTo>
                  <a:lnTo>
                    <a:pt x="3501464" y="53310"/>
                  </a:lnTo>
                  <a:lnTo>
                    <a:pt x="3493577" y="53310"/>
                  </a:lnTo>
                  <a:lnTo>
                    <a:pt x="3485691" y="53310"/>
                  </a:lnTo>
                  <a:lnTo>
                    <a:pt x="3477805" y="53310"/>
                  </a:lnTo>
                  <a:lnTo>
                    <a:pt x="3469919" y="53310"/>
                  </a:lnTo>
                  <a:lnTo>
                    <a:pt x="3462033" y="53310"/>
                  </a:lnTo>
                  <a:lnTo>
                    <a:pt x="3454146" y="53310"/>
                  </a:lnTo>
                  <a:lnTo>
                    <a:pt x="3446260" y="53310"/>
                  </a:lnTo>
                  <a:lnTo>
                    <a:pt x="3438374" y="53310"/>
                  </a:lnTo>
                  <a:lnTo>
                    <a:pt x="3430488" y="53310"/>
                  </a:lnTo>
                  <a:lnTo>
                    <a:pt x="3422602" y="53310"/>
                  </a:lnTo>
                  <a:lnTo>
                    <a:pt x="3414716" y="53310"/>
                  </a:lnTo>
                  <a:lnTo>
                    <a:pt x="3406829" y="53310"/>
                  </a:lnTo>
                  <a:lnTo>
                    <a:pt x="3398943" y="53310"/>
                  </a:lnTo>
                  <a:lnTo>
                    <a:pt x="3391057" y="53310"/>
                  </a:lnTo>
                  <a:lnTo>
                    <a:pt x="3383171" y="53310"/>
                  </a:lnTo>
                  <a:lnTo>
                    <a:pt x="3375285" y="53310"/>
                  </a:lnTo>
                  <a:lnTo>
                    <a:pt x="3367398" y="53310"/>
                  </a:lnTo>
                  <a:lnTo>
                    <a:pt x="3359512" y="53310"/>
                  </a:lnTo>
                  <a:lnTo>
                    <a:pt x="3351626" y="53310"/>
                  </a:lnTo>
                  <a:lnTo>
                    <a:pt x="3343740" y="53310"/>
                  </a:lnTo>
                  <a:lnTo>
                    <a:pt x="3335854" y="53310"/>
                  </a:lnTo>
                  <a:lnTo>
                    <a:pt x="3327968" y="53310"/>
                  </a:lnTo>
                  <a:lnTo>
                    <a:pt x="3320081" y="53310"/>
                  </a:lnTo>
                  <a:lnTo>
                    <a:pt x="3312195" y="53310"/>
                  </a:lnTo>
                  <a:lnTo>
                    <a:pt x="3304309" y="53310"/>
                  </a:lnTo>
                  <a:lnTo>
                    <a:pt x="3296423" y="53310"/>
                  </a:lnTo>
                  <a:lnTo>
                    <a:pt x="3288537" y="53310"/>
                  </a:lnTo>
                  <a:lnTo>
                    <a:pt x="3280650" y="53310"/>
                  </a:lnTo>
                  <a:lnTo>
                    <a:pt x="3272764" y="53310"/>
                  </a:lnTo>
                  <a:lnTo>
                    <a:pt x="3264878" y="53310"/>
                  </a:lnTo>
                  <a:lnTo>
                    <a:pt x="3256992" y="53310"/>
                  </a:lnTo>
                  <a:lnTo>
                    <a:pt x="3249106" y="53310"/>
                  </a:lnTo>
                  <a:lnTo>
                    <a:pt x="3241220" y="53310"/>
                  </a:lnTo>
                  <a:lnTo>
                    <a:pt x="3233333" y="53310"/>
                  </a:lnTo>
                  <a:lnTo>
                    <a:pt x="3225447" y="53310"/>
                  </a:lnTo>
                  <a:lnTo>
                    <a:pt x="3217561" y="53310"/>
                  </a:lnTo>
                  <a:lnTo>
                    <a:pt x="3209675" y="53310"/>
                  </a:lnTo>
                  <a:lnTo>
                    <a:pt x="3201789" y="53310"/>
                  </a:lnTo>
                  <a:lnTo>
                    <a:pt x="3193903" y="53310"/>
                  </a:lnTo>
                  <a:lnTo>
                    <a:pt x="3186016" y="53310"/>
                  </a:lnTo>
                  <a:lnTo>
                    <a:pt x="3178130" y="53310"/>
                  </a:lnTo>
                  <a:lnTo>
                    <a:pt x="3170244" y="53310"/>
                  </a:lnTo>
                  <a:lnTo>
                    <a:pt x="3162358" y="53310"/>
                  </a:lnTo>
                  <a:lnTo>
                    <a:pt x="3154472" y="53310"/>
                  </a:lnTo>
                  <a:lnTo>
                    <a:pt x="3146585" y="53310"/>
                  </a:lnTo>
                  <a:lnTo>
                    <a:pt x="3138699" y="53310"/>
                  </a:lnTo>
                  <a:lnTo>
                    <a:pt x="3130813" y="53310"/>
                  </a:lnTo>
                  <a:lnTo>
                    <a:pt x="3122927" y="53310"/>
                  </a:lnTo>
                  <a:lnTo>
                    <a:pt x="3115041" y="53310"/>
                  </a:lnTo>
                  <a:lnTo>
                    <a:pt x="3107155" y="53310"/>
                  </a:lnTo>
                  <a:lnTo>
                    <a:pt x="3099268" y="53310"/>
                  </a:lnTo>
                  <a:lnTo>
                    <a:pt x="3091382" y="53310"/>
                  </a:lnTo>
                  <a:lnTo>
                    <a:pt x="3083496" y="53310"/>
                  </a:lnTo>
                  <a:lnTo>
                    <a:pt x="3075610" y="53310"/>
                  </a:lnTo>
                  <a:lnTo>
                    <a:pt x="3067724" y="53310"/>
                  </a:lnTo>
                  <a:lnTo>
                    <a:pt x="3059837" y="53310"/>
                  </a:lnTo>
                  <a:lnTo>
                    <a:pt x="3051951" y="53310"/>
                  </a:lnTo>
                  <a:lnTo>
                    <a:pt x="3044065" y="53310"/>
                  </a:lnTo>
                  <a:lnTo>
                    <a:pt x="3036179" y="53310"/>
                  </a:lnTo>
                  <a:lnTo>
                    <a:pt x="3028293" y="53310"/>
                  </a:lnTo>
                  <a:lnTo>
                    <a:pt x="3020407" y="53310"/>
                  </a:lnTo>
                  <a:lnTo>
                    <a:pt x="3012520" y="53310"/>
                  </a:lnTo>
                  <a:lnTo>
                    <a:pt x="3004634" y="53310"/>
                  </a:lnTo>
                  <a:lnTo>
                    <a:pt x="2996748" y="53310"/>
                  </a:lnTo>
                  <a:lnTo>
                    <a:pt x="2988862" y="53310"/>
                  </a:lnTo>
                  <a:lnTo>
                    <a:pt x="2980976" y="53310"/>
                  </a:lnTo>
                  <a:lnTo>
                    <a:pt x="2973089" y="53310"/>
                  </a:lnTo>
                  <a:lnTo>
                    <a:pt x="2965203" y="53310"/>
                  </a:lnTo>
                  <a:lnTo>
                    <a:pt x="2957317" y="53310"/>
                  </a:lnTo>
                  <a:lnTo>
                    <a:pt x="2949431" y="53310"/>
                  </a:lnTo>
                  <a:lnTo>
                    <a:pt x="2941545" y="53310"/>
                  </a:lnTo>
                  <a:lnTo>
                    <a:pt x="2933659" y="53310"/>
                  </a:lnTo>
                  <a:lnTo>
                    <a:pt x="2925772" y="53310"/>
                  </a:lnTo>
                  <a:lnTo>
                    <a:pt x="2917886" y="53310"/>
                  </a:lnTo>
                  <a:lnTo>
                    <a:pt x="2910000" y="53310"/>
                  </a:lnTo>
                  <a:lnTo>
                    <a:pt x="2902114" y="53310"/>
                  </a:lnTo>
                  <a:lnTo>
                    <a:pt x="2894228" y="53310"/>
                  </a:lnTo>
                  <a:lnTo>
                    <a:pt x="2886341" y="53310"/>
                  </a:lnTo>
                  <a:lnTo>
                    <a:pt x="2878455" y="53310"/>
                  </a:lnTo>
                  <a:lnTo>
                    <a:pt x="2870569" y="53310"/>
                  </a:lnTo>
                  <a:lnTo>
                    <a:pt x="2862683" y="53310"/>
                  </a:lnTo>
                  <a:lnTo>
                    <a:pt x="2854797" y="53310"/>
                  </a:lnTo>
                  <a:lnTo>
                    <a:pt x="2846911" y="53310"/>
                  </a:lnTo>
                  <a:lnTo>
                    <a:pt x="2839024" y="53310"/>
                  </a:lnTo>
                  <a:lnTo>
                    <a:pt x="2831138" y="53310"/>
                  </a:lnTo>
                  <a:lnTo>
                    <a:pt x="2823252" y="53310"/>
                  </a:lnTo>
                  <a:lnTo>
                    <a:pt x="2815366" y="53310"/>
                  </a:lnTo>
                  <a:lnTo>
                    <a:pt x="2807480" y="53310"/>
                  </a:lnTo>
                  <a:lnTo>
                    <a:pt x="2799593" y="53310"/>
                  </a:lnTo>
                  <a:lnTo>
                    <a:pt x="2791707" y="53310"/>
                  </a:lnTo>
                  <a:lnTo>
                    <a:pt x="2783821" y="53310"/>
                  </a:lnTo>
                  <a:lnTo>
                    <a:pt x="2775935" y="53310"/>
                  </a:lnTo>
                  <a:lnTo>
                    <a:pt x="2768049" y="53310"/>
                  </a:lnTo>
                  <a:lnTo>
                    <a:pt x="2760163" y="53310"/>
                  </a:lnTo>
                  <a:lnTo>
                    <a:pt x="2752276" y="53310"/>
                  </a:lnTo>
                  <a:lnTo>
                    <a:pt x="2744390" y="53310"/>
                  </a:lnTo>
                  <a:lnTo>
                    <a:pt x="2736504" y="53310"/>
                  </a:lnTo>
                  <a:lnTo>
                    <a:pt x="2728618" y="53310"/>
                  </a:lnTo>
                  <a:lnTo>
                    <a:pt x="2720732" y="53310"/>
                  </a:lnTo>
                  <a:lnTo>
                    <a:pt x="2712846" y="53310"/>
                  </a:lnTo>
                  <a:lnTo>
                    <a:pt x="2704959" y="53310"/>
                  </a:lnTo>
                  <a:lnTo>
                    <a:pt x="2697073" y="53310"/>
                  </a:lnTo>
                  <a:lnTo>
                    <a:pt x="2689187" y="53310"/>
                  </a:lnTo>
                  <a:lnTo>
                    <a:pt x="2681301" y="53310"/>
                  </a:lnTo>
                  <a:lnTo>
                    <a:pt x="2673415" y="53310"/>
                  </a:lnTo>
                  <a:lnTo>
                    <a:pt x="2665528" y="53310"/>
                  </a:lnTo>
                  <a:lnTo>
                    <a:pt x="2657642" y="53310"/>
                  </a:lnTo>
                  <a:lnTo>
                    <a:pt x="2649756" y="53310"/>
                  </a:lnTo>
                  <a:lnTo>
                    <a:pt x="2641870" y="53310"/>
                  </a:lnTo>
                  <a:lnTo>
                    <a:pt x="2633984" y="53310"/>
                  </a:lnTo>
                  <a:lnTo>
                    <a:pt x="2626098" y="53310"/>
                  </a:lnTo>
                  <a:lnTo>
                    <a:pt x="2618211" y="53310"/>
                  </a:lnTo>
                  <a:lnTo>
                    <a:pt x="2610325" y="53310"/>
                  </a:lnTo>
                  <a:lnTo>
                    <a:pt x="2602439" y="53310"/>
                  </a:lnTo>
                  <a:lnTo>
                    <a:pt x="2594553" y="53310"/>
                  </a:lnTo>
                  <a:lnTo>
                    <a:pt x="2586667" y="53310"/>
                  </a:lnTo>
                  <a:lnTo>
                    <a:pt x="2578780" y="53310"/>
                  </a:lnTo>
                  <a:lnTo>
                    <a:pt x="2570894" y="53310"/>
                  </a:lnTo>
                  <a:lnTo>
                    <a:pt x="2563008" y="53310"/>
                  </a:lnTo>
                  <a:lnTo>
                    <a:pt x="2555122" y="53310"/>
                  </a:lnTo>
                  <a:lnTo>
                    <a:pt x="2547236" y="53310"/>
                  </a:lnTo>
                  <a:lnTo>
                    <a:pt x="2539350" y="53310"/>
                  </a:lnTo>
                  <a:lnTo>
                    <a:pt x="2531463" y="53310"/>
                  </a:lnTo>
                  <a:lnTo>
                    <a:pt x="2523577" y="53310"/>
                  </a:lnTo>
                  <a:lnTo>
                    <a:pt x="2515691" y="53310"/>
                  </a:lnTo>
                  <a:lnTo>
                    <a:pt x="2507805" y="53310"/>
                  </a:lnTo>
                  <a:lnTo>
                    <a:pt x="2499919" y="53310"/>
                  </a:lnTo>
                  <a:lnTo>
                    <a:pt x="2492032" y="53310"/>
                  </a:lnTo>
                  <a:lnTo>
                    <a:pt x="2484146" y="53310"/>
                  </a:lnTo>
                  <a:lnTo>
                    <a:pt x="2476260" y="53310"/>
                  </a:lnTo>
                  <a:lnTo>
                    <a:pt x="2468374" y="53310"/>
                  </a:lnTo>
                  <a:lnTo>
                    <a:pt x="2460488" y="53310"/>
                  </a:lnTo>
                  <a:lnTo>
                    <a:pt x="2452602" y="53310"/>
                  </a:lnTo>
                  <a:lnTo>
                    <a:pt x="2444715" y="53310"/>
                  </a:lnTo>
                  <a:lnTo>
                    <a:pt x="2436829" y="53310"/>
                  </a:lnTo>
                  <a:lnTo>
                    <a:pt x="2428943" y="53310"/>
                  </a:lnTo>
                  <a:lnTo>
                    <a:pt x="2421057" y="53310"/>
                  </a:lnTo>
                  <a:lnTo>
                    <a:pt x="2413171" y="53310"/>
                  </a:lnTo>
                  <a:lnTo>
                    <a:pt x="2405284" y="53310"/>
                  </a:lnTo>
                  <a:lnTo>
                    <a:pt x="2397398" y="53310"/>
                  </a:lnTo>
                  <a:lnTo>
                    <a:pt x="2389512" y="53310"/>
                  </a:lnTo>
                  <a:lnTo>
                    <a:pt x="2381626" y="53310"/>
                  </a:lnTo>
                  <a:lnTo>
                    <a:pt x="2373740" y="53310"/>
                  </a:lnTo>
                  <a:lnTo>
                    <a:pt x="2365854" y="53310"/>
                  </a:lnTo>
                  <a:lnTo>
                    <a:pt x="2357967" y="53310"/>
                  </a:lnTo>
                  <a:lnTo>
                    <a:pt x="2350081" y="53310"/>
                  </a:lnTo>
                  <a:lnTo>
                    <a:pt x="2342195" y="53310"/>
                  </a:lnTo>
                  <a:lnTo>
                    <a:pt x="2334309" y="53310"/>
                  </a:lnTo>
                  <a:lnTo>
                    <a:pt x="2326423" y="53310"/>
                  </a:lnTo>
                  <a:lnTo>
                    <a:pt x="2318536" y="53310"/>
                  </a:lnTo>
                  <a:lnTo>
                    <a:pt x="2310650" y="53310"/>
                  </a:lnTo>
                  <a:lnTo>
                    <a:pt x="2302764" y="53310"/>
                  </a:lnTo>
                  <a:lnTo>
                    <a:pt x="2294878" y="53310"/>
                  </a:lnTo>
                  <a:lnTo>
                    <a:pt x="2286992" y="53310"/>
                  </a:lnTo>
                  <a:lnTo>
                    <a:pt x="2279106" y="53310"/>
                  </a:lnTo>
                  <a:lnTo>
                    <a:pt x="2271219" y="53310"/>
                  </a:lnTo>
                  <a:lnTo>
                    <a:pt x="2263333" y="53310"/>
                  </a:lnTo>
                  <a:lnTo>
                    <a:pt x="2255447" y="53310"/>
                  </a:lnTo>
                  <a:lnTo>
                    <a:pt x="2247561" y="53310"/>
                  </a:lnTo>
                  <a:lnTo>
                    <a:pt x="2239675" y="53310"/>
                  </a:lnTo>
                  <a:lnTo>
                    <a:pt x="2231789" y="53310"/>
                  </a:lnTo>
                  <a:lnTo>
                    <a:pt x="2223902" y="53310"/>
                  </a:lnTo>
                  <a:lnTo>
                    <a:pt x="2216016" y="53310"/>
                  </a:lnTo>
                  <a:lnTo>
                    <a:pt x="2208130" y="53310"/>
                  </a:lnTo>
                  <a:lnTo>
                    <a:pt x="2200244" y="53310"/>
                  </a:lnTo>
                  <a:lnTo>
                    <a:pt x="2192358" y="53310"/>
                  </a:lnTo>
                  <a:lnTo>
                    <a:pt x="2184471" y="53310"/>
                  </a:lnTo>
                  <a:lnTo>
                    <a:pt x="2176585" y="53310"/>
                  </a:lnTo>
                  <a:lnTo>
                    <a:pt x="2168699" y="53310"/>
                  </a:lnTo>
                  <a:lnTo>
                    <a:pt x="2160813" y="53310"/>
                  </a:lnTo>
                  <a:lnTo>
                    <a:pt x="2152927" y="53310"/>
                  </a:lnTo>
                  <a:lnTo>
                    <a:pt x="2145041" y="53310"/>
                  </a:lnTo>
                  <a:lnTo>
                    <a:pt x="2137154" y="53310"/>
                  </a:lnTo>
                  <a:lnTo>
                    <a:pt x="2129268" y="53310"/>
                  </a:lnTo>
                  <a:lnTo>
                    <a:pt x="2121382" y="53310"/>
                  </a:lnTo>
                  <a:lnTo>
                    <a:pt x="2113496" y="53310"/>
                  </a:lnTo>
                  <a:lnTo>
                    <a:pt x="2105610" y="53310"/>
                  </a:lnTo>
                  <a:lnTo>
                    <a:pt x="2097723" y="53310"/>
                  </a:lnTo>
                  <a:lnTo>
                    <a:pt x="2089837" y="53310"/>
                  </a:lnTo>
                  <a:lnTo>
                    <a:pt x="2081951" y="53310"/>
                  </a:lnTo>
                  <a:lnTo>
                    <a:pt x="2074065" y="53310"/>
                  </a:lnTo>
                  <a:lnTo>
                    <a:pt x="2066179" y="53310"/>
                  </a:lnTo>
                  <a:lnTo>
                    <a:pt x="2058293" y="53310"/>
                  </a:lnTo>
                  <a:lnTo>
                    <a:pt x="2050406" y="53310"/>
                  </a:lnTo>
                  <a:lnTo>
                    <a:pt x="2042520" y="53310"/>
                  </a:lnTo>
                  <a:lnTo>
                    <a:pt x="2034634" y="53310"/>
                  </a:lnTo>
                  <a:lnTo>
                    <a:pt x="2026748" y="53310"/>
                  </a:lnTo>
                  <a:lnTo>
                    <a:pt x="2018862" y="53310"/>
                  </a:lnTo>
                  <a:lnTo>
                    <a:pt x="2010975" y="53310"/>
                  </a:lnTo>
                  <a:lnTo>
                    <a:pt x="2003089" y="53310"/>
                  </a:lnTo>
                  <a:lnTo>
                    <a:pt x="1995203" y="53310"/>
                  </a:lnTo>
                  <a:lnTo>
                    <a:pt x="1987317" y="53310"/>
                  </a:lnTo>
                  <a:lnTo>
                    <a:pt x="1979431" y="53310"/>
                  </a:lnTo>
                  <a:lnTo>
                    <a:pt x="1971545" y="53310"/>
                  </a:lnTo>
                  <a:lnTo>
                    <a:pt x="1963658" y="53310"/>
                  </a:lnTo>
                  <a:lnTo>
                    <a:pt x="1955772" y="53310"/>
                  </a:lnTo>
                  <a:lnTo>
                    <a:pt x="1947886" y="53310"/>
                  </a:lnTo>
                  <a:lnTo>
                    <a:pt x="1940000" y="53310"/>
                  </a:lnTo>
                  <a:lnTo>
                    <a:pt x="1932114" y="53310"/>
                  </a:lnTo>
                  <a:lnTo>
                    <a:pt x="1924227" y="53310"/>
                  </a:lnTo>
                  <a:lnTo>
                    <a:pt x="1916341" y="53310"/>
                  </a:lnTo>
                  <a:lnTo>
                    <a:pt x="1908455" y="53310"/>
                  </a:lnTo>
                  <a:lnTo>
                    <a:pt x="1900569" y="53310"/>
                  </a:lnTo>
                  <a:lnTo>
                    <a:pt x="1892683" y="53310"/>
                  </a:lnTo>
                  <a:lnTo>
                    <a:pt x="1884797" y="53310"/>
                  </a:lnTo>
                  <a:lnTo>
                    <a:pt x="1876910" y="53310"/>
                  </a:lnTo>
                  <a:lnTo>
                    <a:pt x="1869024" y="53310"/>
                  </a:lnTo>
                  <a:lnTo>
                    <a:pt x="1861138" y="53310"/>
                  </a:lnTo>
                  <a:lnTo>
                    <a:pt x="1853252" y="53310"/>
                  </a:lnTo>
                  <a:lnTo>
                    <a:pt x="1845366" y="53310"/>
                  </a:lnTo>
                  <a:lnTo>
                    <a:pt x="1837479" y="53310"/>
                  </a:lnTo>
                  <a:lnTo>
                    <a:pt x="1829593" y="53310"/>
                  </a:lnTo>
                  <a:lnTo>
                    <a:pt x="1821707" y="53310"/>
                  </a:lnTo>
                  <a:lnTo>
                    <a:pt x="1813821" y="53310"/>
                  </a:lnTo>
                  <a:lnTo>
                    <a:pt x="1805935" y="53310"/>
                  </a:lnTo>
                  <a:lnTo>
                    <a:pt x="1798049" y="53310"/>
                  </a:lnTo>
                  <a:lnTo>
                    <a:pt x="1790162" y="53310"/>
                  </a:lnTo>
                  <a:lnTo>
                    <a:pt x="1782276" y="53310"/>
                  </a:lnTo>
                  <a:lnTo>
                    <a:pt x="1774390" y="53310"/>
                  </a:lnTo>
                  <a:lnTo>
                    <a:pt x="1766504" y="53310"/>
                  </a:lnTo>
                  <a:lnTo>
                    <a:pt x="1758618" y="53310"/>
                  </a:lnTo>
                  <a:lnTo>
                    <a:pt x="1750732" y="53310"/>
                  </a:lnTo>
                  <a:lnTo>
                    <a:pt x="1742845" y="53310"/>
                  </a:lnTo>
                  <a:lnTo>
                    <a:pt x="1734959" y="53310"/>
                  </a:lnTo>
                  <a:lnTo>
                    <a:pt x="1727073" y="53310"/>
                  </a:lnTo>
                  <a:lnTo>
                    <a:pt x="1719187" y="53310"/>
                  </a:lnTo>
                  <a:lnTo>
                    <a:pt x="1711301" y="53310"/>
                  </a:lnTo>
                  <a:lnTo>
                    <a:pt x="1703414" y="53310"/>
                  </a:lnTo>
                  <a:lnTo>
                    <a:pt x="1695528" y="53310"/>
                  </a:lnTo>
                  <a:lnTo>
                    <a:pt x="1687642" y="53310"/>
                  </a:lnTo>
                  <a:lnTo>
                    <a:pt x="1679756" y="53310"/>
                  </a:lnTo>
                  <a:lnTo>
                    <a:pt x="1671870" y="53310"/>
                  </a:lnTo>
                  <a:lnTo>
                    <a:pt x="1663984" y="53310"/>
                  </a:lnTo>
                  <a:lnTo>
                    <a:pt x="1656097" y="53310"/>
                  </a:lnTo>
                  <a:lnTo>
                    <a:pt x="1648211" y="53310"/>
                  </a:lnTo>
                  <a:lnTo>
                    <a:pt x="1640325" y="53310"/>
                  </a:lnTo>
                  <a:lnTo>
                    <a:pt x="1632439" y="53310"/>
                  </a:lnTo>
                  <a:lnTo>
                    <a:pt x="1624553" y="53310"/>
                  </a:lnTo>
                  <a:lnTo>
                    <a:pt x="1616666" y="53310"/>
                  </a:lnTo>
                  <a:lnTo>
                    <a:pt x="1608780" y="53310"/>
                  </a:lnTo>
                  <a:lnTo>
                    <a:pt x="1600894" y="53310"/>
                  </a:lnTo>
                  <a:lnTo>
                    <a:pt x="1593008" y="53310"/>
                  </a:lnTo>
                  <a:lnTo>
                    <a:pt x="1585122" y="53310"/>
                  </a:lnTo>
                  <a:lnTo>
                    <a:pt x="1577236" y="53310"/>
                  </a:lnTo>
                  <a:lnTo>
                    <a:pt x="1569349" y="53310"/>
                  </a:lnTo>
                  <a:lnTo>
                    <a:pt x="1561463" y="53310"/>
                  </a:lnTo>
                  <a:lnTo>
                    <a:pt x="1553577" y="53310"/>
                  </a:lnTo>
                  <a:lnTo>
                    <a:pt x="1545691" y="53310"/>
                  </a:lnTo>
                  <a:lnTo>
                    <a:pt x="1537805" y="53310"/>
                  </a:lnTo>
                  <a:lnTo>
                    <a:pt x="1529918" y="53310"/>
                  </a:lnTo>
                  <a:lnTo>
                    <a:pt x="1522032" y="53310"/>
                  </a:lnTo>
                  <a:lnTo>
                    <a:pt x="1514146" y="53310"/>
                  </a:lnTo>
                  <a:lnTo>
                    <a:pt x="1506260" y="53310"/>
                  </a:lnTo>
                  <a:lnTo>
                    <a:pt x="1498374" y="53310"/>
                  </a:lnTo>
                  <a:lnTo>
                    <a:pt x="1490488" y="53310"/>
                  </a:lnTo>
                  <a:lnTo>
                    <a:pt x="1482601" y="53310"/>
                  </a:lnTo>
                  <a:lnTo>
                    <a:pt x="1474715" y="53310"/>
                  </a:lnTo>
                  <a:lnTo>
                    <a:pt x="1466829" y="53310"/>
                  </a:lnTo>
                  <a:lnTo>
                    <a:pt x="1458943" y="53310"/>
                  </a:lnTo>
                  <a:lnTo>
                    <a:pt x="1451057" y="53310"/>
                  </a:lnTo>
                  <a:lnTo>
                    <a:pt x="1443170" y="53310"/>
                  </a:lnTo>
                  <a:lnTo>
                    <a:pt x="1435284" y="53310"/>
                  </a:lnTo>
                  <a:lnTo>
                    <a:pt x="1427398" y="53310"/>
                  </a:lnTo>
                  <a:lnTo>
                    <a:pt x="1419512" y="53310"/>
                  </a:lnTo>
                  <a:lnTo>
                    <a:pt x="1411626" y="53310"/>
                  </a:lnTo>
                  <a:lnTo>
                    <a:pt x="1403740" y="53310"/>
                  </a:lnTo>
                  <a:lnTo>
                    <a:pt x="1395853" y="53310"/>
                  </a:lnTo>
                  <a:lnTo>
                    <a:pt x="1387967" y="53310"/>
                  </a:lnTo>
                  <a:lnTo>
                    <a:pt x="1380081" y="53310"/>
                  </a:lnTo>
                  <a:lnTo>
                    <a:pt x="1372195" y="53310"/>
                  </a:lnTo>
                  <a:lnTo>
                    <a:pt x="1364309" y="53310"/>
                  </a:lnTo>
                  <a:lnTo>
                    <a:pt x="1356423" y="53310"/>
                  </a:lnTo>
                  <a:lnTo>
                    <a:pt x="1348536" y="53310"/>
                  </a:lnTo>
                  <a:lnTo>
                    <a:pt x="1340650" y="53310"/>
                  </a:lnTo>
                  <a:lnTo>
                    <a:pt x="1332764" y="53310"/>
                  </a:lnTo>
                  <a:lnTo>
                    <a:pt x="1324878" y="53310"/>
                  </a:lnTo>
                  <a:lnTo>
                    <a:pt x="1316992" y="53310"/>
                  </a:lnTo>
                  <a:lnTo>
                    <a:pt x="1309105" y="53310"/>
                  </a:lnTo>
                  <a:lnTo>
                    <a:pt x="1301219" y="53310"/>
                  </a:lnTo>
                  <a:lnTo>
                    <a:pt x="1293333" y="53310"/>
                  </a:lnTo>
                  <a:lnTo>
                    <a:pt x="1285447" y="53310"/>
                  </a:lnTo>
                  <a:lnTo>
                    <a:pt x="1277561" y="53310"/>
                  </a:lnTo>
                  <a:lnTo>
                    <a:pt x="1269675" y="53310"/>
                  </a:lnTo>
                  <a:lnTo>
                    <a:pt x="1261788" y="53310"/>
                  </a:lnTo>
                  <a:lnTo>
                    <a:pt x="1253902" y="53310"/>
                  </a:lnTo>
                  <a:lnTo>
                    <a:pt x="1246016" y="53310"/>
                  </a:lnTo>
                  <a:lnTo>
                    <a:pt x="1238130" y="53310"/>
                  </a:lnTo>
                  <a:lnTo>
                    <a:pt x="1230244" y="53310"/>
                  </a:lnTo>
                  <a:lnTo>
                    <a:pt x="1222357" y="53310"/>
                  </a:lnTo>
                  <a:lnTo>
                    <a:pt x="1214471" y="53310"/>
                  </a:lnTo>
                  <a:lnTo>
                    <a:pt x="1206585" y="53310"/>
                  </a:lnTo>
                  <a:lnTo>
                    <a:pt x="1198699" y="53310"/>
                  </a:lnTo>
                  <a:lnTo>
                    <a:pt x="1190813" y="53310"/>
                  </a:lnTo>
                  <a:lnTo>
                    <a:pt x="1182927" y="53310"/>
                  </a:lnTo>
                  <a:lnTo>
                    <a:pt x="1175040" y="53310"/>
                  </a:lnTo>
                  <a:lnTo>
                    <a:pt x="1167154" y="53310"/>
                  </a:lnTo>
                  <a:lnTo>
                    <a:pt x="1159268" y="53310"/>
                  </a:lnTo>
                  <a:lnTo>
                    <a:pt x="1151382" y="53310"/>
                  </a:lnTo>
                  <a:lnTo>
                    <a:pt x="1143496" y="53310"/>
                  </a:lnTo>
                  <a:lnTo>
                    <a:pt x="1135609" y="53310"/>
                  </a:lnTo>
                  <a:lnTo>
                    <a:pt x="1127723" y="53310"/>
                  </a:lnTo>
                  <a:lnTo>
                    <a:pt x="1119837" y="53310"/>
                  </a:lnTo>
                  <a:lnTo>
                    <a:pt x="1111951" y="53310"/>
                  </a:lnTo>
                  <a:lnTo>
                    <a:pt x="1104065" y="53310"/>
                  </a:lnTo>
                  <a:lnTo>
                    <a:pt x="1096179" y="53310"/>
                  </a:lnTo>
                  <a:lnTo>
                    <a:pt x="1088292" y="53310"/>
                  </a:lnTo>
                  <a:lnTo>
                    <a:pt x="1080406" y="53310"/>
                  </a:lnTo>
                  <a:lnTo>
                    <a:pt x="1072520" y="53310"/>
                  </a:lnTo>
                  <a:lnTo>
                    <a:pt x="1064634" y="53310"/>
                  </a:lnTo>
                  <a:lnTo>
                    <a:pt x="1056748" y="53310"/>
                  </a:lnTo>
                  <a:lnTo>
                    <a:pt x="1048861" y="53310"/>
                  </a:lnTo>
                  <a:lnTo>
                    <a:pt x="1040975" y="53310"/>
                  </a:lnTo>
                  <a:lnTo>
                    <a:pt x="1033089" y="53310"/>
                  </a:lnTo>
                  <a:lnTo>
                    <a:pt x="1025203" y="53310"/>
                  </a:lnTo>
                  <a:lnTo>
                    <a:pt x="1017317" y="53310"/>
                  </a:lnTo>
                  <a:lnTo>
                    <a:pt x="1009431" y="53310"/>
                  </a:lnTo>
                  <a:lnTo>
                    <a:pt x="1001544" y="53310"/>
                  </a:lnTo>
                  <a:lnTo>
                    <a:pt x="993658" y="53310"/>
                  </a:lnTo>
                  <a:lnTo>
                    <a:pt x="985772" y="53310"/>
                  </a:lnTo>
                  <a:lnTo>
                    <a:pt x="977886" y="53310"/>
                  </a:lnTo>
                  <a:lnTo>
                    <a:pt x="970000" y="53310"/>
                  </a:lnTo>
                  <a:lnTo>
                    <a:pt x="962113" y="53310"/>
                  </a:lnTo>
                  <a:lnTo>
                    <a:pt x="954227" y="53310"/>
                  </a:lnTo>
                  <a:lnTo>
                    <a:pt x="946341" y="53310"/>
                  </a:lnTo>
                  <a:lnTo>
                    <a:pt x="938455" y="53310"/>
                  </a:lnTo>
                  <a:lnTo>
                    <a:pt x="930569" y="53310"/>
                  </a:lnTo>
                  <a:lnTo>
                    <a:pt x="922683" y="53310"/>
                  </a:lnTo>
                  <a:lnTo>
                    <a:pt x="914796" y="53310"/>
                  </a:lnTo>
                  <a:lnTo>
                    <a:pt x="906910" y="53310"/>
                  </a:lnTo>
                  <a:lnTo>
                    <a:pt x="899024" y="53310"/>
                  </a:lnTo>
                  <a:lnTo>
                    <a:pt x="891138" y="53310"/>
                  </a:lnTo>
                  <a:lnTo>
                    <a:pt x="883252" y="53310"/>
                  </a:lnTo>
                  <a:lnTo>
                    <a:pt x="875366" y="53310"/>
                  </a:lnTo>
                  <a:lnTo>
                    <a:pt x="867479" y="53310"/>
                  </a:lnTo>
                  <a:lnTo>
                    <a:pt x="859593" y="53310"/>
                  </a:lnTo>
                  <a:lnTo>
                    <a:pt x="851707" y="53310"/>
                  </a:lnTo>
                  <a:lnTo>
                    <a:pt x="843821" y="53310"/>
                  </a:lnTo>
                  <a:lnTo>
                    <a:pt x="835935" y="53310"/>
                  </a:lnTo>
                  <a:lnTo>
                    <a:pt x="828048" y="53310"/>
                  </a:lnTo>
                  <a:lnTo>
                    <a:pt x="820162" y="53310"/>
                  </a:lnTo>
                  <a:lnTo>
                    <a:pt x="812276" y="53310"/>
                  </a:lnTo>
                  <a:lnTo>
                    <a:pt x="804390" y="53310"/>
                  </a:lnTo>
                  <a:lnTo>
                    <a:pt x="796504" y="53310"/>
                  </a:lnTo>
                  <a:lnTo>
                    <a:pt x="788618" y="53310"/>
                  </a:lnTo>
                  <a:lnTo>
                    <a:pt x="780731" y="53310"/>
                  </a:lnTo>
                  <a:lnTo>
                    <a:pt x="772845" y="53310"/>
                  </a:lnTo>
                  <a:lnTo>
                    <a:pt x="764959" y="53310"/>
                  </a:lnTo>
                  <a:lnTo>
                    <a:pt x="757073" y="53310"/>
                  </a:lnTo>
                  <a:lnTo>
                    <a:pt x="749187" y="53310"/>
                  </a:lnTo>
                  <a:lnTo>
                    <a:pt x="741300" y="53310"/>
                  </a:lnTo>
                  <a:lnTo>
                    <a:pt x="733414" y="53310"/>
                  </a:lnTo>
                  <a:lnTo>
                    <a:pt x="725528" y="53310"/>
                  </a:lnTo>
                  <a:lnTo>
                    <a:pt x="717642" y="53310"/>
                  </a:lnTo>
                  <a:lnTo>
                    <a:pt x="709756" y="53310"/>
                  </a:lnTo>
                  <a:lnTo>
                    <a:pt x="701870" y="53310"/>
                  </a:lnTo>
                  <a:lnTo>
                    <a:pt x="693983" y="53310"/>
                  </a:lnTo>
                  <a:lnTo>
                    <a:pt x="686097" y="53310"/>
                  </a:lnTo>
                  <a:lnTo>
                    <a:pt x="678211" y="53310"/>
                  </a:lnTo>
                  <a:lnTo>
                    <a:pt x="670325" y="53310"/>
                  </a:lnTo>
                  <a:lnTo>
                    <a:pt x="662439" y="53310"/>
                  </a:lnTo>
                  <a:lnTo>
                    <a:pt x="654552" y="53310"/>
                  </a:lnTo>
                  <a:lnTo>
                    <a:pt x="646666" y="53310"/>
                  </a:lnTo>
                  <a:lnTo>
                    <a:pt x="638780" y="53310"/>
                  </a:lnTo>
                  <a:lnTo>
                    <a:pt x="630894" y="53310"/>
                  </a:lnTo>
                  <a:lnTo>
                    <a:pt x="623008" y="53310"/>
                  </a:lnTo>
                  <a:lnTo>
                    <a:pt x="615122" y="53310"/>
                  </a:lnTo>
                  <a:lnTo>
                    <a:pt x="607235" y="53310"/>
                  </a:lnTo>
                  <a:lnTo>
                    <a:pt x="599349" y="53310"/>
                  </a:lnTo>
                  <a:lnTo>
                    <a:pt x="591463" y="53310"/>
                  </a:lnTo>
                  <a:lnTo>
                    <a:pt x="583577" y="53310"/>
                  </a:lnTo>
                  <a:lnTo>
                    <a:pt x="575691" y="53310"/>
                  </a:lnTo>
                  <a:lnTo>
                    <a:pt x="567804" y="53310"/>
                  </a:lnTo>
                  <a:lnTo>
                    <a:pt x="559918" y="53310"/>
                  </a:lnTo>
                  <a:lnTo>
                    <a:pt x="552032" y="53310"/>
                  </a:lnTo>
                  <a:lnTo>
                    <a:pt x="544146" y="53310"/>
                  </a:lnTo>
                  <a:lnTo>
                    <a:pt x="536260" y="53310"/>
                  </a:lnTo>
                  <a:lnTo>
                    <a:pt x="528374" y="53310"/>
                  </a:lnTo>
                  <a:lnTo>
                    <a:pt x="520487" y="53310"/>
                  </a:lnTo>
                  <a:lnTo>
                    <a:pt x="512601" y="53310"/>
                  </a:lnTo>
                  <a:lnTo>
                    <a:pt x="504715" y="53310"/>
                  </a:lnTo>
                  <a:lnTo>
                    <a:pt x="496829" y="53310"/>
                  </a:lnTo>
                  <a:lnTo>
                    <a:pt x="488943" y="53310"/>
                  </a:lnTo>
                  <a:lnTo>
                    <a:pt x="481056" y="53310"/>
                  </a:lnTo>
                  <a:lnTo>
                    <a:pt x="473170" y="53310"/>
                  </a:lnTo>
                  <a:lnTo>
                    <a:pt x="465284" y="53310"/>
                  </a:lnTo>
                  <a:lnTo>
                    <a:pt x="457398" y="53310"/>
                  </a:lnTo>
                  <a:lnTo>
                    <a:pt x="449512" y="53310"/>
                  </a:lnTo>
                  <a:lnTo>
                    <a:pt x="441626" y="53310"/>
                  </a:lnTo>
                  <a:lnTo>
                    <a:pt x="433739" y="53310"/>
                  </a:lnTo>
                  <a:lnTo>
                    <a:pt x="425853" y="53310"/>
                  </a:lnTo>
                  <a:lnTo>
                    <a:pt x="417967" y="53310"/>
                  </a:lnTo>
                  <a:lnTo>
                    <a:pt x="410081" y="53310"/>
                  </a:lnTo>
                  <a:lnTo>
                    <a:pt x="402195" y="53310"/>
                  </a:lnTo>
                  <a:lnTo>
                    <a:pt x="394309" y="53310"/>
                  </a:lnTo>
                  <a:lnTo>
                    <a:pt x="386422" y="53310"/>
                  </a:lnTo>
                  <a:lnTo>
                    <a:pt x="378536" y="53310"/>
                  </a:lnTo>
                  <a:lnTo>
                    <a:pt x="370650" y="53310"/>
                  </a:lnTo>
                  <a:lnTo>
                    <a:pt x="362764" y="53310"/>
                  </a:lnTo>
                  <a:lnTo>
                    <a:pt x="354878" y="53310"/>
                  </a:lnTo>
                  <a:lnTo>
                    <a:pt x="346991" y="53310"/>
                  </a:lnTo>
                  <a:lnTo>
                    <a:pt x="339105" y="53310"/>
                  </a:lnTo>
                  <a:lnTo>
                    <a:pt x="331219" y="53310"/>
                  </a:lnTo>
                  <a:lnTo>
                    <a:pt x="323333" y="53310"/>
                  </a:lnTo>
                  <a:lnTo>
                    <a:pt x="315447" y="53310"/>
                  </a:lnTo>
                  <a:lnTo>
                    <a:pt x="307561" y="53310"/>
                  </a:lnTo>
                  <a:lnTo>
                    <a:pt x="299674" y="53310"/>
                  </a:lnTo>
                  <a:lnTo>
                    <a:pt x="291788" y="53310"/>
                  </a:lnTo>
                  <a:lnTo>
                    <a:pt x="283902" y="53310"/>
                  </a:lnTo>
                  <a:lnTo>
                    <a:pt x="276016" y="53310"/>
                  </a:lnTo>
                  <a:lnTo>
                    <a:pt x="268130" y="53310"/>
                  </a:lnTo>
                  <a:lnTo>
                    <a:pt x="260243" y="53310"/>
                  </a:lnTo>
                  <a:lnTo>
                    <a:pt x="252357" y="53310"/>
                  </a:lnTo>
                  <a:lnTo>
                    <a:pt x="244471" y="53310"/>
                  </a:lnTo>
                  <a:lnTo>
                    <a:pt x="236585" y="53310"/>
                  </a:lnTo>
                  <a:lnTo>
                    <a:pt x="228699" y="53310"/>
                  </a:lnTo>
                  <a:lnTo>
                    <a:pt x="220813" y="53310"/>
                  </a:lnTo>
                  <a:lnTo>
                    <a:pt x="212926" y="53310"/>
                  </a:lnTo>
                  <a:lnTo>
                    <a:pt x="205040" y="53310"/>
                  </a:lnTo>
                  <a:lnTo>
                    <a:pt x="197154" y="53310"/>
                  </a:lnTo>
                  <a:lnTo>
                    <a:pt x="189268" y="53310"/>
                  </a:lnTo>
                  <a:lnTo>
                    <a:pt x="181382" y="53310"/>
                  </a:lnTo>
                  <a:lnTo>
                    <a:pt x="173495" y="53310"/>
                  </a:lnTo>
                  <a:lnTo>
                    <a:pt x="165609" y="53310"/>
                  </a:lnTo>
                  <a:lnTo>
                    <a:pt x="157723" y="53310"/>
                  </a:lnTo>
                  <a:lnTo>
                    <a:pt x="149837" y="53310"/>
                  </a:lnTo>
                  <a:lnTo>
                    <a:pt x="141951" y="53310"/>
                  </a:lnTo>
                  <a:lnTo>
                    <a:pt x="134065" y="53310"/>
                  </a:lnTo>
                  <a:lnTo>
                    <a:pt x="126178" y="53310"/>
                  </a:lnTo>
                  <a:lnTo>
                    <a:pt x="118292" y="53310"/>
                  </a:lnTo>
                  <a:lnTo>
                    <a:pt x="110406" y="53310"/>
                  </a:lnTo>
                  <a:lnTo>
                    <a:pt x="102520" y="53310"/>
                  </a:lnTo>
                  <a:lnTo>
                    <a:pt x="94634" y="53310"/>
                  </a:lnTo>
                  <a:lnTo>
                    <a:pt x="86747" y="53310"/>
                  </a:lnTo>
                  <a:lnTo>
                    <a:pt x="78861" y="53310"/>
                  </a:lnTo>
                  <a:lnTo>
                    <a:pt x="70975" y="53310"/>
                  </a:lnTo>
                  <a:lnTo>
                    <a:pt x="63089" y="53310"/>
                  </a:lnTo>
                  <a:lnTo>
                    <a:pt x="55203" y="53310"/>
                  </a:lnTo>
                  <a:lnTo>
                    <a:pt x="47317" y="53310"/>
                  </a:lnTo>
                  <a:lnTo>
                    <a:pt x="39430" y="53310"/>
                  </a:lnTo>
                  <a:lnTo>
                    <a:pt x="31544" y="53310"/>
                  </a:lnTo>
                  <a:lnTo>
                    <a:pt x="23658" y="53310"/>
                  </a:lnTo>
                  <a:lnTo>
                    <a:pt x="15772" y="53310"/>
                  </a:lnTo>
                  <a:lnTo>
                    <a:pt x="7886" y="5331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814880" y="4741422"/>
              <a:ext cx="4029838" cy="53310"/>
            </a:xfrm>
            <a:custGeom>
              <a:avLst/>
              <a:pathLst>
                <a:path w="4029838" h="53310">
                  <a:moveTo>
                    <a:pt x="0" y="53310"/>
                  </a:moveTo>
                  <a:lnTo>
                    <a:pt x="7886" y="53310"/>
                  </a:lnTo>
                  <a:lnTo>
                    <a:pt x="15772" y="53310"/>
                  </a:lnTo>
                  <a:lnTo>
                    <a:pt x="23658" y="53310"/>
                  </a:lnTo>
                  <a:lnTo>
                    <a:pt x="31544" y="53310"/>
                  </a:lnTo>
                  <a:lnTo>
                    <a:pt x="39430" y="53310"/>
                  </a:lnTo>
                  <a:lnTo>
                    <a:pt x="47317" y="53310"/>
                  </a:lnTo>
                  <a:lnTo>
                    <a:pt x="55203" y="53310"/>
                  </a:lnTo>
                  <a:lnTo>
                    <a:pt x="63089" y="53310"/>
                  </a:lnTo>
                  <a:lnTo>
                    <a:pt x="70975" y="53310"/>
                  </a:lnTo>
                  <a:lnTo>
                    <a:pt x="78861" y="53310"/>
                  </a:lnTo>
                  <a:lnTo>
                    <a:pt x="86747" y="53310"/>
                  </a:lnTo>
                  <a:lnTo>
                    <a:pt x="94634" y="53310"/>
                  </a:lnTo>
                  <a:lnTo>
                    <a:pt x="102520" y="53310"/>
                  </a:lnTo>
                  <a:lnTo>
                    <a:pt x="110406" y="53310"/>
                  </a:lnTo>
                  <a:lnTo>
                    <a:pt x="118292" y="53310"/>
                  </a:lnTo>
                  <a:lnTo>
                    <a:pt x="126178" y="53310"/>
                  </a:lnTo>
                  <a:lnTo>
                    <a:pt x="134065" y="53310"/>
                  </a:lnTo>
                  <a:lnTo>
                    <a:pt x="141951" y="53310"/>
                  </a:lnTo>
                  <a:lnTo>
                    <a:pt x="149837" y="53310"/>
                  </a:lnTo>
                  <a:lnTo>
                    <a:pt x="157723" y="53310"/>
                  </a:lnTo>
                  <a:lnTo>
                    <a:pt x="165609" y="53310"/>
                  </a:lnTo>
                  <a:lnTo>
                    <a:pt x="173495" y="53310"/>
                  </a:lnTo>
                  <a:lnTo>
                    <a:pt x="181382" y="53310"/>
                  </a:lnTo>
                  <a:lnTo>
                    <a:pt x="189268" y="53310"/>
                  </a:lnTo>
                  <a:lnTo>
                    <a:pt x="197154" y="53310"/>
                  </a:lnTo>
                  <a:lnTo>
                    <a:pt x="205040" y="53310"/>
                  </a:lnTo>
                  <a:lnTo>
                    <a:pt x="212926" y="53310"/>
                  </a:lnTo>
                  <a:lnTo>
                    <a:pt x="220813" y="53310"/>
                  </a:lnTo>
                  <a:lnTo>
                    <a:pt x="228699" y="53310"/>
                  </a:lnTo>
                  <a:lnTo>
                    <a:pt x="236585" y="53310"/>
                  </a:lnTo>
                  <a:lnTo>
                    <a:pt x="244471" y="53310"/>
                  </a:lnTo>
                  <a:lnTo>
                    <a:pt x="252357" y="53310"/>
                  </a:lnTo>
                  <a:lnTo>
                    <a:pt x="260243" y="53310"/>
                  </a:lnTo>
                  <a:lnTo>
                    <a:pt x="268130" y="53310"/>
                  </a:lnTo>
                  <a:lnTo>
                    <a:pt x="276016" y="53310"/>
                  </a:lnTo>
                  <a:lnTo>
                    <a:pt x="283902" y="53310"/>
                  </a:lnTo>
                  <a:lnTo>
                    <a:pt x="291788" y="53310"/>
                  </a:lnTo>
                  <a:lnTo>
                    <a:pt x="299674" y="53310"/>
                  </a:lnTo>
                  <a:lnTo>
                    <a:pt x="307561" y="53310"/>
                  </a:lnTo>
                  <a:lnTo>
                    <a:pt x="315447" y="53310"/>
                  </a:lnTo>
                  <a:lnTo>
                    <a:pt x="323333" y="53310"/>
                  </a:lnTo>
                  <a:lnTo>
                    <a:pt x="331219" y="53310"/>
                  </a:lnTo>
                  <a:lnTo>
                    <a:pt x="339105" y="53310"/>
                  </a:lnTo>
                  <a:lnTo>
                    <a:pt x="346991" y="53310"/>
                  </a:lnTo>
                  <a:lnTo>
                    <a:pt x="354878" y="53310"/>
                  </a:lnTo>
                  <a:lnTo>
                    <a:pt x="362764" y="53310"/>
                  </a:lnTo>
                  <a:lnTo>
                    <a:pt x="370650" y="53310"/>
                  </a:lnTo>
                  <a:lnTo>
                    <a:pt x="378536" y="53310"/>
                  </a:lnTo>
                  <a:lnTo>
                    <a:pt x="386422" y="53310"/>
                  </a:lnTo>
                  <a:lnTo>
                    <a:pt x="394309" y="53310"/>
                  </a:lnTo>
                  <a:lnTo>
                    <a:pt x="402195" y="53310"/>
                  </a:lnTo>
                  <a:lnTo>
                    <a:pt x="410081" y="53310"/>
                  </a:lnTo>
                  <a:lnTo>
                    <a:pt x="417967" y="53310"/>
                  </a:lnTo>
                  <a:lnTo>
                    <a:pt x="425853" y="53310"/>
                  </a:lnTo>
                  <a:lnTo>
                    <a:pt x="433739" y="53310"/>
                  </a:lnTo>
                  <a:lnTo>
                    <a:pt x="441626" y="53310"/>
                  </a:lnTo>
                  <a:lnTo>
                    <a:pt x="449512" y="53310"/>
                  </a:lnTo>
                  <a:lnTo>
                    <a:pt x="457398" y="53310"/>
                  </a:lnTo>
                  <a:lnTo>
                    <a:pt x="465284" y="53310"/>
                  </a:lnTo>
                  <a:lnTo>
                    <a:pt x="473170" y="53310"/>
                  </a:lnTo>
                  <a:lnTo>
                    <a:pt x="481056" y="53310"/>
                  </a:lnTo>
                  <a:lnTo>
                    <a:pt x="488943" y="53310"/>
                  </a:lnTo>
                  <a:lnTo>
                    <a:pt x="496829" y="53310"/>
                  </a:lnTo>
                  <a:lnTo>
                    <a:pt x="504715" y="53310"/>
                  </a:lnTo>
                  <a:lnTo>
                    <a:pt x="512601" y="53310"/>
                  </a:lnTo>
                  <a:lnTo>
                    <a:pt x="520487" y="53310"/>
                  </a:lnTo>
                  <a:lnTo>
                    <a:pt x="528374" y="53310"/>
                  </a:lnTo>
                  <a:lnTo>
                    <a:pt x="536260" y="53310"/>
                  </a:lnTo>
                  <a:lnTo>
                    <a:pt x="544146" y="53310"/>
                  </a:lnTo>
                  <a:lnTo>
                    <a:pt x="552032" y="53310"/>
                  </a:lnTo>
                  <a:lnTo>
                    <a:pt x="559918" y="53310"/>
                  </a:lnTo>
                  <a:lnTo>
                    <a:pt x="567804" y="53310"/>
                  </a:lnTo>
                  <a:lnTo>
                    <a:pt x="575691" y="53310"/>
                  </a:lnTo>
                  <a:lnTo>
                    <a:pt x="583577" y="53310"/>
                  </a:lnTo>
                  <a:lnTo>
                    <a:pt x="591463" y="53310"/>
                  </a:lnTo>
                  <a:lnTo>
                    <a:pt x="599349" y="53310"/>
                  </a:lnTo>
                  <a:lnTo>
                    <a:pt x="607235" y="53310"/>
                  </a:lnTo>
                  <a:lnTo>
                    <a:pt x="615122" y="53310"/>
                  </a:lnTo>
                  <a:lnTo>
                    <a:pt x="623008" y="53310"/>
                  </a:lnTo>
                  <a:lnTo>
                    <a:pt x="630894" y="53309"/>
                  </a:lnTo>
                  <a:lnTo>
                    <a:pt x="638780" y="53309"/>
                  </a:lnTo>
                  <a:lnTo>
                    <a:pt x="646666" y="53309"/>
                  </a:lnTo>
                  <a:lnTo>
                    <a:pt x="654552" y="53309"/>
                  </a:lnTo>
                  <a:lnTo>
                    <a:pt x="662439" y="53309"/>
                  </a:lnTo>
                  <a:lnTo>
                    <a:pt x="670325" y="53309"/>
                  </a:lnTo>
                  <a:lnTo>
                    <a:pt x="678211" y="53309"/>
                  </a:lnTo>
                  <a:lnTo>
                    <a:pt x="686097" y="53309"/>
                  </a:lnTo>
                  <a:lnTo>
                    <a:pt x="693983" y="53309"/>
                  </a:lnTo>
                  <a:lnTo>
                    <a:pt x="701870" y="53309"/>
                  </a:lnTo>
                  <a:lnTo>
                    <a:pt x="709756" y="53309"/>
                  </a:lnTo>
                  <a:lnTo>
                    <a:pt x="717642" y="53309"/>
                  </a:lnTo>
                  <a:lnTo>
                    <a:pt x="725528" y="53309"/>
                  </a:lnTo>
                  <a:lnTo>
                    <a:pt x="733414" y="53309"/>
                  </a:lnTo>
                  <a:lnTo>
                    <a:pt x="741300" y="53309"/>
                  </a:lnTo>
                  <a:lnTo>
                    <a:pt x="749187" y="53309"/>
                  </a:lnTo>
                  <a:lnTo>
                    <a:pt x="757073" y="53309"/>
                  </a:lnTo>
                  <a:lnTo>
                    <a:pt x="764959" y="53309"/>
                  </a:lnTo>
                  <a:lnTo>
                    <a:pt x="772845" y="53308"/>
                  </a:lnTo>
                  <a:lnTo>
                    <a:pt x="780731" y="53308"/>
                  </a:lnTo>
                  <a:lnTo>
                    <a:pt x="788618" y="53308"/>
                  </a:lnTo>
                  <a:lnTo>
                    <a:pt x="796504" y="53308"/>
                  </a:lnTo>
                  <a:lnTo>
                    <a:pt x="804390" y="53308"/>
                  </a:lnTo>
                  <a:lnTo>
                    <a:pt x="812276" y="53308"/>
                  </a:lnTo>
                  <a:lnTo>
                    <a:pt x="820162" y="53308"/>
                  </a:lnTo>
                  <a:lnTo>
                    <a:pt x="828048" y="53307"/>
                  </a:lnTo>
                  <a:lnTo>
                    <a:pt x="835935" y="53307"/>
                  </a:lnTo>
                  <a:lnTo>
                    <a:pt x="843821" y="53307"/>
                  </a:lnTo>
                  <a:lnTo>
                    <a:pt x="851707" y="53307"/>
                  </a:lnTo>
                  <a:lnTo>
                    <a:pt x="859593" y="53307"/>
                  </a:lnTo>
                  <a:lnTo>
                    <a:pt x="867479" y="53306"/>
                  </a:lnTo>
                  <a:lnTo>
                    <a:pt x="875366" y="53306"/>
                  </a:lnTo>
                  <a:lnTo>
                    <a:pt x="883252" y="53306"/>
                  </a:lnTo>
                  <a:lnTo>
                    <a:pt x="891138" y="53305"/>
                  </a:lnTo>
                  <a:lnTo>
                    <a:pt x="899024" y="53305"/>
                  </a:lnTo>
                  <a:lnTo>
                    <a:pt x="906910" y="53305"/>
                  </a:lnTo>
                  <a:lnTo>
                    <a:pt x="914796" y="53304"/>
                  </a:lnTo>
                  <a:lnTo>
                    <a:pt x="922683" y="53304"/>
                  </a:lnTo>
                  <a:lnTo>
                    <a:pt x="930569" y="53303"/>
                  </a:lnTo>
                  <a:lnTo>
                    <a:pt x="938455" y="53303"/>
                  </a:lnTo>
                  <a:lnTo>
                    <a:pt x="946341" y="53302"/>
                  </a:lnTo>
                  <a:lnTo>
                    <a:pt x="954227" y="53302"/>
                  </a:lnTo>
                  <a:lnTo>
                    <a:pt x="962113" y="53301"/>
                  </a:lnTo>
                  <a:lnTo>
                    <a:pt x="970000" y="53301"/>
                  </a:lnTo>
                  <a:lnTo>
                    <a:pt x="977886" y="53300"/>
                  </a:lnTo>
                  <a:lnTo>
                    <a:pt x="985772" y="53299"/>
                  </a:lnTo>
                  <a:lnTo>
                    <a:pt x="993658" y="53298"/>
                  </a:lnTo>
                  <a:lnTo>
                    <a:pt x="1001544" y="53298"/>
                  </a:lnTo>
                  <a:lnTo>
                    <a:pt x="1009431" y="53297"/>
                  </a:lnTo>
                  <a:lnTo>
                    <a:pt x="1017317" y="53296"/>
                  </a:lnTo>
                  <a:lnTo>
                    <a:pt x="1025203" y="53295"/>
                  </a:lnTo>
                  <a:lnTo>
                    <a:pt x="1033089" y="53293"/>
                  </a:lnTo>
                  <a:lnTo>
                    <a:pt x="1040975" y="53292"/>
                  </a:lnTo>
                  <a:lnTo>
                    <a:pt x="1048861" y="53291"/>
                  </a:lnTo>
                  <a:lnTo>
                    <a:pt x="1056748" y="53290"/>
                  </a:lnTo>
                  <a:lnTo>
                    <a:pt x="1064634" y="53288"/>
                  </a:lnTo>
                  <a:lnTo>
                    <a:pt x="1072520" y="53287"/>
                  </a:lnTo>
                  <a:lnTo>
                    <a:pt x="1080406" y="53285"/>
                  </a:lnTo>
                  <a:lnTo>
                    <a:pt x="1088292" y="53283"/>
                  </a:lnTo>
                  <a:lnTo>
                    <a:pt x="1096179" y="53281"/>
                  </a:lnTo>
                  <a:lnTo>
                    <a:pt x="1104065" y="53279"/>
                  </a:lnTo>
                  <a:lnTo>
                    <a:pt x="1111951" y="53277"/>
                  </a:lnTo>
                  <a:lnTo>
                    <a:pt x="1119837" y="53275"/>
                  </a:lnTo>
                  <a:lnTo>
                    <a:pt x="1127723" y="53273"/>
                  </a:lnTo>
                  <a:lnTo>
                    <a:pt x="1135609" y="53270"/>
                  </a:lnTo>
                  <a:lnTo>
                    <a:pt x="1143496" y="53267"/>
                  </a:lnTo>
                  <a:lnTo>
                    <a:pt x="1151382" y="53264"/>
                  </a:lnTo>
                  <a:lnTo>
                    <a:pt x="1159268" y="53261"/>
                  </a:lnTo>
                  <a:lnTo>
                    <a:pt x="1167154" y="53258"/>
                  </a:lnTo>
                  <a:lnTo>
                    <a:pt x="1175040" y="53255"/>
                  </a:lnTo>
                  <a:lnTo>
                    <a:pt x="1182927" y="53251"/>
                  </a:lnTo>
                  <a:lnTo>
                    <a:pt x="1190813" y="53247"/>
                  </a:lnTo>
                  <a:lnTo>
                    <a:pt x="1198699" y="53243"/>
                  </a:lnTo>
                  <a:lnTo>
                    <a:pt x="1206585" y="53238"/>
                  </a:lnTo>
                  <a:lnTo>
                    <a:pt x="1214471" y="53234"/>
                  </a:lnTo>
                  <a:lnTo>
                    <a:pt x="1222357" y="53229"/>
                  </a:lnTo>
                  <a:lnTo>
                    <a:pt x="1230244" y="53224"/>
                  </a:lnTo>
                  <a:lnTo>
                    <a:pt x="1238130" y="53218"/>
                  </a:lnTo>
                  <a:lnTo>
                    <a:pt x="1246016" y="53212"/>
                  </a:lnTo>
                  <a:lnTo>
                    <a:pt x="1253902" y="53206"/>
                  </a:lnTo>
                  <a:lnTo>
                    <a:pt x="1261788" y="53199"/>
                  </a:lnTo>
                  <a:lnTo>
                    <a:pt x="1269675" y="53192"/>
                  </a:lnTo>
                  <a:lnTo>
                    <a:pt x="1277561" y="53185"/>
                  </a:lnTo>
                  <a:lnTo>
                    <a:pt x="1285447" y="53177"/>
                  </a:lnTo>
                  <a:lnTo>
                    <a:pt x="1293333" y="53169"/>
                  </a:lnTo>
                  <a:lnTo>
                    <a:pt x="1301219" y="53161"/>
                  </a:lnTo>
                  <a:lnTo>
                    <a:pt x="1309105" y="53151"/>
                  </a:lnTo>
                  <a:lnTo>
                    <a:pt x="1316992" y="53142"/>
                  </a:lnTo>
                  <a:lnTo>
                    <a:pt x="1324878" y="53131"/>
                  </a:lnTo>
                  <a:lnTo>
                    <a:pt x="1332764" y="53121"/>
                  </a:lnTo>
                  <a:lnTo>
                    <a:pt x="1340650" y="53109"/>
                  </a:lnTo>
                  <a:lnTo>
                    <a:pt x="1348536" y="53097"/>
                  </a:lnTo>
                  <a:lnTo>
                    <a:pt x="1356423" y="53085"/>
                  </a:lnTo>
                  <a:lnTo>
                    <a:pt x="1364309" y="53071"/>
                  </a:lnTo>
                  <a:lnTo>
                    <a:pt x="1372195" y="53057"/>
                  </a:lnTo>
                  <a:lnTo>
                    <a:pt x="1380081" y="53043"/>
                  </a:lnTo>
                  <a:lnTo>
                    <a:pt x="1387967" y="53027"/>
                  </a:lnTo>
                  <a:lnTo>
                    <a:pt x="1395853" y="53011"/>
                  </a:lnTo>
                  <a:lnTo>
                    <a:pt x="1403740" y="52994"/>
                  </a:lnTo>
                  <a:lnTo>
                    <a:pt x="1411626" y="52976"/>
                  </a:lnTo>
                  <a:lnTo>
                    <a:pt x="1419512" y="52957"/>
                  </a:lnTo>
                  <a:lnTo>
                    <a:pt x="1427398" y="52937"/>
                  </a:lnTo>
                  <a:lnTo>
                    <a:pt x="1435284" y="52916"/>
                  </a:lnTo>
                  <a:lnTo>
                    <a:pt x="1443170" y="52894"/>
                  </a:lnTo>
                  <a:lnTo>
                    <a:pt x="1451057" y="52871"/>
                  </a:lnTo>
                  <a:lnTo>
                    <a:pt x="1458943" y="52847"/>
                  </a:lnTo>
                  <a:lnTo>
                    <a:pt x="1466829" y="52822"/>
                  </a:lnTo>
                  <a:lnTo>
                    <a:pt x="1474715" y="52795"/>
                  </a:lnTo>
                  <a:lnTo>
                    <a:pt x="1482601" y="52768"/>
                  </a:lnTo>
                  <a:lnTo>
                    <a:pt x="1490488" y="52739"/>
                  </a:lnTo>
                  <a:lnTo>
                    <a:pt x="1498374" y="52708"/>
                  </a:lnTo>
                  <a:lnTo>
                    <a:pt x="1506260" y="52677"/>
                  </a:lnTo>
                  <a:lnTo>
                    <a:pt x="1514146" y="52643"/>
                  </a:lnTo>
                  <a:lnTo>
                    <a:pt x="1522032" y="52609"/>
                  </a:lnTo>
                  <a:lnTo>
                    <a:pt x="1529918" y="52572"/>
                  </a:lnTo>
                  <a:lnTo>
                    <a:pt x="1537805" y="52534"/>
                  </a:lnTo>
                  <a:lnTo>
                    <a:pt x="1545691" y="52494"/>
                  </a:lnTo>
                  <a:lnTo>
                    <a:pt x="1553577" y="52453"/>
                  </a:lnTo>
                  <a:lnTo>
                    <a:pt x="1561463" y="52409"/>
                  </a:lnTo>
                  <a:lnTo>
                    <a:pt x="1569349" y="52364"/>
                  </a:lnTo>
                  <a:lnTo>
                    <a:pt x="1577236" y="52317"/>
                  </a:lnTo>
                  <a:lnTo>
                    <a:pt x="1585122" y="52268"/>
                  </a:lnTo>
                  <a:lnTo>
                    <a:pt x="1593008" y="52217"/>
                  </a:lnTo>
                  <a:lnTo>
                    <a:pt x="1600894" y="52163"/>
                  </a:lnTo>
                  <a:lnTo>
                    <a:pt x="1608780" y="52108"/>
                  </a:lnTo>
                  <a:lnTo>
                    <a:pt x="1616666" y="52049"/>
                  </a:lnTo>
                  <a:lnTo>
                    <a:pt x="1624553" y="51990"/>
                  </a:lnTo>
                  <a:lnTo>
                    <a:pt x="1632439" y="51926"/>
                  </a:lnTo>
                  <a:lnTo>
                    <a:pt x="1640325" y="51861"/>
                  </a:lnTo>
                  <a:lnTo>
                    <a:pt x="1648211" y="51793"/>
                  </a:lnTo>
                  <a:lnTo>
                    <a:pt x="1656097" y="51723"/>
                  </a:lnTo>
                  <a:lnTo>
                    <a:pt x="1663984" y="51649"/>
                  </a:lnTo>
                  <a:lnTo>
                    <a:pt x="1671870" y="51573"/>
                  </a:lnTo>
                  <a:lnTo>
                    <a:pt x="1679756" y="51493"/>
                  </a:lnTo>
                  <a:lnTo>
                    <a:pt x="1687642" y="51411"/>
                  </a:lnTo>
                  <a:lnTo>
                    <a:pt x="1695528" y="51326"/>
                  </a:lnTo>
                  <a:lnTo>
                    <a:pt x="1703414" y="51237"/>
                  </a:lnTo>
                  <a:lnTo>
                    <a:pt x="1711301" y="51146"/>
                  </a:lnTo>
                  <a:lnTo>
                    <a:pt x="1719187" y="51050"/>
                  </a:lnTo>
                  <a:lnTo>
                    <a:pt x="1727073" y="50953"/>
                  </a:lnTo>
                  <a:lnTo>
                    <a:pt x="1734959" y="50849"/>
                  </a:lnTo>
                  <a:lnTo>
                    <a:pt x="1742845" y="50745"/>
                  </a:lnTo>
                  <a:lnTo>
                    <a:pt x="1750732" y="50634"/>
                  </a:lnTo>
                  <a:lnTo>
                    <a:pt x="1758618" y="50522"/>
                  </a:lnTo>
                  <a:lnTo>
                    <a:pt x="1766504" y="50404"/>
                  </a:lnTo>
                  <a:lnTo>
                    <a:pt x="1774390" y="50284"/>
                  </a:lnTo>
                  <a:lnTo>
                    <a:pt x="1782276" y="50158"/>
                  </a:lnTo>
                  <a:lnTo>
                    <a:pt x="1790162" y="50029"/>
                  </a:lnTo>
                  <a:lnTo>
                    <a:pt x="1798049" y="49896"/>
                  </a:lnTo>
                  <a:lnTo>
                    <a:pt x="1805935" y="49758"/>
                  </a:lnTo>
                  <a:lnTo>
                    <a:pt x="1813821" y="49616"/>
                  </a:lnTo>
                  <a:lnTo>
                    <a:pt x="1821707" y="49469"/>
                  </a:lnTo>
                  <a:lnTo>
                    <a:pt x="1829593" y="49318"/>
                  </a:lnTo>
                  <a:lnTo>
                    <a:pt x="1837479" y="49161"/>
                  </a:lnTo>
                  <a:lnTo>
                    <a:pt x="1845366" y="49002"/>
                  </a:lnTo>
                  <a:lnTo>
                    <a:pt x="1853252" y="48835"/>
                  </a:lnTo>
                  <a:lnTo>
                    <a:pt x="1861138" y="48666"/>
                  </a:lnTo>
                  <a:lnTo>
                    <a:pt x="1869024" y="48489"/>
                  </a:lnTo>
                  <a:lnTo>
                    <a:pt x="1876910" y="48310"/>
                  </a:lnTo>
                  <a:lnTo>
                    <a:pt x="1884797" y="48123"/>
                  </a:lnTo>
                  <a:lnTo>
                    <a:pt x="1892683" y="47932"/>
                  </a:lnTo>
                  <a:lnTo>
                    <a:pt x="1900569" y="47736"/>
                  </a:lnTo>
                  <a:lnTo>
                    <a:pt x="1908455" y="47534"/>
                  </a:lnTo>
                  <a:lnTo>
                    <a:pt x="1916341" y="47327"/>
                  </a:lnTo>
                  <a:lnTo>
                    <a:pt x="1924227" y="47114"/>
                  </a:lnTo>
                  <a:lnTo>
                    <a:pt x="1932114" y="46897"/>
                  </a:lnTo>
                  <a:lnTo>
                    <a:pt x="1940000" y="46671"/>
                  </a:lnTo>
                  <a:lnTo>
                    <a:pt x="1947886" y="46443"/>
                  </a:lnTo>
                  <a:lnTo>
                    <a:pt x="1955772" y="46206"/>
                  </a:lnTo>
                  <a:lnTo>
                    <a:pt x="1963658" y="45967"/>
                  </a:lnTo>
                  <a:lnTo>
                    <a:pt x="1971545" y="45718"/>
                  </a:lnTo>
                  <a:lnTo>
                    <a:pt x="1979431" y="45466"/>
                  </a:lnTo>
                  <a:lnTo>
                    <a:pt x="1987317" y="45205"/>
                  </a:lnTo>
                  <a:lnTo>
                    <a:pt x="1995203" y="44941"/>
                  </a:lnTo>
                  <a:lnTo>
                    <a:pt x="2003089" y="44669"/>
                  </a:lnTo>
                  <a:lnTo>
                    <a:pt x="2010975" y="44392"/>
                  </a:lnTo>
                  <a:lnTo>
                    <a:pt x="2018862" y="44109"/>
                  </a:lnTo>
                  <a:lnTo>
                    <a:pt x="2026748" y="43819"/>
                  </a:lnTo>
                  <a:lnTo>
                    <a:pt x="2034634" y="43524"/>
                  </a:lnTo>
                  <a:lnTo>
                    <a:pt x="2042520" y="43221"/>
                  </a:lnTo>
                  <a:lnTo>
                    <a:pt x="2050406" y="42915"/>
                  </a:lnTo>
                  <a:lnTo>
                    <a:pt x="2058293" y="42598"/>
                  </a:lnTo>
                  <a:lnTo>
                    <a:pt x="2066179" y="42280"/>
                  </a:lnTo>
                  <a:lnTo>
                    <a:pt x="2074065" y="41951"/>
                  </a:lnTo>
                  <a:lnTo>
                    <a:pt x="2081951" y="41620"/>
                  </a:lnTo>
                  <a:lnTo>
                    <a:pt x="2089837" y="41279"/>
                  </a:lnTo>
                  <a:lnTo>
                    <a:pt x="2097723" y="40935"/>
                  </a:lnTo>
                  <a:lnTo>
                    <a:pt x="2105610" y="40583"/>
                  </a:lnTo>
                  <a:lnTo>
                    <a:pt x="2113496" y="40226"/>
                  </a:lnTo>
                  <a:lnTo>
                    <a:pt x="2121382" y="39862"/>
                  </a:lnTo>
                  <a:lnTo>
                    <a:pt x="2129268" y="39492"/>
                  </a:lnTo>
                  <a:lnTo>
                    <a:pt x="2137154" y="39117"/>
                  </a:lnTo>
                  <a:lnTo>
                    <a:pt x="2145041" y="38735"/>
                  </a:lnTo>
                  <a:lnTo>
                    <a:pt x="2152927" y="38349"/>
                  </a:lnTo>
                  <a:lnTo>
                    <a:pt x="2160813" y="37954"/>
                  </a:lnTo>
                  <a:lnTo>
                    <a:pt x="2168699" y="37557"/>
                  </a:lnTo>
                  <a:lnTo>
                    <a:pt x="2176585" y="37151"/>
                  </a:lnTo>
                  <a:lnTo>
                    <a:pt x="2184471" y="36743"/>
                  </a:lnTo>
                  <a:lnTo>
                    <a:pt x="2192358" y="36325"/>
                  </a:lnTo>
                  <a:lnTo>
                    <a:pt x="2200244" y="35906"/>
                  </a:lnTo>
                  <a:lnTo>
                    <a:pt x="2208130" y="35478"/>
                  </a:lnTo>
                  <a:lnTo>
                    <a:pt x="2216016" y="35048"/>
                  </a:lnTo>
                  <a:lnTo>
                    <a:pt x="2223902" y="34611"/>
                  </a:lnTo>
                  <a:lnTo>
                    <a:pt x="2231789" y="34169"/>
                  </a:lnTo>
                  <a:lnTo>
                    <a:pt x="2239675" y="33723"/>
                  </a:lnTo>
                  <a:lnTo>
                    <a:pt x="2247561" y="33272"/>
                  </a:lnTo>
                  <a:lnTo>
                    <a:pt x="2255447" y="32818"/>
                  </a:lnTo>
                  <a:lnTo>
                    <a:pt x="2263333" y="32357"/>
                  </a:lnTo>
                  <a:lnTo>
                    <a:pt x="2271219" y="31894"/>
                  </a:lnTo>
                  <a:lnTo>
                    <a:pt x="2279106" y="31425"/>
                  </a:lnTo>
                  <a:lnTo>
                    <a:pt x="2286992" y="30955"/>
                  </a:lnTo>
                  <a:lnTo>
                    <a:pt x="2294878" y="30477"/>
                  </a:lnTo>
                  <a:lnTo>
                    <a:pt x="2302764" y="29999"/>
                  </a:lnTo>
                  <a:lnTo>
                    <a:pt x="2310650" y="29516"/>
                  </a:lnTo>
                  <a:lnTo>
                    <a:pt x="2318536" y="29031"/>
                  </a:lnTo>
                  <a:lnTo>
                    <a:pt x="2326423" y="28541"/>
                  </a:lnTo>
                  <a:lnTo>
                    <a:pt x="2334309" y="28050"/>
                  </a:lnTo>
                  <a:lnTo>
                    <a:pt x="2342195" y="27556"/>
                  </a:lnTo>
                  <a:lnTo>
                    <a:pt x="2350081" y="27059"/>
                  </a:lnTo>
                  <a:lnTo>
                    <a:pt x="2357967" y="26560"/>
                  </a:lnTo>
                  <a:lnTo>
                    <a:pt x="2365854" y="26059"/>
                  </a:lnTo>
                  <a:lnTo>
                    <a:pt x="2373740" y="25557"/>
                  </a:lnTo>
                  <a:lnTo>
                    <a:pt x="2381626" y="25053"/>
                  </a:lnTo>
                  <a:lnTo>
                    <a:pt x="2389512" y="24548"/>
                  </a:lnTo>
                  <a:lnTo>
                    <a:pt x="2397398" y="24041"/>
                  </a:lnTo>
                  <a:lnTo>
                    <a:pt x="2405284" y="23534"/>
                  </a:lnTo>
                  <a:lnTo>
                    <a:pt x="2413171" y="23026"/>
                  </a:lnTo>
                  <a:lnTo>
                    <a:pt x="2421057" y="22518"/>
                  </a:lnTo>
                  <a:lnTo>
                    <a:pt x="2428943" y="22009"/>
                  </a:lnTo>
                  <a:lnTo>
                    <a:pt x="2436829" y="21501"/>
                  </a:lnTo>
                  <a:lnTo>
                    <a:pt x="2444715" y="20994"/>
                  </a:lnTo>
                  <a:lnTo>
                    <a:pt x="2452602" y="20486"/>
                  </a:lnTo>
                  <a:lnTo>
                    <a:pt x="2460488" y="19980"/>
                  </a:lnTo>
                  <a:lnTo>
                    <a:pt x="2468374" y="19475"/>
                  </a:lnTo>
                  <a:lnTo>
                    <a:pt x="2476260" y="18971"/>
                  </a:lnTo>
                  <a:lnTo>
                    <a:pt x="2484146" y="18470"/>
                  </a:lnTo>
                  <a:lnTo>
                    <a:pt x="2492032" y="17969"/>
                  </a:lnTo>
                  <a:lnTo>
                    <a:pt x="2499919" y="17472"/>
                  </a:lnTo>
                  <a:lnTo>
                    <a:pt x="2507805" y="16975"/>
                  </a:lnTo>
                  <a:lnTo>
                    <a:pt x="2515691" y="16483"/>
                  </a:lnTo>
                  <a:lnTo>
                    <a:pt x="2523577" y="15993"/>
                  </a:lnTo>
                  <a:lnTo>
                    <a:pt x="2531463" y="15507"/>
                  </a:lnTo>
                  <a:lnTo>
                    <a:pt x="2539350" y="15023"/>
                  </a:lnTo>
                  <a:lnTo>
                    <a:pt x="2547236" y="14544"/>
                  </a:lnTo>
                  <a:lnTo>
                    <a:pt x="2555122" y="14069"/>
                  </a:lnTo>
                  <a:lnTo>
                    <a:pt x="2563008" y="13597"/>
                  </a:lnTo>
                  <a:lnTo>
                    <a:pt x="2570894" y="13131"/>
                  </a:lnTo>
                  <a:lnTo>
                    <a:pt x="2578780" y="12668"/>
                  </a:lnTo>
                  <a:lnTo>
                    <a:pt x="2586667" y="12212"/>
                  </a:lnTo>
                  <a:lnTo>
                    <a:pt x="2594553" y="11759"/>
                  </a:lnTo>
                  <a:lnTo>
                    <a:pt x="2602439" y="11315"/>
                  </a:lnTo>
                  <a:lnTo>
                    <a:pt x="2610325" y="10872"/>
                  </a:lnTo>
                  <a:lnTo>
                    <a:pt x="2618211" y="10440"/>
                  </a:lnTo>
                  <a:lnTo>
                    <a:pt x="2626098" y="10009"/>
                  </a:lnTo>
                  <a:lnTo>
                    <a:pt x="2633984" y="9590"/>
                  </a:lnTo>
                  <a:lnTo>
                    <a:pt x="2641870" y="9173"/>
                  </a:lnTo>
                  <a:lnTo>
                    <a:pt x="2649756" y="8766"/>
                  </a:lnTo>
                  <a:lnTo>
                    <a:pt x="2657642" y="8364"/>
                  </a:lnTo>
                  <a:lnTo>
                    <a:pt x="2665528" y="7971"/>
                  </a:lnTo>
                  <a:lnTo>
                    <a:pt x="2673415" y="7584"/>
                  </a:lnTo>
                  <a:lnTo>
                    <a:pt x="2681301" y="7205"/>
                  </a:lnTo>
                  <a:lnTo>
                    <a:pt x="2689187" y="6836"/>
                  </a:lnTo>
                  <a:lnTo>
                    <a:pt x="2697073" y="6471"/>
                  </a:lnTo>
                  <a:lnTo>
                    <a:pt x="2704959" y="6119"/>
                  </a:lnTo>
                  <a:lnTo>
                    <a:pt x="2712846" y="5771"/>
                  </a:lnTo>
                  <a:lnTo>
                    <a:pt x="2720732" y="5437"/>
                  </a:lnTo>
                  <a:lnTo>
                    <a:pt x="2728618" y="5105"/>
                  </a:lnTo>
                  <a:lnTo>
                    <a:pt x="2736504" y="4790"/>
                  </a:lnTo>
                  <a:lnTo>
                    <a:pt x="2744390" y="4478"/>
                  </a:lnTo>
                  <a:lnTo>
                    <a:pt x="2752276" y="4179"/>
                  </a:lnTo>
                  <a:lnTo>
                    <a:pt x="2760163" y="3887"/>
                  </a:lnTo>
                  <a:lnTo>
                    <a:pt x="2768049" y="3607"/>
                  </a:lnTo>
                  <a:lnTo>
                    <a:pt x="2775935" y="3335"/>
                  </a:lnTo>
                  <a:lnTo>
                    <a:pt x="2783821" y="3073"/>
                  </a:lnTo>
                  <a:lnTo>
                    <a:pt x="2791707" y="2822"/>
                  </a:lnTo>
                  <a:lnTo>
                    <a:pt x="2799593" y="2579"/>
                  </a:lnTo>
                  <a:lnTo>
                    <a:pt x="2807480" y="2350"/>
                  </a:lnTo>
                  <a:lnTo>
                    <a:pt x="2815366" y="2126"/>
                  </a:lnTo>
                  <a:lnTo>
                    <a:pt x="2823252" y="1920"/>
                  </a:lnTo>
                  <a:lnTo>
                    <a:pt x="2831138" y="1715"/>
                  </a:lnTo>
                  <a:lnTo>
                    <a:pt x="2839024" y="1531"/>
                  </a:lnTo>
                  <a:lnTo>
                    <a:pt x="2846911" y="1349"/>
                  </a:lnTo>
                  <a:lnTo>
                    <a:pt x="2854797" y="1185"/>
                  </a:lnTo>
                  <a:lnTo>
                    <a:pt x="2862683" y="1027"/>
                  </a:lnTo>
                  <a:lnTo>
                    <a:pt x="2870569" y="883"/>
                  </a:lnTo>
                  <a:lnTo>
                    <a:pt x="2878455" y="747"/>
                  </a:lnTo>
                  <a:lnTo>
                    <a:pt x="2886341" y="624"/>
                  </a:lnTo>
                  <a:lnTo>
                    <a:pt x="2894228" y="512"/>
                  </a:lnTo>
                  <a:lnTo>
                    <a:pt x="2902114" y="409"/>
                  </a:lnTo>
                  <a:lnTo>
                    <a:pt x="2910000" y="321"/>
                  </a:lnTo>
                  <a:lnTo>
                    <a:pt x="2917886" y="239"/>
                  </a:lnTo>
                  <a:lnTo>
                    <a:pt x="2925772" y="174"/>
                  </a:lnTo>
                  <a:lnTo>
                    <a:pt x="2933659" y="113"/>
                  </a:lnTo>
                  <a:lnTo>
                    <a:pt x="2941545" y="72"/>
                  </a:lnTo>
                  <a:lnTo>
                    <a:pt x="2949431" y="34"/>
                  </a:lnTo>
                  <a:lnTo>
                    <a:pt x="2957317" y="14"/>
                  </a:lnTo>
                  <a:lnTo>
                    <a:pt x="2965203" y="0"/>
                  </a:lnTo>
                  <a:lnTo>
                    <a:pt x="2973089" y="1"/>
                  </a:lnTo>
                  <a:lnTo>
                    <a:pt x="2980976" y="10"/>
                  </a:lnTo>
                  <a:lnTo>
                    <a:pt x="2988862" y="32"/>
                  </a:lnTo>
                  <a:lnTo>
                    <a:pt x="2996748" y="64"/>
                  </a:lnTo>
                  <a:lnTo>
                    <a:pt x="3004634" y="107"/>
                  </a:lnTo>
                  <a:lnTo>
                    <a:pt x="3012520" y="162"/>
                  </a:lnTo>
                  <a:lnTo>
                    <a:pt x="3020407" y="225"/>
                  </a:lnTo>
                  <a:lnTo>
                    <a:pt x="3028293" y="303"/>
                  </a:lnTo>
                  <a:lnTo>
                    <a:pt x="3036179" y="386"/>
                  </a:lnTo>
                  <a:lnTo>
                    <a:pt x="3044065" y="487"/>
                  </a:lnTo>
                  <a:lnTo>
                    <a:pt x="3051951" y="590"/>
                  </a:lnTo>
                  <a:lnTo>
                    <a:pt x="3059837" y="713"/>
                  </a:lnTo>
                  <a:lnTo>
                    <a:pt x="3067724" y="838"/>
                  </a:lnTo>
                  <a:lnTo>
                    <a:pt x="3075610" y="980"/>
                  </a:lnTo>
                  <a:lnTo>
                    <a:pt x="3083496" y="1128"/>
                  </a:lnTo>
                  <a:lnTo>
                    <a:pt x="3091382" y="1288"/>
                  </a:lnTo>
                  <a:lnTo>
                    <a:pt x="3099268" y="1457"/>
                  </a:lnTo>
                  <a:lnTo>
                    <a:pt x="3107155" y="1636"/>
                  </a:lnTo>
                  <a:lnTo>
                    <a:pt x="3115041" y="1826"/>
                  </a:lnTo>
                  <a:lnTo>
                    <a:pt x="3122927" y="2023"/>
                  </a:lnTo>
                  <a:lnTo>
                    <a:pt x="3130813" y="2233"/>
                  </a:lnTo>
                  <a:lnTo>
                    <a:pt x="3138699" y="2448"/>
                  </a:lnTo>
                  <a:lnTo>
                    <a:pt x="3146585" y="2677"/>
                  </a:lnTo>
                  <a:lnTo>
                    <a:pt x="3154472" y="2910"/>
                  </a:lnTo>
                  <a:lnTo>
                    <a:pt x="3162358" y="3158"/>
                  </a:lnTo>
                  <a:lnTo>
                    <a:pt x="3170244" y="3409"/>
                  </a:lnTo>
                  <a:lnTo>
                    <a:pt x="3178130" y="3675"/>
                  </a:lnTo>
                  <a:lnTo>
                    <a:pt x="3186016" y="3944"/>
                  </a:lnTo>
                  <a:lnTo>
                    <a:pt x="3193903" y="4225"/>
                  </a:lnTo>
                  <a:lnTo>
                    <a:pt x="3201789" y="4512"/>
                  </a:lnTo>
                  <a:lnTo>
                    <a:pt x="3209675" y="4808"/>
                  </a:lnTo>
                  <a:lnTo>
                    <a:pt x="3217561" y="5112"/>
                  </a:lnTo>
                  <a:lnTo>
                    <a:pt x="3225447" y="5423"/>
                  </a:lnTo>
                  <a:lnTo>
                    <a:pt x="3233333" y="5743"/>
                  </a:lnTo>
                  <a:lnTo>
                    <a:pt x="3241220" y="6069"/>
                  </a:lnTo>
                  <a:lnTo>
                    <a:pt x="3249106" y="6404"/>
                  </a:lnTo>
                  <a:lnTo>
                    <a:pt x="3256992" y="6743"/>
                  </a:lnTo>
                  <a:lnTo>
                    <a:pt x="3264878" y="7093"/>
                  </a:lnTo>
                  <a:lnTo>
                    <a:pt x="3272764" y="7446"/>
                  </a:lnTo>
                  <a:lnTo>
                    <a:pt x="3280650" y="7809"/>
                  </a:lnTo>
                  <a:lnTo>
                    <a:pt x="3288537" y="8175"/>
                  </a:lnTo>
                  <a:lnTo>
                    <a:pt x="3296423" y="8551"/>
                  </a:lnTo>
                  <a:lnTo>
                    <a:pt x="3304309" y="8930"/>
                  </a:lnTo>
                  <a:lnTo>
                    <a:pt x="3312195" y="9316"/>
                  </a:lnTo>
                  <a:lnTo>
                    <a:pt x="3320081" y="9707"/>
                  </a:lnTo>
                  <a:lnTo>
                    <a:pt x="3327968" y="10104"/>
                  </a:lnTo>
                  <a:lnTo>
                    <a:pt x="3335854" y="10506"/>
                  </a:lnTo>
                  <a:lnTo>
                    <a:pt x="3343740" y="10913"/>
                  </a:lnTo>
                  <a:lnTo>
                    <a:pt x="3351626" y="11326"/>
                  </a:lnTo>
                  <a:lnTo>
                    <a:pt x="3359512" y="11741"/>
                  </a:lnTo>
                  <a:lnTo>
                    <a:pt x="3367398" y="12163"/>
                  </a:lnTo>
                  <a:lnTo>
                    <a:pt x="3375285" y="12587"/>
                  </a:lnTo>
                  <a:lnTo>
                    <a:pt x="3383171" y="13018"/>
                  </a:lnTo>
                  <a:lnTo>
                    <a:pt x="3391057" y="13450"/>
                  </a:lnTo>
                  <a:lnTo>
                    <a:pt x="3398943" y="13889"/>
                  </a:lnTo>
                  <a:lnTo>
                    <a:pt x="3406829" y="14328"/>
                  </a:lnTo>
                  <a:lnTo>
                    <a:pt x="3414716" y="14773"/>
                  </a:lnTo>
                  <a:lnTo>
                    <a:pt x="3422602" y="15220"/>
                  </a:lnTo>
                  <a:lnTo>
                    <a:pt x="3430488" y="15669"/>
                  </a:lnTo>
                  <a:lnTo>
                    <a:pt x="3438374" y="16122"/>
                  </a:lnTo>
                  <a:lnTo>
                    <a:pt x="3446260" y="16577"/>
                  </a:lnTo>
                  <a:lnTo>
                    <a:pt x="3454146" y="17034"/>
                  </a:lnTo>
                  <a:lnTo>
                    <a:pt x="3462033" y="17493"/>
                  </a:lnTo>
                  <a:lnTo>
                    <a:pt x="3469919" y="17955"/>
                  </a:lnTo>
                  <a:lnTo>
                    <a:pt x="3477805" y="18417"/>
                  </a:lnTo>
                  <a:lnTo>
                    <a:pt x="3485691" y="18883"/>
                  </a:lnTo>
                  <a:lnTo>
                    <a:pt x="3493577" y="19348"/>
                  </a:lnTo>
                  <a:lnTo>
                    <a:pt x="3501464" y="19815"/>
                  </a:lnTo>
                  <a:lnTo>
                    <a:pt x="3509350" y="20283"/>
                  </a:lnTo>
                  <a:lnTo>
                    <a:pt x="3517236" y="20752"/>
                  </a:lnTo>
                  <a:lnTo>
                    <a:pt x="3525122" y="21221"/>
                  </a:lnTo>
                  <a:lnTo>
                    <a:pt x="3533008" y="21690"/>
                  </a:lnTo>
                  <a:lnTo>
                    <a:pt x="3540894" y="22160"/>
                  </a:lnTo>
                  <a:lnTo>
                    <a:pt x="3548781" y="22629"/>
                  </a:lnTo>
                  <a:lnTo>
                    <a:pt x="3556667" y="23099"/>
                  </a:lnTo>
                  <a:lnTo>
                    <a:pt x="3564553" y="23568"/>
                  </a:lnTo>
                  <a:lnTo>
                    <a:pt x="3572439" y="24036"/>
                  </a:lnTo>
                  <a:lnTo>
                    <a:pt x="3580325" y="24504"/>
                  </a:lnTo>
                  <a:lnTo>
                    <a:pt x="3588212" y="24970"/>
                  </a:lnTo>
                  <a:lnTo>
                    <a:pt x="3596098" y="25436"/>
                  </a:lnTo>
                  <a:lnTo>
                    <a:pt x="3603984" y="25900"/>
                  </a:lnTo>
                  <a:lnTo>
                    <a:pt x="3611870" y="26363"/>
                  </a:lnTo>
                  <a:lnTo>
                    <a:pt x="3619756" y="26824"/>
                  </a:lnTo>
                  <a:lnTo>
                    <a:pt x="3627642" y="27284"/>
                  </a:lnTo>
                  <a:lnTo>
                    <a:pt x="3635529" y="27741"/>
                  </a:lnTo>
                  <a:lnTo>
                    <a:pt x="3643415" y="28197"/>
                  </a:lnTo>
                  <a:lnTo>
                    <a:pt x="3651301" y="28650"/>
                  </a:lnTo>
                  <a:lnTo>
                    <a:pt x="3659187" y="29101"/>
                  </a:lnTo>
                  <a:lnTo>
                    <a:pt x="3667073" y="29550"/>
                  </a:lnTo>
                  <a:lnTo>
                    <a:pt x="3674959" y="29995"/>
                  </a:lnTo>
                  <a:lnTo>
                    <a:pt x="3682846" y="30438"/>
                  </a:lnTo>
                  <a:lnTo>
                    <a:pt x="3690732" y="30877"/>
                  </a:lnTo>
                  <a:lnTo>
                    <a:pt x="3698618" y="31315"/>
                  </a:lnTo>
                  <a:lnTo>
                    <a:pt x="3706504" y="31747"/>
                  </a:lnTo>
                  <a:lnTo>
                    <a:pt x="3714390" y="32179"/>
                  </a:lnTo>
                  <a:lnTo>
                    <a:pt x="3722277" y="32604"/>
                  </a:lnTo>
                  <a:lnTo>
                    <a:pt x="3730163" y="33028"/>
                  </a:lnTo>
                  <a:lnTo>
                    <a:pt x="3738049" y="33447"/>
                  </a:lnTo>
                  <a:lnTo>
                    <a:pt x="3745935" y="33862"/>
                  </a:lnTo>
                  <a:lnTo>
                    <a:pt x="3753821" y="34274"/>
                  </a:lnTo>
                  <a:lnTo>
                    <a:pt x="3761707" y="34681"/>
                  </a:lnTo>
                  <a:lnTo>
                    <a:pt x="3769594" y="35085"/>
                  </a:lnTo>
                  <a:lnTo>
                    <a:pt x="3777480" y="35484"/>
                  </a:lnTo>
                  <a:lnTo>
                    <a:pt x="3785366" y="35879"/>
                  </a:lnTo>
                  <a:lnTo>
                    <a:pt x="3793252" y="36269"/>
                  </a:lnTo>
                  <a:lnTo>
                    <a:pt x="3801138" y="36656"/>
                  </a:lnTo>
                  <a:lnTo>
                    <a:pt x="3809025" y="37036"/>
                  </a:lnTo>
                  <a:lnTo>
                    <a:pt x="3816911" y="37414"/>
                  </a:lnTo>
                  <a:lnTo>
                    <a:pt x="3824797" y="37784"/>
                  </a:lnTo>
                  <a:lnTo>
                    <a:pt x="3832683" y="38153"/>
                  </a:lnTo>
                  <a:lnTo>
                    <a:pt x="3840569" y="38514"/>
                  </a:lnTo>
                  <a:lnTo>
                    <a:pt x="3848455" y="38872"/>
                  </a:lnTo>
                  <a:lnTo>
                    <a:pt x="3856342" y="39224"/>
                  </a:lnTo>
                  <a:lnTo>
                    <a:pt x="3864228" y="39572"/>
                  </a:lnTo>
                  <a:lnTo>
                    <a:pt x="3872114" y="39914"/>
                  </a:lnTo>
                  <a:lnTo>
                    <a:pt x="3880000" y="40251"/>
                  </a:lnTo>
                  <a:lnTo>
                    <a:pt x="3887886" y="40584"/>
                  </a:lnTo>
                  <a:lnTo>
                    <a:pt x="3895773" y="40910"/>
                  </a:lnTo>
                  <a:lnTo>
                    <a:pt x="3903659" y="41233"/>
                  </a:lnTo>
                  <a:lnTo>
                    <a:pt x="3911545" y="41548"/>
                  </a:lnTo>
                  <a:lnTo>
                    <a:pt x="3919431" y="41862"/>
                  </a:lnTo>
                  <a:lnTo>
                    <a:pt x="3927317" y="42166"/>
                  </a:lnTo>
                  <a:lnTo>
                    <a:pt x="3935203" y="42468"/>
                  </a:lnTo>
                  <a:lnTo>
                    <a:pt x="3943090" y="42762"/>
                  </a:lnTo>
                  <a:lnTo>
                    <a:pt x="3950976" y="43053"/>
                  </a:lnTo>
                  <a:lnTo>
                    <a:pt x="3958862" y="43338"/>
                  </a:lnTo>
                  <a:lnTo>
                    <a:pt x="3966748" y="43618"/>
                  </a:lnTo>
                  <a:lnTo>
                    <a:pt x="3974634" y="43892"/>
                  </a:lnTo>
                  <a:lnTo>
                    <a:pt x="3982521" y="44161"/>
                  </a:lnTo>
                  <a:lnTo>
                    <a:pt x="3990407" y="44425"/>
                  </a:lnTo>
                  <a:lnTo>
                    <a:pt x="3998293" y="44683"/>
                  </a:lnTo>
                  <a:lnTo>
                    <a:pt x="4006179" y="44938"/>
                  </a:lnTo>
                  <a:lnTo>
                    <a:pt x="4014065" y="45185"/>
                  </a:lnTo>
                  <a:lnTo>
                    <a:pt x="4021951" y="45430"/>
                  </a:lnTo>
                  <a:lnTo>
                    <a:pt x="4029838" y="456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821786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9023832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982979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1063576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1144173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tx477"/>
            <p:cNvSpPr/>
            <p:nvPr/>
          </p:nvSpPr>
          <p:spPr>
            <a:xfrm>
              <a:off x="816817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8974146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979872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10604689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11410657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9076627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483" name="rc483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3372163" y="785166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3372163" y="681153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3372163" y="5771400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355784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411139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466495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521850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577205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3372163" y="8371727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3372163" y="733159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3372163" y="629146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383462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438817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494172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549527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711979" y="7003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5070417" y="7762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27722" y="7148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4466555" y="72208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65001" y="69868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377602" y="77237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240041" y="77092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761730" y="73056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244265" y="72946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270149" y="69519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5356152" y="7029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048756" y="7229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466395" y="69714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517088" y="7492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51004" y="69431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375121" y="70101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4161482" y="7754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4909579" y="7586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911161" y="7108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656622" y="72535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559151" y="69442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771127" y="73011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5052540" y="71229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341454" y="78387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185865" y="71036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5409031" y="7113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977402" y="73052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991203" y="69254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336070" y="83452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730306" y="7321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145226" y="71597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4632532" y="72471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158794" y="6974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275004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192207" y="71562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4840789" y="7387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715066" y="70118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6923" y="69157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4008616" y="73697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4286524" y="7102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897542" y="75242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995720" y="74601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200071" y="72488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009391" y="73633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938121" y="72991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5395750" y="71211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23575" y="73521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808201" y="72509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464521" y="640045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444079" y="75603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931849" y="73833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144017" y="76308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31629" y="67163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274938" y="587738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549024" y="7195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009069" y="7234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49640" y="7796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99583" y="70181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883694" y="69077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322882" y="7271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032061" y="7008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930630" y="68624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016249" y="7016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807413" y="71006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10013" y="74017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931098" y="67151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252674" y="72261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512586" y="72420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239481" y="73604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21248" y="77173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89201" y="7452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337475" y="72929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8997" y="68896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5017751" y="70972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519923" y="7110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155951" y="75457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783306" y="635863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396858" y="70140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852974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977192" y="72974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124870" y="68306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417894" y="68697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892191" y="69891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900000" y="6917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3372163" y="6739962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489347" y="6773614"/>
              <a:ext cx="2343679" cy="828716"/>
            </a:xfrm>
            <a:custGeom>
              <a:avLst/>
              <a:pathLst>
                <a:path w="2343679" h="828716">
                  <a:moveTo>
                    <a:pt x="0" y="0"/>
                  </a:moveTo>
                  <a:lnTo>
                    <a:pt x="29666" y="14165"/>
                  </a:lnTo>
                  <a:lnTo>
                    <a:pt x="59333" y="28168"/>
                  </a:lnTo>
                  <a:lnTo>
                    <a:pt x="89000" y="41985"/>
                  </a:lnTo>
                  <a:lnTo>
                    <a:pt x="118667" y="55593"/>
                  </a:lnTo>
                  <a:lnTo>
                    <a:pt x="148334" y="68973"/>
                  </a:lnTo>
                  <a:lnTo>
                    <a:pt x="178000" y="82107"/>
                  </a:lnTo>
                  <a:lnTo>
                    <a:pt x="207667" y="94981"/>
                  </a:lnTo>
                  <a:lnTo>
                    <a:pt x="237334" y="107585"/>
                  </a:lnTo>
                  <a:lnTo>
                    <a:pt x="267001" y="119910"/>
                  </a:lnTo>
                  <a:lnTo>
                    <a:pt x="296668" y="131954"/>
                  </a:lnTo>
                  <a:lnTo>
                    <a:pt x="326335" y="143714"/>
                  </a:lnTo>
                  <a:lnTo>
                    <a:pt x="356001" y="155193"/>
                  </a:lnTo>
                  <a:lnTo>
                    <a:pt x="385668" y="166393"/>
                  </a:lnTo>
                  <a:lnTo>
                    <a:pt x="415335" y="177320"/>
                  </a:lnTo>
                  <a:lnTo>
                    <a:pt x="445002" y="187976"/>
                  </a:lnTo>
                  <a:lnTo>
                    <a:pt x="474669" y="198362"/>
                  </a:lnTo>
                  <a:lnTo>
                    <a:pt x="504336" y="208472"/>
                  </a:lnTo>
                  <a:lnTo>
                    <a:pt x="534002" y="218288"/>
                  </a:lnTo>
                  <a:lnTo>
                    <a:pt x="563669" y="227790"/>
                  </a:lnTo>
                  <a:lnTo>
                    <a:pt x="593336" y="236972"/>
                  </a:lnTo>
                  <a:lnTo>
                    <a:pt x="623003" y="245837"/>
                  </a:lnTo>
                  <a:lnTo>
                    <a:pt x="652670" y="254398"/>
                  </a:lnTo>
                  <a:lnTo>
                    <a:pt x="682336" y="262676"/>
                  </a:lnTo>
                  <a:lnTo>
                    <a:pt x="712003" y="270682"/>
                  </a:lnTo>
                  <a:lnTo>
                    <a:pt x="741670" y="278413"/>
                  </a:lnTo>
                  <a:lnTo>
                    <a:pt x="771337" y="285869"/>
                  </a:lnTo>
                  <a:lnTo>
                    <a:pt x="801004" y="293069"/>
                  </a:lnTo>
                  <a:lnTo>
                    <a:pt x="830671" y="300045"/>
                  </a:lnTo>
                  <a:lnTo>
                    <a:pt x="860337" y="306802"/>
                  </a:lnTo>
                  <a:lnTo>
                    <a:pt x="890004" y="313328"/>
                  </a:lnTo>
                  <a:lnTo>
                    <a:pt x="919671" y="319619"/>
                  </a:lnTo>
                  <a:lnTo>
                    <a:pt x="949338" y="325689"/>
                  </a:lnTo>
                  <a:lnTo>
                    <a:pt x="979005" y="331565"/>
                  </a:lnTo>
                  <a:lnTo>
                    <a:pt x="1008672" y="337259"/>
                  </a:lnTo>
                  <a:lnTo>
                    <a:pt x="1038338" y="342769"/>
                  </a:lnTo>
                  <a:lnTo>
                    <a:pt x="1068005" y="348085"/>
                  </a:lnTo>
                  <a:lnTo>
                    <a:pt x="1097672" y="353199"/>
                  </a:lnTo>
                  <a:lnTo>
                    <a:pt x="1127339" y="358106"/>
                  </a:lnTo>
                  <a:lnTo>
                    <a:pt x="1157006" y="362808"/>
                  </a:lnTo>
                  <a:lnTo>
                    <a:pt x="1186673" y="367314"/>
                  </a:lnTo>
                  <a:lnTo>
                    <a:pt x="1216339" y="371636"/>
                  </a:lnTo>
                  <a:lnTo>
                    <a:pt x="1246006" y="375788"/>
                  </a:lnTo>
                  <a:lnTo>
                    <a:pt x="1275673" y="379773"/>
                  </a:lnTo>
                  <a:lnTo>
                    <a:pt x="1305340" y="383575"/>
                  </a:lnTo>
                  <a:lnTo>
                    <a:pt x="1335007" y="387159"/>
                  </a:lnTo>
                  <a:lnTo>
                    <a:pt x="1364673" y="390503"/>
                  </a:lnTo>
                  <a:lnTo>
                    <a:pt x="1394340" y="393599"/>
                  </a:lnTo>
                  <a:lnTo>
                    <a:pt x="1424007" y="396449"/>
                  </a:lnTo>
                  <a:lnTo>
                    <a:pt x="1453674" y="399055"/>
                  </a:lnTo>
                  <a:lnTo>
                    <a:pt x="1483341" y="401400"/>
                  </a:lnTo>
                  <a:lnTo>
                    <a:pt x="1513008" y="403459"/>
                  </a:lnTo>
                  <a:lnTo>
                    <a:pt x="1542674" y="405218"/>
                  </a:lnTo>
                  <a:lnTo>
                    <a:pt x="1572341" y="406680"/>
                  </a:lnTo>
                  <a:lnTo>
                    <a:pt x="1602008" y="407861"/>
                  </a:lnTo>
                  <a:lnTo>
                    <a:pt x="1631675" y="408761"/>
                  </a:lnTo>
                  <a:lnTo>
                    <a:pt x="1661342" y="409365"/>
                  </a:lnTo>
                  <a:lnTo>
                    <a:pt x="1691009" y="409660"/>
                  </a:lnTo>
                  <a:lnTo>
                    <a:pt x="1720675" y="409633"/>
                  </a:lnTo>
                  <a:lnTo>
                    <a:pt x="1750342" y="409279"/>
                  </a:lnTo>
                  <a:lnTo>
                    <a:pt x="1780009" y="408601"/>
                  </a:lnTo>
                  <a:lnTo>
                    <a:pt x="1809676" y="407610"/>
                  </a:lnTo>
                  <a:lnTo>
                    <a:pt x="1839343" y="406320"/>
                  </a:lnTo>
                  <a:lnTo>
                    <a:pt x="1869010" y="404754"/>
                  </a:lnTo>
                  <a:lnTo>
                    <a:pt x="1898676" y="402925"/>
                  </a:lnTo>
                  <a:lnTo>
                    <a:pt x="1928343" y="400836"/>
                  </a:lnTo>
                  <a:lnTo>
                    <a:pt x="1958010" y="398483"/>
                  </a:lnTo>
                  <a:lnTo>
                    <a:pt x="1987677" y="395862"/>
                  </a:lnTo>
                  <a:lnTo>
                    <a:pt x="2017344" y="392967"/>
                  </a:lnTo>
                  <a:lnTo>
                    <a:pt x="2047010" y="389796"/>
                  </a:lnTo>
                  <a:lnTo>
                    <a:pt x="2076677" y="386347"/>
                  </a:lnTo>
                  <a:lnTo>
                    <a:pt x="2106344" y="382622"/>
                  </a:lnTo>
                  <a:lnTo>
                    <a:pt x="2136011" y="378624"/>
                  </a:lnTo>
                  <a:lnTo>
                    <a:pt x="2165678" y="374363"/>
                  </a:lnTo>
                  <a:lnTo>
                    <a:pt x="2195345" y="369848"/>
                  </a:lnTo>
                  <a:lnTo>
                    <a:pt x="2225011" y="365094"/>
                  </a:lnTo>
                  <a:lnTo>
                    <a:pt x="2254678" y="360118"/>
                  </a:lnTo>
                  <a:lnTo>
                    <a:pt x="2284345" y="354940"/>
                  </a:lnTo>
                  <a:lnTo>
                    <a:pt x="2314012" y="349580"/>
                  </a:lnTo>
                  <a:lnTo>
                    <a:pt x="2343679" y="344064"/>
                  </a:lnTo>
                  <a:lnTo>
                    <a:pt x="2343679" y="828716"/>
                  </a:lnTo>
                  <a:lnTo>
                    <a:pt x="2314012" y="818440"/>
                  </a:lnTo>
                  <a:lnTo>
                    <a:pt x="2284345" y="808317"/>
                  </a:lnTo>
                  <a:lnTo>
                    <a:pt x="2254678" y="798365"/>
                  </a:lnTo>
                  <a:lnTo>
                    <a:pt x="2225011" y="788601"/>
                  </a:lnTo>
                  <a:lnTo>
                    <a:pt x="2195345" y="779040"/>
                  </a:lnTo>
                  <a:lnTo>
                    <a:pt x="2165678" y="769695"/>
                  </a:lnTo>
                  <a:lnTo>
                    <a:pt x="2136011" y="760573"/>
                  </a:lnTo>
                  <a:lnTo>
                    <a:pt x="2106344" y="751683"/>
                  </a:lnTo>
                  <a:lnTo>
                    <a:pt x="2076677" y="743026"/>
                  </a:lnTo>
                  <a:lnTo>
                    <a:pt x="2047010" y="734602"/>
                  </a:lnTo>
                  <a:lnTo>
                    <a:pt x="2017344" y="726409"/>
                  </a:lnTo>
                  <a:lnTo>
                    <a:pt x="1987677" y="718439"/>
                  </a:lnTo>
                  <a:lnTo>
                    <a:pt x="1958010" y="710685"/>
                  </a:lnTo>
                  <a:lnTo>
                    <a:pt x="1928343" y="703138"/>
                  </a:lnTo>
                  <a:lnTo>
                    <a:pt x="1898676" y="695787"/>
                  </a:lnTo>
                  <a:lnTo>
                    <a:pt x="1869010" y="688625"/>
                  </a:lnTo>
                  <a:lnTo>
                    <a:pt x="1839343" y="681647"/>
                  </a:lnTo>
                  <a:lnTo>
                    <a:pt x="1809676" y="674859"/>
                  </a:lnTo>
                  <a:lnTo>
                    <a:pt x="1780009" y="668268"/>
                  </a:lnTo>
                  <a:lnTo>
                    <a:pt x="1750342" y="661877"/>
                  </a:lnTo>
                  <a:lnTo>
                    <a:pt x="1720675" y="655684"/>
                  </a:lnTo>
                  <a:lnTo>
                    <a:pt x="1691009" y="649677"/>
                  </a:lnTo>
                  <a:lnTo>
                    <a:pt x="1661342" y="643840"/>
                  </a:lnTo>
                  <a:lnTo>
                    <a:pt x="1631675" y="638146"/>
                  </a:lnTo>
                  <a:lnTo>
                    <a:pt x="1602008" y="632569"/>
                  </a:lnTo>
                  <a:lnTo>
                    <a:pt x="1572341" y="627083"/>
                  </a:lnTo>
                  <a:lnTo>
                    <a:pt x="1542674" y="621675"/>
                  </a:lnTo>
                  <a:lnTo>
                    <a:pt x="1513008" y="616357"/>
                  </a:lnTo>
                  <a:lnTo>
                    <a:pt x="1483341" y="611128"/>
                  </a:lnTo>
                  <a:lnTo>
                    <a:pt x="1453674" y="605970"/>
                  </a:lnTo>
                  <a:lnTo>
                    <a:pt x="1424007" y="600854"/>
                  </a:lnTo>
                  <a:lnTo>
                    <a:pt x="1394340" y="595764"/>
                  </a:lnTo>
                  <a:lnTo>
                    <a:pt x="1364673" y="590706"/>
                  </a:lnTo>
                  <a:lnTo>
                    <a:pt x="1335007" y="585689"/>
                  </a:lnTo>
                  <a:lnTo>
                    <a:pt x="1305340" y="580708"/>
                  </a:lnTo>
                  <a:lnTo>
                    <a:pt x="1275673" y="575747"/>
                  </a:lnTo>
                  <a:lnTo>
                    <a:pt x="1246006" y="570778"/>
                  </a:lnTo>
                  <a:lnTo>
                    <a:pt x="1216339" y="565786"/>
                  </a:lnTo>
                  <a:lnTo>
                    <a:pt x="1186673" y="560779"/>
                  </a:lnTo>
                  <a:lnTo>
                    <a:pt x="1157006" y="555773"/>
                  </a:lnTo>
                  <a:lnTo>
                    <a:pt x="1127339" y="550782"/>
                  </a:lnTo>
                  <a:lnTo>
                    <a:pt x="1097672" y="545819"/>
                  </a:lnTo>
                  <a:lnTo>
                    <a:pt x="1068005" y="540886"/>
                  </a:lnTo>
                  <a:lnTo>
                    <a:pt x="1038338" y="535984"/>
                  </a:lnTo>
                  <a:lnTo>
                    <a:pt x="1008672" y="531105"/>
                  </a:lnTo>
                  <a:lnTo>
                    <a:pt x="979005" y="526244"/>
                  </a:lnTo>
                  <a:lnTo>
                    <a:pt x="949338" y="521399"/>
                  </a:lnTo>
                  <a:lnTo>
                    <a:pt x="919671" y="516590"/>
                  </a:lnTo>
                  <a:lnTo>
                    <a:pt x="890004" y="511861"/>
                  </a:lnTo>
                  <a:lnTo>
                    <a:pt x="860337" y="507243"/>
                  </a:lnTo>
                  <a:lnTo>
                    <a:pt x="830671" y="502750"/>
                  </a:lnTo>
                  <a:lnTo>
                    <a:pt x="801004" y="498386"/>
                  </a:lnTo>
                  <a:lnTo>
                    <a:pt x="771337" y="494165"/>
                  </a:lnTo>
                  <a:lnTo>
                    <a:pt x="741670" y="490113"/>
                  </a:lnTo>
                  <a:lnTo>
                    <a:pt x="712003" y="486244"/>
                  </a:lnTo>
                  <a:lnTo>
                    <a:pt x="682336" y="482551"/>
                  </a:lnTo>
                  <a:lnTo>
                    <a:pt x="652670" y="479025"/>
                  </a:lnTo>
                  <a:lnTo>
                    <a:pt x="623003" y="475685"/>
                  </a:lnTo>
                  <a:lnTo>
                    <a:pt x="593336" y="472554"/>
                  </a:lnTo>
                  <a:lnTo>
                    <a:pt x="563669" y="469653"/>
                  </a:lnTo>
                  <a:lnTo>
                    <a:pt x="534002" y="466991"/>
                  </a:lnTo>
                  <a:lnTo>
                    <a:pt x="504336" y="464565"/>
                  </a:lnTo>
                  <a:lnTo>
                    <a:pt x="474669" y="462363"/>
                  </a:lnTo>
                  <a:lnTo>
                    <a:pt x="445002" y="460371"/>
                  </a:lnTo>
                  <a:lnTo>
                    <a:pt x="415335" y="458588"/>
                  </a:lnTo>
                  <a:lnTo>
                    <a:pt x="385668" y="457018"/>
                  </a:lnTo>
                  <a:lnTo>
                    <a:pt x="356001" y="455668"/>
                  </a:lnTo>
                  <a:lnTo>
                    <a:pt x="326335" y="454548"/>
                  </a:lnTo>
                  <a:lnTo>
                    <a:pt x="296668" y="453664"/>
                  </a:lnTo>
                  <a:lnTo>
                    <a:pt x="267001" y="453022"/>
                  </a:lnTo>
                  <a:lnTo>
                    <a:pt x="237334" y="452626"/>
                  </a:lnTo>
                  <a:lnTo>
                    <a:pt x="207667" y="452475"/>
                  </a:lnTo>
                  <a:lnTo>
                    <a:pt x="178000" y="452566"/>
                  </a:lnTo>
                  <a:lnTo>
                    <a:pt x="148334" y="452892"/>
                  </a:lnTo>
                  <a:lnTo>
                    <a:pt x="118667" y="453444"/>
                  </a:lnTo>
                  <a:lnTo>
                    <a:pt x="89000" y="454208"/>
                  </a:lnTo>
                  <a:lnTo>
                    <a:pt x="59333" y="455168"/>
                  </a:lnTo>
                  <a:lnTo>
                    <a:pt x="29666" y="456306"/>
                  </a:lnTo>
                  <a:lnTo>
                    <a:pt x="0" y="45760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3489347" y="6773614"/>
              <a:ext cx="2343679" cy="409660"/>
            </a:xfrm>
            <a:custGeom>
              <a:avLst/>
              <a:pathLst>
                <a:path w="2343679" h="409660">
                  <a:moveTo>
                    <a:pt x="0" y="0"/>
                  </a:moveTo>
                  <a:lnTo>
                    <a:pt x="29666" y="14165"/>
                  </a:lnTo>
                  <a:lnTo>
                    <a:pt x="59333" y="28168"/>
                  </a:lnTo>
                  <a:lnTo>
                    <a:pt x="89000" y="41985"/>
                  </a:lnTo>
                  <a:lnTo>
                    <a:pt x="118667" y="55593"/>
                  </a:lnTo>
                  <a:lnTo>
                    <a:pt x="148334" y="68973"/>
                  </a:lnTo>
                  <a:lnTo>
                    <a:pt x="178000" y="82107"/>
                  </a:lnTo>
                  <a:lnTo>
                    <a:pt x="207667" y="94981"/>
                  </a:lnTo>
                  <a:lnTo>
                    <a:pt x="237334" y="107585"/>
                  </a:lnTo>
                  <a:lnTo>
                    <a:pt x="267001" y="119910"/>
                  </a:lnTo>
                  <a:lnTo>
                    <a:pt x="296668" y="131954"/>
                  </a:lnTo>
                  <a:lnTo>
                    <a:pt x="326335" y="143714"/>
                  </a:lnTo>
                  <a:lnTo>
                    <a:pt x="356001" y="155193"/>
                  </a:lnTo>
                  <a:lnTo>
                    <a:pt x="385668" y="166393"/>
                  </a:lnTo>
                  <a:lnTo>
                    <a:pt x="415335" y="177320"/>
                  </a:lnTo>
                  <a:lnTo>
                    <a:pt x="445002" y="187976"/>
                  </a:lnTo>
                  <a:lnTo>
                    <a:pt x="474669" y="198362"/>
                  </a:lnTo>
                  <a:lnTo>
                    <a:pt x="504336" y="208472"/>
                  </a:lnTo>
                  <a:lnTo>
                    <a:pt x="534002" y="218288"/>
                  </a:lnTo>
                  <a:lnTo>
                    <a:pt x="563669" y="227790"/>
                  </a:lnTo>
                  <a:lnTo>
                    <a:pt x="593336" y="236972"/>
                  </a:lnTo>
                  <a:lnTo>
                    <a:pt x="623003" y="245837"/>
                  </a:lnTo>
                  <a:lnTo>
                    <a:pt x="652670" y="254398"/>
                  </a:lnTo>
                  <a:lnTo>
                    <a:pt x="682336" y="262676"/>
                  </a:lnTo>
                  <a:lnTo>
                    <a:pt x="712003" y="270682"/>
                  </a:lnTo>
                  <a:lnTo>
                    <a:pt x="741670" y="278413"/>
                  </a:lnTo>
                  <a:lnTo>
                    <a:pt x="771337" y="285869"/>
                  </a:lnTo>
                  <a:lnTo>
                    <a:pt x="801004" y="293069"/>
                  </a:lnTo>
                  <a:lnTo>
                    <a:pt x="830671" y="300045"/>
                  </a:lnTo>
                  <a:lnTo>
                    <a:pt x="860337" y="306802"/>
                  </a:lnTo>
                  <a:lnTo>
                    <a:pt x="890004" y="313328"/>
                  </a:lnTo>
                  <a:lnTo>
                    <a:pt x="919671" y="319619"/>
                  </a:lnTo>
                  <a:lnTo>
                    <a:pt x="949338" y="325689"/>
                  </a:lnTo>
                  <a:lnTo>
                    <a:pt x="979005" y="331565"/>
                  </a:lnTo>
                  <a:lnTo>
                    <a:pt x="1008672" y="337259"/>
                  </a:lnTo>
                  <a:lnTo>
                    <a:pt x="1038338" y="342769"/>
                  </a:lnTo>
                  <a:lnTo>
                    <a:pt x="1068005" y="348085"/>
                  </a:lnTo>
                  <a:lnTo>
                    <a:pt x="1097672" y="353199"/>
                  </a:lnTo>
                  <a:lnTo>
                    <a:pt x="1127339" y="358106"/>
                  </a:lnTo>
                  <a:lnTo>
                    <a:pt x="1157006" y="362808"/>
                  </a:lnTo>
                  <a:lnTo>
                    <a:pt x="1186673" y="367314"/>
                  </a:lnTo>
                  <a:lnTo>
                    <a:pt x="1216339" y="371636"/>
                  </a:lnTo>
                  <a:lnTo>
                    <a:pt x="1246006" y="375788"/>
                  </a:lnTo>
                  <a:lnTo>
                    <a:pt x="1275673" y="379773"/>
                  </a:lnTo>
                  <a:lnTo>
                    <a:pt x="1305340" y="383575"/>
                  </a:lnTo>
                  <a:lnTo>
                    <a:pt x="1335007" y="387159"/>
                  </a:lnTo>
                  <a:lnTo>
                    <a:pt x="1364673" y="390503"/>
                  </a:lnTo>
                  <a:lnTo>
                    <a:pt x="1394340" y="393599"/>
                  </a:lnTo>
                  <a:lnTo>
                    <a:pt x="1424007" y="396449"/>
                  </a:lnTo>
                  <a:lnTo>
                    <a:pt x="1453674" y="399055"/>
                  </a:lnTo>
                  <a:lnTo>
                    <a:pt x="1483341" y="401400"/>
                  </a:lnTo>
                  <a:lnTo>
                    <a:pt x="1513008" y="403459"/>
                  </a:lnTo>
                  <a:lnTo>
                    <a:pt x="1542674" y="405218"/>
                  </a:lnTo>
                  <a:lnTo>
                    <a:pt x="1572341" y="406680"/>
                  </a:lnTo>
                  <a:lnTo>
                    <a:pt x="1602008" y="407861"/>
                  </a:lnTo>
                  <a:lnTo>
                    <a:pt x="1631675" y="408761"/>
                  </a:lnTo>
                  <a:lnTo>
                    <a:pt x="1661342" y="409365"/>
                  </a:lnTo>
                  <a:lnTo>
                    <a:pt x="1691009" y="409660"/>
                  </a:lnTo>
                  <a:lnTo>
                    <a:pt x="1720675" y="409633"/>
                  </a:lnTo>
                  <a:lnTo>
                    <a:pt x="1750342" y="409279"/>
                  </a:lnTo>
                  <a:lnTo>
                    <a:pt x="1780009" y="408601"/>
                  </a:lnTo>
                  <a:lnTo>
                    <a:pt x="1809676" y="407610"/>
                  </a:lnTo>
                  <a:lnTo>
                    <a:pt x="1839343" y="406320"/>
                  </a:lnTo>
                  <a:lnTo>
                    <a:pt x="1869010" y="404754"/>
                  </a:lnTo>
                  <a:lnTo>
                    <a:pt x="1898676" y="402925"/>
                  </a:lnTo>
                  <a:lnTo>
                    <a:pt x="1928343" y="400836"/>
                  </a:lnTo>
                  <a:lnTo>
                    <a:pt x="1958010" y="398483"/>
                  </a:lnTo>
                  <a:lnTo>
                    <a:pt x="1987677" y="395862"/>
                  </a:lnTo>
                  <a:lnTo>
                    <a:pt x="2017344" y="392967"/>
                  </a:lnTo>
                  <a:lnTo>
                    <a:pt x="2047010" y="389796"/>
                  </a:lnTo>
                  <a:lnTo>
                    <a:pt x="2076677" y="386347"/>
                  </a:lnTo>
                  <a:lnTo>
                    <a:pt x="2106344" y="382622"/>
                  </a:lnTo>
                  <a:lnTo>
                    <a:pt x="2136011" y="378624"/>
                  </a:lnTo>
                  <a:lnTo>
                    <a:pt x="2165678" y="374363"/>
                  </a:lnTo>
                  <a:lnTo>
                    <a:pt x="2195345" y="369848"/>
                  </a:lnTo>
                  <a:lnTo>
                    <a:pt x="2225011" y="365094"/>
                  </a:lnTo>
                  <a:lnTo>
                    <a:pt x="2254678" y="360118"/>
                  </a:lnTo>
                  <a:lnTo>
                    <a:pt x="2284345" y="354940"/>
                  </a:lnTo>
                  <a:lnTo>
                    <a:pt x="2314012" y="349580"/>
                  </a:lnTo>
                  <a:lnTo>
                    <a:pt x="2343679" y="344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3489347" y="7226089"/>
              <a:ext cx="2343679" cy="376240"/>
            </a:xfrm>
            <a:custGeom>
              <a:avLst/>
              <a:pathLst>
                <a:path w="2343679" h="376240">
                  <a:moveTo>
                    <a:pt x="2343679" y="376240"/>
                  </a:moveTo>
                  <a:lnTo>
                    <a:pt x="2314012" y="365965"/>
                  </a:lnTo>
                  <a:lnTo>
                    <a:pt x="2284345" y="355841"/>
                  </a:lnTo>
                  <a:lnTo>
                    <a:pt x="2254678" y="345889"/>
                  </a:lnTo>
                  <a:lnTo>
                    <a:pt x="2225011" y="336126"/>
                  </a:lnTo>
                  <a:lnTo>
                    <a:pt x="2195345" y="326565"/>
                  </a:lnTo>
                  <a:lnTo>
                    <a:pt x="2165678" y="317219"/>
                  </a:lnTo>
                  <a:lnTo>
                    <a:pt x="2136011" y="308098"/>
                  </a:lnTo>
                  <a:lnTo>
                    <a:pt x="2106344" y="299207"/>
                  </a:lnTo>
                  <a:lnTo>
                    <a:pt x="2076677" y="290550"/>
                  </a:lnTo>
                  <a:lnTo>
                    <a:pt x="2047010" y="282126"/>
                  </a:lnTo>
                  <a:lnTo>
                    <a:pt x="2017344" y="273933"/>
                  </a:lnTo>
                  <a:lnTo>
                    <a:pt x="1987677" y="265963"/>
                  </a:lnTo>
                  <a:lnTo>
                    <a:pt x="1958010" y="258209"/>
                  </a:lnTo>
                  <a:lnTo>
                    <a:pt x="1928343" y="250662"/>
                  </a:lnTo>
                  <a:lnTo>
                    <a:pt x="1898676" y="243311"/>
                  </a:lnTo>
                  <a:lnTo>
                    <a:pt x="1869010" y="236149"/>
                  </a:lnTo>
                  <a:lnTo>
                    <a:pt x="1839343" y="229172"/>
                  </a:lnTo>
                  <a:lnTo>
                    <a:pt x="1809676" y="222384"/>
                  </a:lnTo>
                  <a:lnTo>
                    <a:pt x="1780009" y="215792"/>
                  </a:lnTo>
                  <a:lnTo>
                    <a:pt x="1750342" y="209401"/>
                  </a:lnTo>
                  <a:lnTo>
                    <a:pt x="1720675" y="203208"/>
                  </a:lnTo>
                  <a:lnTo>
                    <a:pt x="1691009" y="197202"/>
                  </a:lnTo>
                  <a:lnTo>
                    <a:pt x="1661342" y="191364"/>
                  </a:lnTo>
                  <a:lnTo>
                    <a:pt x="1631675" y="185671"/>
                  </a:lnTo>
                  <a:lnTo>
                    <a:pt x="1602008" y="180094"/>
                  </a:lnTo>
                  <a:lnTo>
                    <a:pt x="1572341" y="174607"/>
                  </a:lnTo>
                  <a:lnTo>
                    <a:pt x="1542674" y="169200"/>
                  </a:lnTo>
                  <a:lnTo>
                    <a:pt x="1513008" y="163881"/>
                  </a:lnTo>
                  <a:lnTo>
                    <a:pt x="1483341" y="158652"/>
                  </a:lnTo>
                  <a:lnTo>
                    <a:pt x="1453674" y="153494"/>
                  </a:lnTo>
                  <a:lnTo>
                    <a:pt x="1424007" y="148379"/>
                  </a:lnTo>
                  <a:lnTo>
                    <a:pt x="1394340" y="143288"/>
                  </a:lnTo>
                  <a:lnTo>
                    <a:pt x="1364673" y="138231"/>
                  </a:lnTo>
                  <a:lnTo>
                    <a:pt x="1335007" y="133213"/>
                  </a:lnTo>
                  <a:lnTo>
                    <a:pt x="1305340" y="128233"/>
                  </a:lnTo>
                  <a:lnTo>
                    <a:pt x="1275673" y="123271"/>
                  </a:lnTo>
                  <a:lnTo>
                    <a:pt x="1246006" y="118302"/>
                  </a:lnTo>
                  <a:lnTo>
                    <a:pt x="1216339" y="113310"/>
                  </a:lnTo>
                  <a:lnTo>
                    <a:pt x="1186673" y="108304"/>
                  </a:lnTo>
                  <a:lnTo>
                    <a:pt x="1157006" y="103297"/>
                  </a:lnTo>
                  <a:lnTo>
                    <a:pt x="1127339" y="98307"/>
                  </a:lnTo>
                  <a:lnTo>
                    <a:pt x="1097672" y="93343"/>
                  </a:lnTo>
                  <a:lnTo>
                    <a:pt x="1068005" y="88411"/>
                  </a:lnTo>
                  <a:lnTo>
                    <a:pt x="1038338" y="83508"/>
                  </a:lnTo>
                  <a:lnTo>
                    <a:pt x="1008672" y="78630"/>
                  </a:lnTo>
                  <a:lnTo>
                    <a:pt x="979005" y="73768"/>
                  </a:lnTo>
                  <a:lnTo>
                    <a:pt x="949338" y="68923"/>
                  </a:lnTo>
                  <a:lnTo>
                    <a:pt x="919671" y="64114"/>
                  </a:lnTo>
                  <a:lnTo>
                    <a:pt x="890004" y="59386"/>
                  </a:lnTo>
                  <a:lnTo>
                    <a:pt x="860337" y="54768"/>
                  </a:lnTo>
                  <a:lnTo>
                    <a:pt x="830671" y="50275"/>
                  </a:lnTo>
                  <a:lnTo>
                    <a:pt x="801004" y="45910"/>
                  </a:lnTo>
                  <a:lnTo>
                    <a:pt x="771337" y="41689"/>
                  </a:lnTo>
                  <a:lnTo>
                    <a:pt x="741670" y="37638"/>
                  </a:lnTo>
                  <a:lnTo>
                    <a:pt x="712003" y="33768"/>
                  </a:lnTo>
                  <a:lnTo>
                    <a:pt x="682336" y="30075"/>
                  </a:lnTo>
                  <a:lnTo>
                    <a:pt x="652670" y="26550"/>
                  </a:lnTo>
                  <a:lnTo>
                    <a:pt x="623003" y="23209"/>
                  </a:lnTo>
                  <a:lnTo>
                    <a:pt x="593336" y="20079"/>
                  </a:lnTo>
                  <a:lnTo>
                    <a:pt x="563669" y="17178"/>
                  </a:lnTo>
                  <a:lnTo>
                    <a:pt x="534002" y="14515"/>
                  </a:lnTo>
                  <a:lnTo>
                    <a:pt x="504336" y="12089"/>
                  </a:lnTo>
                  <a:lnTo>
                    <a:pt x="474669" y="9887"/>
                  </a:lnTo>
                  <a:lnTo>
                    <a:pt x="445002" y="7895"/>
                  </a:lnTo>
                  <a:lnTo>
                    <a:pt x="415335" y="6112"/>
                  </a:lnTo>
                  <a:lnTo>
                    <a:pt x="385668" y="4542"/>
                  </a:lnTo>
                  <a:lnTo>
                    <a:pt x="356001" y="3193"/>
                  </a:lnTo>
                  <a:lnTo>
                    <a:pt x="326335" y="2072"/>
                  </a:lnTo>
                  <a:lnTo>
                    <a:pt x="296668" y="1188"/>
                  </a:lnTo>
                  <a:lnTo>
                    <a:pt x="267001" y="547"/>
                  </a:lnTo>
                  <a:lnTo>
                    <a:pt x="237334" y="150"/>
                  </a:lnTo>
                  <a:lnTo>
                    <a:pt x="207667" y="0"/>
                  </a:lnTo>
                  <a:lnTo>
                    <a:pt x="178000" y="91"/>
                  </a:lnTo>
                  <a:lnTo>
                    <a:pt x="148334" y="417"/>
                  </a:lnTo>
                  <a:lnTo>
                    <a:pt x="118667" y="968"/>
                  </a:lnTo>
                  <a:lnTo>
                    <a:pt x="89000" y="1732"/>
                  </a:lnTo>
                  <a:lnTo>
                    <a:pt x="59333" y="2692"/>
                  </a:lnTo>
                  <a:lnTo>
                    <a:pt x="29666" y="3830"/>
                  </a:lnTo>
                  <a:lnTo>
                    <a:pt x="0" y="5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3489347" y="7002415"/>
              <a:ext cx="2343679" cy="357589"/>
            </a:xfrm>
            <a:custGeom>
              <a:avLst/>
              <a:pathLst>
                <a:path w="2343679" h="357589">
                  <a:moveTo>
                    <a:pt x="0" y="0"/>
                  </a:moveTo>
                  <a:lnTo>
                    <a:pt x="29666" y="6434"/>
                  </a:lnTo>
                  <a:lnTo>
                    <a:pt x="59333" y="12867"/>
                  </a:lnTo>
                  <a:lnTo>
                    <a:pt x="89000" y="19295"/>
                  </a:lnTo>
                  <a:lnTo>
                    <a:pt x="118667" y="25718"/>
                  </a:lnTo>
                  <a:lnTo>
                    <a:pt x="148334" y="32132"/>
                  </a:lnTo>
                  <a:lnTo>
                    <a:pt x="178000" y="38536"/>
                  </a:lnTo>
                  <a:lnTo>
                    <a:pt x="207667" y="44927"/>
                  </a:lnTo>
                  <a:lnTo>
                    <a:pt x="237334" y="51305"/>
                  </a:lnTo>
                  <a:lnTo>
                    <a:pt x="267001" y="57665"/>
                  </a:lnTo>
                  <a:lnTo>
                    <a:pt x="296668" y="64008"/>
                  </a:lnTo>
                  <a:lnTo>
                    <a:pt x="326335" y="70330"/>
                  </a:lnTo>
                  <a:lnTo>
                    <a:pt x="356001" y="76630"/>
                  </a:lnTo>
                  <a:lnTo>
                    <a:pt x="385668" y="82904"/>
                  </a:lnTo>
                  <a:lnTo>
                    <a:pt x="415335" y="89153"/>
                  </a:lnTo>
                  <a:lnTo>
                    <a:pt x="445002" y="95372"/>
                  </a:lnTo>
                  <a:lnTo>
                    <a:pt x="474669" y="101561"/>
                  </a:lnTo>
                  <a:lnTo>
                    <a:pt x="504336" y="107718"/>
                  </a:lnTo>
                  <a:lnTo>
                    <a:pt x="534002" y="113838"/>
                  </a:lnTo>
                  <a:lnTo>
                    <a:pt x="563669" y="119921"/>
                  </a:lnTo>
                  <a:lnTo>
                    <a:pt x="593336" y="125962"/>
                  </a:lnTo>
                  <a:lnTo>
                    <a:pt x="623003" y="131960"/>
                  </a:lnTo>
                  <a:lnTo>
                    <a:pt x="652670" y="137911"/>
                  </a:lnTo>
                  <a:lnTo>
                    <a:pt x="682336" y="143812"/>
                  </a:lnTo>
                  <a:lnTo>
                    <a:pt x="712003" y="149662"/>
                  </a:lnTo>
                  <a:lnTo>
                    <a:pt x="741670" y="155462"/>
                  </a:lnTo>
                  <a:lnTo>
                    <a:pt x="771337" y="161216"/>
                  </a:lnTo>
                  <a:lnTo>
                    <a:pt x="801004" y="166927"/>
                  </a:lnTo>
                  <a:lnTo>
                    <a:pt x="830671" y="172597"/>
                  </a:lnTo>
                  <a:lnTo>
                    <a:pt x="860337" y="178222"/>
                  </a:lnTo>
                  <a:lnTo>
                    <a:pt x="890004" y="183794"/>
                  </a:lnTo>
                  <a:lnTo>
                    <a:pt x="919671" y="189304"/>
                  </a:lnTo>
                  <a:lnTo>
                    <a:pt x="949338" y="194743"/>
                  </a:lnTo>
                  <a:lnTo>
                    <a:pt x="979005" y="200103"/>
                  </a:lnTo>
                  <a:lnTo>
                    <a:pt x="1008672" y="205381"/>
                  </a:lnTo>
                  <a:lnTo>
                    <a:pt x="1038338" y="210576"/>
                  </a:lnTo>
                  <a:lnTo>
                    <a:pt x="1068005" y="215685"/>
                  </a:lnTo>
                  <a:lnTo>
                    <a:pt x="1097672" y="220708"/>
                  </a:lnTo>
                  <a:lnTo>
                    <a:pt x="1127339" y="225643"/>
                  </a:lnTo>
                  <a:lnTo>
                    <a:pt x="1157006" y="230489"/>
                  </a:lnTo>
                  <a:lnTo>
                    <a:pt x="1186673" y="235246"/>
                  </a:lnTo>
                  <a:lnTo>
                    <a:pt x="1216339" y="239910"/>
                  </a:lnTo>
                  <a:lnTo>
                    <a:pt x="1246006" y="244482"/>
                  </a:lnTo>
                  <a:lnTo>
                    <a:pt x="1275673" y="248959"/>
                  </a:lnTo>
                  <a:lnTo>
                    <a:pt x="1305340" y="253340"/>
                  </a:lnTo>
                  <a:lnTo>
                    <a:pt x="1335007" y="257623"/>
                  </a:lnTo>
                  <a:lnTo>
                    <a:pt x="1364673" y="261804"/>
                  </a:lnTo>
                  <a:lnTo>
                    <a:pt x="1394340" y="265881"/>
                  </a:lnTo>
                  <a:lnTo>
                    <a:pt x="1424007" y="269851"/>
                  </a:lnTo>
                  <a:lnTo>
                    <a:pt x="1453674" y="273711"/>
                  </a:lnTo>
                  <a:lnTo>
                    <a:pt x="1483341" y="277463"/>
                  </a:lnTo>
                  <a:lnTo>
                    <a:pt x="1513008" y="281107"/>
                  </a:lnTo>
                  <a:lnTo>
                    <a:pt x="1542674" y="284645"/>
                  </a:lnTo>
                  <a:lnTo>
                    <a:pt x="1572341" y="288080"/>
                  </a:lnTo>
                  <a:lnTo>
                    <a:pt x="1602008" y="291414"/>
                  </a:lnTo>
                  <a:lnTo>
                    <a:pt x="1631675" y="294652"/>
                  </a:lnTo>
                  <a:lnTo>
                    <a:pt x="1661342" y="297801"/>
                  </a:lnTo>
                  <a:lnTo>
                    <a:pt x="1691009" y="300867"/>
                  </a:lnTo>
                  <a:lnTo>
                    <a:pt x="1720675" y="303857"/>
                  </a:lnTo>
                  <a:lnTo>
                    <a:pt x="1750342" y="306777"/>
                  </a:lnTo>
                  <a:lnTo>
                    <a:pt x="1780009" y="309634"/>
                  </a:lnTo>
                  <a:lnTo>
                    <a:pt x="1809676" y="312434"/>
                  </a:lnTo>
                  <a:lnTo>
                    <a:pt x="1839343" y="315183"/>
                  </a:lnTo>
                  <a:lnTo>
                    <a:pt x="1869010" y="317888"/>
                  </a:lnTo>
                  <a:lnTo>
                    <a:pt x="1898676" y="320555"/>
                  </a:lnTo>
                  <a:lnTo>
                    <a:pt x="1928343" y="323186"/>
                  </a:lnTo>
                  <a:lnTo>
                    <a:pt x="1958010" y="325783"/>
                  </a:lnTo>
                  <a:lnTo>
                    <a:pt x="1987677" y="328349"/>
                  </a:lnTo>
                  <a:lnTo>
                    <a:pt x="2017344" y="330887"/>
                  </a:lnTo>
                  <a:lnTo>
                    <a:pt x="2047010" y="333398"/>
                  </a:lnTo>
                  <a:lnTo>
                    <a:pt x="2076677" y="335886"/>
                  </a:lnTo>
                  <a:lnTo>
                    <a:pt x="2106344" y="338351"/>
                  </a:lnTo>
                  <a:lnTo>
                    <a:pt x="2136011" y="340798"/>
                  </a:lnTo>
                  <a:lnTo>
                    <a:pt x="2165678" y="343228"/>
                  </a:lnTo>
                  <a:lnTo>
                    <a:pt x="2195345" y="345643"/>
                  </a:lnTo>
                  <a:lnTo>
                    <a:pt x="2225011" y="348047"/>
                  </a:lnTo>
                  <a:lnTo>
                    <a:pt x="2254678" y="350441"/>
                  </a:lnTo>
                  <a:lnTo>
                    <a:pt x="2284345" y="352827"/>
                  </a:lnTo>
                  <a:lnTo>
                    <a:pt x="2314012" y="355209"/>
                  </a:lnTo>
                  <a:lnTo>
                    <a:pt x="2343679" y="357589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tx590"/>
            <p:cNvSpPr/>
            <p:nvPr/>
          </p:nvSpPr>
          <p:spPr>
            <a:xfrm>
              <a:off x="3210161" y="8331399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3247378" y="728990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3247378" y="625113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93" name="pl593"/>
            <p:cNvSpPr/>
            <p:nvPr/>
          </p:nvSpPr>
          <p:spPr>
            <a:xfrm>
              <a:off x="3337369" y="83717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3337369" y="73315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3337369" y="62914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383462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438817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494172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5495279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tx600"/>
            <p:cNvSpPr/>
            <p:nvPr/>
          </p:nvSpPr>
          <p:spPr>
            <a:xfrm>
              <a:off x="3784935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4357096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4910649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5464201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3748839" y="8777412"/>
              <a:ext cx="182469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Alamar pTau217 (Z)</a:t>
              </a:r>
            </a:p>
          </p:txBody>
        </p:sp>
        <p:sp>
          <p:nvSpPr>
            <p:cNvPr id="605" name="tx605"/>
            <p:cNvSpPr/>
            <p:nvPr/>
          </p:nvSpPr>
          <p:spPr>
            <a:xfrm rot="-5400000">
              <a:off x="2128666" y="6942179"/>
              <a:ext cx="18943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Alamar pTau217 (Z/year)</a:t>
              </a:r>
            </a:p>
          </p:txBody>
        </p:sp>
        <p:sp>
          <p:nvSpPr>
            <p:cNvPr id="606" name="rc606"/>
            <p:cNvSpPr/>
            <p:nvPr/>
          </p:nvSpPr>
          <p:spPr>
            <a:xfrm>
              <a:off x="6019800" y="5715794"/>
              <a:ext cx="3048000" cy="2924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0" y="2078055"/>
                  </a:lnTo>
                  <a:lnTo>
                    <a:pt x="0" y="2051751"/>
                  </a:lnTo>
                  <a:lnTo>
                    <a:pt x="0" y="2025446"/>
                  </a:lnTo>
                  <a:lnTo>
                    <a:pt x="0" y="1999142"/>
                  </a:lnTo>
                  <a:lnTo>
                    <a:pt x="0" y="1972837"/>
                  </a:lnTo>
                  <a:lnTo>
                    <a:pt x="0" y="1946533"/>
                  </a:lnTo>
                  <a:lnTo>
                    <a:pt x="0" y="1920228"/>
                  </a:lnTo>
                  <a:lnTo>
                    <a:pt x="0" y="1893924"/>
                  </a:lnTo>
                  <a:lnTo>
                    <a:pt x="0" y="1867619"/>
                  </a:lnTo>
                  <a:lnTo>
                    <a:pt x="0" y="1841315"/>
                  </a:lnTo>
                  <a:lnTo>
                    <a:pt x="0" y="1815010"/>
                  </a:lnTo>
                  <a:lnTo>
                    <a:pt x="0" y="1788706"/>
                  </a:lnTo>
                  <a:lnTo>
                    <a:pt x="0" y="1762401"/>
                  </a:lnTo>
                  <a:lnTo>
                    <a:pt x="0" y="1736097"/>
                  </a:lnTo>
                  <a:lnTo>
                    <a:pt x="0" y="1709792"/>
                  </a:lnTo>
                  <a:lnTo>
                    <a:pt x="0" y="1683488"/>
                  </a:lnTo>
                  <a:lnTo>
                    <a:pt x="0" y="1657183"/>
                  </a:lnTo>
                  <a:lnTo>
                    <a:pt x="0" y="1630879"/>
                  </a:lnTo>
                  <a:lnTo>
                    <a:pt x="0" y="1604574"/>
                  </a:lnTo>
                  <a:lnTo>
                    <a:pt x="0" y="1578270"/>
                  </a:lnTo>
                  <a:lnTo>
                    <a:pt x="0" y="1551965"/>
                  </a:lnTo>
                  <a:lnTo>
                    <a:pt x="0" y="1525661"/>
                  </a:lnTo>
                  <a:lnTo>
                    <a:pt x="0" y="1499356"/>
                  </a:lnTo>
                  <a:lnTo>
                    <a:pt x="0" y="1473052"/>
                  </a:lnTo>
                  <a:lnTo>
                    <a:pt x="0" y="1446747"/>
                  </a:lnTo>
                  <a:lnTo>
                    <a:pt x="0" y="1420443"/>
                  </a:lnTo>
                  <a:lnTo>
                    <a:pt x="0" y="1394138"/>
                  </a:lnTo>
                  <a:lnTo>
                    <a:pt x="0" y="1367834"/>
                  </a:lnTo>
                  <a:lnTo>
                    <a:pt x="0" y="1341529"/>
                  </a:lnTo>
                  <a:lnTo>
                    <a:pt x="0" y="1315225"/>
                  </a:lnTo>
                  <a:lnTo>
                    <a:pt x="0" y="1288920"/>
                  </a:lnTo>
                  <a:lnTo>
                    <a:pt x="0" y="1262616"/>
                  </a:lnTo>
                  <a:lnTo>
                    <a:pt x="0" y="1236311"/>
                  </a:lnTo>
                  <a:lnTo>
                    <a:pt x="0" y="1210007"/>
                  </a:lnTo>
                  <a:lnTo>
                    <a:pt x="526090" y="1210007"/>
                  </a:lnTo>
                  <a:lnTo>
                    <a:pt x="526090" y="1183702"/>
                  </a:lnTo>
                  <a:lnTo>
                    <a:pt x="526090" y="1157398"/>
                  </a:lnTo>
                  <a:lnTo>
                    <a:pt x="526090" y="1131093"/>
                  </a:lnTo>
                  <a:lnTo>
                    <a:pt x="526090" y="1104789"/>
                  </a:lnTo>
                  <a:lnTo>
                    <a:pt x="526090" y="1078484"/>
                  </a:lnTo>
                  <a:lnTo>
                    <a:pt x="526090" y="1052180"/>
                  </a:lnTo>
                  <a:lnTo>
                    <a:pt x="526090" y="1025875"/>
                  </a:lnTo>
                  <a:lnTo>
                    <a:pt x="526090" y="999571"/>
                  </a:lnTo>
                  <a:lnTo>
                    <a:pt x="526090" y="973266"/>
                  </a:lnTo>
                  <a:lnTo>
                    <a:pt x="526090" y="946962"/>
                  </a:lnTo>
                  <a:lnTo>
                    <a:pt x="526090" y="920657"/>
                  </a:lnTo>
                  <a:lnTo>
                    <a:pt x="526090" y="894353"/>
                  </a:lnTo>
                  <a:lnTo>
                    <a:pt x="526090" y="868048"/>
                  </a:lnTo>
                  <a:lnTo>
                    <a:pt x="526090" y="841744"/>
                  </a:lnTo>
                  <a:lnTo>
                    <a:pt x="526090" y="815439"/>
                  </a:lnTo>
                  <a:lnTo>
                    <a:pt x="526090" y="789135"/>
                  </a:lnTo>
                  <a:lnTo>
                    <a:pt x="526090" y="762830"/>
                  </a:lnTo>
                  <a:lnTo>
                    <a:pt x="526090" y="736526"/>
                  </a:lnTo>
                  <a:lnTo>
                    <a:pt x="526090" y="710221"/>
                  </a:lnTo>
                  <a:lnTo>
                    <a:pt x="526090" y="683917"/>
                  </a:lnTo>
                  <a:lnTo>
                    <a:pt x="1052180" y="683917"/>
                  </a:lnTo>
                  <a:lnTo>
                    <a:pt x="1578270" y="683917"/>
                  </a:lnTo>
                  <a:lnTo>
                    <a:pt x="1578270" y="657612"/>
                  </a:lnTo>
                  <a:lnTo>
                    <a:pt x="1578270" y="631308"/>
                  </a:lnTo>
                  <a:lnTo>
                    <a:pt x="1578270" y="605003"/>
                  </a:lnTo>
                  <a:lnTo>
                    <a:pt x="1578270" y="578699"/>
                  </a:lnTo>
                  <a:lnTo>
                    <a:pt x="1578270" y="552394"/>
                  </a:lnTo>
                  <a:lnTo>
                    <a:pt x="1578270" y="526090"/>
                  </a:lnTo>
                  <a:lnTo>
                    <a:pt x="1578270" y="499785"/>
                  </a:lnTo>
                  <a:lnTo>
                    <a:pt x="1578270" y="473481"/>
                  </a:lnTo>
                  <a:lnTo>
                    <a:pt x="1578270" y="447176"/>
                  </a:lnTo>
                  <a:lnTo>
                    <a:pt x="1578270" y="420872"/>
                  </a:lnTo>
                  <a:lnTo>
                    <a:pt x="1578270" y="394567"/>
                  </a:lnTo>
                  <a:lnTo>
                    <a:pt x="1578270" y="368263"/>
                  </a:lnTo>
                  <a:lnTo>
                    <a:pt x="1578270" y="341958"/>
                  </a:lnTo>
                  <a:lnTo>
                    <a:pt x="1578270" y="315654"/>
                  </a:lnTo>
                  <a:lnTo>
                    <a:pt x="1578270" y="289349"/>
                  </a:lnTo>
                  <a:lnTo>
                    <a:pt x="1578270" y="263045"/>
                  </a:lnTo>
                  <a:lnTo>
                    <a:pt x="1578270" y="236740"/>
                  </a:lnTo>
                  <a:lnTo>
                    <a:pt x="1578270" y="210436"/>
                  </a:lnTo>
                  <a:lnTo>
                    <a:pt x="1578270" y="184131"/>
                  </a:lnTo>
                  <a:lnTo>
                    <a:pt x="1578270" y="157827"/>
                  </a:lnTo>
                  <a:lnTo>
                    <a:pt x="1578270" y="131522"/>
                  </a:lnTo>
                  <a:lnTo>
                    <a:pt x="1578270" y="105218"/>
                  </a:lnTo>
                  <a:lnTo>
                    <a:pt x="1578270" y="78913"/>
                  </a:lnTo>
                  <a:lnTo>
                    <a:pt x="1578270" y="52609"/>
                  </a:lnTo>
                  <a:lnTo>
                    <a:pt x="1578270" y="26304"/>
                  </a:lnTo>
                  <a:lnTo>
                    <a:pt x="1578270" y="0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7" name="tx627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29" name="tx629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31" name="tx631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32" name="tx632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33" name="tx633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34" name="tx634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35" name="tx635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36" name="tx636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37" name="tx637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638" name="tx638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639" name="rc639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9468163" y="785166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9468163" y="681153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9468163" y="577140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954408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977040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999672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1022304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1044937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9468163" y="837172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9468163" y="733159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9468163" y="629146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965724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988356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1010988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1033621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10001278" y="7003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10147827" y="7762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10048600" y="7148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9900935" y="72208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9982071" y="69868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9864566" y="77237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10217178" y="77092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9612764" y="73056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10218906" y="72946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9820633" y="69519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10264651" y="7029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10138971" y="7229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10309725" y="69714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9921595" y="7492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9731035" y="69431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10272407" y="70101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9776204" y="7754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10082068" y="7586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10082714" y="7108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10387500" y="72535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9529938" y="69442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0025461" y="73011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0140518" y="71229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9849787" y="78387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9786174" y="71036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10286271" y="7113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10109797" y="73052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9706585" y="69254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10256440" y="83452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10008771" y="7321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9769558" y="71597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9968795" y="72471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9775105" y="6974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9822618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10197621" y="71562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10053943" y="7387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9593685" y="70118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10240435" y="69157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9713704" y="73697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9827328" y="7102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10077146" y="75242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9708432" y="74601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9791982" y="72488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9714021" y="73633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0093737" y="72991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10280841" y="71211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10006019" y="73521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10449473" y="72509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9491249" y="640045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9891745" y="75603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9682318" y="73833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10177918" y="76308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9641342" y="67163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9822592" y="587738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9934653" y="7195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9713889" y="7234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10057561" y="7796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0282408" y="70181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9662629" y="69077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9842194" y="7271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0132145" y="7008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10090674" y="68624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9716825" y="7016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10040297" y="71006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10123130" y="74017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9682011" y="67151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9813489" y="72261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10328610" y="72420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9808095" y="73604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9882411" y="77173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10196392" y="7452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9848160" y="72929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9852871" y="68896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10126294" y="70972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9922755" y="7110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9773943" y="75457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10030440" y="635863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9872439" y="70140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10058924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10109711" y="72974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9761235" y="68306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9881040" y="68697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9666104" y="69891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9669296" y="6917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9468163" y="673996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9516075" y="6773614"/>
              <a:ext cx="958224" cy="828716"/>
            </a:xfrm>
            <a:custGeom>
              <a:avLst/>
              <a:pathLst>
                <a:path w="958224" h="828716">
                  <a:moveTo>
                    <a:pt x="0" y="0"/>
                  </a:moveTo>
                  <a:lnTo>
                    <a:pt x="12129" y="14165"/>
                  </a:lnTo>
                  <a:lnTo>
                    <a:pt x="24258" y="28168"/>
                  </a:lnTo>
                  <a:lnTo>
                    <a:pt x="36388" y="41985"/>
                  </a:lnTo>
                  <a:lnTo>
                    <a:pt x="48517" y="55593"/>
                  </a:lnTo>
                  <a:lnTo>
                    <a:pt x="60647" y="68973"/>
                  </a:lnTo>
                  <a:lnTo>
                    <a:pt x="72776" y="82107"/>
                  </a:lnTo>
                  <a:lnTo>
                    <a:pt x="84905" y="94981"/>
                  </a:lnTo>
                  <a:lnTo>
                    <a:pt x="97035" y="107585"/>
                  </a:lnTo>
                  <a:lnTo>
                    <a:pt x="109164" y="119910"/>
                  </a:lnTo>
                  <a:lnTo>
                    <a:pt x="121294" y="131954"/>
                  </a:lnTo>
                  <a:lnTo>
                    <a:pt x="133423" y="143714"/>
                  </a:lnTo>
                  <a:lnTo>
                    <a:pt x="145553" y="155193"/>
                  </a:lnTo>
                  <a:lnTo>
                    <a:pt x="157682" y="166393"/>
                  </a:lnTo>
                  <a:lnTo>
                    <a:pt x="169811" y="177320"/>
                  </a:lnTo>
                  <a:lnTo>
                    <a:pt x="181941" y="187976"/>
                  </a:lnTo>
                  <a:lnTo>
                    <a:pt x="194070" y="198362"/>
                  </a:lnTo>
                  <a:lnTo>
                    <a:pt x="206200" y="208472"/>
                  </a:lnTo>
                  <a:lnTo>
                    <a:pt x="218329" y="218288"/>
                  </a:lnTo>
                  <a:lnTo>
                    <a:pt x="230459" y="227790"/>
                  </a:lnTo>
                  <a:lnTo>
                    <a:pt x="242588" y="236972"/>
                  </a:lnTo>
                  <a:lnTo>
                    <a:pt x="254717" y="245837"/>
                  </a:lnTo>
                  <a:lnTo>
                    <a:pt x="266847" y="254398"/>
                  </a:lnTo>
                  <a:lnTo>
                    <a:pt x="278976" y="262676"/>
                  </a:lnTo>
                  <a:lnTo>
                    <a:pt x="291106" y="270682"/>
                  </a:lnTo>
                  <a:lnTo>
                    <a:pt x="303235" y="278413"/>
                  </a:lnTo>
                  <a:lnTo>
                    <a:pt x="315365" y="285869"/>
                  </a:lnTo>
                  <a:lnTo>
                    <a:pt x="327494" y="293069"/>
                  </a:lnTo>
                  <a:lnTo>
                    <a:pt x="339623" y="300045"/>
                  </a:lnTo>
                  <a:lnTo>
                    <a:pt x="351753" y="306802"/>
                  </a:lnTo>
                  <a:lnTo>
                    <a:pt x="363882" y="313328"/>
                  </a:lnTo>
                  <a:lnTo>
                    <a:pt x="376012" y="319619"/>
                  </a:lnTo>
                  <a:lnTo>
                    <a:pt x="388141" y="325689"/>
                  </a:lnTo>
                  <a:lnTo>
                    <a:pt x="400271" y="331565"/>
                  </a:lnTo>
                  <a:lnTo>
                    <a:pt x="412400" y="337259"/>
                  </a:lnTo>
                  <a:lnTo>
                    <a:pt x="424529" y="342769"/>
                  </a:lnTo>
                  <a:lnTo>
                    <a:pt x="436659" y="348085"/>
                  </a:lnTo>
                  <a:lnTo>
                    <a:pt x="448788" y="353199"/>
                  </a:lnTo>
                  <a:lnTo>
                    <a:pt x="460918" y="358106"/>
                  </a:lnTo>
                  <a:lnTo>
                    <a:pt x="473047" y="362808"/>
                  </a:lnTo>
                  <a:lnTo>
                    <a:pt x="485177" y="367314"/>
                  </a:lnTo>
                  <a:lnTo>
                    <a:pt x="497306" y="371636"/>
                  </a:lnTo>
                  <a:lnTo>
                    <a:pt x="509435" y="375788"/>
                  </a:lnTo>
                  <a:lnTo>
                    <a:pt x="521565" y="379773"/>
                  </a:lnTo>
                  <a:lnTo>
                    <a:pt x="533694" y="383575"/>
                  </a:lnTo>
                  <a:lnTo>
                    <a:pt x="545824" y="387159"/>
                  </a:lnTo>
                  <a:lnTo>
                    <a:pt x="557953" y="390503"/>
                  </a:lnTo>
                  <a:lnTo>
                    <a:pt x="570083" y="393599"/>
                  </a:lnTo>
                  <a:lnTo>
                    <a:pt x="582212" y="396449"/>
                  </a:lnTo>
                  <a:lnTo>
                    <a:pt x="594341" y="399055"/>
                  </a:lnTo>
                  <a:lnTo>
                    <a:pt x="606471" y="401400"/>
                  </a:lnTo>
                  <a:lnTo>
                    <a:pt x="618600" y="403459"/>
                  </a:lnTo>
                  <a:lnTo>
                    <a:pt x="630730" y="405218"/>
                  </a:lnTo>
                  <a:lnTo>
                    <a:pt x="642859" y="406680"/>
                  </a:lnTo>
                  <a:lnTo>
                    <a:pt x="654989" y="407861"/>
                  </a:lnTo>
                  <a:lnTo>
                    <a:pt x="667118" y="408761"/>
                  </a:lnTo>
                  <a:lnTo>
                    <a:pt x="679247" y="409365"/>
                  </a:lnTo>
                  <a:lnTo>
                    <a:pt x="691377" y="409660"/>
                  </a:lnTo>
                  <a:lnTo>
                    <a:pt x="703506" y="409633"/>
                  </a:lnTo>
                  <a:lnTo>
                    <a:pt x="715636" y="409279"/>
                  </a:lnTo>
                  <a:lnTo>
                    <a:pt x="727765" y="408601"/>
                  </a:lnTo>
                  <a:lnTo>
                    <a:pt x="739895" y="407610"/>
                  </a:lnTo>
                  <a:lnTo>
                    <a:pt x="752024" y="406320"/>
                  </a:lnTo>
                  <a:lnTo>
                    <a:pt x="764153" y="404754"/>
                  </a:lnTo>
                  <a:lnTo>
                    <a:pt x="776283" y="402925"/>
                  </a:lnTo>
                  <a:lnTo>
                    <a:pt x="788412" y="400836"/>
                  </a:lnTo>
                  <a:lnTo>
                    <a:pt x="800542" y="398483"/>
                  </a:lnTo>
                  <a:lnTo>
                    <a:pt x="812671" y="395862"/>
                  </a:lnTo>
                  <a:lnTo>
                    <a:pt x="824801" y="392967"/>
                  </a:lnTo>
                  <a:lnTo>
                    <a:pt x="836930" y="389796"/>
                  </a:lnTo>
                  <a:lnTo>
                    <a:pt x="849059" y="386347"/>
                  </a:lnTo>
                  <a:lnTo>
                    <a:pt x="861189" y="382622"/>
                  </a:lnTo>
                  <a:lnTo>
                    <a:pt x="873318" y="378624"/>
                  </a:lnTo>
                  <a:lnTo>
                    <a:pt x="885448" y="374363"/>
                  </a:lnTo>
                  <a:lnTo>
                    <a:pt x="897577" y="369848"/>
                  </a:lnTo>
                  <a:lnTo>
                    <a:pt x="909706" y="365094"/>
                  </a:lnTo>
                  <a:lnTo>
                    <a:pt x="921836" y="360118"/>
                  </a:lnTo>
                  <a:lnTo>
                    <a:pt x="933965" y="354940"/>
                  </a:lnTo>
                  <a:lnTo>
                    <a:pt x="946095" y="349580"/>
                  </a:lnTo>
                  <a:lnTo>
                    <a:pt x="958224" y="344064"/>
                  </a:lnTo>
                  <a:lnTo>
                    <a:pt x="958224" y="828716"/>
                  </a:lnTo>
                  <a:lnTo>
                    <a:pt x="946095" y="818440"/>
                  </a:lnTo>
                  <a:lnTo>
                    <a:pt x="933965" y="808317"/>
                  </a:lnTo>
                  <a:lnTo>
                    <a:pt x="921836" y="798365"/>
                  </a:lnTo>
                  <a:lnTo>
                    <a:pt x="909706" y="788601"/>
                  </a:lnTo>
                  <a:lnTo>
                    <a:pt x="897577" y="779040"/>
                  </a:lnTo>
                  <a:lnTo>
                    <a:pt x="885448" y="769695"/>
                  </a:lnTo>
                  <a:lnTo>
                    <a:pt x="873318" y="760573"/>
                  </a:lnTo>
                  <a:lnTo>
                    <a:pt x="861189" y="751683"/>
                  </a:lnTo>
                  <a:lnTo>
                    <a:pt x="849059" y="743026"/>
                  </a:lnTo>
                  <a:lnTo>
                    <a:pt x="836930" y="734602"/>
                  </a:lnTo>
                  <a:lnTo>
                    <a:pt x="824801" y="726409"/>
                  </a:lnTo>
                  <a:lnTo>
                    <a:pt x="812671" y="718439"/>
                  </a:lnTo>
                  <a:lnTo>
                    <a:pt x="800542" y="710685"/>
                  </a:lnTo>
                  <a:lnTo>
                    <a:pt x="788412" y="703138"/>
                  </a:lnTo>
                  <a:lnTo>
                    <a:pt x="776283" y="695787"/>
                  </a:lnTo>
                  <a:lnTo>
                    <a:pt x="764153" y="688625"/>
                  </a:lnTo>
                  <a:lnTo>
                    <a:pt x="752024" y="681647"/>
                  </a:lnTo>
                  <a:lnTo>
                    <a:pt x="739895" y="674859"/>
                  </a:lnTo>
                  <a:lnTo>
                    <a:pt x="727765" y="668268"/>
                  </a:lnTo>
                  <a:lnTo>
                    <a:pt x="715636" y="661877"/>
                  </a:lnTo>
                  <a:lnTo>
                    <a:pt x="703506" y="655684"/>
                  </a:lnTo>
                  <a:lnTo>
                    <a:pt x="691377" y="649677"/>
                  </a:lnTo>
                  <a:lnTo>
                    <a:pt x="679247" y="643840"/>
                  </a:lnTo>
                  <a:lnTo>
                    <a:pt x="667118" y="638146"/>
                  </a:lnTo>
                  <a:lnTo>
                    <a:pt x="654989" y="632569"/>
                  </a:lnTo>
                  <a:lnTo>
                    <a:pt x="642859" y="627083"/>
                  </a:lnTo>
                  <a:lnTo>
                    <a:pt x="630730" y="621675"/>
                  </a:lnTo>
                  <a:lnTo>
                    <a:pt x="618600" y="616357"/>
                  </a:lnTo>
                  <a:lnTo>
                    <a:pt x="606471" y="611128"/>
                  </a:lnTo>
                  <a:lnTo>
                    <a:pt x="594341" y="605970"/>
                  </a:lnTo>
                  <a:lnTo>
                    <a:pt x="582212" y="600854"/>
                  </a:lnTo>
                  <a:lnTo>
                    <a:pt x="570083" y="595764"/>
                  </a:lnTo>
                  <a:lnTo>
                    <a:pt x="557953" y="590706"/>
                  </a:lnTo>
                  <a:lnTo>
                    <a:pt x="545824" y="585689"/>
                  </a:lnTo>
                  <a:lnTo>
                    <a:pt x="533694" y="580708"/>
                  </a:lnTo>
                  <a:lnTo>
                    <a:pt x="521565" y="575747"/>
                  </a:lnTo>
                  <a:lnTo>
                    <a:pt x="509435" y="570778"/>
                  </a:lnTo>
                  <a:lnTo>
                    <a:pt x="497306" y="565786"/>
                  </a:lnTo>
                  <a:lnTo>
                    <a:pt x="485177" y="560779"/>
                  </a:lnTo>
                  <a:lnTo>
                    <a:pt x="473047" y="555773"/>
                  </a:lnTo>
                  <a:lnTo>
                    <a:pt x="460918" y="550782"/>
                  </a:lnTo>
                  <a:lnTo>
                    <a:pt x="448788" y="545819"/>
                  </a:lnTo>
                  <a:lnTo>
                    <a:pt x="436659" y="540886"/>
                  </a:lnTo>
                  <a:lnTo>
                    <a:pt x="424529" y="535984"/>
                  </a:lnTo>
                  <a:lnTo>
                    <a:pt x="412400" y="531105"/>
                  </a:lnTo>
                  <a:lnTo>
                    <a:pt x="400271" y="526244"/>
                  </a:lnTo>
                  <a:lnTo>
                    <a:pt x="388141" y="521399"/>
                  </a:lnTo>
                  <a:lnTo>
                    <a:pt x="376012" y="516590"/>
                  </a:lnTo>
                  <a:lnTo>
                    <a:pt x="363882" y="511861"/>
                  </a:lnTo>
                  <a:lnTo>
                    <a:pt x="351753" y="507243"/>
                  </a:lnTo>
                  <a:lnTo>
                    <a:pt x="339623" y="502750"/>
                  </a:lnTo>
                  <a:lnTo>
                    <a:pt x="327494" y="498386"/>
                  </a:lnTo>
                  <a:lnTo>
                    <a:pt x="315365" y="494165"/>
                  </a:lnTo>
                  <a:lnTo>
                    <a:pt x="303235" y="490113"/>
                  </a:lnTo>
                  <a:lnTo>
                    <a:pt x="291106" y="486244"/>
                  </a:lnTo>
                  <a:lnTo>
                    <a:pt x="278976" y="482551"/>
                  </a:lnTo>
                  <a:lnTo>
                    <a:pt x="266847" y="479025"/>
                  </a:lnTo>
                  <a:lnTo>
                    <a:pt x="254717" y="475685"/>
                  </a:lnTo>
                  <a:lnTo>
                    <a:pt x="242588" y="472554"/>
                  </a:lnTo>
                  <a:lnTo>
                    <a:pt x="230459" y="469653"/>
                  </a:lnTo>
                  <a:lnTo>
                    <a:pt x="218329" y="466991"/>
                  </a:lnTo>
                  <a:lnTo>
                    <a:pt x="206200" y="464565"/>
                  </a:lnTo>
                  <a:lnTo>
                    <a:pt x="194070" y="462363"/>
                  </a:lnTo>
                  <a:lnTo>
                    <a:pt x="181941" y="460371"/>
                  </a:lnTo>
                  <a:lnTo>
                    <a:pt x="169811" y="458588"/>
                  </a:lnTo>
                  <a:lnTo>
                    <a:pt x="157682" y="457018"/>
                  </a:lnTo>
                  <a:lnTo>
                    <a:pt x="145553" y="455668"/>
                  </a:lnTo>
                  <a:lnTo>
                    <a:pt x="133423" y="454548"/>
                  </a:lnTo>
                  <a:lnTo>
                    <a:pt x="121294" y="453664"/>
                  </a:lnTo>
                  <a:lnTo>
                    <a:pt x="109164" y="453022"/>
                  </a:lnTo>
                  <a:lnTo>
                    <a:pt x="97035" y="452626"/>
                  </a:lnTo>
                  <a:lnTo>
                    <a:pt x="84905" y="452475"/>
                  </a:lnTo>
                  <a:lnTo>
                    <a:pt x="72776" y="452566"/>
                  </a:lnTo>
                  <a:lnTo>
                    <a:pt x="60647" y="452892"/>
                  </a:lnTo>
                  <a:lnTo>
                    <a:pt x="48517" y="453444"/>
                  </a:lnTo>
                  <a:lnTo>
                    <a:pt x="36388" y="454208"/>
                  </a:lnTo>
                  <a:lnTo>
                    <a:pt x="24258" y="455168"/>
                  </a:lnTo>
                  <a:lnTo>
                    <a:pt x="12129" y="456306"/>
                  </a:lnTo>
                  <a:lnTo>
                    <a:pt x="0" y="45760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9516075" y="6773614"/>
              <a:ext cx="958224" cy="409660"/>
            </a:xfrm>
            <a:custGeom>
              <a:avLst/>
              <a:pathLst>
                <a:path w="958224" h="409660">
                  <a:moveTo>
                    <a:pt x="0" y="0"/>
                  </a:moveTo>
                  <a:lnTo>
                    <a:pt x="12129" y="14165"/>
                  </a:lnTo>
                  <a:lnTo>
                    <a:pt x="24258" y="28168"/>
                  </a:lnTo>
                  <a:lnTo>
                    <a:pt x="36388" y="41985"/>
                  </a:lnTo>
                  <a:lnTo>
                    <a:pt x="48517" y="55593"/>
                  </a:lnTo>
                  <a:lnTo>
                    <a:pt x="60647" y="68973"/>
                  </a:lnTo>
                  <a:lnTo>
                    <a:pt x="72776" y="82107"/>
                  </a:lnTo>
                  <a:lnTo>
                    <a:pt x="84905" y="94981"/>
                  </a:lnTo>
                  <a:lnTo>
                    <a:pt x="97035" y="107585"/>
                  </a:lnTo>
                  <a:lnTo>
                    <a:pt x="109164" y="119910"/>
                  </a:lnTo>
                  <a:lnTo>
                    <a:pt x="121294" y="131954"/>
                  </a:lnTo>
                  <a:lnTo>
                    <a:pt x="133423" y="143714"/>
                  </a:lnTo>
                  <a:lnTo>
                    <a:pt x="145553" y="155193"/>
                  </a:lnTo>
                  <a:lnTo>
                    <a:pt x="157682" y="166393"/>
                  </a:lnTo>
                  <a:lnTo>
                    <a:pt x="169811" y="177320"/>
                  </a:lnTo>
                  <a:lnTo>
                    <a:pt x="181941" y="187976"/>
                  </a:lnTo>
                  <a:lnTo>
                    <a:pt x="194070" y="198362"/>
                  </a:lnTo>
                  <a:lnTo>
                    <a:pt x="206200" y="208472"/>
                  </a:lnTo>
                  <a:lnTo>
                    <a:pt x="218329" y="218288"/>
                  </a:lnTo>
                  <a:lnTo>
                    <a:pt x="230459" y="227790"/>
                  </a:lnTo>
                  <a:lnTo>
                    <a:pt x="242588" y="236972"/>
                  </a:lnTo>
                  <a:lnTo>
                    <a:pt x="254717" y="245837"/>
                  </a:lnTo>
                  <a:lnTo>
                    <a:pt x="266847" y="254398"/>
                  </a:lnTo>
                  <a:lnTo>
                    <a:pt x="278976" y="262676"/>
                  </a:lnTo>
                  <a:lnTo>
                    <a:pt x="291106" y="270682"/>
                  </a:lnTo>
                  <a:lnTo>
                    <a:pt x="303235" y="278413"/>
                  </a:lnTo>
                  <a:lnTo>
                    <a:pt x="315365" y="285869"/>
                  </a:lnTo>
                  <a:lnTo>
                    <a:pt x="327494" y="293069"/>
                  </a:lnTo>
                  <a:lnTo>
                    <a:pt x="339623" y="300045"/>
                  </a:lnTo>
                  <a:lnTo>
                    <a:pt x="351753" y="306802"/>
                  </a:lnTo>
                  <a:lnTo>
                    <a:pt x="363882" y="313328"/>
                  </a:lnTo>
                  <a:lnTo>
                    <a:pt x="376012" y="319619"/>
                  </a:lnTo>
                  <a:lnTo>
                    <a:pt x="388141" y="325689"/>
                  </a:lnTo>
                  <a:lnTo>
                    <a:pt x="400271" y="331565"/>
                  </a:lnTo>
                  <a:lnTo>
                    <a:pt x="412400" y="337259"/>
                  </a:lnTo>
                  <a:lnTo>
                    <a:pt x="424529" y="342769"/>
                  </a:lnTo>
                  <a:lnTo>
                    <a:pt x="436659" y="348085"/>
                  </a:lnTo>
                  <a:lnTo>
                    <a:pt x="448788" y="353199"/>
                  </a:lnTo>
                  <a:lnTo>
                    <a:pt x="460918" y="358106"/>
                  </a:lnTo>
                  <a:lnTo>
                    <a:pt x="473047" y="362808"/>
                  </a:lnTo>
                  <a:lnTo>
                    <a:pt x="485177" y="367314"/>
                  </a:lnTo>
                  <a:lnTo>
                    <a:pt x="497306" y="371636"/>
                  </a:lnTo>
                  <a:lnTo>
                    <a:pt x="509435" y="375788"/>
                  </a:lnTo>
                  <a:lnTo>
                    <a:pt x="521565" y="379773"/>
                  </a:lnTo>
                  <a:lnTo>
                    <a:pt x="533694" y="383575"/>
                  </a:lnTo>
                  <a:lnTo>
                    <a:pt x="545824" y="387159"/>
                  </a:lnTo>
                  <a:lnTo>
                    <a:pt x="557953" y="390503"/>
                  </a:lnTo>
                  <a:lnTo>
                    <a:pt x="570083" y="393599"/>
                  </a:lnTo>
                  <a:lnTo>
                    <a:pt x="582212" y="396449"/>
                  </a:lnTo>
                  <a:lnTo>
                    <a:pt x="594341" y="399055"/>
                  </a:lnTo>
                  <a:lnTo>
                    <a:pt x="606471" y="401400"/>
                  </a:lnTo>
                  <a:lnTo>
                    <a:pt x="618600" y="403459"/>
                  </a:lnTo>
                  <a:lnTo>
                    <a:pt x="630730" y="405218"/>
                  </a:lnTo>
                  <a:lnTo>
                    <a:pt x="642859" y="406680"/>
                  </a:lnTo>
                  <a:lnTo>
                    <a:pt x="654989" y="407861"/>
                  </a:lnTo>
                  <a:lnTo>
                    <a:pt x="667118" y="408761"/>
                  </a:lnTo>
                  <a:lnTo>
                    <a:pt x="679247" y="409365"/>
                  </a:lnTo>
                  <a:lnTo>
                    <a:pt x="691377" y="409660"/>
                  </a:lnTo>
                  <a:lnTo>
                    <a:pt x="703506" y="409633"/>
                  </a:lnTo>
                  <a:lnTo>
                    <a:pt x="715636" y="409279"/>
                  </a:lnTo>
                  <a:lnTo>
                    <a:pt x="727765" y="408601"/>
                  </a:lnTo>
                  <a:lnTo>
                    <a:pt x="739895" y="407610"/>
                  </a:lnTo>
                  <a:lnTo>
                    <a:pt x="752024" y="406320"/>
                  </a:lnTo>
                  <a:lnTo>
                    <a:pt x="764153" y="404754"/>
                  </a:lnTo>
                  <a:lnTo>
                    <a:pt x="776283" y="402925"/>
                  </a:lnTo>
                  <a:lnTo>
                    <a:pt x="788412" y="400836"/>
                  </a:lnTo>
                  <a:lnTo>
                    <a:pt x="800542" y="398483"/>
                  </a:lnTo>
                  <a:lnTo>
                    <a:pt x="812671" y="395862"/>
                  </a:lnTo>
                  <a:lnTo>
                    <a:pt x="824801" y="392967"/>
                  </a:lnTo>
                  <a:lnTo>
                    <a:pt x="836930" y="389796"/>
                  </a:lnTo>
                  <a:lnTo>
                    <a:pt x="849059" y="386347"/>
                  </a:lnTo>
                  <a:lnTo>
                    <a:pt x="861189" y="382622"/>
                  </a:lnTo>
                  <a:lnTo>
                    <a:pt x="873318" y="378624"/>
                  </a:lnTo>
                  <a:lnTo>
                    <a:pt x="885448" y="374363"/>
                  </a:lnTo>
                  <a:lnTo>
                    <a:pt x="897577" y="369848"/>
                  </a:lnTo>
                  <a:lnTo>
                    <a:pt x="909706" y="365094"/>
                  </a:lnTo>
                  <a:lnTo>
                    <a:pt x="921836" y="360118"/>
                  </a:lnTo>
                  <a:lnTo>
                    <a:pt x="933965" y="354940"/>
                  </a:lnTo>
                  <a:lnTo>
                    <a:pt x="946095" y="349580"/>
                  </a:lnTo>
                  <a:lnTo>
                    <a:pt x="958224" y="344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9516075" y="7226089"/>
              <a:ext cx="958224" cy="376240"/>
            </a:xfrm>
            <a:custGeom>
              <a:avLst/>
              <a:pathLst>
                <a:path w="958224" h="376240">
                  <a:moveTo>
                    <a:pt x="958224" y="376240"/>
                  </a:moveTo>
                  <a:lnTo>
                    <a:pt x="946095" y="365965"/>
                  </a:lnTo>
                  <a:lnTo>
                    <a:pt x="933965" y="355841"/>
                  </a:lnTo>
                  <a:lnTo>
                    <a:pt x="921836" y="345889"/>
                  </a:lnTo>
                  <a:lnTo>
                    <a:pt x="909706" y="336126"/>
                  </a:lnTo>
                  <a:lnTo>
                    <a:pt x="897577" y="326565"/>
                  </a:lnTo>
                  <a:lnTo>
                    <a:pt x="885448" y="317219"/>
                  </a:lnTo>
                  <a:lnTo>
                    <a:pt x="873318" y="308098"/>
                  </a:lnTo>
                  <a:lnTo>
                    <a:pt x="861189" y="299207"/>
                  </a:lnTo>
                  <a:lnTo>
                    <a:pt x="849059" y="290550"/>
                  </a:lnTo>
                  <a:lnTo>
                    <a:pt x="836930" y="282126"/>
                  </a:lnTo>
                  <a:lnTo>
                    <a:pt x="824801" y="273933"/>
                  </a:lnTo>
                  <a:lnTo>
                    <a:pt x="812671" y="265963"/>
                  </a:lnTo>
                  <a:lnTo>
                    <a:pt x="800542" y="258209"/>
                  </a:lnTo>
                  <a:lnTo>
                    <a:pt x="788412" y="250662"/>
                  </a:lnTo>
                  <a:lnTo>
                    <a:pt x="776283" y="243311"/>
                  </a:lnTo>
                  <a:lnTo>
                    <a:pt x="764153" y="236149"/>
                  </a:lnTo>
                  <a:lnTo>
                    <a:pt x="752024" y="229172"/>
                  </a:lnTo>
                  <a:lnTo>
                    <a:pt x="739895" y="222384"/>
                  </a:lnTo>
                  <a:lnTo>
                    <a:pt x="727765" y="215792"/>
                  </a:lnTo>
                  <a:lnTo>
                    <a:pt x="715636" y="209401"/>
                  </a:lnTo>
                  <a:lnTo>
                    <a:pt x="703506" y="203208"/>
                  </a:lnTo>
                  <a:lnTo>
                    <a:pt x="691377" y="197202"/>
                  </a:lnTo>
                  <a:lnTo>
                    <a:pt x="679247" y="191364"/>
                  </a:lnTo>
                  <a:lnTo>
                    <a:pt x="667118" y="185671"/>
                  </a:lnTo>
                  <a:lnTo>
                    <a:pt x="654989" y="180094"/>
                  </a:lnTo>
                  <a:lnTo>
                    <a:pt x="642859" y="174607"/>
                  </a:lnTo>
                  <a:lnTo>
                    <a:pt x="630730" y="169200"/>
                  </a:lnTo>
                  <a:lnTo>
                    <a:pt x="618600" y="163881"/>
                  </a:lnTo>
                  <a:lnTo>
                    <a:pt x="606471" y="158652"/>
                  </a:lnTo>
                  <a:lnTo>
                    <a:pt x="594341" y="153494"/>
                  </a:lnTo>
                  <a:lnTo>
                    <a:pt x="582212" y="148379"/>
                  </a:lnTo>
                  <a:lnTo>
                    <a:pt x="570083" y="143288"/>
                  </a:lnTo>
                  <a:lnTo>
                    <a:pt x="557953" y="138231"/>
                  </a:lnTo>
                  <a:lnTo>
                    <a:pt x="545824" y="133213"/>
                  </a:lnTo>
                  <a:lnTo>
                    <a:pt x="533694" y="128233"/>
                  </a:lnTo>
                  <a:lnTo>
                    <a:pt x="521565" y="123271"/>
                  </a:lnTo>
                  <a:lnTo>
                    <a:pt x="509435" y="118302"/>
                  </a:lnTo>
                  <a:lnTo>
                    <a:pt x="497306" y="113310"/>
                  </a:lnTo>
                  <a:lnTo>
                    <a:pt x="485177" y="108304"/>
                  </a:lnTo>
                  <a:lnTo>
                    <a:pt x="473047" y="103297"/>
                  </a:lnTo>
                  <a:lnTo>
                    <a:pt x="460918" y="98307"/>
                  </a:lnTo>
                  <a:lnTo>
                    <a:pt x="448788" y="93343"/>
                  </a:lnTo>
                  <a:lnTo>
                    <a:pt x="436659" y="88411"/>
                  </a:lnTo>
                  <a:lnTo>
                    <a:pt x="424529" y="83508"/>
                  </a:lnTo>
                  <a:lnTo>
                    <a:pt x="412400" y="78630"/>
                  </a:lnTo>
                  <a:lnTo>
                    <a:pt x="400271" y="73768"/>
                  </a:lnTo>
                  <a:lnTo>
                    <a:pt x="388141" y="68923"/>
                  </a:lnTo>
                  <a:lnTo>
                    <a:pt x="376012" y="64114"/>
                  </a:lnTo>
                  <a:lnTo>
                    <a:pt x="363882" y="59386"/>
                  </a:lnTo>
                  <a:lnTo>
                    <a:pt x="351753" y="54768"/>
                  </a:lnTo>
                  <a:lnTo>
                    <a:pt x="339623" y="50275"/>
                  </a:lnTo>
                  <a:lnTo>
                    <a:pt x="327494" y="45910"/>
                  </a:lnTo>
                  <a:lnTo>
                    <a:pt x="315365" y="41689"/>
                  </a:lnTo>
                  <a:lnTo>
                    <a:pt x="303235" y="37638"/>
                  </a:lnTo>
                  <a:lnTo>
                    <a:pt x="291106" y="33768"/>
                  </a:lnTo>
                  <a:lnTo>
                    <a:pt x="278976" y="30075"/>
                  </a:lnTo>
                  <a:lnTo>
                    <a:pt x="266847" y="26550"/>
                  </a:lnTo>
                  <a:lnTo>
                    <a:pt x="254717" y="23209"/>
                  </a:lnTo>
                  <a:lnTo>
                    <a:pt x="242588" y="20079"/>
                  </a:lnTo>
                  <a:lnTo>
                    <a:pt x="230459" y="17178"/>
                  </a:lnTo>
                  <a:lnTo>
                    <a:pt x="218329" y="14515"/>
                  </a:lnTo>
                  <a:lnTo>
                    <a:pt x="206200" y="12089"/>
                  </a:lnTo>
                  <a:lnTo>
                    <a:pt x="194070" y="9887"/>
                  </a:lnTo>
                  <a:lnTo>
                    <a:pt x="181941" y="7895"/>
                  </a:lnTo>
                  <a:lnTo>
                    <a:pt x="169811" y="6112"/>
                  </a:lnTo>
                  <a:lnTo>
                    <a:pt x="157682" y="4542"/>
                  </a:lnTo>
                  <a:lnTo>
                    <a:pt x="145553" y="3193"/>
                  </a:lnTo>
                  <a:lnTo>
                    <a:pt x="133423" y="2072"/>
                  </a:lnTo>
                  <a:lnTo>
                    <a:pt x="121294" y="1188"/>
                  </a:lnTo>
                  <a:lnTo>
                    <a:pt x="109164" y="547"/>
                  </a:lnTo>
                  <a:lnTo>
                    <a:pt x="97035" y="150"/>
                  </a:lnTo>
                  <a:lnTo>
                    <a:pt x="84905" y="0"/>
                  </a:lnTo>
                  <a:lnTo>
                    <a:pt x="72776" y="91"/>
                  </a:lnTo>
                  <a:lnTo>
                    <a:pt x="60647" y="417"/>
                  </a:lnTo>
                  <a:lnTo>
                    <a:pt x="48517" y="968"/>
                  </a:lnTo>
                  <a:lnTo>
                    <a:pt x="36388" y="1732"/>
                  </a:lnTo>
                  <a:lnTo>
                    <a:pt x="24258" y="2692"/>
                  </a:lnTo>
                  <a:lnTo>
                    <a:pt x="12129" y="3830"/>
                  </a:lnTo>
                  <a:lnTo>
                    <a:pt x="0" y="5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9516075" y="7002415"/>
              <a:ext cx="958224" cy="357589"/>
            </a:xfrm>
            <a:custGeom>
              <a:avLst/>
              <a:pathLst>
                <a:path w="958224" h="357589">
                  <a:moveTo>
                    <a:pt x="0" y="0"/>
                  </a:moveTo>
                  <a:lnTo>
                    <a:pt x="12129" y="6434"/>
                  </a:lnTo>
                  <a:lnTo>
                    <a:pt x="24258" y="12867"/>
                  </a:lnTo>
                  <a:lnTo>
                    <a:pt x="36388" y="19295"/>
                  </a:lnTo>
                  <a:lnTo>
                    <a:pt x="48517" y="25718"/>
                  </a:lnTo>
                  <a:lnTo>
                    <a:pt x="60647" y="32132"/>
                  </a:lnTo>
                  <a:lnTo>
                    <a:pt x="72776" y="38536"/>
                  </a:lnTo>
                  <a:lnTo>
                    <a:pt x="84905" y="44927"/>
                  </a:lnTo>
                  <a:lnTo>
                    <a:pt x="97035" y="51305"/>
                  </a:lnTo>
                  <a:lnTo>
                    <a:pt x="109164" y="57665"/>
                  </a:lnTo>
                  <a:lnTo>
                    <a:pt x="121294" y="64008"/>
                  </a:lnTo>
                  <a:lnTo>
                    <a:pt x="133423" y="70330"/>
                  </a:lnTo>
                  <a:lnTo>
                    <a:pt x="145553" y="76630"/>
                  </a:lnTo>
                  <a:lnTo>
                    <a:pt x="157682" y="82904"/>
                  </a:lnTo>
                  <a:lnTo>
                    <a:pt x="169811" y="89153"/>
                  </a:lnTo>
                  <a:lnTo>
                    <a:pt x="181941" y="95372"/>
                  </a:lnTo>
                  <a:lnTo>
                    <a:pt x="194070" y="101561"/>
                  </a:lnTo>
                  <a:lnTo>
                    <a:pt x="206200" y="107718"/>
                  </a:lnTo>
                  <a:lnTo>
                    <a:pt x="218329" y="113838"/>
                  </a:lnTo>
                  <a:lnTo>
                    <a:pt x="230459" y="119921"/>
                  </a:lnTo>
                  <a:lnTo>
                    <a:pt x="242588" y="125962"/>
                  </a:lnTo>
                  <a:lnTo>
                    <a:pt x="254717" y="131960"/>
                  </a:lnTo>
                  <a:lnTo>
                    <a:pt x="266847" y="137911"/>
                  </a:lnTo>
                  <a:lnTo>
                    <a:pt x="278976" y="143812"/>
                  </a:lnTo>
                  <a:lnTo>
                    <a:pt x="291106" y="149662"/>
                  </a:lnTo>
                  <a:lnTo>
                    <a:pt x="303235" y="155462"/>
                  </a:lnTo>
                  <a:lnTo>
                    <a:pt x="315365" y="161216"/>
                  </a:lnTo>
                  <a:lnTo>
                    <a:pt x="327494" y="166927"/>
                  </a:lnTo>
                  <a:lnTo>
                    <a:pt x="339623" y="172597"/>
                  </a:lnTo>
                  <a:lnTo>
                    <a:pt x="351753" y="178222"/>
                  </a:lnTo>
                  <a:lnTo>
                    <a:pt x="363882" y="183794"/>
                  </a:lnTo>
                  <a:lnTo>
                    <a:pt x="376012" y="189304"/>
                  </a:lnTo>
                  <a:lnTo>
                    <a:pt x="388141" y="194743"/>
                  </a:lnTo>
                  <a:lnTo>
                    <a:pt x="400271" y="200103"/>
                  </a:lnTo>
                  <a:lnTo>
                    <a:pt x="412400" y="205381"/>
                  </a:lnTo>
                  <a:lnTo>
                    <a:pt x="424529" y="210576"/>
                  </a:lnTo>
                  <a:lnTo>
                    <a:pt x="436659" y="215685"/>
                  </a:lnTo>
                  <a:lnTo>
                    <a:pt x="448788" y="220708"/>
                  </a:lnTo>
                  <a:lnTo>
                    <a:pt x="460918" y="225643"/>
                  </a:lnTo>
                  <a:lnTo>
                    <a:pt x="473047" y="230489"/>
                  </a:lnTo>
                  <a:lnTo>
                    <a:pt x="485177" y="235246"/>
                  </a:lnTo>
                  <a:lnTo>
                    <a:pt x="497306" y="239910"/>
                  </a:lnTo>
                  <a:lnTo>
                    <a:pt x="509435" y="244482"/>
                  </a:lnTo>
                  <a:lnTo>
                    <a:pt x="521565" y="248959"/>
                  </a:lnTo>
                  <a:lnTo>
                    <a:pt x="533694" y="253340"/>
                  </a:lnTo>
                  <a:lnTo>
                    <a:pt x="545824" y="257623"/>
                  </a:lnTo>
                  <a:lnTo>
                    <a:pt x="557953" y="261804"/>
                  </a:lnTo>
                  <a:lnTo>
                    <a:pt x="570083" y="265881"/>
                  </a:lnTo>
                  <a:lnTo>
                    <a:pt x="582212" y="269851"/>
                  </a:lnTo>
                  <a:lnTo>
                    <a:pt x="594341" y="273711"/>
                  </a:lnTo>
                  <a:lnTo>
                    <a:pt x="606471" y="277463"/>
                  </a:lnTo>
                  <a:lnTo>
                    <a:pt x="618600" y="281107"/>
                  </a:lnTo>
                  <a:lnTo>
                    <a:pt x="630730" y="284645"/>
                  </a:lnTo>
                  <a:lnTo>
                    <a:pt x="642859" y="288080"/>
                  </a:lnTo>
                  <a:lnTo>
                    <a:pt x="654989" y="291414"/>
                  </a:lnTo>
                  <a:lnTo>
                    <a:pt x="667118" y="294652"/>
                  </a:lnTo>
                  <a:lnTo>
                    <a:pt x="679247" y="297801"/>
                  </a:lnTo>
                  <a:lnTo>
                    <a:pt x="691377" y="300867"/>
                  </a:lnTo>
                  <a:lnTo>
                    <a:pt x="703506" y="303857"/>
                  </a:lnTo>
                  <a:lnTo>
                    <a:pt x="715636" y="306777"/>
                  </a:lnTo>
                  <a:lnTo>
                    <a:pt x="727765" y="309634"/>
                  </a:lnTo>
                  <a:lnTo>
                    <a:pt x="739895" y="312434"/>
                  </a:lnTo>
                  <a:lnTo>
                    <a:pt x="752024" y="315183"/>
                  </a:lnTo>
                  <a:lnTo>
                    <a:pt x="764153" y="317888"/>
                  </a:lnTo>
                  <a:lnTo>
                    <a:pt x="776283" y="320555"/>
                  </a:lnTo>
                  <a:lnTo>
                    <a:pt x="788412" y="323186"/>
                  </a:lnTo>
                  <a:lnTo>
                    <a:pt x="800542" y="325783"/>
                  </a:lnTo>
                  <a:lnTo>
                    <a:pt x="812671" y="328349"/>
                  </a:lnTo>
                  <a:lnTo>
                    <a:pt x="824801" y="330887"/>
                  </a:lnTo>
                  <a:lnTo>
                    <a:pt x="836930" y="333398"/>
                  </a:lnTo>
                  <a:lnTo>
                    <a:pt x="849059" y="335886"/>
                  </a:lnTo>
                  <a:lnTo>
                    <a:pt x="861189" y="338351"/>
                  </a:lnTo>
                  <a:lnTo>
                    <a:pt x="873318" y="340798"/>
                  </a:lnTo>
                  <a:lnTo>
                    <a:pt x="885448" y="343228"/>
                  </a:lnTo>
                  <a:lnTo>
                    <a:pt x="897577" y="345643"/>
                  </a:lnTo>
                  <a:lnTo>
                    <a:pt x="909706" y="348047"/>
                  </a:lnTo>
                  <a:lnTo>
                    <a:pt x="921836" y="350441"/>
                  </a:lnTo>
                  <a:lnTo>
                    <a:pt x="933965" y="352827"/>
                  </a:lnTo>
                  <a:lnTo>
                    <a:pt x="946095" y="355209"/>
                  </a:lnTo>
                  <a:lnTo>
                    <a:pt x="958224" y="357589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995141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46" name="rc746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7"/>
            <p:cNvSpPr/>
            <p:nvPr/>
          </p:nvSpPr>
          <p:spPr>
            <a:xfrm>
              <a:off x="9306161" y="8331399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9343378" y="728990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9343378" y="625113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750" name="pl750"/>
            <p:cNvSpPr/>
            <p:nvPr/>
          </p:nvSpPr>
          <p:spPr>
            <a:xfrm>
              <a:off x="9433369" y="83717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9433369" y="73315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9433369" y="62914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965724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988356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1010988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10336210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tx757"/>
            <p:cNvSpPr/>
            <p:nvPr/>
          </p:nvSpPr>
          <p:spPr>
            <a:xfrm>
              <a:off x="9607555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9852486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10078809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10305132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9377826" y="8780345"/>
              <a:ext cx="1234721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Alamar_pTau217_Z</a:t>
              </a:r>
            </a:p>
          </p:txBody>
        </p:sp>
        <p:sp>
          <p:nvSpPr>
            <p:cNvPr id="762" name="tx762"/>
            <p:cNvSpPr/>
            <p:nvPr/>
          </p:nvSpPr>
          <p:spPr>
            <a:xfrm rot="-5400000">
              <a:off x="8473848" y="6942997"/>
              <a:ext cx="139761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RofC_AlamarpT217_Z</a:t>
              </a:r>
            </a:p>
          </p:txBody>
        </p:sp>
        <p:sp>
          <p:nvSpPr>
            <p:cNvPr id="763" name="rc763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rc764"/>
            <p:cNvSpPr/>
            <p:nvPr/>
          </p:nvSpPr>
          <p:spPr>
            <a:xfrm>
              <a:off x="10992163" y="5418670"/>
              <a:ext cx="105404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10992163" y="667255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10992163" y="639698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10992163" y="612140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10992163" y="584583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10992163" y="557025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1120998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11549818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1188964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10992163" y="653477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10992163" y="625919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10992163" y="598361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10992163" y="570804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10992163" y="543246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110400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11379904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1171973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11015249" y="6182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11093413" y="6156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11015249" y="637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11015249" y="622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1252291" y="661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11015249" y="6533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11163983" y="6533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11219705" y="6233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11015249" y="6280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11156100" y="6085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11015249" y="615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11084182" y="6207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11015249" y="6389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11331712" y="5941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11015249" y="633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11107608" y="6495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11015249" y="663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1237953" y="6320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11015249" y="6164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11015249" y="6243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11015249" y="6245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1093338" y="6407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11015249" y="632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11085635" y="6153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11154975" y="6185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11222684" y="5709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11311319" y="6223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11015249" y="6419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11085821" y="5998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11169056" y="6174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11015249" y="634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11088428" y="6310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11156061" y="626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11015249" y="6336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11094752" y="6233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11015249" y="6278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11093145" y="5741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11428975" y="623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11015249" y="6164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11229946" y="6557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11450416" y="6303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11015249" y="6410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11075480" y="5996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11167839" y="6450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11371177" y="6333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11015249" y="627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1316533" y="603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1015249" y="652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11015249" y="6401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11198941" y="641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11290091" y="6471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1015249" y="6315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1226694" y="6267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11015249" y="6410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11169056" y="6444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11015249" y="6426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11015249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11088887" y="6421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11015249" y="6194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1170330" y="589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1277057" y="6511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11221046" y="6449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1347108" y="5862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1497005" y="6496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1015249" y="6499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11146430" y="6197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11015249" y="6278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11085771" y="5885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1015249" y="6410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1144477" y="6654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1290464" y="6344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1015249" y="6473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1221176" y="6152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1015249" y="6254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1077026" y="633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1161937" y="6242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1015249" y="6171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1015249" y="640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1092152" y="6552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1217715" y="6212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1015249" y="645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1015249" y="6377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1015249" y="6449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1174102" y="6083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1015249" y="6289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1091809" y="6265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11015249" y="629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11095819" y="628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11172966" y="6189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11304615" y="637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1015249" y="6205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1256574" y="659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1015249" y="624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1084153" y="643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1151933" y="6238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1015249" y="62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1218239" y="5911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1015249" y="6156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1152428" y="603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1221380" y="6114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1294001" y="5896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1355636" y="5907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1015249" y="6337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1152062" y="6465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1015249" y="6217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1099973" y="6247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1410195" y="580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1015249" y="6353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1153671" y="5955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1279663" y="5866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1015249" y="6447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1015249" y="6280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1015249" y="6207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1152087" y="5974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1015249" y="6468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1230132" y="620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1015249" y="646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081675" y="6274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1157276" y="6245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11040075" y="6181622"/>
              <a:ext cx="78163" cy="26193"/>
            </a:xfrm>
            <a:custGeom>
              <a:avLst/>
              <a:pathLst>
                <a:path w="78163" h="26193">
                  <a:moveTo>
                    <a:pt x="0" y="26193"/>
                  </a:moveTo>
                  <a:lnTo>
                    <a:pt x="781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11040075" y="6252099"/>
              <a:ext cx="237042" cy="385258"/>
            </a:xfrm>
            <a:custGeom>
              <a:avLst/>
              <a:pathLst>
                <a:path w="237042" h="385258">
                  <a:moveTo>
                    <a:pt x="0" y="0"/>
                  </a:moveTo>
                  <a:lnTo>
                    <a:pt x="237042" y="3852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11040075" y="6558059"/>
              <a:ext cx="148734" cy="640"/>
            </a:xfrm>
            <a:custGeom>
              <a:avLst/>
              <a:pathLst>
                <a:path w="148734" h="640">
                  <a:moveTo>
                    <a:pt x="0" y="640"/>
                  </a:moveTo>
                  <a:lnTo>
                    <a:pt x="1487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11040075" y="6110783"/>
              <a:ext cx="140851" cy="194809"/>
            </a:xfrm>
            <a:custGeom>
              <a:avLst/>
              <a:pathLst>
                <a:path w="140851" h="194809">
                  <a:moveTo>
                    <a:pt x="0" y="194809"/>
                  </a:moveTo>
                  <a:lnTo>
                    <a:pt x="1408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11040075" y="6182659"/>
              <a:ext cx="68932" cy="49836"/>
            </a:xfrm>
            <a:custGeom>
              <a:avLst/>
              <a:pathLst>
                <a:path w="68932" h="49836">
                  <a:moveTo>
                    <a:pt x="0" y="0"/>
                  </a:moveTo>
                  <a:lnTo>
                    <a:pt x="68932" y="498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11040075" y="5966066"/>
              <a:ext cx="316463" cy="448624"/>
            </a:xfrm>
            <a:custGeom>
              <a:avLst/>
              <a:pathLst>
                <a:path w="316463" h="448624">
                  <a:moveTo>
                    <a:pt x="0" y="448624"/>
                  </a:moveTo>
                  <a:lnTo>
                    <a:pt x="316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11040075" y="6359691"/>
              <a:ext cx="92359" cy="161100"/>
            </a:xfrm>
            <a:custGeom>
              <a:avLst/>
              <a:pathLst>
                <a:path w="92359" h="161100">
                  <a:moveTo>
                    <a:pt x="0" y="0"/>
                  </a:moveTo>
                  <a:lnTo>
                    <a:pt x="92359" y="1611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11040075" y="6344866"/>
              <a:ext cx="222704" cy="314683"/>
            </a:xfrm>
            <a:custGeom>
              <a:avLst/>
              <a:pathLst>
                <a:path w="222704" h="314683">
                  <a:moveTo>
                    <a:pt x="0" y="314683"/>
                  </a:moveTo>
                  <a:lnTo>
                    <a:pt x="222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11040075" y="6270095"/>
              <a:ext cx="78089" cy="161925"/>
            </a:xfrm>
            <a:custGeom>
              <a:avLst/>
              <a:pathLst>
                <a:path w="78089" h="161925">
                  <a:moveTo>
                    <a:pt x="0" y="0"/>
                  </a:moveTo>
                  <a:lnTo>
                    <a:pt x="78089" y="1619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11040075" y="5733957"/>
              <a:ext cx="296070" cy="613594"/>
            </a:xfrm>
            <a:custGeom>
              <a:avLst/>
              <a:pathLst>
                <a:path w="296070" h="613594">
                  <a:moveTo>
                    <a:pt x="0" y="613594"/>
                  </a:moveTo>
                  <a:lnTo>
                    <a:pt x="70386" y="444480"/>
                  </a:lnTo>
                  <a:lnTo>
                    <a:pt x="139726" y="476392"/>
                  </a:lnTo>
                  <a:lnTo>
                    <a:pt x="207435" y="0"/>
                  </a:lnTo>
                  <a:lnTo>
                    <a:pt x="296070" y="5147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11040075" y="6023109"/>
              <a:ext cx="153807" cy="421351"/>
            </a:xfrm>
            <a:custGeom>
              <a:avLst/>
              <a:pathLst>
                <a:path w="153807" h="421351">
                  <a:moveTo>
                    <a:pt x="0" y="421351"/>
                  </a:moveTo>
                  <a:lnTo>
                    <a:pt x="70572" y="0"/>
                  </a:lnTo>
                  <a:lnTo>
                    <a:pt x="153807" y="1757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11040075" y="6286852"/>
              <a:ext cx="140812" cy="80931"/>
            </a:xfrm>
            <a:custGeom>
              <a:avLst/>
              <a:pathLst>
                <a:path w="140812" h="80931">
                  <a:moveTo>
                    <a:pt x="0" y="80931"/>
                  </a:moveTo>
                  <a:lnTo>
                    <a:pt x="73179" y="48261"/>
                  </a:lnTo>
                  <a:lnTo>
                    <a:pt x="140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11040075" y="6258176"/>
              <a:ext cx="79503" cy="102852"/>
            </a:xfrm>
            <a:custGeom>
              <a:avLst/>
              <a:pathLst>
                <a:path w="79503" h="102852">
                  <a:moveTo>
                    <a:pt x="0" y="102852"/>
                  </a:moveTo>
                  <a:lnTo>
                    <a:pt x="795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11040075" y="5766169"/>
              <a:ext cx="77896" cy="537006"/>
            </a:xfrm>
            <a:custGeom>
              <a:avLst/>
              <a:pathLst>
                <a:path w="77896" h="537006">
                  <a:moveTo>
                    <a:pt x="0" y="537006"/>
                  </a:moveTo>
                  <a:lnTo>
                    <a:pt x="778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11254772" y="6328428"/>
              <a:ext cx="220469" cy="253502"/>
            </a:xfrm>
            <a:custGeom>
              <a:avLst/>
              <a:pathLst>
                <a:path w="220469" h="253502">
                  <a:moveTo>
                    <a:pt x="0" y="253502"/>
                  </a:moveTo>
                  <a:lnTo>
                    <a:pt x="2204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11040075" y="6021749"/>
              <a:ext cx="355928" cy="453247"/>
            </a:xfrm>
            <a:custGeom>
              <a:avLst/>
              <a:pathLst>
                <a:path w="355928" h="453247">
                  <a:moveTo>
                    <a:pt x="0" y="414043"/>
                  </a:moveTo>
                  <a:lnTo>
                    <a:pt x="60231" y="0"/>
                  </a:lnTo>
                  <a:lnTo>
                    <a:pt x="152590" y="453247"/>
                  </a:lnTo>
                  <a:lnTo>
                    <a:pt x="355928" y="3368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11040075" y="6057194"/>
              <a:ext cx="301284" cy="240246"/>
            </a:xfrm>
            <a:custGeom>
              <a:avLst/>
              <a:pathLst>
                <a:path w="301284" h="240246">
                  <a:moveTo>
                    <a:pt x="0" y="240246"/>
                  </a:moveTo>
                  <a:lnTo>
                    <a:pt x="3012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11223767" y="6442212"/>
              <a:ext cx="91149" cy="54490"/>
            </a:xfrm>
            <a:custGeom>
              <a:avLst/>
              <a:pathLst>
                <a:path w="91149" h="54490">
                  <a:moveTo>
                    <a:pt x="0" y="0"/>
                  </a:moveTo>
                  <a:lnTo>
                    <a:pt x="91149" y="544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11040075" y="6292761"/>
              <a:ext cx="211444" cy="47718"/>
            </a:xfrm>
            <a:custGeom>
              <a:avLst/>
              <a:pathLst>
                <a:path w="211444" h="47718">
                  <a:moveTo>
                    <a:pt x="0" y="47718"/>
                  </a:moveTo>
                  <a:lnTo>
                    <a:pt x="2114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11040075" y="6435406"/>
              <a:ext cx="153807" cy="33900"/>
            </a:xfrm>
            <a:custGeom>
              <a:avLst/>
              <a:pathLst>
                <a:path w="153807" h="33900">
                  <a:moveTo>
                    <a:pt x="0" y="0"/>
                  </a:moveTo>
                  <a:lnTo>
                    <a:pt x="153807" y="339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11040075" y="6446496"/>
              <a:ext cx="73638" cy="260163"/>
            </a:xfrm>
            <a:custGeom>
              <a:avLst/>
              <a:pathLst>
                <a:path w="73638" h="260163">
                  <a:moveTo>
                    <a:pt x="0" y="260163"/>
                  </a:moveTo>
                  <a:lnTo>
                    <a:pt x="736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11040075" y="5922906"/>
              <a:ext cx="261807" cy="613841"/>
            </a:xfrm>
            <a:custGeom>
              <a:avLst/>
              <a:pathLst>
                <a:path w="261807" h="613841">
                  <a:moveTo>
                    <a:pt x="0" y="296098"/>
                  </a:moveTo>
                  <a:lnTo>
                    <a:pt x="155080" y="0"/>
                  </a:lnTo>
                  <a:lnTo>
                    <a:pt x="261807" y="6138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11245872" y="5887185"/>
              <a:ext cx="275959" cy="634262"/>
            </a:xfrm>
            <a:custGeom>
              <a:avLst/>
              <a:pathLst>
                <a:path w="275959" h="634262">
                  <a:moveTo>
                    <a:pt x="0" y="586823"/>
                  </a:moveTo>
                  <a:lnTo>
                    <a:pt x="126062" y="0"/>
                  </a:lnTo>
                  <a:lnTo>
                    <a:pt x="275959" y="6342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11040075" y="6221988"/>
              <a:ext cx="131181" cy="301913"/>
            </a:xfrm>
            <a:custGeom>
              <a:avLst/>
              <a:pathLst>
                <a:path w="131181" h="301913">
                  <a:moveTo>
                    <a:pt x="0" y="301913"/>
                  </a:moveTo>
                  <a:lnTo>
                    <a:pt x="1311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11040075" y="5910256"/>
              <a:ext cx="70522" cy="392951"/>
            </a:xfrm>
            <a:custGeom>
              <a:avLst/>
              <a:pathLst>
                <a:path w="70522" h="392951">
                  <a:moveTo>
                    <a:pt x="0" y="392951"/>
                  </a:moveTo>
                  <a:lnTo>
                    <a:pt x="705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11040075" y="6369648"/>
              <a:ext cx="275214" cy="309789"/>
            </a:xfrm>
            <a:custGeom>
              <a:avLst/>
              <a:pathLst>
                <a:path w="275214" h="309789">
                  <a:moveTo>
                    <a:pt x="0" y="65918"/>
                  </a:moveTo>
                  <a:lnTo>
                    <a:pt x="129228" y="309789"/>
                  </a:lnTo>
                  <a:lnTo>
                    <a:pt x="2752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11040075" y="6177644"/>
              <a:ext cx="205927" cy="320337"/>
            </a:xfrm>
            <a:custGeom>
              <a:avLst/>
              <a:pathLst>
                <a:path w="205927" h="320337">
                  <a:moveTo>
                    <a:pt x="0" y="320337"/>
                  </a:moveTo>
                  <a:lnTo>
                    <a:pt x="2059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11040075" y="6267751"/>
              <a:ext cx="146688" cy="88064"/>
            </a:xfrm>
            <a:custGeom>
              <a:avLst/>
              <a:pathLst>
                <a:path w="146688" h="88064">
                  <a:moveTo>
                    <a:pt x="0" y="11589"/>
                  </a:moveTo>
                  <a:lnTo>
                    <a:pt x="61777" y="88064"/>
                  </a:lnTo>
                  <a:lnTo>
                    <a:pt x="1466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11040075" y="6237069"/>
              <a:ext cx="202466" cy="340709"/>
            </a:xfrm>
            <a:custGeom>
              <a:avLst/>
              <a:pathLst>
                <a:path w="202466" h="340709">
                  <a:moveTo>
                    <a:pt x="0" y="194923"/>
                  </a:moveTo>
                  <a:lnTo>
                    <a:pt x="76903" y="340709"/>
                  </a:lnTo>
                  <a:lnTo>
                    <a:pt x="2024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11040075" y="6108019"/>
              <a:ext cx="158853" cy="366364"/>
            </a:xfrm>
            <a:custGeom>
              <a:avLst/>
              <a:pathLst>
                <a:path w="158853" h="366364">
                  <a:moveTo>
                    <a:pt x="0" y="366364"/>
                  </a:moveTo>
                  <a:lnTo>
                    <a:pt x="1588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11040075" y="6290232"/>
              <a:ext cx="76560" cy="24060"/>
            </a:xfrm>
            <a:custGeom>
              <a:avLst/>
              <a:pathLst>
                <a:path w="76560" h="24060">
                  <a:moveTo>
                    <a:pt x="0" y="24060"/>
                  </a:moveTo>
                  <a:lnTo>
                    <a:pt x="765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11040075" y="6214042"/>
              <a:ext cx="289366" cy="182062"/>
            </a:xfrm>
            <a:custGeom>
              <a:avLst/>
              <a:pathLst>
                <a:path w="289366" h="182062">
                  <a:moveTo>
                    <a:pt x="0" y="106817"/>
                  </a:moveTo>
                  <a:lnTo>
                    <a:pt x="80570" y="98435"/>
                  </a:lnTo>
                  <a:lnTo>
                    <a:pt x="157717" y="0"/>
                  </a:lnTo>
                  <a:lnTo>
                    <a:pt x="289366" y="1820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11040075" y="6230371"/>
              <a:ext cx="241325" cy="386288"/>
            </a:xfrm>
            <a:custGeom>
              <a:avLst/>
              <a:pathLst>
                <a:path w="241325" h="386288">
                  <a:moveTo>
                    <a:pt x="0" y="0"/>
                  </a:moveTo>
                  <a:lnTo>
                    <a:pt x="241325" y="3862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11040075" y="6263703"/>
              <a:ext cx="136684" cy="192668"/>
            </a:xfrm>
            <a:custGeom>
              <a:avLst/>
              <a:pathLst>
                <a:path w="136684" h="192668">
                  <a:moveTo>
                    <a:pt x="0" y="8372"/>
                  </a:moveTo>
                  <a:lnTo>
                    <a:pt x="68904" y="192668"/>
                  </a:lnTo>
                  <a:lnTo>
                    <a:pt x="1366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11040075" y="5936295"/>
              <a:ext cx="202990" cy="330044"/>
            </a:xfrm>
            <a:custGeom>
              <a:avLst/>
              <a:pathLst>
                <a:path w="202990" h="330044">
                  <a:moveTo>
                    <a:pt x="0" y="330044"/>
                  </a:moveTo>
                  <a:lnTo>
                    <a:pt x="2029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11040075" y="5921590"/>
              <a:ext cx="340387" cy="259656"/>
            </a:xfrm>
            <a:custGeom>
              <a:avLst/>
              <a:pathLst>
                <a:path w="340387" h="259656">
                  <a:moveTo>
                    <a:pt x="0" y="259656"/>
                  </a:moveTo>
                  <a:lnTo>
                    <a:pt x="137179" y="139375"/>
                  </a:lnTo>
                  <a:lnTo>
                    <a:pt x="206131" y="217634"/>
                  </a:lnTo>
                  <a:lnTo>
                    <a:pt x="278752" y="0"/>
                  </a:lnTo>
                  <a:lnTo>
                    <a:pt x="340387" y="105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11040075" y="6362444"/>
              <a:ext cx="136813" cy="127428"/>
            </a:xfrm>
            <a:custGeom>
              <a:avLst/>
              <a:pathLst>
                <a:path w="136813" h="127428">
                  <a:moveTo>
                    <a:pt x="0" y="0"/>
                  </a:moveTo>
                  <a:lnTo>
                    <a:pt x="136813" y="1274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11040075" y="5832343"/>
              <a:ext cx="394946" cy="440110"/>
            </a:xfrm>
            <a:custGeom>
              <a:avLst/>
              <a:pathLst>
                <a:path w="394946" h="440110">
                  <a:moveTo>
                    <a:pt x="0" y="410169"/>
                  </a:moveTo>
                  <a:lnTo>
                    <a:pt x="84724" y="440110"/>
                  </a:lnTo>
                  <a:lnTo>
                    <a:pt x="3949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11040075" y="5891611"/>
              <a:ext cx="264414" cy="486306"/>
            </a:xfrm>
            <a:custGeom>
              <a:avLst/>
              <a:pathLst>
                <a:path w="264414" h="486306">
                  <a:moveTo>
                    <a:pt x="0" y="486306"/>
                  </a:moveTo>
                  <a:lnTo>
                    <a:pt x="138422" y="88847"/>
                  </a:lnTo>
                  <a:lnTo>
                    <a:pt x="2644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11040075" y="5998935"/>
              <a:ext cx="136838" cy="233105"/>
            </a:xfrm>
            <a:custGeom>
              <a:avLst/>
              <a:pathLst>
                <a:path w="136838" h="233105">
                  <a:moveTo>
                    <a:pt x="0" y="233105"/>
                  </a:moveTo>
                  <a:lnTo>
                    <a:pt x="136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11040075" y="6227722"/>
              <a:ext cx="214883" cy="266029"/>
            </a:xfrm>
            <a:custGeom>
              <a:avLst/>
              <a:pathLst>
                <a:path w="214883" h="266029">
                  <a:moveTo>
                    <a:pt x="0" y="266029"/>
                  </a:moveTo>
                  <a:lnTo>
                    <a:pt x="2148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11040075" y="6270509"/>
              <a:ext cx="142027" cy="219355"/>
            </a:xfrm>
            <a:custGeom>
              <a:avLst/>
              <a:pathLst>
                <a:path w="142027" h="219355">
                  <a:moveTo>
                    <a:pt x="0" y="219355"/>
                  </a:moveTo>
                  <a:lnTo>
                    <a:pt x="66426" y="28802"/>
                  </a:lnTo>
                  <a:lnTo>
                    <a:pt x="1420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11040075" y="5925641"/>
              <a:ext cx="958224" cy="421359"/>
            </a:xfrm>
            <a:custGeom>
              <a:avLst/>
              <a:pathLst>
                <a:path w="958224" h="421359">
                  <a:moveTo>
                    <a:pt x="0" y="421359"/>
                  </a:moveTo>
                  <a:lnTo>
                    <a:pt x="9679" y="417102"/>
                  </a:lnTo>
                  <a:lnTo>
                    <a:pt x="19358" y="412846"/>
                  </a:lnTo>
                  <a:lnTo>
                    <a:pt x="29037" y="408590"/>
                  </a:lnTo>
                  <a:lnTo>
                    <a:pt x="38716" y="404334"/>
                  </a:lnTo>
                  <a:lnTo>
                    <a:pt x="48395" y="400078"/>
                  </a:lnTo>
                  <a:lnTo>
                    <a:pt x="58074" y="395822"/>
                  </a:lnTo>
                  <a:lnTo>
                    <a:pt x="67753" y="391566"/>
                  </a:lnTo>
                  <a:lnTo>
                    <a:pt x="77432" y="387309"/>
                  </a:lnTo>
                  <a:lnTo>
                    <a:pt x="87111" y="383053"/>
                  </a:lnTo>
                  <a:lnTo>
                    <a:pt x="96790" y="378797"/>
                  </a:lnTo>
                  <a:lnTo>
                    <a:pt x="106469" y="374541"/>
                  </a:lnTo>
                  <a:lnTo>
                    <a:pt x="116148" y="370285"/>
                  </a:lnTo>
                  <a:lnTo>
                    <a:pt x="125827" y="366029"/>
                  </a:lnTo>
                  <a:lnTo>
                    <a:pt x="135506" y="361772"/>
                  </a:lnTo>
                  <a:lnTo>
                    <a:pt x="145185" y="357516"/>
                  </a:lnTo>
                  <a:lnTo>
                    <a:pt x="154864" y="353260"/>
                  </a:lnTo>
                  <a:lnTo>
                    <a:pt x="164543" y="349004"/>
                  </a:lnTo>
                  <a:lnTo>
                    <a:pt x="174222" y="344748"/>
                  </a:lnTo>
                  <a:lnTo>
                    <a:pt x="183901" y="340492"/>
                  </a:lnTo>
                  <a:lnTo>
                    <a:pt x="193580" y="336236"/>
                  </a:lnTo>
                  <a:lnTo>
                    <a:pt x="203259" y="331979"/>
                  </a:lnTo>
                  <a:lnTo>
                    <a:pt x="212938" y="327723"/>
                  </a:lnTo>
                  <a:lnTo>
                    <a:pt x="222617" y="323467"/>
                  </a:lnTo>
                  <a:lnTo>
                    <a:pt x="232296" y="319211"/>
                  </a:lnTo>
                  <a:lnTo>
                    <a:pt x="241975" y="314955"/>
                  </a:lnTo>
                  <a:lnTo>
                    <a:pt x="251654" y="310699"/>
                  </a:lnTo>
                  <a:lnTo>
                    <a:pt x="261334" y="306442"/>
                  </a:lnTo>
                  <a:lnTo>
                    <a:pt x="271013" y="302186"/>
                  </a:lnTo>
                  <a:lnTo>
                    <a:pt x="280692" y="297930"/>
                  </a:lnTo>
                  <a:lnTo>
                    <a:pt x="290371" y="293674"/>
                  </a:lnTo>
                  <a:lnTo>
                    <a:pt x="300050" y="289418"/>
                  </a:lnTo>
                  <a:lnTo>
                    <a:pt x="309729" y="285162"/>
                  </a:lnTo>
                  <a:lnTo>
                    <a:pt x="319408" y="280906"/>
                  </a:lnTo>
                  <a:lnTo>
                    <a:pt x="329087" y="276649"/>
                  </a:lnTo>
                  <a:lnTo>
                    <a:pt x="338766" y="272393"/>
                  </a:lnTo>
                  <a:lnTo>
                    <a:pt x="348445" y="268137"/>
                  </a:lnTo>
                  <a:lnTo>
                    <a:pt x="358124" y="263881"/>
                  </a:lnTo>
                  <a:lnTo>
                    <a:pt x="367803" y="259625"/>
                  </a:lnTo>
                  <a:lnTo>
                    <a:pt x="377482" y="255369"/>
                  </a:lnTo>
                  <a:lnTo>
                    <a:pt x="387161" y="251113"/>
                  </a:lnTo>
                  <a:lnTo>
                    <a:pt x="396840" y="246856"/>
                  </a:lnTo>
                  <a:lnTo>
                    <a:pt x="406519" y="242600"/>
                  </a:lnTo>
                  <a:lnTo>
                    <a:pt x="416198" y="238344"/>
                  </a:lnTo>
                  <a:lnTo>
                    <a:pt x="425877" y="234088"/>
                  </a:lnTo>
                  <a:lnTo>
                    <a:pt x="435556" y="229832"/>
                  </a:lnTo>
                  <a:lnTo>
                    <a:pt x="445235" y="225576"/>
                  </a:lnTo>
                  <a:lnTo>
                    <a:pt x="454914" y="221319"/>
                  </a:lnTo>
                  <a:lnTo>
                    <a:pt x="464593" y="217063"/>
                  </a:lnTo>
                  <a:lnTo>
                    <a:pt x="474272" y="212807"/>
                  </a:lnTo>
                  <a:lnTo>
                    <a:pt x="483951" y="208551"/>
                  </a:lnTo>
                  <a:lnTo>
                    <a:pt x="493630" y="204295"/>
                  </a:lnTo>
                  <a:lnTo>
                    <a:pt x="503309" y="200039"/>
                  </a:lnTo>
                  <a:lnTo>
                    <a:pt x="512988" y="195783"/>
                  </a:lnTo>
                  <a:lnTo>
                    <a:pt x="522668" y="191526"/>
                  </a:lnTo>
                  <a:lnTo>
                    <a:pt x="532347" y="187270"/>
                  </a:lnTo>
                  <a:lnTo>
                    <a:pt x="542026" y="183014"/>
                  </a:lnTo>
                  <a:lnTo>
                    <a:pt x="551705" y="178758"/>
                  </a:lnTo>
                  <a:lnTo>
                    <a:pt x="561384" y="174502"/>
                  </a:lnTo>
                  <a:lnTo>
                    <a:pt x="571063" y="170246"/>
                  </a:lnTo>
                  <a:lnTo>
                    <a:pt x="580742" y="165989"/>
                  </a:lnTo>
                  <a:lnTo>
                    <a:pt x="590421" y="161733"/>
                  </a:lnTo>
                  <a:lnTo>
                    <a:pt x="600100" y="157477"/>
                  </a:lnTo>
                  <a:lnTo>
                    <a:pt x="609779" y="153221"/>
                  </a:lnTo>
                  <a:lnTo>
                    <a:pt x="619458" y="148965"/>
                  </a:lnTo>
                  <a:lnTo>
                    <a:pt x="629137" y="144709"/>
                  </a:lnTo>
                  <a:lnTo>
                    <a:pt x="638816" y="140453"/>
                  </a:lnTo>
                  <a:lnTo>
                    <a:pt x="648495" y="136196"/>
                  </a:lnTo>
                  <a:lnTo>
                    <a:pt x="658174" y="131940"/>
                  </a:lnTo>
                  <a:lnTo>
                    <a:pt x="667853" y="127684"/>
                  </a:lnTo>
                  <a:lnTo>
                    <a:pt x="677532" y="123428"/>
                  </a:lnTo>
                  <a:lnTo>
                    <a:pt x="687211" y="119172"/>
                  </a:lnTo>
                  <a:lnTo>
                    <a:pt x="696890" y="114916"/>
                  </a:lnTo>
                  <a:lnTo>
                    <a:pt x="706569" y="110659"/>
                  </a:lnTo>
                  <a:lnTo>
                    <a:pt x="716248" y="106403"/>
                  </a:lnTo>
                  <a:lnTo>
                    <a:pt x="725927" y="102147"/>
                  </a:lnTo>
                  <a:lnTo>
                    <a:pt x="735606" y="97891"/>
                  </a:lnTo>
                  <a:lnTo>
                    <a:pt x="745285" y="93635"/>
                  </a:lnTo>
                  <a:lnTo>
                    <a:pt x="754964" y="89379"/>
                  </a:lnTo>
                  <a:lnTo>
                    <a:pt x="764643" y="85123"/>
                  </a:lnTo>
                  <a:lnTo>
                    <a:pt x="774322" y="80866"/>
                  </a:lnTo>
                  <a:lnTo>
                    <a:pt x="784002" y="76610"/>
                  </a:lnTo>
                  <a:lnTo>
                    <a:pt x="793681" y="72354"/>
                  </a:lnTo>
                  <a:lnTo>
                    <a:pt x="803360" y="68098"/>
                  </a:lnTo>
                  <a:lnTo>
                    <a:pt x="813039" y="63842"/>
                  </a:lnTo>
                  <a:lnTo>
                    <a:pt x="822718" y="59586"/>
                  </a:lnTo>
                  <a:lnTo>
                    <a:pt x="832397" y="55329"/>
                  </a:lnTo>
                  <a:lnTo>
                    <a:pt x="842076" y="51073"/>
                  </a:lnTo>
                  <a:lnTo>
                    <a:pt x="851755" y="46817"/>
                  </a:lnTo>
                  <a:lnTo>
                    <a:pt x="861434" y="42561"/>
                  </a:lnTo>
                  <a:lnTo>
                    <a:pt x="871113" y="38305"/>
                  </a:lnTo>
                  <a:lnTo>
                    <a:pt x="880792" y="34049"/>
                  </a:lnTo>
                  <a:lnTo>
                    <a:pt x="890471" y="29793"/>
                  </a:lnTo>
                  <a:lnTo>
                    <a:pt x="900150" y="25536"/>
                  </a:lnTo>
                  <a:lnTo>
                    <a:pt x="909829" y="21280"/>
                  </a:lnTo>
                  <a:lnTo>
                    <a:pt x="919508" y="17024"/>
                  </a:lnTo>
                  <a:lnTo>
                    <a:pt x="929187" y="12768"/>
                  </a:lnTo>
                  <a:lnTo>
                    <a:pt x="938866" y="8512"/>
                  </a:lnTo>
                  <a:lnTo>
                    <a:pt x="948545" y="4256"/>
                  </a:lnTo>
                  <a:lnTo>
                    <a:pt x="958224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3" name="tx943"/>
            <p:cNvSpPr/>
            <p:nvPr/>
          </p:nvSpPr>
          <p:spPr>
            <a:xfrm>
              <a:off x="10983943" y="54397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0.108 Z/year</a:t>
              </a:r>
            </a:p>
          </p:txBody>
        </p:sp>
        <p:sp>
          <p:nvSpPr>
            <p:cNvPr id="944" name="rc944"/>
            <p:cNvSpPr/>
            <p:nvPr/>
          </p:nvSpPr>
          <p:spPr>
            <a:xfrm>
              <a:off x="10992163" y="5418670"/>
              <a:ext cx="105404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tx945"/>
            <p:cNvSpPr/>
            <p:nvPr/>
          </p:nvSpPr>
          <p:spPr>
            <a:xfrm>
              <a:off x="10830161" y="6494444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946" name="tx946"/>
            <p:cNvSpPr/>
            <p:nvPr/>
          </p:nvSpPr>
          <p:spPr>
            <a:xfrm>
              <a:off x="10867378" y="6217503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47" name="tx947"/>
            <p:cNvSpPr/>
            <p:nvPr/>
          </p:nvSpPr>
          <p:spPr>
            <a:xfrm>
              <a:off x="10867378" y="5943292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948" name="tx948"/>
            <p:cNvSpPr/>
            <p:nvPr/>
          </p:nvSpPr>
          <p:spPr>
            <a:xfrm>
              <a:off x="10867378" y="566771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949" name="tx949"/>
            <p:cNvSpPr/>
            <p:nvPr/>
          </p:nvSpPr>
          <p:spPr>
            <a:xfrm>
              <a:off x="10867378" y="5390721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950" name="pl950"/>
            <p:cNvSpPr/>
            <p:nvPr/>
          </p:nvSpPr>
          <p:spPr>
            <a:xfrm>
              <a:off x="10957369" y="6534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10957369" y="62591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10957369" y="59836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10957369" y="57080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10957369" y="54324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11040075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11379904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1171973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tx958"/>
            <p:cNvSpPr/>
            <p:nvPr/>
          </p:nvSpPr>
          <p:spPr>
            <a:xfrm>
              <a:off x="11008997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59" name="tx959"/>
            <p:cNvSpPr/>
            <p:nvPr/>
          </p:nvSpPr>
          <p:spPr>
            <a:xfrm>
              <a:off x="11348826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960" name="tx960"/>
            <p:cNvSpPr/>
            <p:nvPr/>
          </p:nvSpPr>
          <p:spPr>
            <a:xfrm>
              <a:off x="11657577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961" name="tx961"/>
            <p:cNvSpPr/>
            <p:nvPr/>
          </p:nvSpPr>
          <p:spPr>
            <a:xfrm>
              <a:off x="10898006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962" name="tx962"/>
            <p:cNvSpPr/>
            <p:nvPr/>
          </p:nvSpPr>
          <p:spPr>
            <a:xfrm rot="-5400000">
              <a:off x="9818516" y="6027779"/>
              <a:ext cx="17546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Plasma pTau217 (Z)</a:t>
              </a:r>
            </a:p>
          </p:txBody>
        </p:sp>
        <p:sp>
          <p:nvSpPr>
            <p:cNvPr id="963" name="rc963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10992163" y="7247470"/>
              <a:ext cx="105404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0992163" y="831408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0992163" y="801197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0992163" y="770986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0992163" y="740774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1120998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1549818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1889647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0992163" y="846514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10992163" y="816303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10992163" y="786091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10992163" y="755880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10992163" y="725669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110400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11379904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1171973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11015249" y="7947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11085478" y="8275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11159746" y="7768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11015249" y="775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11198755" y="7573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11287298" y="8423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11015249" y="7884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1096063" y="7775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11257740" y="7709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11240687" y="8010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11238139" y="7901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11093403" y="7973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11166769" y="7873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11090759" y="7978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11015249" y="7659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11355226" y="8317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11490637" y="8452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11015249" y="7657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11087253" y="7653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11015249" y="7596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11096435" y="750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11015249" y="7764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163470" y="7715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1015249" y="753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1078513" y="7445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015249" y="7586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1153133" y="7411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1015249" y="7741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1015249" y="7840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1083257" y="7543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1153228" y="7681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1356420" y="8054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1421554" y="8217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1485423" y="8155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1015249" y="7839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1145594" y="7357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1286181" y="7398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1355264" y="7416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11423043" y="7417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11015249" y="7432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11086194" y="7370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11152587" y="740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11015249" y="774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11015249" y="793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11015249" y="791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11145465" y="7836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11219705" y="7926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11080421" y="7762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11147828" y="7709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11015249" y="7567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11084268" y="7510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11015249" y="7803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1235346" y="7801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11015249" y="7886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11015249" y="760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11094633" y="8347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11158442" y="8213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11015249" y="7937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11083959" y="7822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11154267" y="7984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11212815" y="7895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11015249" y="7991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11086921" y="7939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11161218" y="7953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11015249" y="7917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11015249" y="7685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11084478" y="7677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11152670" y="7438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11395523" y="7447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11015249" y="7877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11209277" y="7932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11292698" y="7819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11355264" y="8078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11015249" y="7628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11089359" y="7556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11159617" y="7386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11015249" y="7559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11015249" y="7846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11088614" y="7941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11153601" y="7974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11232739" y="7995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11015249" y="7824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11089702" y="7798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11159932" y="782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11015249" y="7574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11083028" y="7510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11153318" y="7451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11223801" y="7435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11301822" y="7329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11015249" y="7941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11090290" y="8341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11150808" y="8477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11232181" y="8419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11297726" y="7746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11491767" y="8306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11622286" y="8329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11015249" y="7349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11085635" y="7352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11174123" y="7306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11242050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11312250" y="7295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11015249" y="7812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11015249" y="7712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11085399" y="7809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11015249" y="8036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11084518" y="8003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11015249" y="787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11096970" y="804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11015249" y="757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11086008" y="762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11155091" y="739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11015249" y="7773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11222125" y="7509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11175573" y="7828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11299215" y="7650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11369602" y="7448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11015249" y="7895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11160960" y="7813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11289897" y="753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11366906" y="766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11015249" y="7785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11083297" y="7840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11155277" y="7842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11015249" y="7510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11097366" y="7488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11015249" y="7842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11015249" y="7687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11152516" y="7772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11083906" y="770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11015249" y="746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11015249" y="7781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11235346" y="7583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11015249" y="7909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11088242" y="7613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11367699" y="7870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11501251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11015249" y="7803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11084217" y="8131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11151925" y="7847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11221008" y="788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11015249" y="7482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11040075" y="7793303"/>
              <a:ext cx="144497" cy="507300"/>
            </a:xfrm>
            <a:custGeom>
              <a:avLst/>
              <a:pathLst>
                <a:path w="144497" h="507300">
                  <a:moveTo>
                    <a:pt x="0" y="179454"/>
                  </a:moveTo>
                  <a:lnTo>
                    <a:pt x="70229" y="507300"/>
                  </a:lnTo>
                  <a:lnTo>
                    <a:pt x="1444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11040075" y="7598675"/>
              <a:ext cx="272049" cy="849176"/>
            </a:xfrm>
            <a:custGeom>
              <a:avLst/>
              <a:pathLst>
                <a:path w="272049" h="849176">
                  <a:moveTo>
                    <a:pt x="0" y="178457"/>
                  </a:moveTo>
                  <a:lnTo>
                    <a:pt x="183506" y="0"/>
                  </a:lnTo>
                  <a:lnTo>
                    <a:pt x="272049" y="8491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11040075" y="7734796"/>
              <a:ext cx="242491" cy="174792"/>
            </a:xfrm>
            <a:custGeom>
              <a:avLst/>
              <a:pathLst>
                <a:path w="242491" h="174792">
                  <a:moveTo>
                    <a:pt x="0" y="174792"/>
                  </a:moveTo>
                  <a:lnTo>
                    <a:pt x="80814" y="65325"/>
                  </a:lnTo>
                  <a:lnTo>
                    <a:pt x="2424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11118229" y="7898097"/>
              <a:ext cx="73365" cy="100299"/>
            </a:xfrm>
            <a:custGeom>
              <a:avLst/>
              <a:pathLst>
                <a:path w="73365" h="100299">
                  <a:moveTo>
                    <a:pt x="0" y="100299"/>
                  </a:moveTo>
                  <a:lnTo>
                    <a:pt x="733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11380052" y="8342602"/>
              <a:ext cx="135411" cy="135008"/>
            </a:xfrm>
            <a:custGeom>
              <a:avLst/>
              <a:pathLst>
                <a:path w="135411" h="135008">
                  <a:moveTo>
                    <a:pt x="0" y="0"/>
                  </a:moveTo>
                  <a:lnTo>
                    <a:pt x="135411" y="1350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11040075" y="7678531"/>
              <a:ext cx="72004" cy="3719"/>
            </a:xfrm>
            <a:custGeom>
              <a:avLst/>
              <a:pathLst>
                <a:path w="72004" h="3719">
                  <a:moveTo>
                    <a:pt x="0" y="3719"/>
                  </a:moveTo>
                  <a:lnTo>
                    <a:pt x="720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11040075" y="7525107"/>
              <a:ext cx="81186" cy="96078"/>
            </a:xfrm>
            <a:custGeom>
              <a:avLst/>
              <a:pathLst>
                <a:path w="81186" h="96078">
                  <a:moveTo>
                    <a:pt x="0" y="96078"/>
                  </a:moveTo>
                  <a:lnTo>
                    <a:pt x="811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11040075" y="7470358"/>
              <a:ext cx="63264" cy="90660"/>
            </a:xfrm>
            <a:custGeom>
              <a:avLst/>
              <a:pathLst>
                <a:path w="63264" h="90660">
                  <a:moveTo>
                    <a:pt x="0" y="90660"/>
                  </a:moveTo>
                  <a:lnTo>
                    <a:pt x="632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11040075" y="7568653"/>
              <a:ext cx="470174" cy="673187"/>
            </a:xfrm>
            <a:custGeom>
              <a:avLst/>
              <a:pathLst>
                <a:path w="470174" h="673187">
                  <a:moveTo>
                    <a:pt x="0" y="296259"/>
                  </a:moveTo>
                  <a:lnTo>
                    <a:pt x="68008" y="0"/>
                  </a:lnTo>
                  <a:lnTo>
                    <a:pt x="137979" y="137494"/>
                  </a:lnTo>
                  <a:lnTo>
                    <a:pt x="341171" y="511120"/>
                  </a:lnTo>
                  <a:lnTo>
                    <a:pt x="406305" y="673187"/>
                  </a:lnTo>
                  <a:lnTo>
                    <a:pt x="470174" y="6112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11040075" y="7382262"/>
              <a:ext cx="407794" cy="481787"/>
            </a:xfrm>
            <a:custGeom>
              <a:avLst/>
              <a:pathLst>
                <a:path w="407794" h="481787">
                  <a:moveTo>
                    <a:pt x="0" y="481787"/>
                  </a:moveTo>
                  <a:lnTo>
                    <a:pt x="130345" y="0"/>
                  </a:lnTo>
                  <a:lnTo>
                    <a:pt x="270932" y="40742"/>
                  </a:lnTo>
                  <a:lnTo>
                    <a:pt x="340015" y="59474"/>
                  </a:lnTo>
                  <a:lnTo>
                    <a:pt x="407794" y="603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11040075" y="7395723"/>
              <a:ext cx="137338" cy="61474"/>
            </a:xfrm>
            <a:custGeom>
              <a:avLst/>
              <a:pathLst>
                <a:path w="137338" h="61474">
                  <a:moveTo>
                    <a:pt x="0" y="61474"/>
                  </a:moveTo>
                  <a:lnTo>
                    <a:pt x="70945" y="0"/>
                  </a:lnTo>
                  <a:lnTo>
                    <a:pt x="137338" y="312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11040075" y="7861090"/>
              <a:ext cx="204456" cy="89837"/>
            </a:xfrm>
            <a:custGeom>
              <a:avLst/>
              <a:pathLst>
                <a:path w="204456" h="89837">
                  <a:moveTo>
                    <a:pt x="0" y="79385"/>
                  </a:moveTo>
                  <a:lnTo>
                    <a:pt x="130216" y="0"/>
                  </a:lnTo>
                  <a:lnTo>
                    <a:pt x="204456" y="898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11105247" y="7733931"/>
              <a:ext cx="67407" cy="52957"/>
            </a:xfrm>
            <a:custGeom>
              <a:avLst/>
              <a:pathLst>
                <a:path w="67407" h="52957">
                  <a:moveTo>
                    <a:pt x="0" y="52957"/>
                  </a:moveTo>
                  <a:lnTo>
                    <a:pt x="674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11040075" y="7535368"/>
              <a:ext cx="69019" cy="56958"/>
            </a:xfrm>
            <a:custGeom>
              <a:avLst/>
              <a:pathLst>
                <a:path w="69019" h="56958">
                  <a:moveTo>
                    <a:pt x="0" y="56958"/>
                  </a:moveTo>
                  <a:lnTo>
                    <a:pt x="690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11040075" y="7826424"/>
              <a:ext cx="220097" cy="1472"/>
            </a:xfrm>
            <a:custGeom>
              <a:avLst/>
              <a:pathLst>
                <a:path w="220097" h="1472">
                  <a:moveTo>
                    <a:pt x="0" y="1472"/>
                  </a:moveTo>
                  <a:lnTo>
                    <a:pt x="2200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11040075" y="7632146"/>
              <a:ext cx="143193" cy="740089"/>
            </a:xfrm>
            <a:custGeom>
              <a:avLst/>
              <a:pathLst>
                <a:path w="143193" h="740089">
                  <a:moveTo>
                    <a:pt x="0" y="0"/>
                  </a:moveTo>
                  <a:lnTo>
                    <a:pt x="79384" y="740089"/>
                  </a:lnTo>
                  <a:lnTo>
                    <a:pt x="143193" y="6063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11040075" y="7847697"/>
              <a:ext cx="197566" cy="161139"/>
            </a:xfrm>
            <a:custGeom>
              <a:avLst/>
              <a:pathLst>
                <a:path w="197566" h="161139">
                  <a:moveTo>
                    <a:pt x="0" y="115057"/>
                  </a:moveTo>
                  <a:lnTo>
                    <a:pt x="68710" y="0"/>
                  </a:lnTo>
                  <a:lnTo>
                    <a:pt x="139018" y="161139"/>
                  </a:lnTo>
                  <a:lnTo>
                    <a:pt x="197566" y="721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11040075" y="7964782"/>
              <a:ext cx="145969" cy="51334"/>
            </a:xfrm>
            <a:custGeom>
              <a:avLst/>
              <a:pathLst>
                <a:path w="145969" h="51334">
                  <a:moveTo>
                    <a:pt x="0" y="51334"/>
                  </a:moveTo>
                  <a:lnTo>
                    <a:pt x="71672" y="0"/>
                  </a:lnTo>
                  <a:lnTo>
                    <a:pt x="145969" y="137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11040075" y="7463597"/>
              <a:ext cx="380274" cy="247064"/>
            </a:xfrm>
            <a:custGeom>
              <a:avLst/>
              <a:pathLst>
                <a:path w="380274" h="247064">
                  <a:moveTo>
                    <a:pt x="0" y="247064"/>
                  </a:moveTo>
                  <a:lnTo>
                    <a:pt x="69229" y="239025"/>
                  </a:lnTo>
                  <a:lnTo>
                    <a:pt x="137421" y="0"/>
                  </a:lnTo>
                  <a:lnTo>
                    <a:pt x="380274" y="82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11234103" y="7844046"/>
              <a:ext cx="145986" cy="258917"/>
            </a:xfrm>
            <a:custGeom>
              <a:avLst/>
              <a:pathLst>
                <a:path w="145986" h="258917">
                  <a:moveTo>
                    <a:pt x="0" y="113013"/>
                  </a:moveTo>
                  <a:lnTo>
                    <a:pt x="83421" y="0"/>
                  </a:lnTo>
                  <a:lnTo>
                    <a:pt x="145986" y="2589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11040075" y="7411323"/>
              <a:ext cx="144367" cy="242188"/>
            </a:xfrm>
            <a:custGeom>
              <a:avLst/>
              <a:pathLst>
                <a:path w="144367" h="242188">
                  <a:moveTo>
                    <a:pt x="0" y="242188"/>
                  </a:moveTo>
                  <a:lnTo>
                    <a:pt x="74110" y="170439"/>
                  </a:lnTo>
                  <a:lnTo>
                    <a:pt x="1443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11040075" y="7871482"/>
              <a:ext cx="138352" cy="127466"/>
            </a:xfrm>
            <a:custGeom>
              <a:avLst/>
              <a:pathLst>
                <a:path w="138352" h="127466">
                  <a:moveTo>
                    <a:pt x="0" y="0"/>
                  </a:moveTo>
                  <a:lnTo>
                    <a:pt x="73365" y="95251"/>
                  </a:lnTo>
                  <a:lnTo>
                    <a:pt x="138352" y="1274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11040075" y="7823733"/>
              <a:ext cx="144683" cy="25602"/>
            </a:xfrm>
            <a:custGeom>
              <a:avLst/>
              <a:pathLst>
                <a:path w="144683" h="25602">
                  <a:moveTo>
                    <a:pt x="0" y="25602"/>
                  </a:moveTo>
                  <a:lnTo>
                    <a:pt x="74453" y="0"/>
                  </a:lnTo>
                  <a:lnTo>
                    <a:pt x="144683" y="213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11040075" y="7354391"/>
              <a:ext cx="286573" cy="245183"/>
            </a:xfrm>
            <a:custGeom>
              <a:avLst/>
              <a:pathLst>
                <a:path w="286573" h="245183">
                  <a:moveTo>
                    <a:pt x="0" y="245183"/>
                  </a:moveTo>
                  <a:lnTo>
                    <a:pt x="67779" y="180680"/>
                  </a:lnTo>
                  <a:lnTo>
                    <a:pt x="138069" y="122352"/>
                  </a:lnTo>
                  <a:lnTo>
                    <a:pt x="208552" y="106056"/>
                  </a:lnTo>
                  <a:lnTo>
                    <a:pt x="2865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11040075" y="7771179"/>
              <a:ext cx="607037" cy="730667"/>
            </a:xfrm>
            <a:custGeom>
              <a:avLst/>
              <a:pathLst>
                <a:path w="607037" h="730667">
                  <a:moveTo>
                    <a:pt x="0" y="195249"/>
                  </a:moveTo>
                  <a:lnTo>
                    <a:pt x="75041" y="594974"/>
                  </a:lnTo>
                  <a:lnTo>
                    <a:pt x="135559" y="730667"/>
                  </a:lnTo>
                  <a:lnTo>
                    <a:pt x="216931" y="672681"/>
                  </a:lnTo>
                  <a:lnTo>
                    <a:pt x="282477" y="0"/>
                  </a:lnTo>
                  <a:lnTo>
                    <a:pt x="476518" y="560476"/>
                  </a:lnTo>
                  <a:lnTo>
                    <a:pt x="607037" y="5831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11040075" y="7308803"/>
              <a:ext cx="297001" cy="68531"/>
            </a:xfrm>
            <a:custGeom>
              <a:avLst/>
              <a:pathLst>
                <a:path w="297001" h="68531">
                  <a:moveTo>
                    <a:pt x="0" y="65667"/>
                  </a:moveTo>
                  <a:lnTo>
                    <a:pt x="70386" y="68531"/>
                  </a:lnTo>
                  <a:lnTo>
                    <a:pt x="158874" y="22977"/>
                  </a:lnTo>
                  <a:lnTo>
                    <a:pt x="226800" y="0"/>
                  </a:lnTo>
                  <a:lnTo>
                    <a:pt x="297001" y="119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11040075" y="7736963"/>
              <a:ext cx="70149" cy="97145"/>
            </a:xfrm>
            <a:custGeom>
              <a:avLst/>
              <a:pathLst>
                <a:path w="70149" h="97145">
                  <a:moveTo>
                    <a:pt x="0" y="0"/>
                  </a:moveTo>
                  <a:lnTo>
                    <a:pt x="70149" y="971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11040075" y="8028800"/>
              <a:ext cx="69269" cy="32894"/>
            </a:xfrm>
            <a:custGeom>
              <a:avLst/>
              <a:pathLst>
                <a:path w="69269" h="32894">
                  <a:moveTo>
                    <a:pt x="0" y="32894"/>
                  </a:moveTo>
                  <a:lnTo>
                    <a:pt x="692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11040075" y="7897626"/>
              <a:ext cx="81721" cy="170907"/>
            </a:xfrm>
            <a:custGeom>
              <a:avLst/>
              <a:pathLst>
                <a:path w="81721" h="170907">
                  <a:moveTo>
                    <a:pt x="0" y="0"/>
                  </a:moveTo>
                  <a:lnTo>
                    <a:pt x="81721" y="1709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11040075" y="7423864"/>
              <a:ext cx="139841" cy="228513"/>
            </a:xfrm>
            <a:custGeom>
              <a:avLst/>
              <a:pathLst>
                <a:path w="139841" h="228513">
                  <a:moveTo>
                    <a:pt x="0" y="173617"/>
                  </a:moveTo>
                  <a:lnTo>
                    <a:pt x="70758" y="228513"/>
                  </a:lnTo>
                  <a:lnTo>
                    <a:pt x="1398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11040075" y="7534531"/>
              <a:ext cx="206876" cy="263534"/>
            </a:xfrm>
            <a:custGeom>
              <a:avLst/>
              <a:pathLst>
                <a:path w="206876" h="263534">
                  <a:moveTo>
                    <a:pt x="0" y="263534"/>
                  </a:moveTo>
                  <a:lnTo>
                    <a:pt x="2068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11200399" y="7473539"/>
              <a:ext cx="194028" cy="379885"/>
            </a:xfrm>
            <a:custGeom>
              <a:avLst/>
              <a:pathLst>
                <a:path w="194028" h="379885">
                  <a:moveTo>
                    <a:pt x="0" y="379885"/>
                  </a:moveTo>
                  <a:lnTo>
                    <a:pt x="123641" y="201842"/>
                  </a:lnTo>
                  <a:lnTo>
                    <a:pt x="1940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11185786" y="7559950"/>
              <a:ext cx="205945" cy="278136"/>
            </a:xfrm>
            <a:custGeom>
              <a:avLst/>
              <a:pathLst>
                <a:path w="205945" h="278136">
                  <a:moveTo>
                    <a:pt x="0" y="278136"/>
                  </a:moveTo>
                  <a:lnTo>
                    <a:pt x="128937" y="0"/>
                  </a:lnTo>
                  <a:lnTo>
                    <a:pt x="205945" y="1258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11040075" y="7810099"/>
              <a:ext cx="140028" cy="57334"/>
            </a:xfrm>
            <a:custGeom>
              <a:avLst/>
              <a:pathLst>
                <a:path w="140028" h="57334">
                  <a:moveTo>
                    <a:pt x="0" y="0"/>
                  </a:moveTo>
                  <a:lnTo>
                    <a:pt x="68048" y="54875"/>
                  </a:lnTo>
                  <a:lnTo>
                    <a:pt x="140028" y="573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11040075" y="7513088"/>
              <a:ext cx="82117" cy="22720"/>
            </a:xfrm>
            <a:custGeom>
              <a:avLst/>
              <a:pathLst>
                <a:path w="82117" h="22720">
                  <a:moveTo>
                    <a:pt x="0" y="22720"/>
                  </a:moveTo>
                  <a:lnTo>
                    <a:pt x="821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11040075" y="7608811"/>
              <a:ext cx="220097" cy="197065"/>
            </a:xfrm>
            <a:custGeom>
              <a:avLst/>
              <a:pathLst>
                <a:path w="220097" h="197065">
                  <a:moveTo>
                    <a:pt x="0" y="197065"/>
                  </a:moveTo>
                  <a:lnTo>
                    <a:pt x="2200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11040075" y="7638063"/>
              <a:ext cx="72993" cy="295765"/>
            </a:xfrm>
            <a:custGeom>
              <a:avLst/>
              <a:pathLst>
                <a:path w="72993" h="295765">
                  <a:moveTo>
                    <a:pt x="0" y="295765"/>
                  </a:moveTo>
                  <a:lnTo>
                    <a:pt x="729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11392525" y="7895806"/>
              <a:ext cx="133551" cy="639653"/>
            </a:xfrm>
            <a:custGeom>
              <a:avLst/>
              <a:pathLst>
                <a:path w="133551" h="639653">
                  <a:moveTo>
                    <a:pt x="0" y="0"/>
                  </a:moveTo>
                  <a:lnTo>
                    <a:pt x="133551" y="6396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11040075" y="7828011"/>
              <a:ext cx="205759" cy="328757"/>
            </a:xfrm>
            <a:custGeom>
              <a:avLst/>
              <a:pathLst>
                <a:path w="205759" h="328757">
                  <a:moveTo>
                    <a:pt x="0" y="0"/>
                  </a:moveTo>
                  <a:lnTo>
                    <a:pt x="68968" y="328757"/>
                  </a:lnTo>
                  <a:lnTo>
                    <a:pt x="136676" y="43853"/>
                  </a:lnTo>
                  <a:lnTo>
                    <a:pt x="205759" y="847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11040075" y="7765801"/>
              <a:ext cx="958224" cy="273114"/>
            </a:xfrm>
            <a:custGeom>
              <a:avLst/>
              <a:pathLst>
                <a:path w="958224" h="273114">
                  <a:moveTo>
                    <a:pt x="0" y="0"/>
                  </a:moveTo>
                  <a:lnTo>
                    <a:pt x="9679" y="2758"/>
                  </a:lnTo>
                  <a:lnTo>
                    <a:pt x="19358" y="5517"/>
                  </a:lnTo>
                  <a:lnTo>
                    <a:pt x="29037" y="8276"/>
                  </a:lnTo>
                  <a:lnTo>
                    <a:pt x="38716" y="11034"/>
                  </a:lnTo>
                  <a:lnTo>
                    <a:pt x="48395" y="13793"/>
                  </a:lnTo>
                  <a:lnTo>
                    <a:pt x="58074" y="16552"/>
                  </a:lnTo>
                  <a:lnTo>
                    <a:pt x="67753" y="19311"/>
                  </a:lnTo>
                  <a:lnTo>
                    <a:pt x="77432" y="22069"/>
                  </a:lnTo>
                  <a:lnTo>
                    <a:pt x="87111" y="24828"/>
                  </a:lnTo>
                  <a:lnTo>
                    <a:pt x="96790" y="27587"/>
                  </a:lnTo>
                  <a:lnTo>
                    <a:pt x="106469" y="30346"/>
                  </a:lnTo>
                  <a:lnTo>
                    <a:pt x="116148" y="33104"/>
                  </a:lnTo>
                  <a:lnTo>
                    <a:pt x="125827" y="35863"/>
                  </a:lnTo>
                  <a:lnTo>
                    <a:pt x="135506" y="38622"/>
                  </a:lnTo>
                  <a:lnTo>
                    <a:pt x="145185" y="41380"/>
                  </a:lnTo>
                  <a:lnTo>
                    <a:pt x="154864" y="44139"/>
                  </a:lnTo>
                  <a:lnTo>
                    <a:pt x="164543" y="46898"/>
                  </a:lnTo>
                  <a:lnTo>
                    <a:pt x="174222" y="49657"/>
                  </a:lnTo>
                  <a:lnTo>
                    <a:pt x="183901" y="52415"/>
                  </a:lnTo>
                  <a:lnTo>
                    <a:pt x="193580" y="55174"/>
                  </a:lnTo>
                  <a:lnTo>
                    <a:pt x="203259" y="57933"/>
                  </a:lnTo>
                  <a:lnTo>
                    <a:pt x="212938" y="60692"/>
                  </a:lnTo>
                  <a:lnTo>
                    <a:pt x="222617" y="63450"/>
                  </a:lnTo>
                  <a:lnTo>
                    <a:pt x="232296" y="66209"/>
                  </a:lnTo>
                  <a:lnTo>
                    <a:pt x="241975" y="68968"/>
                  </a:lnTo>
                  <a:lnTo>
                    <a:pt x="251654" y="71727"/>
                  </a:lnTo>
                  <a:lnTo>
                    <a:pt x="261334" y="74485"/>
                  </a:lnTo>
                  <a:lnTo>
                    <a:pt x="271013" y="77244"/>
                  </a:lnTo>
                  <a:lnTo>
                    <a:pt x="280692" y="80003"/>
                  </a:lnTo>
                  <a:lnTo>
                    <a:pt x="290371" y="82761"/>
                  </a:lnTo>
                  <a:lnTo>
                    <a:pt x="300050" y="85520"/>
                  </a:lnTo>
                  <a:lnTo>
                    <a:pt x="309729" y="88279"/>
                  </a:lnTo>
                  <a:lnTo>
                    <a:pt x="319408" y="91038"/>
                  </a:lnTo>
                  <a:lnTo>
                    <a:pt x="329087" y="93796"/>
                  </a:lnTo>
                  <a:lnTo>
                    <a:pt x="338766" y="96555"/>
                  </a:lnTo>
                  <a:lnTo>
                    <a:pt x="348445" y="99314"/>
                  </a:lnTo>
                  <a:lnTo>
                    <a:pt x="358124" y="102073"/>
                  </a:lnTo>
                  <a:lnTo>
                    <a:pt x="367803" y="104831"/>
                  </a:lnTo>
                  <a:lnTo>
                    <a:pt x="377482" y="107590"/>
                  </a:lnTo>
                  <a:lnTo>
                    <a:pt x="387161" y="110349"/>
                  </a:lnTo>
                  <a:lnTo>
                    <a:pt x="396840" y="113107"/>
                  </a:lnTo>
                  <a:lnTo>
                    <a:pt x="406519" y="115866"/>
                  </a:lnTo>
                  <a:lnTo>
                    <a:pt x="416198" y="118625"/>
                  </a:lnTo>
                  <a:lnTo>
                    <a:pt x="425877" y="121384"/>
                  </a:lnTo>
                  <a:lnTo>
                    <a:pt x="435556" y="124142"/>
                  </a:lnTo>
                  <a:lnTo>
                    <a:pt x="445235" y="126901"/>
                  </a:lnTo>
                  <a:lnTo>
                    <a:pt x="454914" y="129660"/>
                  </a:lnTo>
                  <a:lnTo>
                    <a:pt x="464593" y="132419"/>
                  </a:lnTo>
                  <a:lnTo>
                    <a:pt x="474272" y="135177"/>
                  </a:lnTo>
                  <a:lnTo>
                    <a:pt x="483951" y="137936"/>
                  </a:lnTo>
                  <a:lnTo>
                    <a:pt x="493630" y="140695"/>
                  </a:lnTo>
                  <a:lnTo>
                    <a:pt x="503309" y="143454"/>
                  </a:lnTo>
                  <a:lnTo>
                    <a:pt x="512988" y="146212"/>
                  </a:lnTo>
                  <a:lnTo>
                    <a:pt x="522668" y="148971"/>
                  </a:lnTo>
                  <a:lnTo>
                    <a:pt x="532347" y="151730"/>
                  </a:lnTo>
                  <a:lnTo>
                    <a:pt x="542026" y="154488"/>
                  </a:lnTo>
                  <a:lnTo>
                    <a:pt x="551705" y="157247"/>
                  </a:lnTo>
                  <a:lnTo>
                    <a:pt x="561384" y="160006"/>
                  </a:lnTo>
                  <a:lnTo>
                    <a:pt x="571063" y="162765"/>
                  </a:lnTo>
                  <a:lnTo>
                    <a:pt x="580742" y="165523"/>
                  </a:lnTo>
                  <a:lnTo>
                    <a:pt x="590421" y="168282"/>
                  </a:lnTo>
                  <a:lnTo>
                    <a:pt x="600100" y="171041"/>
                  </a:lnTo>
                  <a:lnTo>
                    <a:pt x="609779" y="173800"/>
                  </a:lnTo>
                  <a:lnTo>
                    <a:pt x="619458" y="176558"/>
                  </a:lnTo>
                  <a:lnTo>
                    <a:pt x="629137" y="179317"/>
                  </a:lnTo>
                  <a:lnTo>
                    <a:pt x="638816" y="182076"/>
                  </a:lnTo>
                  <a:lnTo>
                    <a:pt x="648495" y="184834"/>
                  </a:lnTo>
                  <a:lnTo>
                    <a:pt x="658174" y="187593"/>
                  </a:lnTo>
                  <a:lnTo>
                    <a:pt x="667853" y="190352"/>
                  </a:lnTo>
                  <a:lnTo>
                    <a:pt x="677532" y="193111"/>
                  </a:lnTo>
                  <a:lnTo>
                    <a:pt x="687211" y="195869"/>
                  </a:lnTo>
                  <a:lnTo>
                    <a:pt x="696890" y="198628"/>
                  </a:lnTo>
                  <a:lnTo>
                    <a:pt x="706569" y="201387"/>
                  </a:lnTo>
                  <a:lnTo>
                    <a:pt x="716248" y="204146"/>
                  </a:lnTo>
                  <a:lnTo>
                    <a:pt x="725927" y="206904"/>
                  </a:lnTo>
                  <a:lnTo>
                    <a:pt x="735606" y="209663"/>
                  </a:lnTo>
                  <a:lnTo>
                    <a:pt x="745285" y="212422"/>
                  </a:lnTo>
                  <a:lnTo>
                    <a:pt x="754964" y="215181"/>
                  </a:lnTo>
                  <a:lnTo>
                    <a:pt x="764643" y="217939"/>
                  </a:lnTo>
                  <a:lnTo>
                    <a:pt x="774322" y="220698"/>
                  </a:lnTo>
                  <a:lnTo>
                    <a:pt x="784002" y="223457"/>
                  </a:lnTo>
                  <a:lnTo>
                    <a:pt x="793681" y="226215"/>
                  </a:lnTo>
                  <a:lnTo>
                    <a:pt x="803360" y="228974"/>
                  </a:lnTo>
                  <a:lnTo>
                    <a:pt x="813039" y="231733"/>
                  </a:lnTo>
                  <a:lnTo>
                    <a:pt x="822718" y="234492"/>
                  </a:lnTo>
                  <a:lnTo>
                    <a:pt x="832397" y="237250"/>
                  </a:lnTo>
                  <a:lnTo>
                    <a:pt x="842076" y="240009"/>
                  </a:lnTo>
                  <a:lnTo>
                    <a:pt x="851755" y="242768"/>
                  </a:lnTo>
                  <a:lnTo>
                    <a:pt x="861434" y="245527"/>
                  </a:lnTo>
                  <a:lnTo>
                    <a:pt x="871113" y="248285"/>
                  </a:lnTo>
                  <a:lnTo>
                    <a:pt x="880792" y="251044"/>
                  </a:lnTo>
                  <a:lnTo>
                    <a:pt x="890471" y="253803"/>
                  </a:lnTo>
                  <a:lnTo>
                    <a:pt x="900150" y="256562"/>
                  </a:lnTo>
                  <a:lnTo>
                    <a:pt x="909829" y="259320"/>
                  </a:lnTo>
                  <a:lnTo>
                    <a:pt x="919508" y="262079"/>
                  </a:lnTo>
                  <a:lnTo>
                    <a:pt x="929187" y="264838"/>
                  </a:lnTo>
                  <a:lnTo>
                    <a:pt x="938866" y="267596"/>
                  </a:lnTo>
                  <a:lnTo>
                    <a:pt x="948545" y="270355"/>
                  </a:lnTo>
                  <a:lnTo>
                    <a:pt x="958224" y="273114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1" name="tx1161"/>
            <p:cNvSpPr/>
            <p:nvPr/>
          </p:nvSpPr>
          <p:spPr>
            <a:xfrm>
              <a:off x="10923777" y="7268574"/>
              <a:ext cx="1074522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-0.064 Z/year</a:t>
              </a:r>
            </a:p>
          </p:txBody>
        </p:sp>
        <p:sp>
          <p:nvSpPr>
            <p:cNvPr id="1162" name="rc1162"/>
            <p:cNvSpPr/>
            <p:nvPr/>
          </p:nvSpPr>
          <p:spPr>
            <a:xfrm>
              <a:off x="10992163" y="7247470"/>
              <a:ext cx="105404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tx1163"/>
            <p:cNvSpPr/>
            <p:nvPr/>
          </p:nvSpPr>
          <p:spPr>
            <a:xfrm>
              <a:off x="10830161" y="8424817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164" name="tx1164"/>
            <p:cNvSpPr/>
            <p:nvPr/>
          </p:nvSpPr>
          <p:spPr>
            <a:xfrm>
              <a:off x="10867378" y="812133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65" name="tx1165"/>
            <p:cNvSpPr/>
            <p:nvPr/>
          </p:nvSpPr>
          <p:spPr>
            <a:xfrm>
              <a:off x="10867378" y="7820589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66" name="tx1166"/>
            <p:cNvSpPr/>
            <p:nvPr/>
          </p:nvSpPr>
          <p:spPr>
            <a:xfrm>
              <a:off x="10867378" y="751847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67" name="tx1167"/>
            <p:cNvSpPr/>
            <p:nvPr/>
          </p:nvSpPr>
          <p:spPr>
            <a:xfrm>
              <a:off x="10867378" y="7214943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168" name="pl1168"/>
            <p:cNvSpPr/>
            <p:nvPr/>
          </p:nvSpPr>
          <p:spPr>
            <a:xfrm>
              <a:off x="10957369" y="84651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10957369" y="81630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10957369" y="78609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10957369" y="75588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10957369" y="72566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1104007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1137990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1171973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tx1176"/>
            <p:cNvSpPr/>
            <p:nvPr/>
          </p:nvSpPr>
          <p:spPr>
            <a:xfrm>
              <a:off x="11008997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77" name="tx1177"/>
            <p:cNvSpPr/>
            <p:nvPr/>
          </p:nvSpPr>
          <p:spPr>
            <a:xfrm>
              <a:off x="11348826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178" name="tx1178"/>
            <p:cNvSpPr/>
            <p:nvPr/>
          </p:nvSpPr>
          <p:spPr>
            <a:xfrm>
              <a:off x="11657577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179" name="tx1179"/>
            <p:cNvSpPr/>
            <p:nvPr/>
          </p:nvSpPr>
          <p:spPr>
            <a:xfrm>
              <a:off x="10898006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180" name="tx1180"/>
            <p:cNvSpPr/>
            <p:nvPr/>
          </p:nvSpPr>
          <p:spPr>
            <a:xfrm rot="-5400000">
              <a:off x="9818516" y="7856579"/>
              <a:ext cx="17546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Plasma pTau217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2026-04-29T09:08:02Z</dcterms:modified>
</cp:coreProperties>
</file>