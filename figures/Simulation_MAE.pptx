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809625"/>
            <a:ext cx="7315200" cy="5943600"/>
            <a:chOff x="1691481" y="809625"/>
            <a:chExt cx="7315200" cy="5943600"/>
          </a:xfrm>
        </p:grpSpPr>
        <p:sp>
          <p:nvSpPr>
            <p:cNvPr id="3" name="rc3"/>
            <p:cNvSpPr/>
            <p:nvPr/>
          </p:nvSpPr>
          <p:spPr>
            <a:xfrm>
              <a:off x="1691481" y="809625"/>
              <a:ext cx="7315200" cy="594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809625"/>
              <a:ext cx="7315200" cy="594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959234" y="1106903"/>
              <a:ext cx="6977857" cy="537856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959234" y="5813150"/>
              <a:ext cx="6977857" cy="0"/>
            </a:xfrm>
            <a:custGeom>
              <a:avLst/>
              <a:pathLst>
                <a:path w="6977857" h="0">
                  <a:moveTo>
                    <a:pt x="0" y="0"/>
                  </a:moveTo>
                  <a:lnTo>
                    <a:pt x="6977857" y="0"/>
                  </a:lnTo>
                  <a:lnTo>
                    <a:pt x="697785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9234" y="4468508"/>
              <a:ext cx="6977857" cy="0"/>
            </a:xfrm>
            <a:custGeom>
              <a:avLst/>
              <a:pathLst>
                <a:path w="6977857" h="0">
                  <a:moveTo>
                    <a:pt x="0" y="0"/>
                  </a:moveTo>
                  <a:lnTo>
                    <a:pt x="6977857" y="0"/>
                  </a:lnTo>
                  <a:lnTo>
                    <a:pt x="697785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59234" y="3123866"/>
              <a:ext cx="6977857" cy="0"/>
            </a:xfrm>
            <a:custGeom>
              <a:avLst/>
              <a:pathLst>
                <a:path w="6977857" h="0">
                  <a:moveTo>
                    <a:pt x="0" y="0"/>
                  </a:moveTo>
                  <a:lnTo>
                    <a:pt x="6977857" y="0"/>
                  </a:lnTo>
                  <a:lnTo>
                    <a:pt x="697785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59234" y="1779224"/>
              <a:ext cx="6977857" cy="0"/>
            </a:xfrm>
            <a:custGeom>
              <a:avLst/>
              <a:pathLst>
                <a:path w="6977857" h="0">
                  <a:moveTo>
                    <a:pt x="0" y="0"/>
                  </a:moveTo>
                  <a:lnTo>
                    <a:pt x="6977857" y="0"/>
                  </a:lnTo>
                  <a:lnTo>
                    <a:pt x="697785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1466" y="1106903"/>
              <a:ext cx="0" cy="5378568"/>
            </a:xfrm>
            <a:custGeom>
              <a:avLst/>
              <a:pathLst>
                <a:path w="0" h="5378568">
                  <a:moveTo>
                    <a:pt x="0" y="53785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575931" y="1106903"/>
              <a:ext cx="0" cy="5378568"/>
            </a:xfrm>
            <a:custGeom>
              <a:avLst/>
              <a:pathLst>
                <a:path w="0" h="5378568">
                  <a:moveTo>
                    <a:pt x="0" y="53785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320395" y="1106903"/>
              <a:ext cx="0" cy="5378568"/>
            </a:xfrm>
            <a:custGeom>
              <a:avLst/>
              <a:pathLst>
                <a:path w="0" h="5378568">
                  <a:moveTo>
                    <a:pt x="0" y="53785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64860" y="1106903"/>
              <a:ext cx="0" cy="5378568"/>
            </a:xfrm>
            <a:custGeom>
              <a:avLst/>
              <a:pathLst>
                <a:path w="0" h="5378568">
                  <a:moveTo>
                    <a:pt x="0" y="53785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959234" y="6485471"/>
              <a:ext cx="6977857" cy="0"/>
            </a:xfrm>
            <a:custGeom>
              <a:avLst/>
              <a:pathLst>
                <a:path w="6977857" h="0">
                  <a:moveTo>
                    <a:pt x="0" y="0"/>
                  </a:moveTo>
                  <a:lnTo>
                    <a:pt x="6977857" y="0"/>
                  </a:lnTo>
                  <a:lnTo>
                    <a:pt x="697785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959234" y="5140829"/>
              <a:ext cx="6977857" cy="0"/>
            </a:xfrm>
            <a:custGeom>
              <a:avLst/>
              <a:pathLst>
                <a:path w="6977857" h="0">
                  <a:moveTo>
                    <a:pt x="0" y="0"/>
                  </a:moveTo>
                  <a:lnTo>
                    <a:pt x="6977857" y="0"/>
                  </a:lnTo>
                  <a:lnTo>
                    <a:pt x="697785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959234" y="3796187"/>
              <a:ext cx="6977857" cy="0"/>
            </a:xfrm>
            <a:custGeom>
              <a:avLst/>
              <a:pathLst>
                <a:path w="6977857" h="0">
                  <a:moveTo>
                    <a:pt x="0" y="0"/>
                  </a:moveTo>
                  <a:lnTo>
                    <a:pt x="6977857" y="0"/>
                  </a:lnTo>
                  <a:lnTo>
                    <a:pt x="697785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959234" y="2451545"/>
              <a:ext cx="6977857" cy="0"/>
            </a:xfrm>
            <a:custGeom>
              <a:avLst/>
              <a:pathLst>
                <a:path w="6977857" h="0">
                  <a:moveTo>
                    <a:pt x="0" y="0"/>
                  </a:moveTo>
                  <a:lnTo>
                    <a:pt x="6977857" y="0"/>
                  </a:lnTo>
                  <a:lnTo>
                    <a:pt x="697785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959234" y="1106903"/>
              <a:ext cx="6977857" cy="0"/>
            </a:xfrm>
            <a:custGeom>
              <a:avLst/>
              <a:pathLst>
                <a:path w="6977857" h="0">
                  <a:moveTo>
                    <a:pt x="0" y="0"/>
                  </a:moveTo>
                  <a:lnTo>
                    <a:pt x="6977857" y="0"/>
                  </a:lnTo>
                  <a:lnTo>
                    <a:pt x="697785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59234" y="1106903"/>
              <a:ext cx="0" cy="5378568"/>
            </a:xfrm>
            <a:custGeom>
              <a:avLst/>
              <a:pathLst>
                <a:path w="0" h="5378568">
                  <a:moveTo>
                    <a:pt x="0" y="53785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03699" y="1106903"/>
              <a:ext cx="0" cy="5378568"/>
            </a:xfrm>
            <a:custGeom>
              <a:avLst/>
              <a:pathLst>
                <a:path w="0" h="5378568">
                  <a:moveTo>
                    <a:pt x="0" y="53785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448163" y="1106903"/>
              <a:ext cx="0" cy="5378568"/>
            </a:xfrm>
            <a:custGeom>
              <a:avLst/>
              <a:pathLst>
                <a:path w="0" h="5378568">
                  <a:moveTo>
                    <a:pt x="0" y="53785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92628" y="1106903"/>
              <a:ext cx="0" cy="5378568"/>
            </a:xfrm>
            <a:custGeom>
              <a:avLst/>
              <a:pathLst>
                <a:path w="0" h="5378568">
                  <a:moveTo>
                    <a:pt x="0" y="53785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937092" y="1106903"/>
              <a:ext cx="0" cy="5378568"/>
            </a:xfrm>
            <a:custGeom>
              <a:avLst/>
              <a:pathLst>
                <a:path w="0" h="5378568">
                  <a:moveTo>
                    <a:pt x="0" y="53785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59234" y="1106903"/>
              <a:ext cx="6977857" cy="53785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28823" y="1176492"/>
              <a:ext cx="6838679" cy="13277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28823" y="2504283"/>
              <a:ext cx="6838679" cy="11201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28823" y="3624432"/>
              <a:ext cx="6838679" cy="27914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24828" y="1402134"/>
              <a:ext cx="2101165" cy="10493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4828" y="235369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424828" y="2151649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24828" y="1949600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24828" y="174755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424828" y="154550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424828" y="2252673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424828" y="205062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424828" y="1848576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24828" y="1646528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24828" y="1444479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67271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071341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475411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3879481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4283552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001057" y="242576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61668" y="2429723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031362" y="2429598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1973" y="2429676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596987" y="2429422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657597" y="2428806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627292" y="2428491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687902" y="2429038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405127" y="242928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65738" y="2429717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35433" y="2429724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96043" y="2429680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809198" y="242964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69808" y="2429707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839503" y="2429702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0113" y="2429704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3268" y="242962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273878" y="2429688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243573" y="2429692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304184" y="2429688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015781" y="171936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025883" y="1719363"/>
              <a:ext cx="0" cy="732125"/>
            </a:xfrm>
            <a:custGeom>
              <a:avLst/>
              <a:pathLst>
                <a:path w="0" h="732125">
                  <a:moveTo>
                    <a:pt x="0" y="0"/>
                  </a:moveTo>
                  <a:lnTo>
                    <a:pt x="0" y="732125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046086" y="2419701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056188" y="2419701"/>
              <a:ext cx="0" cy="31787"/>
            </a:xfrm>
            <a:custGeom>
              <a:avLst/>
              <a:pathLst>
                <a:path w="0" h="31787">
                  <a:moveTo>
                    <a:pt x="0" y="0"/>
                  </a:moveTo>
                  <a:lnTo>
                    <a:pt x="0" y="31787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611711" y="1402134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621813" y="1402134"/>
              <a:ext cx="0" cy="1049354"/>
            </a:xfrm>
            <a:custGeom>
              <a:avLst/>
              <a:pathLst>
                <a:path w="0" h="1049354">
                  <a:moveTo>
                    <a:pt x="0" y="0"/>
                  </a:moveTo>
                  <a:lnTo>
                    <a:pt x="0" y="1049354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672321" y="1709404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682423" y="1709404"/>
              <a:ext cx="0" cy="742084"/>
            </a:xfrm>
            <a:custGeom>
              <a:avLst/>
              <a:pathLst>
                <a:path w="0" h="742084">
                  <a:moveTo>
                    <a:pt x="0" y="0"/>
                  </a:moveTo>
                  <a:lnTo>
                    <a:pt x="0" y="742084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642016" y="143790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652118" y="1437905"/>
              <a:ext cx="0" cy="1013583"/>
            </a:xfrm>
            <a:custGeom>
              <a:avLst/>
              <a:pathLst>
                <a:path w="0" h="1013583">
                  <a:moveTo>
                    <a:pt x="0" y="0"/>
                  </a:moveTo>
                  <a:lnTo>
                    <a:pt x="0" y="1013583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702627" y="232660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712728" y="2326605"/>
              <a:ext cx="0" cy="124883"/>
            </a:xfrm>
            <a:custGeom>
              <a:avLst/>
              <a:pathLst>
                <a:path w="0" h="124883">
                  <a:moveTo>
                    <a:pt x="0" y="0"/>
                  </a:moveTo>
                  <a:lnTo>
                    <a:pt x="0" y="124883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419851" y="233705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429953" y="2337053"/>
              <a:ext cx="0" cy="114435"/>
            </a:xfrm>
            <a:custGeom>
              <a:avLst/>
              <a:pathLst>
                <a:path w="0" h="114435">
                  <a:moveTo>
                    <a:pt x="0" y="0"/>
                  </a:moveTo>
                  <a:lnTo>
                    <a:pt x="0" y="114435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424828" y="1402134"/>
              <a:ext cx="2101165" cy="1049354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595583" y="1402134"/>
              <a:ext cx="2101165" cy="10493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4595583" y="235369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595583" y="2151649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595583" y="1949600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4595583" y="174755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4595583" y="154550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4595583" y="2252673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4595583" y="205062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4595583" y="1848576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4595583" y="1646528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4595583" y="1444479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838025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242095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5646166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050236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454306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171812" y="242972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232422" y="2429699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202117" y="2429708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262727" y="2429689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67741" y="242967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28352" y="2429712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98046" y="2429686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58657" y="2429684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75882" y="2429712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636492" y="2429689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606187" y="2429694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66798" y="2429687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979952" y="242970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6040563" y="2429705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010257" y="2429704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70868" y="2429673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384022" y="242971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44633" y="2429696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14328" y="2429700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6474938" y="2429683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595583" y="1402134"/>
              <a:ext cx="2101165" cy="1049354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6766337" y="1402134"/>
              <a:ext cx="2101165" cy="10493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6766337" y="235369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6766337" y="2151649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6766337" y="1949600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766337" y="174755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766337" y="154550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766337" y="2252673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766337" y="205062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766337" y="1848576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766337" y="1646528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6766337" y="1444479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008780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412850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816920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220990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625061" y="1402134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342566" y="242972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7403177" y="2429715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7372871" y="2429707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7433482" y="2429693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6938496" y="242974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6999106" y="2429693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968801" y="2429722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029412" y="2429704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746636" y="242971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807247" y="2429694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776942" y="2429704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837552" y="2429693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8150707" y="242977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8211317" y="2429698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8181012" y="2429733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8241622" y="2429700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8554777" y="242979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8615387" y="2429728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8585082" y="2429762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8645693" y="2429721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6766337" y="1402134"/>
              <a:ext cx="2101165" cy="1049354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2424828" y="1176492"/>
              <a:ext cx="2101165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tx154"/>
            <p:cNvSpPr/>
            <p:nvPr/>
          </p:nvSpPr>
          <p:spPr>
            <a:xfrm>
              <a:off x="3425725" y="1248986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55" name="rc155"/>
            <p:cNvSpPr/>
            <p:nvPr/>
          </p:nvSpPr>
          <p:spPr>
            <a:xfrm>
              <a:off x="4595583" y="1176492"/>
              <a:ext cx="2101165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tx156"/>
            <p:cNvSpPr/>
            <p:nvPr/>
          </p:nvSpPr>
          <p:spPr>
            <a:xfrm>
              <a:off x="5615088" y="124762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7" name="rc157"/>
            <p:cNvSpPr/>
            <p:nvPr/>
          </p:nvSpPr>
          <p:spPr>
            <a:xfrm>
              <a:off x="6766337" y="1176492"/>
              <a:ext cx="2101165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tx158"/>
            <p:cNvSpPr/>
            <p:nvPr/>
          </p:nvSpPr>
          <p:spPr>
            <a:xfrm>
              <a:off x="7785842" y="1248986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113576" y="2210981"/>
              <a:ext cx="24862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2500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113576" y="2008933"/>
              <a:ext cx="24862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5000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113576" y="1806884"/>
              <a:ext cx="24862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7500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051420" y="1604836"/>
              <a:ext cx="31077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10000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051420" y="1402788"/>
              <a:ext cx="31077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12500</a:t>
              </a:r>
            </a:p>
          </p:txBody>
        </p:sp>
        <p:sp>
          <p:nvSpPr>
            <p:cNvPr id="164" name="pl164"/>
            <p:cNvSpPr/>
            <p:nvPr/>
          </p:nvSpPr>
          <p:spPr>
            <a:xfrm>
              <a:off x="2390034" y="22526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2390034" y="205062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2390034" y="18485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2390034" y="164652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390034" y="14444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2424828" y="2522283"/>
              <a:ext cx="2101165" cy="10493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2424828" y="3542488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2424828" y="3251001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2424828" y="295951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2424828" y="266802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2424828" y="3396745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2424828" y="310525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2424828" y="2813770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2424828" y="2522283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2667271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3071341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3475411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3879481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4283552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001057" y="217380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061668" y="3601449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31362" y="3556247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091973" y="3584166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596987" y="349270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57597" y="3270454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627292" y="3156778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687902" y="3354159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05127" y="344276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465738" y="3598956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435433" y="3601761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496043" y="3585948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809198" y="357118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69808" y="3595487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39503" y="3593717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900113" y="3594541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213268" y="356571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273878" y="3588752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243573" y="3590241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04184" y="3588713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3025883" y="2522283"/>
              <a:ext cx="0" cy="1049354"/>
            </a:xfrm>
            <a:custGeom>
              <a:avLst/>
              <a:pathLst>
                <a:path w="0" h="1049354">
                  <a:moveTo>
                    <a:pt x="0" y="0"/>
                  </a:moveTo>
                  <a:lnTo>
                    <a:pt x="0" y="1049354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3076392" y="3388701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3086493" y="3388701"/>
              <a:ext cx="0" cy="182936"/>
            </a:xfrm>
            <a:custGeom>
              <a:avLst/>
              <a:pathLst>
                <a:path w="0" h="182936">
                  <a:moveTo>
                    <a:pt x="0" y="0"/>
                  </a:moveTo>
                  <a:lnTo>
                    <a:pt x="0" y="182936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3056188" y="2522283"/>
              <a:ext cx="0" cy="1049354"/>
            </a:xfrm>
            <a:custGeom>
              <a:avLst/>
              <a:pathLst>
                <a:path w="0" h="1049354">
                  <a:moveTo>
                    <a:pt x="0" y="0"/>
                  </a:moveTo>
                  <a:lnTo>
                    <a:pt x="0" y="1049354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3106697" y="3537399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3116799" y="3537399"/>
              <a:ext cx="0" cy="34238"/>
            </a:xfrm>
            <a:custGeom>
              <a:avLst/>
              <a:pathLst>
                <a:path w="0" h="34238">
                  <a:moveTo>
                    <a:pt x="0" y="0"/>
                  </a:moveTo>
                  <a:lnTo>
                    <a:pt x="0" y="34238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2621813" y="2522283"/>
              <a:ext cx="0" cy="1049354"/>
            </a:xfrm>
            <a:custGeom>
              <a:avLst/>
              <a:pathLst>
                <a:path w="0" h="1049354">
                  <a:moveTo>
                    <a:pt x="0" y="0"/>
                  </a:moveTo>
                  <a:lnTo>
                    <a:pt x="0" y="1049354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2682423" y="2522283"/>
              <a:ext cx="0" cy="1049354"/>
            </a:xfrm>
            <a:custGeom>
              <a:avLst/>
              <a:pathLst>
                <a:path w="0" h="1049354">
                  <a:moveTo>
                    <a:pt x="0" y="0"/>
                  </a:moveTo>
                  <a:lnTo>
                    <a:pt x="0" y="1049354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2652118" y="2522283"/>
              <a:ext cx="0" cy="1049354"/>
            </a:xfrm>
            <a:custGeom>
              <a:avLst/>
              <a:pathLst>
                <a:path w="0" h="1049354">
                  <a:moveTo>
                    <a:pt x="0" y="0"/>
                  </a:moveTo>
                  <a:lnTo>
                    <a:pt x="0" y="1049354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2712728" y="2522283"/>
              <a:ext cx="0" cy="1049354"/>
            </a:xfrm>
            <a:custGeom>
              <a:avLst/>
              <a:pathLst>
                <a:path w="0" h="1049354">
                  <a:moveTo>
                    <a:pt x="0" y="0"/>
                  </a:moveTo>
                  <a:lnTo>
                    <a:pt x="0" y="1049354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3429953" y="2522283"/>
              <a:ext cx="0" cy="1049354"/>
            </a:xfrm>
            <a:custGeom>
              <a:avLst/>
              <a:pathLst>
                <a:path w="0" h="1049354">
                  <a:moveTo>
                    <a:pt x="0" y="0"/>
                  </a:moveTo>
                  <a:lnTo>
                    <a:pt x="0" y="1049354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3480462" y="353364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3490564" y="3533646"/>
              <a:ext cx="0" cy="37991"/>
            </a:xfrm>
            <a:custGeom>
              <a:avLst/>
              <a:pathLst>
                <a:path w="0" h="37991">
                  <a:moveTo>
                    <a:pt x="0" y="0"/>
                  </a:moveTo>
                  <a:lnTo>
                    <a:pt x="0" y="37991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3450157" y="356049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3460258" y="3560497"/>
              <a:ext cx="0" cy="11140"/>
            </a:xfrm>
            <a:custGeom>
              <a:avLst/>
              <a:pathLst>
                <a:path w="0" h="11140">
                  <a:moveTo>
                    <a:pt x="0" y="0"/>
                  </a:moveTo>
                  <a:lnTo>
                    <a:pt x="0" y="1114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3510767" y="352506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3520869" y="3525063"/>
              <a:ext cx="0" cy="46573"/>
            </a:xfrm>
            <a:custGeom>
              <a:avLst/>
              <a:pathLst>
                <a:path w="0" h="46573">
                  <a:moveTo>
                    <a:pt x="0" y="0"/>
                  </a:moveTo>
                  <a:lnTo>
                    <a:pt x="0" y="46573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3823922" y="2866039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3834023" y="2866039"/>
              <a:ext cx="0" cy="705597"/>
            </a:xfrm>
            <a:custGeom>
              <a:avLst/>
              <a:pathLst>
                <a:path w="0" h="705597">
                  <a:moveTo>
                    <a:pt x="0" y="0"/>
                  </a:moveTo>
                  <a:lnTo>
                    <a:pt x="0" y="705597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3884532" y="356121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3894634" y="3561212"/>
              <a:ext cx="0" cy="10425"/>
            </a:xfrm>
            <a:custGeom>
              <a:avLst/>
              <a:pathLst>
                <a:path w="0" h="10425">
                  <a:moveTo>
                    <a:pt x="0" y="0"/>
                  </a:moveTo>
                  <a:lnTo>
                    <a:pt x="0" y="10425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3854227" y="356289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3864329" y="3562897"/>
              <a:ext cx="0" cy="8739"/>
            </a:xfrm>
            <a:custGeom>
              <a:avLst/>
              <a:pathLst>
                <a:path w="0" h="8739">
                  <a:moveTo>
                    <a:pt x="0" y="0"/>
                  </a:moveTo>
                  <a:lnTo>
                    <a:pt x="0" y="8739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3914838" y="3559551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3924939" y="3559551"/>
              <a:ext cx="0" cy="12086"/>
            </a:xfrm>
            <a:custGeom>
              <a:avLst/>
              <a:pathLst>
                <a:path w="0" h="12086">
                  <a:moveTo>
                    <a:pt x="0" y="0"/>
                  </a:moveTo>
                  <a:lnTo>
                    <a:pt x="0" y="12086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4227992" y="338898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4238094" y="3388983"/>
              <a:ext cx="0" cy="182654"/>
            </a:xfrm>
            <a:custGeom>
              <a:avLst/>
              <a:pathLst>
                <a:path w="0" h="182654">
                  <a:moveTo>
                    <a:pt x="0" y="0"/>
                  </a:moveTo>
                  <a:lnTo>
                    <a:pt x="0" y="182654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4288603" y="352966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4298704" y="3529666"/>
              <a:ext cx="0" cy="41970"/>
            </a:xfrm>
            <a:custGeom>
              <a:avLst/>
              <a:pathLst>
                <a:path w="0" h="41970">
                  <a:moveTo>
                    <a:pt x="0" y="0"/>
                  </a:moveTo>
                  <a:lnTo>
                    <a:pt x="0" y="4197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4318908" y="347241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4329010" y="3472417"/>
              <a:ext cx="0" cy="99220"/>
            </a:xfrm>
            <a:custGeom>
              <a:avLst/>
              <a:pathLst>
                <a:path w="0" h="99220">
                  <a:moveTo>
                    <a:pt x="0" y="0"/>
                  </a:moveTo>
                  <a:lnTo>
                    <a:pt x="0" y="9922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2424828" y="2522283"/>
              <a:ext cx="2101165" cy="1049354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4595583" y="2522283"/>
              <a:ext cx="2101165" cy="10493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4595583" y="3542488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4595583" y="3251001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4595583" y="295951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4595583" y="266802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4595583" y="3396745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4595583" y="310525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4595583" y="2813770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4595583" y="2522283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4838025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5242095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5646166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6050236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6454306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5171812" y="360194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32422" y="3592615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202117" y="3595967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262727" y="3589152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767741" y="358386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828352" y="3597151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8046" y="3587809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858657" y="3587280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75882" y="359738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636492" y="3588957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606187" y="3590771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66798" y="3588252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79952" y="359616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040563" y="3594673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6010257" y="3594483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6070868" y="3583223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6384022" y="359671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44633" y="3591419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414328" y="3593132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474938" y="3586734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5247146" y="352559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5257248" y="3525592"/>
              <a:ext cx="0" cy="46044"/>
            </a:xfrm>
            <a:custGeom>
              <a:avLst/>
              <a:pathLst>
                <a:path w="0" h="46044">
                  <a:moveTo>
                    <a:pt x="0" y="0"/>
                  </a:moveTo>
                  <a:lnTo>
                    <a:pt x="0" y="46044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5216841" y="3532909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5226943" y="3532909"/>
              <a:ext cx="0" cy="38728"/>
            </a:xfrm>
            <a:custGeom>
              <a:avLst/>
              <a:pathLst>
                <a:path w="0" h="38728">
                  <a:moveTo>
                    <a:pt x="0" y="0"/>
                  </a:moveTo>
                  <a:lnTo>
                    <a:pt x="0" y="38728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5277452" y="352670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5287553" y="3526705"/>
              <a:ext cx="0" cy="44932"/>
            </a:xfrm>
            <a:custGeom>
              <a:avLst/>
              <a:pathLst>
                <a:path w="0" h="44932">
                  <a:moveTo>
                    <a:pt x="0" y="0"/>
                  </a:moveTo>
                  <a:lnTo>
                    <a:pt x="0" y="44932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4782465" y="350675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4792567" y="3506757"/>
              <a:ext cx="0" cy="64880"/>
            </a:xfrm>
            <a:custGeom>
              <a:avLst/>
              <a:pathLst>
                <a:path w="0" h="64880">
                  <a:moveTo>
                    <a:pt x="0" y="0"/>
                  </a:moveTo>
                  <a:lnTo>
                    <a:pt x="0" y="6488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4843076" y="355032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4853178" y="3550326"/>
              <a:ext cx="0" cy="21311"/>
            </a:xfrm>
            <a:custGeom>
              <a:avLst/>
              <a:pathLst>
                <a:path w="0" h="21311">
                  <a:moveTo>
                    <a:pt x="0" y="0"/>
                  </a:moveTo>
                  <a:lnTo>
                    <a:pt x="0" y="21311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4812771" y="3504794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4822872" y="3504794"/>
              <a:ext cx="0" cy="66843"/>
            </a:xfrm>
            <a:custGeom>
              <a:avLst/>
              <a:pathLst>
                <a:path w="0" h="66843">
                  <a:moveTo>
                    <a:pt x="0" y="0"/>
                  </a:moveTo>
                  <a:lnTo>
                    <a:pt x="0" y="66843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4873381" y="352328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4883483" y="3523283"/>
              <a:ext cx="0" cy="48354"/>
            </a:xfrm>
            <a:custGeom>
              <a:avLst/>
              <a:pathLst>
                <a:path w="0" h="48354">
                  <a:moveTo>
                    <a:pt x="0" y="0"/>
                  </a:moveTo>
                  <a:lnTo>
                    <a:pt x="0" y="48354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5590606" y="355351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5600708" y="3553517"/>
              <a:ext cx="0" cy="18119"/>
            </a:xfrm>
            <a:custGeom>
              <a:avLst/>
              <a:pathLst>
                <a:path w="0" h="18119">
                  <a:moveTo>
                    <a:pt x="0" y="0"/>
                  </a:moveTo>
                  <a:lnTo>
                    <a:pt x="0" y="18119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5651217" y="355096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5661318" y="3550966"/>
              <a:ext cx="0" cy="20671"/>
            </a:xfrm>
            <a:custGeom>
              <a:avLst/>
              <a:pathLst>
                <a:path w="0" h="20671">
                  <a:moveTo>
                    <a:pt x="0" y="0"/>
                  </a:moveTo>
                  <a:lnTo>
                    <a:pt x="0" y="20671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5681522" y="354544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5691624" y="3545446"/>
              <a:ext cx="0" cy="26190"/>
            </a:xfrm>
            <a:custGeom>
              <a:avLst/>
              <a:pathLst>
                <a:path w="0" h="26190">
                  <a:moveTo>
                    <a:pt x="0" y="0"/>
                  </a:moveTo>
                  <a:lnTo>
                    <a:pt x="0" y="2619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6024982" y="351103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6035083" y="3511036"/>
              <a:ext cx="0" cy="60600"/>
            </a:xfrm>
            <a:custGeom>
              <a:avLst/>
              <a:pathLst>
                <a:path w="0" h="60600">
                  <a:moveTo>
                    <a:pt x="0" y="0"/>
                  </a:moveTo>
                  <a:lnTo>
                    <a:pt x="0" y="6060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6085592" y="3349921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6095694" y="3349921"/>
              <a:ext cx="0" cy="221715"/>
            </a:xfrm>
            <a:custGeom>
              <a:avLst/>
              <a:pathLst>
                <a:path w="0" h="221715">
                  <a:moveTo>
                    <a:pt x="0" y="0"/>
                  </a:moveTo>
                  <a:lnTo>
                    <a:pt x="0" y="221715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6398747" y="3510389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6408848" y="3510389"/>
              <a:ext cx="0" cy="61248"/>
            </a:xfrm>
            <a:custGeom>
              <a:avLst/>
              <a:pathLst>
                <a:path w="0" h="61248">
                  <a:moveTo>
                    <a:pt x="0" y="0"/>
                  </a:moveTo>
                  <a:lnTo>
                    <a:pt x="0" y="6124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6459357" y="342698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6469459" y="3426987"/>
              <a:ext cx="0" cy="144650"/>
            </a:xfrm>
            <a:custGeom>
              <a:avLst/>
              <a:pathLst>
                <a:path w="0" h="144650">
                  <a:moveTo>
                    <a:pt x="0" y="0"/>
                  </a:moveTo>
                  <a:lnTo>
                    <a:pt x="0" y="14465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6429052" y="347335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6439154" y="3473357"/>
              <a:ext cx="0" cy="98280"/>
            </a:xfrm>
            <a:custGeom>
              <a:avLst/>
              <a:pathLst>
                <a:path w="0" h="98280">
                  <a:moveTo>
                    <a:pt x="0" y="0"/>
                  </a:moveTo>
                  <a:lnTo>
                    <a:pt x="0" y="9828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6489662" y="328335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6499764" y="3283356"/>
              <a:ext cx="0" cy="288281"/>
            </a:xfrm>
            <a:custGeom>
              <a:avLst/>
              <a:pathLst>
                <a:path w="0" h="288281">
                  <a:moveTo>
                    <a:pt x="0" y="0"/>
                  </a:moveTo>
                  <a:lnTo>
                    <a:pt x="0" y="288281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4595583" y="2522283"/>
              <a:ext cx="2101165" cy="1049354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6766337" y="2522283"/>
              <a:ext cx="2101165" cy="10493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6766337" y="3542488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6766337" y="3251001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6766337" y="295951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6766337" y="266802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6766337" y="3396745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6766337" y="310525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6766337" y="2813770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6766337" y="2522283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008780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412850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816920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8220990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8625061" y="2522283"/>
              <a:ext cx="0" cy="1049354"/>
            </a:xfrm>
            <a:custGeom>
              <a:avLst/>
              <a:pathLst>
                <a:path w="0" h="1049354">
                  <a:moveTo>
                    <a:pt x="0" y="1049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342566" y="360259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7403177" y="3598255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7372871" y="3595667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7433482" y="3590467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6938496" y="36078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6999106" y="3590602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6968801" y="3600982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7029412" y="3594456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746636" y="359955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7807247" y="3590752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7776942" y="3594333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7837552" y="3590428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8150707" y="361874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8211317" y="3592104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8181012" y="3605022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8241622" y="3593159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8554777" y="362672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8615387" y="3603153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8585082" y="3615464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8645693" y="3600494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357290" y="355990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367392" y="3559907"/>
              <a:ext cx="0" cy="11730"/>
            </a:xfrm>
            <a:custGeom>
              <a:avLst/>
              <a:pathLst>
                <a:path w="0" h="11730">
                  <a:moveTo>
                    <a:pt x="0" y="0"/>
                  </a:moveTo>
                  <a:lnTo>
                    <a:pt x="0" y="1173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387595" y="354916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397697" y="3549163"/>
              <a:ext cx="0" cy="22474"/>
            </a:xfrm>
            <a:custGeom>
              <a:avLst/>
              <a:pathLst>
                <a:path w="0" h="22474">
                  <a:moveTo>
                    <a:pt x="0" y="0"/>
                  </a:moveTo>
                  <a:lnTo>
                    <a:pt x="0" y="22474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448206" y="3561541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458308" y="3561541"/>
              <a:ext cx="0" cy="10096"/>
            </a:xfrm>
            <a:custGeom>
              <a:avLst/>
              <a:pathLst>
                <a:path w="0" h="10096">
                  <a:moveTo>
                    <a:pt x="0" y="0"/>
                  </a:moveTo>
                  <a:lnTo>
                    <a:pt x="0" y="10096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013830" y="3555274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023932" y="3555274"/>
              <a:ext cx="0" cy="16362"/>
            </a:xfrm>
            <a:custGeom>
              <a:avLst/>
              <a:pathLst>
                <a:path w="0" h="16362">
                  <a:moveTo>
                    <a:pt x="0" y="0"/>
                  </a:moveTo>
                  <a:lnTo>
                    <a:pt x="0" y="16362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6983525" y="3565414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6993627" y="3565414"/>
              <a:ext cx="0" cy="6222"/>
            </a:xfrm>
            <a:custGeom>
              <a:avLst/>
              <a:pathLst>
                <a:path w="0" h="6222">
                  <a:moveTo>
                    <a:pt x="0" y="0"/>
                  </a:moveTo>
                  <a:lnTo>
                    <a:pt x="0" y="6222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044136" y="3562324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054238" y="3562324"/>
              <a:ext cx="0" cy="9312"/>
            </a:xfrm>
            <a:custGeom>
              <a:avLst/>
              <a:pathLst>
                <a:path w="0" h="9312">
                  <a:moveTo>
                    <a:pt x="0" y="0"/>
                  </a:moveTo>
                  <a:lnTo>
                    <a:pt x="0" y="9312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761361" y="3338180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771462" y="3338180"/>
              <a:ext cx="0" cy="233456"/>
            </a:xfrm>
            <a:custGeom>
              <a:avLst/>
              <a:pathLst>
                <a:path w="0" h="233456">
                  <a:moveTo>
                    <a:pt x="0" y="0"/>
                  </a:moveTo>
                  <a:lnTo>
                    <a:pt x="0" y="233456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821971" y="356789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832073" y="3567896"/>
              <a:ext cx="0" cy="3740"/>
            </a:xfrm>
            <a:custGeom>
              <a:avLst/>
              <a:pathLst>
                <a:path w="0" h="3740">
                  <a:moveTo>
                    <a:pt x="0" y="0"/>
                  </a:moveTo>
                  <a:lnTo>
                    <a:pt x="0" y="374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791666" y="354934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801768" y="3549342"/>
              <a:ext cx="0" cy="22295"/>
            </a:xfrm>
            <a:custGeom>
              <a:avLst/>
              <a:pathLst>
                <a:path w="0" h="22295">
                  <a:moveTo>
                    <a:pt x="0" y="0"/>
                  </a:moveTo>
                  <a:lnTo>
                    <a:pt x="0" y="22295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852276" y="3559019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862378" y="3559019"/>
              <a:ext cx="0" cy="12618"/>
            </a:xfrm>
            <a:custGeom>
              <a:avLst/>
              <a:pathLst>
                <a:path w="0" h="12618">
                  <a:moveTo>
                    <a:pt x="0" y="0"/>
                  </a:moveTo>
                  <a:lnTo>
                    <a:pt x="0" y="12618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8226041" y="2972619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8236143" y="2972619"/>
              <a:ext cx="0" cy="599017"/>
            </a:xfrm>
            <a:custGeom>
              <a:avLst/>
              <a:pathLst>
                <a:path w="0" h="599017">
                  <a:moveTo>
                    <a:pt x="0" y="0"/>
                  </a:moveTo>
                  <a:lnTo>
                    <a:pt x="0" y="599017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8195736" y="3568470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8205838" y="3568470"/>
              <a:ext cx="0" cy="3166"/>
            </a:xfrm>
            <a:custGeom>
              <a:avLst/>
              <a:pathLst>
                <a:path w="0" h="3166">
                  <a:moveTo>
                    <a:pt x="0" y="0"/>
                  </a:moveTo>
                  <a:lnTo>
                    <a:pt x="0" y="3166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8256347" y="320722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8266448" y="3207222"/>
              <a:ext cx="0" cy="364415"/>
            </a:xfrm>
            <a:custGeom>
              <a:avLst/>
              <a:pathLst>
                <a:path w="0" h="364415">
                  <a:moveTo>
                    <a:pt x="0" y="0"/>
                  </a:moveTo>
                  <a:lnTo>
                    <a:pt x="0" y="364415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8630112" y="3153498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8640213" y="3153498"/>
              <a:ext cx="0" cy="418139"/>
            </a:xfrm>
            <a:custGeom>
              <a:avLst/>
              <a:pathLst>
                <a:path w="0" h="418139">
                  <a:moveTo>
                    <a:pt x="0" y="0"/>
                  </a:moveTo>
                  <a:lnTo>
                    <a:pt x="0" y="418139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8660417" y="342404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8670519" y="3424045"/>
              <a:ext cx="0" cy="147592"/>
            </a:xfrm>
            <a:custGeom>
              <a:avLst/>
              <a:pathLst>
                <a:path w="0" h="147592">
                  <a:moveTo>
                    <a:pt x="0" y="0"/>
                  </a:moveTo>
                  <a:lnTo>
                    <a:pt x="0" y="147592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6766337" y="2522283"/>
              <a:ext cx="2101165" cy="1049354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tx367"/>
            <p:cNvSpPr/>
            <p:nvPr/>
          </p:nvSpPr>
          <p:spPr>
            <a:xfrm>
              <a:off x="2237887" y="3355053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2237887" y="306356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2237887" y="2772024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2237887" y="24805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71" name="pl371"/>
            <p:cNvSpPr/>
            <p:nvPr/>
          </p:nvSpPr>
          <p:spPr>
            <a:xfrm>
              <a:off x="2390034" y="33967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2390034" y="31052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2390034" y="2813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2390034" y="25222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2424828" y="3642432"/>
              <a:ext cx="2101165" cy="2098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2424828" y="5165908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2424828" y="455651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2424828" y="394712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2424828" y="5470603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2424828" y="486121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2424828" y="425182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2424828" y="364243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2667271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3071341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3475411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3879481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4283552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001057" y="-2508689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61668" y="4759874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031362" y="3814872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091973" y="4398549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596987" y="248651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657597" y="-2159985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627292" y="-4536516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687902" y="-410029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405127" y="144248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465738" y="4707748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35433" y="4766410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96043" y="4435814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809198" y="412723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869808" y="4635243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839503" y="4598228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900113" y="4615457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213268" y="401279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273878" y="4494429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243573" y="4525558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304184" y="4493609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3025883" y="3642432"/>
              <a:ext cx="0" cy="122479"/>
            </a:xfrm>
            <a:custGeom>
              <a:avLst/>
              <a:pathLst>
                <a:path w="0" h="122479">
                  <a:moveTo>
                    <a:pt x="0" y="0"/>
                  </a:moveTo>
                  <a:lnTo>
                    <a:pt x="0" y="122479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3015781" y="3764911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3086493" y="3642432"/>
              <a:ext cx="0" cy="1707134"/>
            </a:xfrm>
            <a:custGeom>
              <a:avLst/>
              <a:pathLst>
                <a:path w="0" h="1707134">
                  <a:moveTo>
                    <a:pt x="0" y="0"/>
                  </a:moveTo>
                  <a:lnTo>
                    <a:pt x="0" y="1707134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3076392" y="534956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3056188" y="3642432"/>
              <a:ext cx="0" cy="1886247"/>
            </a:xfrm>
            <a:custGeom>
              <a:avLst/>
              <a:pathLst>
                <a:path w="0" h="1886247">
                  <a:moveTo>
                    <a:pt x="0" y="0"/>
                  </a:moveTo>
                  <a:lnTo>
                    <a:pt x="0" y="1886247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3046086" y="5528680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3116799" y="3642432"/>
              <a:ext cx="0" cy="1326658"/>
            </a:xfrm>
            <a:custGeom>
              <a:avLst/>
              <a:pathLst>
                <a:path w="0" h="1326658">
                  <a:moveTo>
                    <a:pt x="0" y="0"/>
                  </a:moveTo>
                  <a:lnTo>
                    <a:pt x="0" y="1326658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3106697" y="4969090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2621813" y="3642432"/>
              <a:ext cx="0" cy="838321"/>
            </a:xfrm>
            <a:custGeom>
              <a:avLst/>
              <a:pathLst>
                <a:path w="0" h="838321">
                  <a:moveTo>
                    <a:pt x="0" y="0"/>
                  </a:moveTo>
                  <a:lnTo>
                    <a:pt x="0" y="838321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2611711" y="448075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2682423" y="3642432"/>
              <a:ext cx="0" cy="2098708"/>
            </a:xfrm>
            <a:custGeom>
              <a:avLst/>
              <a:pathLst>
                <a:path w="0" h="2098708">
                  <a:moveTo>
                    <a:pt x="0" y="0"/>
                  </a:moveTo>
                  <a:lnTo>
                    <a:pt x="0" y="2098708"/>
                  </a:lnTo>
                  <a:lnTo>
                    <a:pt x="0" y="2098708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2672321" y="5741140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2652118" y="3642432"/>
              <a:ext cx="0" cy="886846"/>
            </a:xfrm>
            <a:custGeom>
              <a:avLst/>
              <a:pathLst>
                <a:path w="0" h="886846">
                  <a:moveTo>
                    <a:pt x="0" y="0"/>
                  </a:moveTo>
                  <a:lnTo>
                    <a:pt x="0" y="886846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2642016" y="4529278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2712728" y="3642432"/>
              <a:ext cx="0" cy="1588150"/>
            </a:xfrm>
            <a:custGeom>
              <a:avLst/>
              <a:pathLst>
                <a:path w="0" h="1588150">
                  <a:moveTo>
                    <a:pt x="0" y="0"/>
                  </a:moveTo>
                  <a:lnTo>
                    <a:pt x="0" y="158815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2702627" y="523058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3429953" y="3642432"/>
              <a:ext cx="0" cy="659220"/>
            </a:xfrm>
            <a:custGeom>
              <a:avLst/>
              <a:pathLst>
                <a:path w="0" h="659220">
                  <a:moveTo>
                    <a:pt x="0" y="0"/>
                  </a:moveTo>
                  <a:lnTo>
                    <a:pt x="0" y="65922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3419851" y="430165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3490564" y="3642432"/>
              <a:ext cx="0" cy="1423670"/>
            </a:xfrm>
            <a:custGeom>
              <a:avLst/>
              <a:pathLst>
                <a:path w="0" h="1423670">
                  <a:moveTo>
                    <a:pt x="0" y="0"/>
                  </a:moveTo>
                  <a:lnTo>
                    <a:pt x="0" y="142367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3480462" y="506610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3460258" y="3642432"/>
              <a:ext cx="0" cy="1461686"/>
            </a:xfrm>
            <a:custGeom>
              <a:avLst/>
              <a:pathLst>
                <a:path w="0" h="1461686">
                  <a:moveTo>
                    <a:pt x="0" y="0"/>
                  </a:moveTo>
                  <a:lnTo>
                    <a:pt x="0" y="1461686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3450157" y="5104118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3520869" y="3642432"/>
              <a:ext cx="0" cy="1117153"/>
            </a:xfrm>
            <a:custGeom>
              <a:avLst/>
              <a:pathLst>
                <a:path w="0" h="1117153">
                  <a:moveTo>
                    <a:pt x="0" y="0"/>
                  </a:moveTo>
                  <a:lnTo>
                    <a:pt x="0" y="1117153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3510767" y="475958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3834023" y="3642432"/>
              <a:ext cx="0" cy="1491910"/>
            </a:xfrm>
            <a:custGeom>
              <a:avLst/>
              <a:pathLst>
                <a:path w="0" h="1491910">
                  <a:moveTo>
                    <a:pt x="0" y="0"/>
                  </a:moveTo>
                  <a:lnTo>
                    <a:pt x="0" y="149191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3823922" y="513434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3894634" y="3642432"/>
              <a:ext cx="0" cy="1223713"/>
            </a:xfrm>
            <a:custGeom>
              <a:avLst/>
              <a:pathLst>
                <a:path w="0" h="1223713">
                  <a:moveTo>
                    <a:pt x="0" y="0"/>
                  </a:moveTo>
                  <a:lnTo>
                    <a:pt x="0" y="122371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3884532" y="486614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3864329" y="3642432"/>
              <a:ext cx="0" cy="1284834"/>
            </a:xfrm>
            <a:custGeom>
              <a:avLst/>
              <a:pathLst>
                <a:path w="0" h="1284834">
                  <a:moveTo>
                    <a:pt x="0" y="0"/>
                  </a:moveTo>
                  <a:lnTo>
                    <a:pt x="0" y="1284834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3854227" y="492726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3924939" y="3642432"/>
              <a:ext cx="0" cy="1236195"/>
            </a:xfrm>
            <a:custGeom>
              <a:avLst/>
              <a:pathLst>
                <a:path w="0" h="1236195">
                  <a:moveTo>
                    <a:pt x="0" y="0"/>
                  </a:moveTo>
                  <a:lnTo>
                    <a:pt x="0" y="1236195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3914838" y="487862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4238094" y="3642432"/>
              <a:ext cx="0" cy="1457850"/>
            </a:xfrm>
            <a:custGeom>
              <a:avLst/>
              <a:pathLst>
                <a:path w="0" h="1457850">
                  <a:moveTo>
                    <a:pt x="0" y="0"/>
                  </a:moveTo>
                  <a:lnTo>
                    <a:pt x="0" y="145785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4227992" y="510028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4298704" y="3642432"/>
              <a:ext cx="0" cy="1187910"/>
            </a:xfrm>
            <a:custGeom>
              <a:avLst/>
              <a:pathLst>
                <a:path w="0" h="1187910">
                  <a:moveTo>
                    <a:pt x="0" y="0"/>
                  </a:moveTo>
                  <a:lnTo>
                    <a:pt x="0" y="118791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4288603" y="483034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4258297" y="3798500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4268399" y="3798500"/>
              <a:ext cx="0" cy="1024099"/>
            </a:xfrm>
            <a:custGeom>
              <a:avLst/>
              <a:pathLst>
                <a:path w="0" h="1024099">
                  <a:moveTo>
                    <a:pt x="0" y="0"/>
                  </a:moveTo>
                  <a:lnTo>
                    <a:pt x="0" y="1024099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4258297" y="4822600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4329010" y="3642432"/>
              <a:ext cx="0" cy="1111555"/>
            </a:xfrm>
            <a:custGeom>
              <a:avLst/>
              <a:pathLst>
                <a:path w="0" h="1111555">
                  <a:moveTo>
                    <a:pt x="0" y="0"/>
                  </a:moveTo>
                  <a:lnTo>
                    <a:pt x="0" y="1111555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4318908" y="475398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2424828" y="473933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2424828" y="3642432"/>
              <a:ext cx="2101165" cy="2098708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4595583" y="3642432"/>
              <a:ext cx="2101165" cy="2098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4595583" y="5165908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4595583" y="455651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4595583" y="394712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4595583" y="5470603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4595583" y="486121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4595583" y="425182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4595583" y="364243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4838025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5242095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5646166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6050236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6454306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5171812" y="477017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232422" y="4575194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202117" y="4645270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262727" y="4502787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767741" y="439230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28352" y="4670027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798046" y="4474717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858657" y="4463660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575882" y="467492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5636492" y="4498726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606187" y="4536651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5666798" y="4483974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979952" y="464946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6040563" y="4618220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6010257" y="4614245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6070868" y="4378839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6384022" y="466082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44633" y="4550190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6414328" y="4586006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6474938" y="4452251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5186536" y="3908824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5196637" y="3908824"/>
              <a:ext cx="0" cy="1127099"/>
            </a:xfrm>
            <a:custGeom>
              <a:avLst/>
              <a:pathLst>
                <a:path w="0" h="1127099">
                  <a:moveTo>
                    <a:pt x="0" y="0"/>
                  </a:moveTo>
                  <a:lnTo>
                    <a:pt x="0" y="1127099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5186536" y="503592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5257248" y="3642432"/>
              <a:ext cx="0" cy="1270998"/>
            </a:xfrm>
            <a:custGeom>
              <a:avLst/>
              <a:pathLst>
                <a:path w="0" h="1270998">
                  <a:moveTo>
                    <a:pt x="0" y="0"/>
                  </a:moveTo>
                  <a:lnTo>
                    <a:pt x="0" y="1270998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5247146" y="4913430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5226943" y="3642432"/>
              <a:ext cx="0" cy="1262044"/>
            </a:xfrm>
            <a:custGeom>
              <a:avLst/>
              <a:pathLst>
                <a:path w="0" h="1262044">
                  <a:moveTo>
                    <a:pt x="0" y="0"/>
                  </a:moveTo>
                  <a:lnTo>
                    <a:pt x="0" y="1262044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5216841" y="490447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5287553" y="3642432"/>
              <a:ext cx="0" cy="1141502"/>
            </a:xfrm>
            <a:custGeom>
              <a:avLst/>
              <a:pathLst>
                <a:path w="0" h="1141502">
                  <a:moveTo>
                    <a:pt x="0" y="0"/>
                  </a:moveTo>
                  <a:lnTo>
                    <a:pt x="0" y="1141502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5277452" y="4783934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4792567" y="3642432"/>
              <a:ext cx="0" cy="1225891"/>
            </a:xfrm>
            <a:custGeom>
              <a:avLst/>
              <a:pathLst>
                <a:path w="0" h="1225891">
                  <a:moveTo>
                    <a:pt x="0" y="0"/>
                  </a:moveTo>
                  <a:lnTo>
                    <a:pt x="0" y="1225891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4782465" y="486832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4853178" y="3642432"/>
              <a:ext cx="0" cy="1402700"/>
            </a:xfrm>
            <a:custGeom>
              <a:avLst/>
              <a:pathLst>
                <a:path w="0" h="1402700">
                  <a:moveTo>
                    <a:pt x="0" y="0"/>
                  </a:moveTo>
                  <a:lnTo>
                    <a:pt x="0" y="140270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4843076" y="504513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4822872" y="3642432"/>
              <a:ext cx="0" cy="1215593"/>
            </a:xfrm>
            <a:custGeom>
              <a:avLst/>
              <a:pathLst>
                <a:path w="0" h="1215593">
                  <a:moveTo>
                    <a:pt x="0" y="0"/>
                  </a:moveTo>
                  <a:lnTo>
                    <a:pt x="0" y="1215593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4812771" y="485802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4883483" y="3642432"/>
              <a:ext cx="0" cy="1266274"/>
            </a:xfrm>
            <a:custGeom>
              <a:avLst/>
              <a:pathLst>
                <a:path w="0" h="1266274">
                  <a:moveTo>
                    <a:pt x="0" y="0"/>
                  </a:moveTo>
                  <a:lnTo>
                    <a:pt x="0" y="1266274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4873381" y="490870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5600708" y="3642432"/>
              <a:ext cx="0" cy="1241612"/>
            </a:xfrm>
            <a:custGeom>
              <a:avLst/>
              <a:pathLst>
                <a:path w="0" h="1241612">
                  <a:moveTo>
                    <a:pt x="0" y="0"/>
                  </a:moveTo>
                  <a:lnTo>
                    <a:pt x="0" y="1241612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5590606" y="4884044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5661318" y="3642432"/>
              <a:ext cx="0" cy="1065851"/>
            </a:xfrm>
            <a:custGeom>
              <a:avLst/>
              <a:pathLst>
                <a:path w="0" h="1065851">
                  <a:moveTo>
                    <a:pt x="0" y="0"/>
                  </a:moveTo>
                  <a:lnTo>
                    <a:pt x="0" y="1065851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5651217" y="470828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5620911" y="423876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5631013" y="4238766"/>
              <a:ext cx="0" cy="505115"/>
            </a:xfrm>
            <a:custGeom>
              <a:avLst/>
              <a:pathLst>
                <a:path w="0" h="505115">
                  <a:moveTo>
                    <a:pt x="0" y="0"/>
                  </a:moveTo>
                  <a:lnTo>
                    <a:pt x="0" y="505115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5620911" y="4743881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5691624" y="3642432"/>
              <a:ext cx="0" cy="1082564"/>
            </a:xfrm>
            <a:custGeom>
              <a:avLst/>
              <a:pathLst>
                <a:path w="0" h="1082564">
                  <a:moveTo>
                    <a:pt x="0" y="0"/>
                  </a:moveTo>
                  <a:lnTo>
                    <a:pt x="0" y="1082564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5681522" y="472499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5994676" y="409820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004778" y="4098205"/>
              <a:ext cx="0" cy="733228"/>
            </a:xfrm>
            <a:custGeom>
              <a:avLst/>
              <a:pathLst>
                <a:path w="0" h="733228">
                  <a:moveTo>
                    <a:pt x="0" y="0"/>
                  </a:moveTo>
                  <a:lnTo>
                    <a:pt x="0" y="73322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5994676" y="4831434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055287" y="379831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065389" y="3798312"/>
              <a:ext cx="0" cy="1075518"/>
            </a:xfrm>
            <a:custGeom>
              <a:avLst/>
              <a:pathLst>
                <a:path w="0" h="1075518">
                  <a:moveTo>
                    <a:pt x="0" y="0"/>
                  </a:moveTo>
                  <a:lnTo>
                    <a:pt x="0" y="1075518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055287" y="4873831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6035083" y="3642432"/>
              <a:ext cx="0" cy="1263751"/>
            </a:xfrm>
            <a:custGeom>
              <a:avLst/>
              <a:pathLst>
                <a:path w="0" h="1263751">
                  <a:moveTo>
                    <a:pt x="0" y="0"/>
                  </a:moveTo>
                  <a:lnTo>
                    <a:pt x="0" y="1263751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024982" y="490618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6095694" y="3642432"/>
              <a:ext cx="0" cy="1013185"/>
            </a:xfrm>
            <a:custGeom>
              <a:avLst/>
              <a:pathLst>
                <a:path w="0" h="1013185">
                  <a:moveTo>
                    <a:pt x="0" y="0"/>
                  </a:moveTo>
                  <a:lnTo>
                    <a:pt x="0" y="1013185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085592" y="465561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408848" y="3642432"/>
              <a:ext cx="0" cy="1245316"/>
            </a:xfrm>
            <a:custGeom>
              <a:avLst/>
              <a:pathLst>
                <a:path w="0" h="1245316">
                  <a:moveTo>
                    <a:pt x="0" y="0"/>
                  </a:moveTo>
                  <a:lnTo>
                    <a:pt x="0" y="1245316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398747" y="4887748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469459" y="3642432"/>
              <a:ext cx="0" cy="1122963"/>
            </a:xfrm>
            <a:custGeom>
              <a:avLst/>
              <a:pathLst>
                <a:path w="0" h="1122963">
                  <a:moveTo>
                    <a:pt x="0" y="0"/>
                  </a:moveTo>
                  <a:lnTo>
                    <a:pt x="0" y="112296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459357" y="476539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439154" y="3642432"/>
              <a:ext cx="0" cy="1121014"/>
            </a:xfrm>
            <a:custGeom>
              <a:avLst/>
              <a:pathLst>
                <a:path w="0" h="1121014">
                  <a:moveTo>
                    <a:pt x="0" y="0"/>
                  </a:moveTo>
                  <a:lnTo>
                    <a:pt x="0" y="1121014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429052" y="476344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499764" y="3642432"/>
              <a:ext cx="0" cy="1023688"/>
            </a:xfrm>
            <a:custGeom>
              <a:avLst/>
              <a:pathLst>
                <a:path w="0" h="1023688">
                  <a:moveTo>
                    <a:pt x="0" y="0"/>
                  </a:moveTo>
                  <a:lnTo>
                    <a:pt x="0" y="1023688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489662" y="4666120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4595583" y="473933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4595583" y="3642432"/>
              <a:ext cx="2101165" cy="2098708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6766337" y="3642432"/>
              <a:ext cx="2101165" cy="2098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766337" y="5165908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766337" y="455651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766337" y="3947127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766337" y="5470603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766337" y="486121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766337" y="425182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766337" y="3642432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7008780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7412850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7816920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8220990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8625061" y="3642432"/>
              <a:ext cx="0" cy="2098708"/>
            </a:xfrm>
            <a:custGeom>
              <a:avLst/>
              <a:pathLst>
                <a:path w="0" h="2098708">
                  <a:moveTo>
                    <a:pt x="0" y="20987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7342566" y="478386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7403177" y="4693096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372871" y="4638990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433482" y="4530279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6938496" y="489378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6999106" y="4533110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68801" y="4750115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7029412" y="4613688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7746636" y="472030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7807247" y="4536254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7776942" y="4611110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7837552" y="4529463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8150707" y="5121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8211317" y="4564509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8181012" y="4834570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8241622" y="4586561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8554777" y="5288192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8615387" y="4795495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8585082" y="5052876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8645693" y="4739907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367392" y="3642432"/>
              <a:ext cx="0" cy="1397454"/>
            </a:xfrm>
            <a:custGeom>
              <a:avLst/>
              <a:pathLst>
                <a:path w="0" h="1397454">
                  <a:moveTo>
                    <a:pt x="0" y="0"/>
                  </a:moveTo>
                  <a:lnTo>
                    <a:pt x="0" y="1397454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357290" y="503988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417901" y="412298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428003" y="4122983"/>
              <a:ext cx="0" cy="763971"/>
            </a:xfrm>
            <a:custGeom>
              <a:avLst/>
              <a:pathLst>
                <a:path w="0" h="763971">
                  <a:moveTo>
                    <a:pt x="0" y="0"/>
                  </a:moveTo>
                  <a:lnTo>
                    <a:pt x="0" y="763971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417901" y="4886954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397697" y="3642432"/>
              <a:ext cx="0" cy="1193381"/>
            </a:xfrm>
            <a:custGeom>
              <a:avLst/>
              <a:pathLst>
                <a:path w="0" h="1193381">
                  <a:moveTo>
                    <a:pt x="0" y="0"/>
                  </a:moveTo>
                  <a:lnTo>
                    <a:pt x="0" y="1193381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387595" y="483581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458308" y="3642432"/>
              <a:ext cx="0" cy="1099885"/>
            </a:xfrm>
            <a:custGeom>
              <a:avLst/>
              <a:pathLst>
                <a:path w="0" h="1099885">
                  <a:moveTo>
                    <a:pt x="0" y="0"/>
                  </a:moveTo>
                  <a:lnTo>
                    <a:pt x="0" y="1099885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448206" y="474231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6953220" y="4654459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6963322" y="4654459"/>
              <a:ext cx="0" cy="412015"/>
            </a:xfrm>
            <a:custGeom>
              <a:avLst/>
              <a:pathLst>
                <a:path w="0" h="412015">
                  <a:moveTo>
                    <a:pt x="0" y="0"/>
                  </a:moveTo>
                  <a:lnTo>
                    <a:pt x="0" y="412015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6953220" y="506647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7023932" y="3642432"/>
              <a:ext cx="0" cy="1097817"/>
            </a:xfrm>
            <a:custGeom>
              <a:avLst/>
              <a:pathLst>
                <a:path w="0" h="1097817">
                  <a:moveTo>
                    <a:pt x="0" y="0"/>
                  </a:moveTo>
                  <a:lnTo>
                    <a:pt x="0" y="1097817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7013830" y="4740249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993627" y="3642432"/>
              <a:ext cx="0" cy="1275749"/>
            </a:xfrm>
            <a:custGeom>
              <a:avLst/>
              <a:pathLst>
                <a:path w="0" h="1275749">
                  <a:moveTo>
                    <a:pt x="0" y="0"/>
                  </a:moveTo>
                  <a:lnTo>
                    <a:pt x="0" y="1275749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983525" y="4918181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7054238" y="3642432"/>
              <a:ext cx="0" cy="1205834"/>
            </a:xfrm>
            <a:custGeom>
              <a:avLst/>
              <a:pathLst>
                <a:path w="0" h="1205834">
                  <a:moveTo>
                    <a:pt x="0" y="0"/>
                  </a:moveTo>
                  <a:lnTo>
                    <a:pt x="0" y="1205834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7044136" y="484826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7771462" y="3642432"/>
              <a:ext cx="0" cy="1319900"/>
            </a:xfrm>
            <a:custGeom>
              <a:avLst/>
              <a:pathLst>
                <a:path w="0" h="1319900">
                  <a:moveTo>
                    <a:pt x="0" y="0"/>
                  </a:moveTo>
                  <a:lnTo>
                    <a:pt x="0" y="131990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7761361" y="496233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7832073" y="3642432"/>
              <a:ext cx="0" cy="1130669"/>
            </a:xfrm>
            <a:custGeom>
              <a:avLst/>
              <a:pathLst>
                <a:path w="0" h="1130669">
                  <a:moveTo>
                    <a:pt x="0" y="0"/>
                  </a:moveTo>
                  <a:lnTo>
                    <a:pt x="0" y="1130669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7821971" y="4773101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7801768" y="3642432"/>
              <a:ext cx="0" cy="1261783"/>
            </a:xfrm>
            <a:custGeom>
              <a:avLst/>
              <a:pathLst>
                <a:path w="0" h="1261783">
                  <a:moveTo>
                    <a:pt x="0" y="0"/>
                  </a:moveTo>
                  <a:lnTo>
                    <a:pt x="0" y="1261783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7791666" y="490421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7862378" y="3642432"/>
              <a:ext cx="0" cy="1115574"/>
            </a:xfrm>
            <a:custGeom>
              <a:avLst/>
              <a:pathLst>
                <a:path w="0" h="1115574">
                  <a:moveTo>
                    <a:pt x="0" y="0"/>
                  </a:moveTo>
                  <a:lnTo>
                    <a:pt x="0" y="1115574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7852276" y="4758006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8165431" y="4077340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8175533" y="4077340"/>
              <a:ext cx="0" cy="1171442"/>
            </a:xfrm>
            <a:custGeom>
              <a:avLst/>
              <a:pathLst>
                <a:path w="0" h="1171442">
                  <a:moveTo>
                    <a:pt x="0" y="0"/>
                  </a:moveTo>
                  <a:lnTo>
                    <a:pt x="0" y="1171442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8165431" y="524878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8236143" y="3642432"/>
              <a:ext cx="0" cy="1181306"/>
            </a:xfrm>
            <a:custGeom>
              <a:avLst/>
              <a:pathLst>
                <a:path w="0" h="1181306">
                  <a:moveTo>
                    <a:pt x="0" y="0"/>
                  </a:moveTo>
                  <a:lnTo>
                    <a:pt x="0" y="1181306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8226041" y="4823738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8205838" y="3642432"/>
              <a:ext cx="0" cy="1407465"/>
            </a:xfrm>
            <a:custGeom>
              <a:avLst/>
              <a:pathLst>
                <a:path w="0" h="1407465">
                  <a:moveTo>
                    <a:pt x="0" y="0"/>
                  </a:moveTo>
                  <a:lnTo>
                    <a:pt x="0" y="1407465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8195736" y="504989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8266448" y="3642432"/>
              <a:ext cx="0" cy="1185581"/>
            </a:xfrm>
            <a:custGeom>
              <a:avLst/>
              <a:pathLst>
                <a:path w="0" h="1185581">
                  <a:moveTo>
                    <a:pt x="0" y="0"/>
                  </a:moveTo>
                  <a:lnTo>
                    <a:pt x="0" y="1185581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8256347" y="482801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8569501" y="487540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8579603" y="4875403"/>
              <a:ext cx="0" cy="518880"/>
            </a:xfrm>
            <a:custGeom>
              <a:avLst/>
              <a:pathLst>
                <a:path w="0" h="518880">
                  <a:moveTo>
                    <a:pt x="0" y="0"/>
                  </a:moveTo>
                  <a:lnTo>
                    <a:pt x="0" y="51888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8569501" y="5394283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8640213" y="3642432"/>
              <a:ext cx="0" cy="1368675"/>
            </a:xfrm>
            <a:custGeom>
              <a:avLst/>
              <a:pathLst>
                <a:path w="0" h="1368675">
                  <a:moveTo>
                    <a:pt x="0" y="0"/>
                  </a:moveTo>
                  <a:lnTo>
                    <a:pt x="0" y="1368675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8630112" y="5011107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8599806" y="4271572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8609908" y="4271572"/>
              <a:ext cx="0" cy="912286"/>
            </a:xfrm>
            <a:custGeom>
              <a:avLst/>
              <a:pathLst>
                <a:path w="0" h="912286">
                  <a:moveTo>
                    <a:pt x="0" y="0"/>
                  </a:moveTo>
                  <a:lnTo>
                    <a:pt x="0" y="912286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8599806" y="5183859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8670519" y="3642432"/>
              <a:ext cx="0" cy="1263063"/>
            </a:xfrm>
            <a:custGeom>
              <a:avLst/>
              <a:pathLst>
                <a:path w="0" h="1263063">
                  <a:moveTo>
                    <a:pt x="0" y="0"/>
                  </a:moveTo>
                  <a:lnTo>
                    <a:pt x="0" y="1263063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8660417" y="4905495"/>
              <a:ext cx="20203" cy="0"/>
            </a:xfrm>
            <a:custGeom>
              <a:avLst/>
              <a:pathLst>
                <a:path w="20203" h="0">
                  <a:moveTo>
                    <a:pt x="0" y="0"/>
                  </a:moveTo>
                  <a:lnTo>
                    <a:pt x="20203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766337" y="4739334"/>
              <a:ext cx="2101165" cy="0"/>
            </a:xfrm>
            <a:custGeom>
              <a:avLst/>
              <a:pathLst>
                <a:path w="2101165" h="0">
                  <a:moveTo>
                    <a:pt x="0" y="0"/>
                  </a:moveTo>
                  <a:lnTo>
                    <a:pt x="2101165" y="0"/>
                  </a:lnTo>
                  <a:lnTo>
                    <a:pt x="210116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9" name="rc609"/>
            <p:cNvSpPr/>
            <p:nvPr/>
          </p:nvSpPr>
          <p:spPr>
            <a:xfrm>
              <a:off x="6766337" y="3642432"/>
              <a:ext cx="2101165" cy="2098708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2667271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3071341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3475411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3879481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4283552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tx615"/>
            <p:cNvSpPr/>
            <p:nvPr/>
          </p:nvSpPr>
          <p:spPr>
            <a:xfrm>
              <a:off x="2617584" y="580344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3021655" y="580344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3444333" y="580207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3848404" y="580344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4252474" y="580344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0" name="pl620"/>
            <p:cNvSpPr/>
            <p:nvPr/>
          </p:nvSpPr>
          <p:spPr>
            <a:xfrm>
              <a:off x="4838025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5242095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5646166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050236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454306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tx625"/>
            <p:cNvSpPr/>
            <p:nvPr/>
          </p:nvSpPr>
          <p:spPr>
            <a:xfrm>
              <a:off x="4788339" y="580344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5192409" y="580344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5615088" y="580207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6019158" y="580344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29" name="tx629"/>
            <p:cNvSpPr/>
            <p:nvPr/>
          </p:nvSpPr>
          <p:spPr>
            <a:xfrm>
              <a:off x="6423228" y="580344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30" name="pl630"/>
            <p:cNvSpPr/>
            <p:nvPr/>
          </p:nvSpPr>
          <p:spPr>
            <a:xfrm>
              <a:off x="7008780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7412850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7816920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8220990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8625061" y="574114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tx635"/>
            <p:cNvSpPr/>
            <p:nvPr/>
          </p:nvSpPr>
          <p:spPr>
            <a:xfrm>
              <a:off x="6959093" y="580344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36" name="tx636"/>
            <p:cNvSpPr/>
            <p:nvPr/>
          </p:nvSpPr>
          <p:spPr>
            <a:xfrm>
              <a:off x="7363164" y="580344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37" name="tx637"/>
            <p:cNvSpPr/>
            <p:nvPr/>
          </p:nvSpPr>
          <p:spPr>
            <a:xfrm>
              <a:off x="7785842" y="580207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38" name="tx638"/>
            <p:cNvSpPr/>
            <p:nvPr/>
          </p:nvSpPr>
          <p:spPr>
            <a:xfrm>
              <a:off x="8189913" y="580344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39" name="tx639"/>
            <p:cNvSpPr/>
            <p:nvPr/>
          </p:nvSpPr>
          <p:spPr>
            <a:xfrm>
              <a:off x="8593983" y="580344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40" name="tx640"/>
            <p:cNvSpPr/>
            <p:nvPr/>
          </p:nvSpPr>
          <p:spPr>
            <a:xfrm>
              <a:off x="2300043" y="543027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41" name="tx641"/>
            <p:cNvSpPr/>
            <p:nvPr/>
          </p:nvSpPr>
          <p:spPr>
            <a:xfrm>
              <a:off x="2300043" y="482088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42" name="tx642"/>
            <p:cNvSpPr/>
            <p:nvPr/>
          </p:nvSpPr>
          <p:spPr>
            <a:xfrm>
              <a:off x="2300043" y="4210076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643" name="tx643"/>
            <p:cNvSpPr/>
            <p:nvPr/>
          </p:nvSpPr>
          <p:spPr>
            <a:xfrm>
              <a:off x="2300043" y="3602432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644" name="pl644"/>
            <p:cNvSpPr/>
            <p:nvPr/>
          </p:nvSpPr>
          <p:spPr>
            <a:xfrm>
              <a:off x="2390034" y="54706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2390034" y="48612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2390034" y="42518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2390034" y="36424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rc648"/>
            <p:cNvSpPr/>
            <p:nvPr/>
          </p:nvSpPr>
          <p:spPr>
            <a:xfrm>
              <a:off x="4397346" y="6057248"/>
              <a:ext cx="2497639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tx649"/>
            <p:cNvSpPr/>
            <p:nvPr/>
          </p:nvSpPr>
          <p:spPr>
            <a:xfrm>
              <a:off x="4466935" y="6155392"/>
              <a:ext cx="458117" cy="131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</a:t>
              </a:r>
            </a:p>
          </p:txBody>
        </p:sp>
        <p:sp>
          <p:nvSpPr>
            <p:cNvPr id="650" name="rc650"/>
            <p:cNvSpPr/>
            <p:nvPr/>
          </p:nvSpPr>
          <p:spPr>
            <a:xfrm>
              <a:off x="5003249" y="612683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5088151" y="621173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5025195" y="62365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rc653"/>
            <p:cNvSpPr/>
            <p:nvPr/>
          </p:nvSpPr>
          <p:spPr>
            <a:xfrm>
              <a:off x="5523808" y="612683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8710" y="6211739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5545754" y="62365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rc656"/>
            <p:cNvSpPr/>
            <p:nvPr/>
          </p:nvSpPr>
          <p:spPr>
            <a:xfrm>
              <a:off x="5949117" y="612683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034019" y="6211739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5971063" y="62365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6469676" y="612683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554578" y="6211739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491622" y="62365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tx662"/>
            <p:cNvSpPr/>
            <p:nvPr/>
          </p:nvSpPr>
          <p:spPr>
            <a:xfrm>
              <a:off x="5292294" y="619487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663" name="tx663"/>
            <p:cNvSpPr/>
            <p:nvPr/>
          </p:nvSpPr>
          <p:spPr>
            <a:xfrm>
              <a:off x="5812853" y="619623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64" name="tx664"/>
            <p:cNvSpPr/>
            <p:nvPr/>
          </p:nvSpPr>
          <p:spPr>
            <a:xfrm>
              <a:off x="6238162" y="619487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665" name="tx665"/>
            <p:cNvSpPr/>
            <p:nvPr/>
          </p:nvSpPr>
          <p:spPr>
            <a:xfrm>
              <a:off x="6758721" y="619623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66" name="tx666"/>
            <p:cNvSpPr/>
            <p:nvPr/>
          </p:nvSpPr>
          <p:spPr>
            <a:xfrm>
              <a:off x="5269514" y="6527298"/>
              <a:ext cx="357299" cy="1277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</a:t>
              </a:r>
            </a:p>
          </p:txBody>
        </p:sp>
        <p:sp>
          <p:nvSpPr>
            <p:cNvPr id="667" name="tx667"/>
            <p:cNvSpPr/>
            <p:nvPr/>
          </p:nvSpPr>
          <p:spPr>
            <a:xfrm rot="-5400000">
              <a:off x="918197" y="3730634"/>
              <a:ext cx="17546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Mean Average Error (Years)</a:t>
              </a:r>
            </a:p>
          </p:txBody>
        </p:sp>
        <p:sp>
          <p:nvSpPr>
            <p:cNvPr id="668" name="tx668"/>
            <p:cNvSpPr/>
            <p:nvPr/>
          </p:nvSpPr>
          <p:spPr>
            <a:xfrm>
              <a:off x="1959234" y="879214"/>
              <a:ext cx="260873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PiB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2026-02-16T13:14:29Z</dcterms:modified>
</cp:coreProperties>
</file>