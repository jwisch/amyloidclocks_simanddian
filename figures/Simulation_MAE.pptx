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809625"/>
            <a:ext cx="7315200" cy="5943600"/>
            <a:chOff x="1691481" y="809625"/>
            <a:chExt cx="7315200" cy="5943600"/>
          </a:xfrm>
        </p:grpSpPr>
        <p:sp>
          <p:nvSpPr>
            <p:cNvPr id="3" name="rc3"/>
            <p:cNvSpPr/>
            <p:nvPr/>
          </p:nvSpPr>
          <p:spPr>
            <a:xfrm>
              <a:off x="1691481" y="809625"/>
              <a:ext cx="7315200" cy="5943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809625"/>
              <a:ext cx="7315200" cy="5943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924440" y="1106903"/>
              <a:ext cx="7012652" cy="5413363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924440" y="5843595"/>
              <a:ext cx="7012652" cy="0"/>
            </a:xfrm>
            <a:custGeom>
              <a:avLst/>
              <a:pathLst>
                <a:path w="7012652" h="0">
                  <a:moveTo>
                    <a:pt x="0" y="0"/>
                  </a:moveTo>
                  <a:lnTo>
                    <a:pt x="7012652" y="0"/>
                  </a:lnTo>
                  <a:lnTo>
                    <a:pt x="701265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924440" y="4490255"/>
              <a:ext cx="7012652" cy="0"/>
            </a:xfrm>
            <a:custGeom>
              <a:avLst/>
              <a:pathLst>
                <a:path w="7012652" h="0">
                  <a:moveTo>
                    <a:pt x="0" y="0"/>
                  </a:moveTo>
                  <a:lnTo>
                    <a:pt x="7012652" y="0"/>
                  </a:lnTo>
                  <a:lnTo>
                    <a:pt x="701265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24440" y="3136914"/>
              <a:ext cx="7012652" cy="0"/>
            </a:xfrm>
            <a:custGeom>
              <a:avLst/>
              <a:pathLst>
                <a:path w="7012652" h="0">
                  <a:moveTo>
                    <a:pt x="0" y="0"/>
                  </a:moveTo>
                  <a:lnTo>
                    <a:pt x="7012652" y="0"/>
                  </a:lnTo>
                  <a:lnTo>
                    <a:pt x="701265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24440" y="1783573"/>
              <a:ext cx="7012652" cy="0"/>
            </a:xfrm>
            <a:custGeom>
              <a:avLst/>
              <a:pathLst>
                <a:path w="7012652" h="0">
                  <a:moveTo>
                    <a:pt x="0" y="0"/>
                  </a:moveTo>
                  <a:lnTo>
                    <a:pt x="7012652" y="0"/>
                  </a:lnTo>
                  <a:lnTo>
                    <a:pt x="7012652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01021" y="1106903"/>
              <a:ext cx="0" cy="5413363"/>
            </a:xfrm>
            <a:custGeom>
              <a:avLst/>
              <a:pathLst>
                <a:path w="0" h="5413363">
                  <a:moveTo>
                    <a:pt x="0" y="541336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554184" y="1106903"/>
              <a:ext cx="0" cy="5413363"/>
            </a:xfrm>
            <a:custGeom>
              <a:avLst/>
              <a:pathLst>
                <a:path w="0" h="5413363">
                  <a:moveTo>
                    <a:pt x="0" y="541336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307347" y="1106903"/>
              <a:ext cx="0" cy="5413363"/>
            </a:xfrm>
            <a:custGeom>
              <a:avLst/>
              <a:pathLst>
                <a:path w="0" h="5413363">
                  <a:moveTo>
                    <a:pt x="0" y="541336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060510" y="1106903"/>
              <a:ext cx="0" cy="5413363"/>
            </a:xfrm>
            <a:custGeom>
              <a:avLst/>
              <a:pathLst>
                <a:path w="0" h="5413363">
                  <a:moveTo>
                    <a:pt x="0" y="541336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924440" y="6520266"/>
              <a:ext cx="7012652" cy="0"/>
            </a:xfrm>
            <a:custGeom>
              <a:avLst/>
              <a:pathLst>
                <a:path w="7012652" h="0">
                  <a:moveTo>
                    <a:pt x="0" y="0"/>
                  </a:moveTo>
                  <a:lnTo>
                    <a:pt x="7012652" y="0"/>
                  </a:lnTo>
                  <a:lnTo>
                    <a:pt x="701265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924440" y="5166925"/>
              <a:ext cx="7012652" cy="0"/>
            </a:xfrm>
            <a:custGeom>
              <a:avLst/>
              <a:pathLst>
                <a:path w="7012652" h="0">
                  <a:moveTo>
                    <a:pt x="0" y="0"/>
                  </a:moveTo>
                  <a:lnTo>
                    <a:pt x="7012652" y="0"/>
                  </a:lnTo>
                  <a:lnTo>
                    <a:pt x="701265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924440" y="3813584"/>
              <a:ext cx="7012652" cy="0"/>
            </a:xfrm>
            <a:custGeom>
              <a:avLst/>
              <a:pathLst>
                <a:path w="7012652" h="0">
                  <a:moveTo>
                    <a:pt x="0" y="0"/>
                  </a:moveTo>
                  <a:lnTo>
                    <a:pt x="7012652" y="0"/>
                  </a:lnTo>
                  <a:lnTo>
                    <a:pt x="701265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924440" y="2460243"/>
              <a:ext cx="7012652" cy="0"/>
            </a:xfrm>
            <a:custGeom>
              <a:avLst/>
              <a:pathLst>
                <a:path w="7012652" h="0">
                  <a:moveTo>
                    <a:pt x="0" y="0"/>
                  </a:moveTo>
                  <a:lnTo>
                    <a:pt x="7012652" y="0"/>
                  </a:lnTo>
                  <a:lnTo>
                    <a:pt x="701265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924440" y="1106903"/>
              <a:ext cx="7012652" cy="0"/>
            </a:xfrm>
            <a:custGeom>
              <a:avLst/>
              <a:pathLst>
                <a:path w="7012652" h="0">
                  <a:moveTo>
                    <a:pt x="0" y="0"/>
                  </a:moveTo>
                  <a:lnTo>
                    <a:pt x="7012652" y="0"/>
                  </a:lnTo>
                  <a:lnTo>
                    <a:pt x="7012652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924440" y="1106903"/>
              <a:ext cx="0" cy="5413363"/>
            </a:xfrm>
            <a:custGeom>
              <a:avLst/>
              <a:pathLst>
                <a:path w="0" h="5413363">
                  <a:moveTo>
                    <a:pt x="0" y="541336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677603" y="1106903"/>
              <a:ext cx="0" cy="5413363"/>
            </a:xfrm>
            <a:custGeom>
              <a:avLst/>
              <a:pathLst>
                <a:path w="0" h="5413363">
                  <a:moveTo>
                    <a:pt x="0" y="541336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430766" y="1106903"/>
              <a:ext cx="0" cy="5413363"/>
            </a:xfrm>
            <a:custGeom>
              <a:avLst/>
              <a:pathLst>
                <a:path w="0" h="5413363">
                  <a:moveTo>
                    <a:pt x="0" y="541336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183929" y="1106903"/>
              <a:ext cx="0" cy="5413363"/>
            </a:xfrm>
            <a:custGeom>
              <a:avLst/>
              <a:pathLst>
                <a:path w="0" h="5413363">
                  <a:moveTo>
                    <a:pt x="0" y="541336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937092" y="1106903"/>
              <a:ext cx="0" cy="5413363"/>
            </a:xfrm>
            <a:custGeom>
              <a:avLst/>
              <a:pathLst>
                <a:path w="0" h="5413363">
                  <a:moveTo>
                    <a:pt x="0" y="5413363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924440" y="1106903"/>
              <a:ext cx="7012652" cy="541336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1994029" y="1176492"/>
              <a:ext cx="6873474" cy="131909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1994029" y="2495584"/>
              <a:ext cx="6873474" cy="11114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1994029" y="3607034"/>
              <a:ext cx="6873474" cy="284364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2390034" y="1402134"/>
              <a:ext cx="2112763" cy="10754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390034" y="2377361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390034" y="2170288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390034" y="1963215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390034" y="1756142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390034" y="1549069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390034" y="2273824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390034" y="2066751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390034" y="1859678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390034" y="1652605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390034" y="1445532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33814" y="140213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040115" y="140213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446416" y="140213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852716" y="140213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259017" y="140213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2969580" y="2451839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030525" y="2455895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000053" y="2455767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060998" y="2455846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563279" y="2455586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2624225" y="2454955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593752" y="2454632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2654697" y="2455193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375881" y="245544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436826" y="2455888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06353" y="2455896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467299" y="2455851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782182" y="2455809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843127" y="2455879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812654" y="2455873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873599" y="2455876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188482" y="2455794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249427" y="2455859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218955" y="2455864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4279900" y="2455859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984249" y="1727252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994406" y="1727252"/>
              <a:ext cx="0" cy="750332"/>
            </a:xfrm>
            <a:custGeom>
              <a:avLst/>
              <a:pathLst>
                <a:path w="0" h="750332">
                  <a:moveTo>
                    <a:pt x="0" y="0"/>
                  </a:moveTo>
                  <a:lnTo>
                    <a:pt x="0" y="750332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014721" y="2445006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024879" y="2445006"/>
              <a:ext cx="0" cy="32578"/>
            </a:xfrm>
            <a:custGeom>
              <a:avLst/>
              <a:pathLst>
                <a:path w="0" h="32578">
                  <a:moveTo>
                    <a:pt x="0" y="0"/>
                  </a:moveTo>
                  <a:lnTo>
                    <a:pt x="0" y="32578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577948" y="1402134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588105" y="1402134"/>
              <a:ext cx="0" cy="1075450"/>
            </a:xfrm>
            <a:custGeom>
              <a:avLst/>
              <a:pathLst>
                <a:path w="0" h="1075450">
                  <a:moveTo>
                    <a:pt x="0" y="0"/>
                  </a:moveTo>
                  <a:lnTo>
                    <a:pt x="0" y="107545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638893" y="1717045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649051" y="1717045"/>
              <a:ext cx="0" cy="760539"/>
            </a:xfrm>
            <a:custGeom>
              <a:avLst/>
              <a:pathLst>
                <a:path w="0" h="760539">
                  <a:moveTo>
                    <a:pt x="0" y="0"/>
                  </a:moveTo>
                  <a:lnTo>
                    <a:pt x="0" y="760539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608420" y="1438794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618578" y="1438794"/>
              <a:ext cx="0" cy="1038790"/>
            </a:xfrm>
            <a:custGeom>
              <a:avLst/>
              <a:pathLst>
                <a:path w="0" h="1038790">
                  <a:moveTo>
                    <a:pt x="0" y="0"/>
                  </a:moveTo>
                  <a:lnTo>
                    <a:pt x="0" y="103879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669366" y="2349595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679523" y="2349595"/>
              <a:ext cx="0" cy="127988"/>
            </a:xfrm>
            <a:custGeom>
              <a:avLst/>
              <a:pathLst>
                <a:path w="0" h="127988">
                  <a:moveTo>
                    <a:pt x="0" y="0"/>
                  </a:moveTo>
                  <a:lnTo>
                    <a:pt x="0" y="127988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390549" y="2360303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400707" y="2360303"/>
              <a:ext cx="0" cy="117280"/>
            </a:xfrm>
            <a:custGeom>
              <a:avLst/>
              <a:pathLst>
                <a:path w="0" h="117280">
                  <a:moveTo>
                    <a:pt x="0" y="0"/>
                  </a:moveTo>
                  <a:lnTo>
                    <a:pt x="0" y="11728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2390034" y="1402134"/>
              <a:ext cx="2112763" cy="107545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4572387" y="1402134"/>
              <a:ext cx="2112763" cy="10754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4572387" y="2377361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4572387" y="2170288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4572387" y="1963215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4572387" y="1756142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4572387" y="1549069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4572387" y="2273824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4572387" y="2066751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4572387" y="1859678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4572387" y="1652605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4572387" y="1445532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816167" y="140213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222468" y="140213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628768" y="140213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6035069" y="140213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6441370" y="140213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5151933" y="2455897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5212878" y="2455870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5182405" y="2455880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5243351" y="2455861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4745632" y="245584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806577" y="2455883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4776105" y="2455857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837050" y="2455855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5558234" y="2455884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5619179" y="2455860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5588706" y="2455865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649651" y="2455858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5964534" y="245588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6025479" y="2455876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5995007" y="2455876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6055952" y="2455844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6370835" y="2455882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6431780" y="2455867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6401308" y="2455872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6462253" y="2455854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4572387" y="1402134"/>
              <a:ext cx="2112763" cy="107545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6754739" y="1402134"/>
              <a:ext cx="2112763" cy="10754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6754739" y="2377361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6754739" y="2170288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6754739" y="1963215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6754739" y="1756142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754739" y="1549069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754739" y="2273824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754739" y="2066751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754739" y="1859678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754739" y="1652605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754739" y="1445532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998520" y="140213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7404820" y="140213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7811121" y="140213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8217422" y="140213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8623722" y="140213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7334286" y="2455899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7395231" y="2455886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7364758" y="2455879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7425703" y="2455864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6927985" y="2455914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6988930" y="2455865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6958457" y="2455894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7019403" y="2455876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7740586" y="245589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7801531" y="2455865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7771059" y="2455875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7832004" y="2455864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8146887" y="245594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8207832" y="2455869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8177360" y="2455906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8238305" y="2455872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8553188" y="2455967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8614133" y="2455900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8583660" y="2455935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8644605" y="2455893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6754739" y="1402134"/>
              <a:ext cx="2112763" cy="107545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2390034" y="1176492"/>
              <a:ext cx="2112763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tx154"/>
            <p:cNvSpPr/>
            <p:nvPr/>
          </p:nvSpPr>
          <p:spPr>
            <a:xfrm>
              <a:off x="3396729" y="1248986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55" name="rc155"/>
            <p:cNvSpPr/>
            <p:nvPr/>
          </p:nvSpPr>
          <p:spPr>
            <a:xfrm>
              <a:off x="4572387" y="1176492"/>
              <a:ext cx="2112763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tx156"/>
            <p:cNvSpPr/>
            <p:nvPr/>
          </p:nvSpPr>
          <p:spPr>
            <a:xfrm>
              <a:off x="5597691" y="124762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57" name="rc157"/>
            <p:cNvSpPr/>
            <p:nvPr/>
          </p:nvSpPr>
          <p:spPr>
            <a:xfrm>
              <a:off x="6754739" y="1176492"/>
              <a:ext cx="2112763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tx158"/>
            <p:cNvSpPr/>
            <p:nvPr/>
          </p:nvSpPr>
          <p:spPr>
            <a:xfrm>
              <a:off x="7780043" y="1248986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2078781" y="2232133"/>
              <a:ext cx="248622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2500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2078781" y="2025060"/>
              <a:ext cx="248622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5000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2078781" y="1817987"/>
              <a:ext cx="248622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7500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2016626" y="1610914"/>
              <a:ext cx="31077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10000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2016626" y="1403841"/>
              <a:ext cx="31077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12500</a:t>
              </a:r>
            </a:p>
          </p:txBody>
        </p:sp>
        <p:sp>
          <p:nvSpPr>
            <p:cNvPr id="164" name="pl164"/>
            <p:cNvSpPr/>
            <p:nvPr/>
          </p:nvSpPr>
          <p:spPr>
            <a:xfrm>
              <a:off x="2355239" y="22738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355239" y="206675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355239" y="185967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355239" y="165260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355239" y="144553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2390034" y="2513584"/>
              <a:ext cx="2112763" cy="10754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2390034" y="3559161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2390034" y="3260425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2390034" y="2961688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2390034" y="2662952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2390034" y="3409793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2390034" y="3111057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2390034" y="2812320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2390034" y="2513584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2633814" y="251358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3040115" y="251358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3446416" y="251358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3852716" y="251358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4259017" y="251358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2969580" y="2157053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030525" y="3620205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000053" y="3573879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3060998" y="3602492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2563279" y="350876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2624225" y="3280979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2593752" y="3164476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654697" y="3366765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3375881" y="3457579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436826" y="3617650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3406353" y="3620525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467299" y="3604319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782182" y="3589191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843127" y="3614095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812654" y="3612281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873599" y="3613125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4188482" y="3583582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4249427" y="3607192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218955" y="3608718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4279900" y="3607152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2994406" y="2513584"/>
              <a:ext cx="0" cy="1075450"/>
            </a:xfrm>
            <a:custGeom>
              <a:avLst/>
              <a:pathLst>
                <a:path w="0" h="1075450">
                  <a:moveTo>
                    <a:pt x="0" y="0"/>
                  </a:moveTo>
                  <a:lnTo>
                    <a:pt x="0" y="107545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3045194" y="3401549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3055351" y="3401549"/>
              <a:ext cx="0" cy="187485"/>
            </a:xfrm>
            <a:custGeom>
              <a:avLst/>
              <a:pathLst>
                <a:path w="0" h="187485">
                  <a:moveTo>
                    <a:pt x="0" y="0"/>
                  </a:moveTo>
                  <a:lnTo>
                    <a:pt x="0" y="187485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3024879" y="2513584"/>
              <a:ext cx="0" cy="1075450"/>
            </a:xfrm>
            <a:custGeom>
              <a:avLst/>
              <a:pathLst>
                <a:path w="0" h="1075450">
                  <a:moveTo>
                    <a:pt x="0" y="0"/>
                  </a:moveTo>
                  <a:lnTo>
                    <a:pt x="0" y="107545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3075666" y="3553945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3085824" y="3553945"/>
              <a:ext cx="0" cy="35089"/>
            </a:xfrm>
            <a:custGeom>
              <a:avLst/>
              <a:pathLst>
                <a:path w="0" h="35089">
                  <a:moveTo>
                    <a:pt x="0" y="0"/>
                  </a:moveTo>
                  <a:lnTo>
                    <a:pt x="0" y="35089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2588105" y="2513584"/>
              <a:ext cx="0" cy="1075450"/>
            </a:xfrm>
            <a:custGeom>
              <a:avLst/>
              <a:pathLst>
                <a:path w="0" h="1075450">
                  <a:moveTo>
                    <a:pt x="0" y="0"/>
                  </a:moveTo>
                  <a:lnTo>
                    <a:pt x="0" y="107545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2649051" y="2513584"/>
              <a:ext cx="0" cy="1075450"/>
            </a:xfrm>
            <a:custGeom>
              <a:avLst/>
              <a:pathLst>
                <a:path w="0" h="1075450">
                  <a:moveTo>
                    <a:pt x="0" y="0"/>
                  </a:moveTo>
                  <a:lnTo>
                    <a:pt x="0" y="107545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2618578" y="2513584"/>
              <a:ext cx="0" cy="1075450"/>
            </a:xfrm>
            <a:custGeom>
              <a:avLst/>
              <a:pathLst>
                <a:path w="0" h="1075450">
                  <a:moveTo>
                    <a:pt x="0" y="0"/>
                  </a:moveTo>
                  <a:lnTo>
                    <a:pt x="0" y="107545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2679523" y="2513584"/>
              <a:ext cx="0" cy="1075450"/>
            </a:xfrm>
            <a:custGeom>
              <a:avLst/>
              <a:pathLst>
                <a:path w="0" h="1075450">
                  <a:moveTo>
                    <a:pt x="0" y="0"/>
                  </a:moveTo>
                  <a:lnTo>
                    <a:pt x="0" y="107545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3400707" y="2513584"/>
              <a:ext cx="0" cy="1075450"/>
            </a:xfrm>
            <a:custGeom>
              <a:avLst/>
              <a:pathLst>
                <a:path w="0" h="1075450">
                  <a:moveTo>
                    <a:pt x="0" y="0"/>
                  </a:moveTo>
                  <a:lnTo>
                    <a:pt x="0" y="107545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3451494" y="3550098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3461652" y="3550098"/>
              <a:ext cx="0" cy="38936"/>
            </a:xfrm>
            <a:custGeom>
              <a:avLst/>
              <a:pathLst>
                <a:path w="0" h="38936">
                  <a:moveTo>
                    <a:pt x="0" y="0"/>
                  </a:moveTo>
                  <a:lnTo>
                    <a:pt x="0" y="38936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3421022" y="3577617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3431179" y="3577617"/>
              <a:ext cx="0" cy="11417"/>
            </a:xfrm>
            <a:custGeom>
              <a:avLst/>
              <a:pathLst>
                <a:path w="0" h="11417">
                  <a:moveTo>
                    <a:pt x="0" y="0"/>
                  </a:moveTo>
                  <a:lnTo>
                    <a:pt x="0" y="11417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3481967" y="3541302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3492124" y="3541302"/>
              <a:ext cx="0" cy="47732"/>
            </a:xfrm>
            <a:custGeom>
              <a:avLst/>
              <a:pathLst>
                <a:path w="0" h="47732">
                  <a:moveTo>
                    <a:pt x="0" y="0"/>
                  </a:moveTo>
                  <a:lnTo>
                    <a:pt x="0" y="47732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3796850" y="2865890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3807008" y="2865890"/>
              <a:ext cx="0" cy="723144"/>
            </a:xfrm>
            <a:custGeom>
              <a:avLst/>
              <a:pathLst>
                <a:path w="0" h="723144">
                  <a:moveTo>
                    <a:pt x="0" y="0"/>
                  </a:moveTo>
                  <a:lnTo>
                    <a:pt x="0" y="723144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3857795" y="3578350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3867953" y="3578350"/>
              <a:ext cx="0" cy="10684"/>
            </a:xfrm>
            <a:custGeom>
              <a:avLst/>
              <a:pathLst>
                <a:path w="0" h="10684">
                  <a:moveTo>
                    <a:pt x="0" y="0"/>
                  </a:moveTo>
                  <a:lnTo>
                    <a:pt x="0" y="10684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3827323" y="3580077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3837480" y="3580077"/>
              <a:ext cx="0" cy="8956"/>
            </a:xfrm>
            <a:custGeom>
              <a:avLst/>
              <a:pathLst>
                <a:path w="0" h="8956">
                  <a:moveTo>
                    <a:pt x="0" y="0"/>
                  </a:moveTo>
                  <a:lnTo>
                    <a:pt x="0" y="8956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3888268" y="3576648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3898425" y="3576648"/>
              <a:ext cx="0" cy="12386"/>
            </a:xfrm>
            <a:custGeom>
              <a:avLst/>
              <a:pathLst>
                <a:path w="0" h="12386">
                  <a:moveTo>
                    <a:pt x="0" y="0"/>
                  </a:moveTo>
                  <a:lnTo>
                    <a:pt x="0" y="12386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4203151" y="3401837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4213308" y="3401837"/>
              <a:ext cx="0" cy="187196"/>
            </a:xfrm>
            <a:custGeom>
              <a:avLst/>
              <a:pathLst>
                <a:path w="0" h="187196">
                  <a:moveTo>
                    <a:pt x="0" y="0"/>
                  </a:moveTo>
                  <a:lnTo>
                    <a:pt x="0" y="187196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4264096" y="3546020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4274253" y="3546020"/>
              <a:ext cx="0" cy="43014"/>
            </a:xfrm>
            <a:custGeom>
              <a:avLst/>
              <a:pathLst>
                <a:path w="0" h="43014">
                  <a:moveTo>
                    <a:pt x="0" y="0"/>
                  </a:moveTo>
                  <a:lnTo>
                    <a:pt x="0" y="43014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4294568" y="3487347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4304726" y="3487347"/>
              <a:ext cx="0" cy="101687"/>
            </a:xfrm>
            <a:custGeom>
              <a:avLst/>
              <a:pathLst>
                <a:path w="0" h="101687">
                  <a:moveTo>
                    <a:pt x="0" y="0"/>
                  </a:moveTo>
                  <a:lnTo>
                    <a:pt x="0" y="101687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2390034" y="2513584"/>
              <a:ext cx="2112763" cy="107545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4572387" y="2513584"/>
              <a:ext cx="2112763" cy="10754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4572387" y="3559161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4572387" y="3260425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4572387" y="2961688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4572387" y="2662952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4572387" y="3409793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4572387" y="3111057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4572387" y="2812320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4572387" y="2513584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4816167" y="251358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5222468" y="251358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5628768" y="251358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6035069" y="251358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6441370" y="251358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5151933" y="362071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5212878" y="3611151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5182405" y="3614587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5243351" y="3607602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4745632" y="3602186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4806577" y="3615800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776105" y="3606226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4837050" y="3605684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5558234" y="361604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5619179" y="3607403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5588706" y="3609262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5649651" y="3606680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5964534" y="3614792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6025479" y="3613261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5995007" y="3613066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6055952" y="3601526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6370835" y="3615349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6431780" y="3609926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6401308" y="3611681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6462253" y="3605125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5227546" y="3541845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5237704" y="3541845"/>
              <a:ext cx="0" cy="47189"/>
            </a:xfrm>
            <a:custGeom>
              <a:avLst/>
              <a:pathLst>
                <a:path w="0" h="47189">
                  <a:moveTo>
                    <a:pt x="0" y="0"/>
                  </a:moveTo>
                  <a:lnTo>
                    <a:pt x="0" y="47189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5197074" y="3549343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5207231" y="3549343"/>
              <a:ext cx="0" cy="39691"/>
            </a:xfrm>
            <a:custGeom>
              <a:avLst/>
              <a:pathLst>
                <a:path w="0" h="39691">
                  <a:moveTo>
                    <a:pt x="0" y="0"/>
                  </a:moveTo>
                  <a:lnTo>
                    <a:pt x="0" y="39691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5258019" y="3542985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5268177" y="3542985"/>
              <a:ext cx="0" cy="46049"/>
            </a:xfrm>
            <a:custGeom>
              <a:avLst/>
              <a:pathLst>
                <a:path w="0" h="46049">
                  <a:moveTo>
                    <a:pt x="0" y="0"/>
                  </a:moveTo>
                  <a:lnTo>
                    <a:pt x="0" y="46049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4760301" y="3522541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4770458" y="3522541"/>
              <a:ext cx="0" cy="66493"/>
            </a:xfrm>
            <a:custGeom>
              <a:avLst/>
              <a:pathLst>
                <a:path w="0" h="66493">
                  <a:moveTo>
                    <a:pt x="0" y="0"/>
                  </a:moveTo>
                  <a:lnTo>
                    <a:pt x="0" y="66493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4821246" y="3567193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4831403" y="3567193"/>
              <a:ext cx="0" cy="21841"/>
            </a:xfrm>
            <a:custGeom>
              <a:avLst/>
              <a:pathLst>
                <a:path w="0" h="21841">
                  <a:moveTo>
                    <a:pt x="0" y="0"/>
                  </a:moveTo>
                  <a:lnTo>
                    <a:pt x="0" y="21841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4790773" y="3520528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4800931" y="3520528"/>
              <a:ext cx="0" cy="68505"/>
            </a:xfrm>
            <a:custGeom>
              <a:avLst/>
              <a:pathLst>
                <a:path w="0" h="68505">
                  <a:moveTo>
                    <a:pt x="0" y="0"/>
                  </a:moveTo>
                  <a:lnTo>
                    <a:pt x="0" y="68505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4851718" y="3539478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4861876" y="3539478"/>
              <a:ext cx="0" cy="49556"/>
            </a:xfrm>
            <a:custGeom>
              <a:avLst/>
              <a:pathLst>
                <a:path w="0" h="49556">
                  <a:moveTo>
                    <a:pt x="0" y="0"/>
                  </a:moveTo>
                  <a:lnTo>
                    <a:pt x="0" y="49556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5572902" y="3570464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5583060" y="3570464"/>
              <a:ext cx="0" cy="18570"/>
            </a:xfrm>
            <a:custGeom>
              <a:avLst/>
              <a:pathLst>
                <a:path w="0" h="18570">
                  <a:moveTo>
                    <a:pt x="0" y="0"/>
                  </a:moveTo>
                  <a:lnTo>
                    <a:pt x="0" y="1857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5633847" y="3567849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5644005" y="3567849"/>
              <a:ext cx="0" cy="21185"/>
            </a:xfrm>
            <a:custGeom>
              <a:avLst/>
              <a:pathLst>
                <a:path w="0" h="21185">
                  <a:moveTo>
                    <a:pt x="0" y="0"/>
                  </a:moveTo>
                  <a:lnTo>
                    <a:pt x="0" y="21185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5664320" y="3562192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5674477" y="3562192"/>
              <a:ext cx="0" cy="26842"/>
            </a:xfrm>
            <a:custGeom>
              <a:avLst/>
              <a:pathLst>
                <a:path w="0" h="26842">
                  <a:moveTo>
                    <a:pt x="0" y="0"/>
                  </a:moveTo>
                  <a:lnTo>
                    <a:pt x="0" y="26842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6009675" y="3526926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6019833" y="3526926"/>
              <a:ext cx="0" cy="62107"/>
            </a:xfrm>
            <a:custGeom>
              <a:avLst/>
              <a:pathLst>
                <a:path w="0" h="62107">
                  <a:moveTo>
                    <a:pt x="0" y="0"/>
                  </a:moveTo>
                  <a:lnTo>
                    <a:pt x="0" y="62107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6070620" y="3361805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6080778" y="3361805"/>
              <a:ext cx="0" cy="227229"/>
            </a:xfrm>
            <a:custGeom>
              <a:avLst/>
              <a:pathLst>
                <a:path w="0" h="227229">
                  <a:moveTo>
                    <a:pt x="0" y="0"/>
                  </a:moveTo>
                  <a:lnTo>
                    <a:pt x="0" y="227229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6385503" y="3526263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6395661" y="3526263"/>
              <a:ext cx="0" cy="62771"/>
            </a:xfrm>
            <a:custGeom>
              <a:avLst/>
              <a:pathLst>
                <a:path w="0" h="62771">
                  <a:moveTo>
                    <a:pt x="0" y="0"/>
                  </a:moveTo>
                  <a:lnTo>
                    <a:pt x="0" y="62771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6446449" y="3440787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6456606" y="3440787"/>
              <a:ext cx="0" cy="148247"/>
            </a:xfrm>
            <a:custGeom>
              <a:avLst/>
              <a:pathLst>
                <a:path w="0" h="148247">
                  <a:moveTo>
                    <a:pt x="0" y="0"/>
                  </a:moveTo>
                  <a:lnTo>
                    <a:pt x="0" y="148247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6415976" y="3488310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6426134" y="3488310"/>
              <a:ext cx="0" cy="100724"/>
            </a:xfrm>
            <a:custGeom>
              <a:avLst/>
              <a:pathLst>
                <a:path w="0" h="100724">
                  <a:moveTo>
                    <a:pt x="0" y="0"/>
                  </a:moveTo>
                  <a:lnTo>
                    <a:pt x="0" y="100724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6476921" y="3293584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6487079" y="3293584"/>
              <a:ext cx="0" cy="295450"/>
            </a:xfrm>
            <a:custGeom>
              <a:avLst/>
              <a:pathLst>
                <a:path w="0" h="295450">
                  <a:moveTo>
                    <a:pt x="0" y="0"/>
                  </a:moveTo>
                  <a:lnTo>
                    <a:pt x="0" y="29545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4572387" y="2513584"/>
              <a:ext cx="2112763" cy="107545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6754739" y="2513584"/>
              <a:ext cx="2112763" cy="10754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6754739" y="3559161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6754739" y="3260425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6754739" y="2961688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6754739" y="2662952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6754739" y="3409793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6754739" y="3111057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6754739" y="2812320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6754739" y="2513584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6998520" y="251358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7404820" y="251358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7811121" y="251358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8217422" y="251358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8623722" y="2513584"/>
              <a:ext cx="0" cy="1075450"/>
            </a:xfrm>
            <a:custGeom>
              <a:avLst/>
              <a:pathLst>
                <a:path w="0" h="1075450">
                  <a:moveTo>
                    <a:pt x="0" y="10754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7334286" y="3621381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7395231" y="3616931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7364758" y="3614279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7425703" y="3608950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6927985" y="3626769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6988930" y="3609088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6958457" y="3619726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7019403" y="3613038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7740586" y="361826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7801531" y="3609242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7771059" y="3612912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7832004" y="3608910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8146887" y="363793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8207832" y="3610628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8177360" y="3623867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8238305" y="3611709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8553188" y="3646104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8614133" y="3621951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8583660" y="3634568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8644605" y="3619226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7348954" y="3577013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7359112" y="3577013"/>
              <a:ext cx="0" cy="12021"/>
            </a:xfrm>
            <a:custGeom>
              <a:avLst/>
              <a:pathLst>
                <a:path w="0" h="12021">
                  <a:moveTo>
                    <a:pt x="0" y="0"/>
                  </a:moveTo>
                  <a:lnTo>
                    <a:pt x="0" y="12021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7379427" y="3566001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7389584" y="3566001"/>
              <a:ext cx="0" cy="23033"/>
            </a:xfrm>
            <a:custGeom>
              <a:avLst/>
              <a:pathLst>
                <a:path w="0" h="23033">
                  <a:moveTo>
                    <a:pt x="0" y="0"/>
                  </a:moveTo>
                  <a:lnTo>
                    <a:pt x="0" y="23033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7440372" y="3578687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7450529" y="3578687"/>
              <a:ext cx="0" cy="10347"/>
            </a:xfrm>
            <a:custGeom>
              <a:avLst/>
              <a:pathLst>
                <a:path w="0" h="10347">
                  <a:moveTo>
                    <a:pt x="0" y="0"/>
                  </a:moveTo>
                  <a:lnTo>
                    <a:pt x="0" y="10347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7003598" y="3572265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7013756" y="3572265"/>
              <a:ext cx="0" cy="16769"/>
            </a:xfrm>
            <a:custGeom>
              <a:avLst/>
              <a:pathLst>
                <a:path w="0" h="16769">
                  <a:moveTo>
                    <a:pt x="0" y="0"/>
                  </a:moveTo>
                  <a:lnTo>
                    <a:pt x="0" y="16769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6973126" y="3582657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6983283" y="3582657"/>
              <a:ext cx="0" cy="6377"/>
            </a:xfrm>
            <a:custGeom>
              <a:avLst/>
              <a:pathLst>
                <a:path w="0" h="6377">
                  <a:moveTo>
                    <a:pt x="0" y="0"/>
                  </a:moveTo>
                  <a:lnTo>
                    <a:pt x="0" y="6377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7034071" y="3579490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7044229" y="3579490"/>
              <a:ext cx="0" cy="9544"/>
            </a:xfrm>
            <a:custGeom>
              <a:avLst/>
              <a:pathLst>
                <a:path w="0" h="9544">
                  <a:moveTo>
                    <a:pt x="0" y="0"/>
                  </a:moveTo>
                  <a:lnTo>
                    <a:pt x="0" y="9544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7755255" y="3349772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7765412" y="3349772"/>
              <a:ext cx="0" cy="239262"/>
            </a:xfrm>
            <a:custGeom>
              <a:avLst/>
              <a:pathLst>
                <a:path w="0" h="239262">
                  <a:moveTo>
                    <a:pt x="0" y="0"/>
                  </a:moveTo>
                  <a:lnTo>
                    <a:pt x="0" y="239262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7816200" y="3585200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7826357" y="3585200"/>
              <a:ext cx="0" cy="3833"/>
            </a:xfrm>
            <a:custGeom>
              <a:avLst/>
              <a:pathLst>
                <a:path w="0" h="3833">
                  <a:moveTo>
                    <a:pt x="0" y="0"/>
                  </a:moveTo>
                  <a:lnTo>
                    <a:pt x="0" y="3833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7785727" y="3566185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7795885" y="3566185"/>
              <a:ext cx="0" cy="22849"/>
            </a:xfrm>
            <a:custGeom>
              <a:avLst/>
              <a:pathLst>
                <a:path w="0" h="22849">
                  <a:moveTo>
                    <a:pt x="0" y="0"/>
                  </a:moveTo>
                  <a:lnTo>
                    <a:pt x="0" y="22849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7846672" y="3576102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7856830" y="3576102"/>
              <a:ext cx="0" cy="12931"/>
            </a:xfrm>
            <a:custGeom>
              <a:avLst/>
              <a:pathLst>
                <a:path w="0" h="12931">
                  <a:moveTo>
                    <a:pt x="0" y="0"/>
                  </a:moveTo>
                  <a:lnTo>
                    <a:pt x="0" y="12931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8222501" y="2975120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8232658" y="2975120"/>
              <a:ext cx="0" cy="613914"/>
            </a:xfrm>
            <a:custGeom>
              <a:avLst/>
              <a:pathLst>
                <a:path w="0" h="613914">
                  <a:moveTo>
                    <a:pt x="0" y="0"/>
                  </a:moveTo>
                  <a:lnTo>
                    <a:pt x="0" y="613914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8192028" y="3585789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8202186" y="3585789"/>
              <a:ext cx="0" cy="3245"/>
            </a:xfrm>
            <a:custGeom>
              <a:avLst/>
              <a:pathLst>
                <a:path w="0" h="3245">
                  <a:moveTo>
                    <a:pt x="0" y="0"/>
                  </a:moveTo>
                  <a:lnTo>
                    <a:pt x="0" y="3245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8252973" y="3215557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8263131" y="3215557"/>
              <a:ext cx="0" cy="373477"/>
            </a:xfrm>
            <a:custGeom>
              <a:avLst/>
              <a:pathLst>
                <a:path w="0" h="373477">
                  <a:moveTo>
                    <a:pt x="0" y="0"/>
                  </a:moveTo>
                  <a:lnTo>
                    <a:pt x="0" y="373477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8628801" y="3160496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8638959" y="3160496"/>
              <a:ext cx="0" cy="428538"/>
            </a:xfrm>
            <a:custGeom>
              <a:avLst/>
              <a:pathLst>
                <a:path w="0" h="428538">
                  <a:moveTo>
                    <a:pt x="0" y="0"/>
                  </a:moveTo>
                  <a:lnTo>
                    <a:pt x="0" y="428538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8659274" y="3437772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8669431" y="3437772"/>
              <a:ext cx="0" cy="151262"/>
            </a:xfrm>
            <a:custGeom>
              <a:avLst/>
              <a:pathLst>
                <a:path w="0" h="151262">
                  <a:moveTo>
                    <a:pt x="0" y="0"/>
                  </a:moveTo>
                  <a:lnTo>
                    <a:pt x="0" y="151262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6754739" y="2513584"/>
              <a:ext cx="2112763" cy="107545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tx367"/>
            <p:cNvSpPr/>
            <p:nvPr/>
          </p:nvSpPr>
          <p:spPr>
            <a:xfrm>
              <a:off x="2203093" y="336810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368" name="tx368"/>
            <p:cNvSpPr/>
            <p:nvPr/>
          </p:nvSpPr>
          <p:spPr>
            <a:xfrm>
              <a:off x="2203093" y="306936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369" name="tx369"/>
            <p:cNvSpPr/>
            <p:nvPr/>
          </p:nvSpPr>
          <p:spPr>
            <a:xfrm>
              <a:off x="2203093" y="2770574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370" name="tx370"/>
            <p:cNvSpPr/>
            <p:nvPr/>
          </p:nvSpPr>
          <p:spPr>
            <a:xfrm>
              <a:off x="2203093" y="2471893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371" name="pl371"/>
            <p:cNvSpPr/>
            <p:nvPr/>
          </p:nvSpPr>
          <p:spPr>
            <a:xfrm>
              <a:off x="2355239" y="340979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2355239" y="31110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2355239" y="281232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2355239" y="251358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rc375"/>
            <p:cNvSpPr/>
            <p:nvPr/>
          </p:nvSpPr>
          <p:spPr>
            <a:xfrm>
              <a:off x="2390034" y="3625034"/>
              <a:ext cx="2112763" cy="21509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2390034" y="5186397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2390034" y="4561852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2390034" y="3937307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2390034" y="5498670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2390034" y="4874124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2390034" y="4249579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2390034" y="3625034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2633814" y="3625034"/>
              <a:ext cx="0" cy="2150900"/>
            </a:xfrm>
            <a:custGeom>
              <a:avLst/>
              <a:pathLst>
                <a:path w="0" h="2150900">
                  <a:moveTo>
                    <a:pt x="0" y="21509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3040115" y="3625034"/>
              <a:ext cx="0" cy="2150900"/>
            </a:xfrm>
            <a:custGeom>
              <a:avLst/>
              <a:pathLst>
                <a:path w="0" h="2150900">
                  <a:moveTo>
                    <a:pt x="0" y="21509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3446416" y="3625034"/>
              <a:ext cx="0" cy="2150900"/>
            </a:xfrm>
            <a:custGeom>
              <a:avLst/>
              <a:pathLst>
                <a:path w="0" h="2150900">
                  <a:moveTo>
                    <a:pt x="0" y="21509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3852716" y="3625034"/>
              <a:ext cx="0" cy="2150900"/>
            </a:xfrm>
            <a:custGeom>
              <a:avLst/>
              <a:pathLst>
                <a:path w="0" h="2150900">
                  <a:moveTo>
                    <a:pt x="0" y="21509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4259017" y="3625034"/>
              <a:ext cx="0" cy="2150900"/>
            </a:xfrm>
            <a:custGeom>
              <a:avLst/>
              <a:pathLst>
                <a:path w="0" h="2150900">
                  <a:moveTo>
                    <a:pt x="0" y="21509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2969580" y="-2581813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3030525" y="4770883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000053" y="3802380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3060998" y="4400573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2563279" y="2440993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2624225" y="-2321063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2593752" y="-4756694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2654697" y="-527588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3375881" y="137099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3436826" y="4717461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406353" y="4777582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3467299" y="4438764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3782182" y="4122506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3843127" y="4643152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3812654" y="4605217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3873599" y="4622874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4188482" y="4005229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249427" y="4498837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4218955" y="4530741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4279900" y="4497997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2994406" y="3625034"/>
              <a:ext cx="0" cy="125525"/>
            </a:xfrm>
            <a:custGeom>
              <a:avLst/>
              <a:pathLst>
                <a:path w="0" h="125525">
                  <a:moveTo>
                    <a:pt x="0" y="0"/>
                  </a:moveTo>
                  <a:lnTo>
                    <a:pt x="0" y="125525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2984249" y="3750559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3055351" y="3625034"/>
              <a:ext cx="0" cy="1749588"/>
            </a:xfrm>
            <a:custGeom>
              <a:avLst/>
              <a:pathLst>
                <a:path w="0" h="1749588">
                  <a:moveTo>
                    <a:pt x="0" y="0"/>
                  </a:moveTo>
                  <a:lnTo>
                    <a:pt x="0" y="1749588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3045194" y="5374623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3024879" y="3625034"/>
              <a:ext cx="0" cy="1933156"/>
            </a:xfrm>
            <a:custGeom>
              <a:avLst/>
              <a:pathLst>
                <a:path w="0" h="1933156">
                  <a:moveTo>
                    <a:pt x="0" y="0"/>
                  </a:moveTo>
                  <a:lnTo>
                    <a:pt x="0" y="1933156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3014721" y="5558190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3085824" y="3625034"/>
              <a:ext cx="0" cy="1359650"/>
            </a:xfrm>
            <a:custGeom>
              <a:avLst/>
              <a:pathLst>
                <a:path w="0" h="1359650">
                  <a:moveTo>
                    <a:pt x="0" y="0"/>
                  </a:moveTo>
                  <a:lnTo>
                    <a:pt x="0" y="135965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3075666" y="4984685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2588105" y="3625034"/>
              <a:ext cx="0" cy="859169"/>
            </a:xfrm>
            <a:custGeom>
              <a:avLst/>
              <a:pathLst>
                <a:path w="0" h="859169">
                  <a:moveTo>
                    <a:pt x="0" y="0"/>
                  </a:moveTo>
                  <a:lnTo>
                    <a:pt x="0" y="859169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2577948" y="4484204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2649051" y="3625034"/>
              <a:ext cx="0" cy="2150900"/>
            </a:xfrm>
            <a:custGeom>
              <a:avLst/>
              <a:pathLst>
                <a:path w="0" h="2150900">
                  <a:moveTo>
                    <a:pt x="0" y="0"/>
                  </a:moveTo>
                  <a:lnTo>
                    <a:pt x="0" y="2150900"/>
                  </a:lnTo>
                  <a:lnTo>
                    <a:pt x="0" y="215090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2638893" y="5775934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2618578" y="3625034"/>
              <a:ext cx="0" cy="908901"/>
            </a:xfrm>
            <a:custGeom>
              <a:avLst/>
              <a:pathLst>
                <a:path w="0" h="908901">
                  <a:moveTo>
                    <a:pt x="0" y="0"/>
                  </a:moveTo>
                  <a:lnTo>
                    <a:pt x="0" y="908901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2608420" y="4533936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2679523" y="3625034"/>
              <a:ext cx="0" cy="1627645"/>
            </a:xfrm>
            <a:custGeom>
              <a:avLst/>
              <a:pathLst>
                <a:path w="0" h="1627645">
                  <a:moveTo>
                    <a:pt x="0" y="0"/>
                  </a:moveTo>
                  <a:lnTo>
                    <a:pt x="0" y="1627645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2669366" y="5252680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3400707" y="3625034"/>
              <a:ext cx="0" cy="675614"/>
            </a:xfrm>
            <a:custGeom>
              <a:avLst/>
              <a:pathLst>
                <a:path w="0" h="675614">
                  <a:moveTo>
                    <a:pt x="0" y="0"/>
                  </a:moveTo>
                  <a:lnTo>
                    <a:pt x="0" y="675614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3390549" y="4300649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3461652" y="3625034"/>
              <a:ext cx="0" cy="1459075"/>
            </a:xfrm>
            <a:custGeom>
              <a:avLst/>
              <a:pathLst>
                <a:path w="0" h="1459075">
                  <a:moveTo>
                    <a:pt x="0" y="0"/>
                  </a:moveTo>
                  <a:lnTo>
                    <a:pt x="0" y="1459075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3451494" y="5084110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3431179" y="3625034"/>
              <a:ext cx="0" cy="1498036"/>
            </a:xfrm>
            <a:custGeom>
              <a:avLst/>
              <a:pathLst>
                <a:path w="0" h="1498036">
                  <a:moveTo>
                    <a:pt x="0" y="0"/>
                  </a:moveTo>
                  <a:lnTo>
                    <a:pt x="0" y="1498036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3421022" y="5123071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3492124" y="3625034"/>
              <a:ext cx="0" cy="1144935"/>
            </a:xfrm>
            <a:custGeom>
              <a:avLst/>
              <a:pathLst>
                <a:path w="0" h="1144935">
                  <a:moveTo>
                    <a:pt x="0" y="0"/>
                  </a:moveTo>
                  <a:lnTo>
                    <a:pt x="0" y="1144935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3481967" y="4769969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3807008" y="3625034"/>
              <a:ext cx="0" cy="1529012"/>
            </a:xfrm>
            <a:custGeom>
              <a:avLst/>
              <a:pathLst>
                <a:path w="0" h="1529012">
                  <a:moveTo>
                    <a:pt x="0" y="0"/>
                  </a:moveTo>
                  <a:lnTo>
                    <a:pt x="0" y="1529012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3796850" y="5154046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3867953" y="3625034"/>
              <a:ext cx="0" cy="1254145"/>
            </a:xfrm>
            <a:custGeom>
              <a:avLst/>
              <a:pathLst>
                <a:path w="0" h="1254145">
                  <a:moveTo>
                    <a:pt x="0" y="0"/>
                  </a:moveTo>
                  <a:lnTo>
                    <a:pt x="0" y="1254145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3857795" y="4879180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3837480" y="3625034"/>
              <a:ext cx="0" cy="1316786"/>
            </a:xfrm>
            <a:custGeom>
              <a:avLst/>
              <a:pathLst>
                <a:path w="0" h="1316786">
                  <a:moveTo>
                    <a:pt x="0" y="0"/>
                  </a:moveTo>
                  <a:lnTo>
                    <a:pt x="0" y="1316786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3827323" y="4941821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3898425" y="3625034"/>
              <a:ext cx="0" cy="1266937"/>
            </a:xfrm>
            <a:custGeom>
              <a:avLst/>
              <a:pathLst>
                <a:path w="0" h="1266937">
                  <a:moveTo>
                    <a:pt x="0" y="0"/>
                  </a:moveTo>
                  <a:lnTo>
                    <a:pt x="0" y="1266937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3888268" y="4891972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4213308" y="3625034"/>
              <a:ext cx="0" cy="1494104"/>
            </a:xfrm>
            <a:custGeom>
              <a:avLst/>
              <a:pathLst>
                <a:path w="0" h="1494104">
                  <a:moveTo>
                    <a:pt x="0" y="0"/>
                  </a:moveTo>
                  <a:lnTo>
                    <a:pt x="0" y="1494104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4203151" y="5119139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4274253" y="3625034"/>
              <a:ext cx="0" cy="1217452"/>
            </a:xfrm>
            <a:custGeom>
              <a:avLst/>
              <a:pathLst>
                <a:path w="0" h="1217452">
                  <a:moveTo>
                    <a:pt x="0" y="0"/>
                  </a:moveTo>
                  <a:lnTo>
                    <a:pt x="0" y="1217452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4264096" y="4842486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4233623" y="3784984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4243781" y="3784984"/>
              <a:ext cx="0" cy="1049566"/>
            </a:xfrm>
            <a:custGeom>
              <a:avLst/>
              <a:pathLst>
                <a:path w="0" h="1049566">
                  <a:moveTo>
                    <a:pt x="0" y="0"/>
                  </a:moveTo>
                  <a:lnTo>
                    <a:pt x="0" y="1049566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4233623" y="4834551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4304726" y="3625034"/>
              <a:ext cx="0" cy="1139197"/>
            </a:xfrm>
            <a:custGeom>
              <a:avLst/>
              <a:pathLst>
                <a:path w="0" h="1139197">
                  <a:moveTo>
                    <a:pt x="0" y="0"/>
                  </a:moveTo>
                  <a:lnTo>
                    <a:pt x="0" y="1139197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4294568" y="4764232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2390034" y="4749215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50" name="rc450"/>
            <p:cNvSpPr/>
            <p:nvPr/>
          </p:nvSpPr>
          <p:spPr>
            <a:xfrm>
              <a:off x="2390034" y="3625034"/>
              <a:ext cx="2112763" cy="215090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4572387" y="3625034"/>
              <a:ext cx="2112763" cy="21509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4572387" y="5186397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4572387" y="4561852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4572387" y="3937307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4572387" y="5498670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4572387" y="4874124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4572387" y="4249579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4572387" y="3625034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4816167" y="3625034"/>
              <a:ext cx="0" cy="2150900"/>
            </a:xfrm>
            <a:custGeom>
              <a:avLst/>
              <a:pathLst>
                <a:path w="0" h="2150900">
                  <a:moveTo>
                    <a:pt x="0" y="21509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5222468" y="3625034"/>
              <a:ext cx="0" cy="2150900"/>
            </a:xfrm>
            <a:custGeom>
              <a:avLst/>
              <a:pathLst>
                <a:path w="0" h="2150900">
                  <a:moveTo>
                    <a:pt x="0" y="21509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5628768" y="3625034"/>
              <a:ext cx="0" cy="2150900"/>
            </a:xfrm>
            <a:custGeom>
              <a:avLst/>
              <a:pathLst>
                <a:path w="0" h="2150900">
                  <a:moveTo>
                    <a:pt x="0" y="21509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6035069" y="3625034"/>
              <a:ext cx="0" cy="2150900"/>
            </a:xfrm>
            <a:custGeom>
              <a:avLst/>
              <a:pathLst>
                <a:path w="0" h="2150900">
                  <a:moveTo>
                    <a:pt x="0" y="21509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6441370" y="3625034"/>
              <a:ext cx="0" cy="2150900"/>
            </a:xfrm>
            <a:custGeom>
              <a:avLst/>
              <a:pathLst>
                <a:path w="0" h="2150900">
                  <a:moveTo>
                    <a:pt x="0" y="21509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5151933" y="478144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212878" y="4581610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182405" y="4653429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5243351" y="4507403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4745632" y="4394176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806577" y="4678802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4776105" y="4478634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837050" y="4467303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5558234" y="4683822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5619179" y="4503241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5588706" y="4542109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5649651" y="4488122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964534" y="465773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6025479" y="4625707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5995007" y="4621633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6055952" y="4380372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6370835" y="4669374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6431780" y="4555985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6401308" y="4592692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6462253" y="4455610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5166601" y="3898052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5176759" y="3898052"/>
              <a:ext cx="0" cy="1155128"/>
            </a:xfrm>
            <a:custGeom>
              <a:avLst/>
              <a:pathLst>
                <a:path w="0" h="1155128">
                  <a:moveTo>
                    <a:pt x="0" y="0"/>
                  </a:moveTo>
                  <a:lnTo>
                    <a:pt x="0" y="1155128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l486"/>
            <p:cNvSpPr/>
            <p:nvPr/>
          </p:nvSpPr>
          <p:spPr>
            <a:xfrm>
              <a:off x="5166601" y="5053180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l487"/>
            <p:cNvSpPr/>
            <p:nvPr/>
          </p:nvSpPr>
          <p:spPr>
            <a:xfrm>
              <a:off x="5237704" y="3625034"/>
              <a:ext cx="0" cy="1302606"/>
            </a:xfrm>
            <a:custGeom>
              <a:avLst/>
              <a:pathLst>
                <a:path w="0" h="1302606">
                  <a:moveTo>
                    <a:pt x="0" y="0"/>
                  </a:moveTo>
                  <a:lnTo>
                    <a:pt x="0" y="1302606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l488"/>
            <p:cNvSpPr/>
            <p:nvPr/>
          </p:nvSpPr>
          <p:spPr>
            <a:xfrm>
              <a:off x="5227546" y="4927641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l489"/>
            <p:cNvSpPr/>
            <p:nvPr/>
          </p:nvSpPr>
          <p:spPr>
            <a:xfrm>
              <a:off x="5207231" y="3625034"/>
              <a:ext cx="0" cy="1293429"/>
            </a:xfrm>
            <a:custGeom>
              <a:avLst/>
              <a:pathLst>
                <a:path w="0" h="1293429">
                  <a:moveTo>
                    <a:pt x="0" y="0"/>
                  </a:moveTo>
                  <a:lnTo>
                    <a:pt x="0" y="1293429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l490"/>
            <p:cNvSpPr/>
            <p:nvPr/>
          </p:nvSpPr>
          <p:spPr>
            <a:xfrm>
              <a:off x="5197074" y="4918464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5268177" y="3625034"/>
              <a:ext cx="0" cy="1169889"/>
            </a:xfrm>
            <a:custGeom>
              <a:avLst/>
              <a:pathLst>
                <a:path w="0" h="1169889">
                  <a:moveTo>
                    <a:pt x="0" y="0"/>
                  </a:moveTo>
                  <a:lnTo>
                    <a:pt x="0" y="1169889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5258019" y="4794924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3"/>
            <p:cNvSpPr/>
            <p:nvPr/>
          </p:nvSpPr>
          <p:spPr>
            <a:xfrm>
              <a:off x="4770458" y="3625034"/>
              <a:ext cx="0" cy="1256377"/>
            </a:xfrm>
            <a:custGeom>
              <a:avLst/>
              <a:pathLst>
                <a:path w="0" h="1256377">
                  <a:moveTo>
                    <a:pt x="0" y="0"/>
                  </a:moveTo>
                  <a:lnTo>
                    <a:pt x="0" y="1256377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4760301" y="4881412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4831403" y="3625034"/>
              <a:ext cx="0" cy="1437583"/>
            </a:xfrm>
            <a:custGeom>
              <a:avLst/>
              <a:pathLst>
                <a:path w="0" h="1437583">
                  <a:moveTo>
                    <a:pt x="0" y="0"/>
                  </a:moveTo>
                  <a:lnTo>
                    <a:pt x="0" y="1437583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4821246" y="5062618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4800931" y="3625034"/>
              <a:ext cx="0" cy="1245823"/>
            </a:xfrm>
            <a:custGeom>
              <a:avLst/>
              <a:pathLst>
                <a:path w="0" h="1245823">
                  <a:moveTo>
                    <a:pt x="0" y="0"/>
                  </a:moveTo>
                  <a:lnTo>
                    <a:pt x="0" y="1245823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4790773" y="4870858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4861876" y="3625034"/>
              <a:ext cx="0" cy="1297765"/>
            </a:xfrm>
            <a:custGeom>
              <a:avLst/>
              <a:pathLst>
                <a:path w="0" h="1297765">
                  <a:moveTo>
                    <a:pt x="0" y="0"/>
                  </a:moveTo>
                  <a:lnTo>
                    <a:pt x="0" y="1297765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l500"/>
            <p:cNvSpPr/>
            <p:nvPr/>
          </p:nvSpPr>
          <p:spPr>
            <a:xfrm>
              <a:off x="4851718" y="4922799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l501"/>
            <p:cNvSpPr/>
            <p:nvPr/>
          </p:nvSpPr>
          <p:spPr>
            <a:xfrm>
              <a:off x="5583060" y="3625034"/>
              <a:ext cx="0" cy="1272489"/>
            </a:xfrm>
            <a:custGeom>
              <a:avLst/>
              <a:pathLst>
                <a:path w="0" h="1272489">
                  <a:moveTo>
                    <a:pt x="0" y="0"/>
                  </a:moveTo>
                  <a:lnTo>
                    <a:pt x="0" y="1272489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5572902" y="4897524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5644005" y="3625034"/>
              <a:ext cx="0" cy="1092357"/>
            </a:xfrm>
            <a:custGeom>
              <a:avLst/>
              <a:pathLst>
                <a:path w="0" h="1092357">
                  <a:moveTo>
                    <a:pt x="0" y="0"/>
                  </a:moveTo>
                  <a:lnTo>
                    <a:pt x="0" y="1092357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5633847" y="4717392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l505"/>
            <p:cNvSpPr/>
            <p:nvPr/>
          </p:nvSpPr>
          <p:spPr>
            <a:xfrm>
              <a:off x="5603375" y="4236198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5613532" y="4236198"/>
              <a:ext cx="0" cy="517677"/>
            </a:xfrm>
            <a:custGeom>
              <a:avLst/>
              <a:pathLst>
                <a:path w="0" h="517677">
                  <a:moveTo>
                    <a:pt x="0" y="0"/>
                  </a:moveTo>
                  <a:lnTo>
                    <a:pt x="0" y="517677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l507"/>
            <p:cNvSpPr/>
            <p:nvPr/>
          </p:nvSpPr>
          <p:spPr>
            <a:xfrm>
              <a:off x="5603375" y="4753875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l508"/>
            <p:cNvSpPr/>
            <p:nvPr/>
          </p:nvSpPr>
          <p:spPr>
            <a:xfrm>
              <a:off x="5674477" y="3625034"/>
              <a:ext cx="0" cy="1109485"/>
            </a:xfrm>
            <a:custGeom>
              <a:avLst/>
              <a:pathLst>
                <a:path w="0" h="1109485">
                  <a:moveTo>
                    <a:pt x="0" y="0"/>
                  </a:moveTo>
                  <a:lnTo>
                    <a:pt x="0" y="1109485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l509"/>
            <p:cNvSpPr/>
            <p:nvPr/>
          </p:nvSpPr>
          <p:spPr>
            <a:xfrm>
              <a:off x="5664320" y="4734520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l510"/>
            <p:cNvSpPr/>
            <p:nvPr/>
          </p:nvSpPr>
          <p:spPr>
            <a:xfrm>
              <a:off x="5979203" y="4092143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l511"/>
            <p:cNvSpPr/>
            <p:nvPr/>
          </p:nvSpPr>
          <p:spPr>
            <a:xfrm>
              <a:off x="5989360" y="4092143"/>
              <a:ext cx="0" cy="751462"/>
            </a:xfrm>
            <a:custGeom>
              <a:avLst/>
              <a:pathLst>
                <a:path w="0" h="751462">
                  <a:moveTo>
                    <a:pt x="0" y="0"/>
                  </a:moveTo>
                  <a:lnTo>
                    <a:pt x="0" y="751462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l512"/>
            <p:cNvSpPr/>
            <p:nvPr/>
          </p:nvSpPr>
          <p:spPr>
            <a:xfrm>
              <a:off x="5979203" y="4843605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l513"/>
            <p:cNvSpPr/>
            <p:nvPr/>
          </p:nvSpPr>
          <p:spPr>
            <a:xfrm>
              <a:off x="6040148" y="3784792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l514"/>
            <p:cNvSpPr/>
            <p:nvPr/>
          </p:nvSpPr>
          <p:spPr>
            <a:xfrm>
              <a:off x="6050305" y="3784792"/>
              <a:ext cx="0" cy="1102264"/>
            </a:xfrm>
            <a:custGeom>
              <a:avLst/>
              <a:pathLst>
                <a:path w="0" h="1102264">
                  <a:moveTo>
                    <a:pt x="0" y="0"/>
                  </a:moveTo>
                  <a:lnTo>
                    <a:pt x="0" y="1102264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6040148" y="4887057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6019833" y="3625034"/>
              <a:ext cx="0" cy="1295179"/>
            </a:xfrm>
            <a:custGeom>
              <a:avLst/>
              <a:pathLst>
                <a:path w="0" h="1295179">
                  <a:moveTo>
                    <a:pt x="0" y="0"/>
                  </a:moveTo>
                  <a:lnTo>
                    <a:pt x="0" y="1295179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6009675" y="4920214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6080778" y="3625034"/>
              <a:ext cx="0" cy="1038382"/>
            </a:xfrm>
            <a:custGeom>
              <a:avLst/>
              <a:pathLst>
                <a:path w="0" h="1038382">
                  <a:moveTo>
                    <a:pt x="0" y="0"/>
                  </a:moveTo>
                  <a:lnTo>
                    <a:pt x="0" y="1038382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6070620" y="4663417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6395661" y="3625034"/>
              <a:ext cx="0" cy="1276285"/>
            </a:xfrm>
            <a:custGeom>
              <a:avLst/>
              <a:pathLst>
                <a:path w="0" h="1276285">
                  <a:moveTo>
                    <a:pt x="0" y="0"/>
                  </a:moveTo>
                  <a:lnTo>
                    <a:pt x="0" y="1276285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6385503" y="4901320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6456606" y="3625034"/>
              <a:ext cx="0" cy="1150889"/>
            </a:xfrm>
            <a:custGeom>
              <a:avLst/>
              <a:pathLst>
                <a:path w="0" h="1150889">
                  <a:moveTo>
                    <a:pt x="0" y="0"/>
                  </a:moveTo>
                  <a:lnTo>
                    <a:pt x="0" y="1150889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l523"/>
            <p:cNvSpPr/>
            <p:nvPr/>
          </p:nvSpPr>
          <p:spPr>
            <a:xfrm>
              <a:off x="6446449" y="4775924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l524"/>
            <p:cNvSpPr/>
            <p:nvPr/>
          </p:nvSpPr>
          <p:spPr>
            <a:xfrm>
              <a:off x="6426134" y="3625034"/>
              <a:ext cx="0" cy="1148892"/>
            </a:xfrm>
            <a:custGeom>
              <a:avLst/>
              <a:pathLst>
                <a:path w="0" h="1148892">
                  <a:moveTo>
                    <a:pt x="0" y="0"/>
                  </a:moveTo>
                  <a:lnTo>
                    <a:pt x="0" y="1148892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l525"/>
            <p:cNvSpPr/>
            <p:nvPr/>
          </p:nvSpPr>
          <p:spPr>
            <a:xfrm>
              <a:off x="6415976" y="4773927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l526"/>
            <p:cNvSpPr/>
            <p:nvPr/>
          </p:nvSpPr>
          <p:spPr>
            <a:xfrm>
              <a:off x="6487079" y="3625034"/>
              <a:ext cx="0" cy="1049146"/>
            </a:xfrm>
            <a:custGeom>
              <a:avLst/>
              <a:pathLst>
                <a:path w="0" h="1049146">
                  <a:moveTo>
                    <a:pt x="0" y="0"/>
                  </a:moveTo>
                  <a:lnTo>
                    <a:pt x="0" y="1049146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l527"/>
            <p:cNvSpPr/>
            <p:nvPr/>
          </p:nvSpPr>
          <p:spPr>
            <a:xfrm>
              <a:off x="6476921" y="4674181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l528"/>
            <p:cNvSpPr/>
            <p:nvPr/>
          </p:nvSpPr>
          <p:spPr>
            <a:xfrm>
              <a:off x="4572387" y="4749215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29" name="rc529"/>
            <p:cNvSpPr/>
            <p:nvPr/>
          </p:nvSpPr>
          <p:spPr>
            <a:xfrm>
              <a:off x="4572387" y="3625034"/>
              <a:ext cx="2112763" cy="215090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rc530"/>
            <p:cNvSpPr/>
            <p:nvPr/>
          </p:nvSpPr>
          <p:spPr>
            <a:xfrm>
              <a:off x="6754739" y="3625034"/>
              <a:ext cx="2112763" cy="21509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pl531"/>
            <p:cNvSpPr/>
            <p:nvPr/>
          </p:nvSpPr>
          <p:spPr>
            <a:xfrm>
              <a:off x="6754739" y="5186397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l532"/>
            <p:cNvSpPr/>
            <p:nvPr/>
          </p:nvSpPr>
          <p:spPr>
            <a:xfrm>
              <a:off x="6754739" y="4561852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l533"/>
            <p:cNvSpPr/>
            <p:nvPr/>
          </p:nvSpPr>
          <p:spPr>
            <a:xfrm>
              <a:off x="6754739" y="3937307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l534"/>
            <p:cNvSpPr/>
            <p:nvPr/>
          </p:nvSpPr>
          <p:spPr>
            <a:xfrm>
              <a:off x="6754739" y="5498670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l535"/>
            <p:cNvSpPr/>
            <p:nvPr/>
          </p:nvSpPr>
          <p:spPr>
            <a:xfrm>
              <a:off x="6754739" y="4874124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l536"/>
            <p:cNvSpPr/>
            <p:nvPr/>
          </p:nvSpPr>
          <p:spPr>
            <a:xfrm>
              <a:off x="6754739" y="4249579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l537"/>
            <p:cNvSpPr/>
            <p:nvPr/>
          </p:nvSpPr>
          <p:spPr>
            <a:xfrm>
              <a:off x="6754739" y="3625034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6998520" y="3625034"/>
              <a:ext cx="0" cy="2150900"/>
            </a:xfrm>
            <a:custGeom>
              <a:avLst/>
              <a:pathLst>
                <a:path w="0" h="2150900">
                  <a:moveTo>
                    <a:pt x="0" y="21509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7404820" y="3625034"/>
              <a:ext cx="0" cy="2150900"/>
            </a:xfrm>
            <a:custGeom>
              <a:avLst/>
              <a:pathLst>
                <a:path w="0" h="2150900">
                  <a:moveTo>
                    <a:pt x="0" y="21509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l540"/>
            <p:cNvSpPr/>
            <p:nvPr/>
          </p:nvSpPr>
          <p:spPr>
            <a:xfrm>
              <a:off x="7811121" y="3625034"/>
              <a:ext cx="0" cy="2150900"/>
            </a:xfrm>
            <a:custGeom>
              <a:avLst/>
              <a:pathLst>
                <a:path w="0" h="2150900">
                  <a:moveTo>
                    <a:pt x="0" y="21509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l541"/>
            <p:cNvSpPr/>
            <p:nvPr/>
          </p:nvSpPr>
          <p:spPr>
            <a:xfrm>
              <a:off x="8217422" y="3625034"/>
              <a:ext cx="0" cy="2150900"/>
            </a:xfrm>
            <a:custGeom>
              <a:avLst/>
              <a:pathLst>
                <a:path w="0" h="2150900">
                  <a:moveTo>
                    <a:pt x="0" y="21509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l542"/>
            <p:cNvSpPr/>
            <p:nvPr/>
          </p:nvSpPr>
          <p:spPr>
            <a:xfrm>
              <a:off x="8623722" y="3625034"/>
              <a:ext cx="0" cy="2150900"/>
            </a:xfrm>
            <a:custGeom>
              <a:avLst/>
              <a:pathLst>
                <a:path w="0" h="2150900">
                  <a:moveTo>
                    <a:pt x="0" y="215090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7334286" y="479547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7395231" y="4702445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7364758" y="4646993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7425703" y="4535578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6927985" y="490812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6988930" y="4538480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6958457" y="4760882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7019403" y="4621062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7740586" y="4730335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7801531" y="4541702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7771059" y="4618420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7832004" y="4534742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8146887" y="5141554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8207832" y="4570660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8177360" y="4847437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8238305" y="4593260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8553188" y="5312340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8614133" y="4807390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8583660" y="5071172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8644605" y="4750420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7359112" y="3625034"/>
              <a:ext cx="0" cy="1432207"/>
            </a:xfrm>
            <a:custGeom>
              <a:avLst/>
              <a:pathLst>
                <a:path w="0" h="1432207">
                  <a:moveTo>
                    <a:pt x="0" y="0"/>
                  </a:moveTo>
                  <a:lnTo>
                    <a:pt x="0" y="1432207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7348954" y="5057242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7409899" y="4117536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7420057" y="4117536"/>
              <a:ext cx="0" cy="782970"/>
            </a:xfrm>
            <a:custGeom>
              <a:avLst/>
              <a:pathLst>
                <a:path w="0" h="782970">
                  <a:moveTo>
                    <a:pt x="0" y="0"/>
                  </a:moveTo>
                  <a:lnTo>
                    <a:pt x="0" y="78297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l567"/>
            <p:cNvSpPr/>
            <p:nvPr/>
          </p:nvSpPr>
          <p:spPr>
            <a:xfrm>
              <a:off x="7409899" y="4900506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l568"/>
            <p:cNvSpPr/>
            <p:nvPr/>
          </p:nvSpPr>
          <p:spPr>
            <a:xfrm>
              <a:off x="7389584" y="3625034"/>
              <a:ext cx="0" cy="1223059"/>
            </a:xfrm>
            <a:custGeom>
              <a:avLst/>
              <a:pathLst>
                <a:path w="0" h="1223059">
                  <a:moveTo>
                    <a:pt x="0" y="0"/>
                  </a:moveTo>
                  <a:lnTo>
                    <a:pt x="0" y="1223059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l569"/>
            <p:cNvSpPr/>
            <p:nvPr/>
          </p:nvSpPr>
          <p:spPr>
            <a:xfrm>
              <a:off x="7379427" y="4848093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l570"/>
            <p:cNvSpPr/>
            <p:nvPr/>
          </p:nvSpPr>
          <p:spPr>
            <a:xfrm>
              <a:off x="7450529" y="3625034"/>
              <a:ext cx="0" cy="1127237"/>
            </a:xfrm>
            <a:custGeom>
              <a:avLst/>
              <a:pathLst>
                <a:path w="0" h="1127237">
                  <a:moveTo>
                    <a:pt x="0" y="0"/>
                  </a:moveTo>
                  <a:lnTo>
                    <a:pt x="0" y="1127237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l571"/>
            <p:cNvSpPr/>
            <p:nvPr/>
          </p:nvSpPr>
          <p:spPr>
            <a:xfrm>
              <a:off x="7440372" y="4752272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l572"/>
            <p:cNvSpPr/>
            <p:nvPr/>
          </p:nvSpPr>
          <p:spPr>
            <a:xfrm>
              <a:off x="6942653" y="4662230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l573"/>
            <p:cNvSpPr/>
            <p:nvPr/>
          </p:nvSpPr>
          <p:spPr>
            <a:xfrm>
              <a:off x="6952811" y="4662230"/>
              <a:ext cx="0" cy="422261"/>
            </a:xfrm>
            <a:custGeom>
              <a:avLst/>
              <a:pathLst>
                <a:path w="0" h="422261">
                  <a:moveTo>
                    <a:pt x="0" y="0"/>
                  </a:moveTo>
                  <a:lnTo>
                    <a:pt x="0" y="422261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l574"/>
            <p:cNvSpPr/>
            <p:nvPr/>
          </p:nvSpPr>
          <p:spPr>
            <a:xfrm>
              <a:off x="6942653" y="5084492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l575"/>
            <p:cNvSpPr/>
            <p:nvPr/>
          </p:nvSpPr>
          <p:spPr>
            <a:xfrm>
              <a:off x="7013756" y="3625034"/>
              <a:ext cx="0" cy="1125118"/>
            </a:xfrm>
            <a:custGeom>
              <a:avLst/>
              <a:pathLst>
                <a:path w="0" h="1125118">
                  <a:moveTo>
                    <a:pt x="0" y="0"/>
                  </a:moveTo>
                  <a:lnTo>
                    <a:pt x="0" y="1125118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l576"/>
            <p:cNvSpPr/>
            <p:nvPr/>
          </p:nvSpPr>
          <p:spPr>
            <a:xfrm>
              <a:off x="7003598" y="4750153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l577"/>
            <p:cNvSpPr/>
            <p:nvPr/>
          </p:nvSpPr>
          <p:spPr>
            <a:xfrm>
              <a:off x="6983283" y="3625034"/>
              <a:ext cx="0" cy="1307475"/>
            </a:xfrm>
            <a:custGeom>
              <a:avLst/>
              <a:pathLst>
                <a:path w="0" h="1307475">
                  <a:moveTo>
                    <a:pt x="0" y="0"/>
                  </a:moveTo>
                  <a:lnTo>
                    <a:pt x="0" y="1307475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l578"/>
            <p:cNvSpPr/>
            <p:nvPr/>
          </p:nvSpPr>
          <p:spPr>
            <a:xfrm>
              <a:off x="6973126" y="4932510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l579"/>
            <p:cNvSpPr/>
            <p:nvPr/>
          </p:nvSpPr>
          <p:spPr>
            <a:xfrm>
              <a:off x="7044229" y="3625034"/>
              <a:ext cx="0" cy="1235822"/>
            </a:xfrm>
            <a:custGeom>
              <a:avLst/>
              <a:pathLst>
                <a:path w="0" h="1235822">
                  <a:moveTo>
                    <a:pt x="0" y="0"/>
                  </a:moveTo>
                  <a:lnTo>
                    <a:pt x="0" y="1235822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l580"/>
            <p:cNvSpPr/>
            <p:nvPr/>
          </p:nvSpPr>
          <p:spPr>
            <a:xfrm>
              <a:off x="7034071" y="4860856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l581"/>
            <p:cNvSpPr/>
            <p:nvPr/>
          </p:nvSpPr>
          <p:spPr>
            <a:xfrm>
              <a:off x="7765412" y="3625034"/>
              <a:ext cx="0" cy="1352724"/>
            </a:xfrm>
            <a:custGeom>
              <a:avLst/>
              <a:pathLst>
                <a:path w="0" h="1352724">
                  <a:moveTo>
                    <a:pt x="0" y="0"/>
                  </a:moveTo>
                  <a:lnTo>
                    <a:pt x="0" y="1352724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7755255" y="4977759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7826357" y="3625034"/>
              <a:ext cx="0" cy="1158787"/>
            </a:xfrm>
            <a:custGeom>
              <a:avLst/>
              <a:pathLst>
                <a:path w="0" h="1158787">
                  <a:moveTo>
                    <a:pt x="0" y="0"/>
                  </a:moveTo>
                  <a:lnTo>
                    <a:pt x="0" y="1158787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7816200" y="4783822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7795885" y="3625034"/>
              <a:ext cx="0" cy="1293162"/>
            </a:xfrm>
            <a:custGeom>
              <a:avLst/>
              <a:pathLst>
                <a:path w="0" h="1293162">
                  <a:moveTo>
                    <a:pt x="0" y="0"/>
                  </a:moveTo>
                  <a:lnTo>
                    <a:pt x="0" y="1293162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l586"/>
            <p:cNvSpPr/>
            <p:nvPr/>
          </p:nvSpPr>
          <p:spPr>
            <a:xfrm>
              <a:off x="7785727" y="4918197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7856830" y="3625034"/>
              <a:ext cx="0" cy="1143317"/>
            </a:xfrm>
            <a:custGeom>
              <a:avLst/>
              <a:pathLst>
                <a:path w="0" h="1143317">
                  <a:moveTo>
                    <a:pt x="0" y="0"/>
                  </a:moveTo>
                  <a:lnTo>
                    <a:pt x="0" y="1143317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7846672" y="4768351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8161555" y="4070758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8171713" y="4070758"/>
              <a:ext cx="0" cy="1200574"/>
            </a:xfrm>
            <a:custGeom>
              <a:avLst/>
              <a:pathLst>
                <a:path w="0" h="1200574">
                  <a:moveTo>
                    <a:pt x="0" y="0"/>
                  </a:moveTo>
                  <a:lnTo>
                    <a:pt x="0" y="1200574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8161555" y="5271332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8232658" y="3625034"/>
              <a:ext cx="0" cy="1210683"/>
            </a:xfrm>
            <a:custGeom>
              <a:avLst/>
              <a:pathLst>
                <a:path w="0" h="1210683">
                  <a:moveTo>
                    <a:pt x="0" y="0"/>
                  </a:moveTo>
                  <a:lnTo>
                    <a:pt x="0" y="1210683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8222501" y="4835718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8202186" y="3625034"/>
              <a:ext cx="0" cy="1442466"/>
            </a:xfrm>
            <a:custGeom>
              <a:avLst/>
              <a:pathLst>
                <a:path w="0" h="1442466">
                  <a:moveTo>
                    <a:pt x="0" y="0"/>
                  </a:moveTo>
                  <a:lnTo>
                    <a:pt x="0" y="1442466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5"/>
            <p:cNvSpPr/>
            <p:nvPr/>
          </p:nvSpPr>
          <p:spPr>
            <a:xfrm>
              <a:off x="8192028" y="5067501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6"/>
            <p:cNvSpPr/>
            <p:nvPr/>
          </p:nvSpPr>
          <p:spPr>
            <a:xfrm>
              <a:off x="8263131" y="3625034"/>
              <a:ext cx="0" cy="1215065"/>
            </a:xfrm>
            <a:custGeom>
              <a:avLst/>
              <a:pathLst>
                <a:path w="0" h="1215065">
                  <a:moveTo>
                    <a:pt x="0" y="0"/>
                  </a:moveTo>
                  <a:lnTo>
                    <a:pt x="0" y="1215065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7"/>
            <p:cNvSpPr/>
            <p:nvPr/>
          </p:nvSpPr>
          <p:spPr>
            <a:xfrm>
              <a:off x="8252973" y="4840100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l598"/>
            <p:cNvSpPr/>
            <p:nvPr/>
          </p:nvSpPr>
          <p:spPr>
            <a:xfrm>
              <a:off x="8567856" y="4888668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9"/>
            <p:cNvSpPr/>
            <p:nvPr/>
          </p:nvSpPr>
          <p:spPr>
            <a:xfrm>
              <a:off x="8578014" y="4888668"/>
              <a:ext cx="0" cy="531784"/>
            </a:xfrm>
            <a:custGeom>
              <a:avLst/>
              <a:pathLst>
                <a:path w="0" h="531784">
                  <a:moveTo>
                    <a:pt x="0" y="0"/>
                  </a:moveTo>
                  <a:lnTo>
                    <a:pt x="0" y="531784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600"/>
            <p:cNvSpPr/>
            <p:nvPr/>
          </p:nvSpPr>
          <p:spPr>
            <a:xfrm>
              <a:off x="8567856" y="5420452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l601"/>
            <p:cNvSpPr/>
            <p:nvPr/>
          </p:nvSpPr>
          <p:spPr>
            <a:xfrm>
              <a:off x="8638959" y="3625034"/>
              <a:ext cx="0" cy="1402712"/>
            </a:xfrm>
            <a:custGeom>
              <a:avLst/>
              <a:pathLst>
                <a:path w="0" h="1402712">
                  <a:moveTo>
                    <a:pt x="0" y="0"/>
                  </a:moveTo>
                  <a:lnTo>
                    <a:pt x="0" y="1402712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l602"/>
            <p:cNvSpPr/>
            <p:nvPr/>
          </p:nvSpPr>
          <p:spPr>
            <a:xfrm>
              <a:off x="8628801" y="5027747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8598329" y="4269821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8608486" y="4269821"/>
              <a:ext cx="0" cy="934973"/>
            </a:xfrm>
            <a:custGeom>
              <a:avLst/>
              <a:pathLst>
                <a:path w="0" h="934973">
                  <a:moveTo>
                    <a:pt x="0" y="0"/>
                  </a:moveTo>
                  <a:lnTo>
                    <a:pt x="0" y="934973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8598329" y="5204794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8669431" y="3625034"/>
              <a:ext cx="0" cy="1294473"/>
            </a:xfrm>
            <a:custGeom>
              <a:avLst/>
              <a:pathLst>
                <a:path w="0" h="1294473">
                  <a:moveTo>
                    <a:pt x="0" y="0"/>
                  </a:moveTo>
                  <a:lnTo>
                    <a:pt x="0" y="1294473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8659274" y="4919508"/>
              <a:ext cx="20315" cy="0"/>
            </a:xfrm>
            <a:custGeom>
              <a:avLst/>
              <a:pathLst>
                <a:path w="20315" h="0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6754739" y="4749215"/>
              <a:ext cx="2112763" cy="0"/>
            </a:xfrm>
            <a:custGeom>
              <a:avLst/>
              <a:pathLst>
                <a:path w="2112763" h="0">
                  <a:moveTo>
                    <a:pt x="0" y="0"/>
                  </a:moveTo>
                  <a:lnTo>
                    <a:pt x="2112763" y="0"/>
                  </a:lnTo>
                  <a:lnTo>
                    <a:pt x="211276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09" name="rc609"/>
            <p:cNvSpPr/>
            <p:nvPr/>
          </p:nvSpPr>
          <p:spPr>
            <a:xfrm>
              <a:off x="6754739" y="3625034"/>
              <a:ext cx="2112763" cy="215090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2633814" y="57759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l611"/>
            <p:cNvSpPr/>
            <p:nvPr/>
          </p:nvSpPr>
          <p:spPr>
            <a:xfrm>
              <a:off x="3040115" y="57759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2"/>
            <p:cNvSpPr/>
            <p:nvPr/>
          </p:nvSpPr>
          <p:spPr>
            <a:xfrm>
              <a:off x="3446416" y="57759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l613"/>
            <p:cNvSpPr/>
            <p:nvPr/>
          </p:nvSpPr>
          <p:spPr>
            <a:xfrm>
              <a:off x="3852716" y="57759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l614"/>
            <p:cNvSpPr/>
            <p:nvPr/>
          </p:nvSpPr>
          <p:spPr>
            <a:xfrm>
              <a:off x="4259017" y="57759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tx615"/>
            <p:cNvSpPr/>
            <p:nvPr/>
          </p:nvSpPr>
          <p:spPr>
            <a:xfrm>
              <a:off x="2584128" y="5838237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616" name="tx616"/>
            <p:cNvSpPr/>
            <p:nvPr/>
          </p:nvSpPr>
          <p:spPr>
            <a:xfrm>
              <a:off x="2990429" y="5838237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617" name="tx617"/>
            <p:cNvSpPr/>
            <p:nvPr/>
          </p:nvSpPr>
          <p:spPr>
            <a:xfrm>
              <a:off x="3415338" y="5836873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18" name="tx618"/>
            <p:cNvSpPr/>
            <p:nvPr/>
          </p:nvSpPr>
          <p:spPr>
            <a:xfrm>
              <a:off x="3821639" y="5838237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19" name="tx619"/>
            <p:cNvSpPr/>
            <p:nvPr/>
          </p:nvSpPr>
          <p:spPr>
            <a:xfrm>
              <a:off x="4227939" y="5838237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20" name="pl620"/>
            <p:cNvSpPr/>
            <p:nvPr/>
          </p:nvSpPr>
          <p:spPr>
            <a:xfrm>
              <a:off x="4816167" y="57759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5222468" y="57759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5628768" y="57759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6035069" y="57759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4"/>
            <p:cNvSpPr/>
            <p:nvPr/>
          </p:nvSpPr>
          <p:spPr>
            <a:xfrm>
              <a:off x="6441370" y="57759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tx625"/>
            <p:cNvSpPr/>
            <p:nvPr/>
          </p:nvSpPr>
          <p:spPr>
            <a:xfrm>
              <a:off x="4766481" y="5838237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626" name="tx626"/>
            <p:cNvSpPr/>
            <p:nvPr/>
          </p:nvSpPr>
          <p:spPr>
            <a:xfrm>
              <a:off x="5172781" y="5838237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627" name="tx627"/>
            <p:cNvSpPr/>
            <p:nvPr/>
          </p:nvSpPr>
          <p:spPr>
            <a:xfrm>
              <a:off x="5597691" y="5836873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28" name="tx628"/>
            <p:cNvSpPr/>
            <p:nvPr/>
          </p:nvSpPr>
          <p:spPr>
            <a:xfrm>
              <a:off x="6003991" y="5838237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29" name="tx629"/>
            <p:cNvSpPr/>
            <p:nvPr/>
          </p:nvSpPr>
          <p:spPr>
            <a:xfrm>
              <a:off x="6410292" y="5838237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30" name="pl630"/>
            <p:cNvSpPr/>
            <p:nvPr/>
          </p:nvSpPr>
          <p:spPr>
            <a:xfrm>
              <a:off x="6998520" y="57759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7404820" y="57759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7811121" y="57759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8217422" y="57759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8623722" y="577593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tx635"/>
            <p:cNvSpPr/>
            <p:nvPr/>
          </p:nvSpPr>
          <p:spPr>
            <a:xfrm>
              <a:off x="6948833" y="5838237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636" name="tx636"/>
            <p:cNvSpPr/>
            <p:nvPr/>
          </p:nvSpPr>
          <p:spPr>
            <a:xfrm>
              <a:off x="7355134" y="5838237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637" name="tx637"/>
            <p:cNvSpPr/>
            <p:nvPr/>
          </p:nvSpPr>
          <p:spPr>
            <a:xfrm>
              <a:off x="7780043" y="5836873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38" name="tx638"/>
            <p:cNvSpPr/>
            <p:nvPr/>
          </p:nvSpPr>
          <p:spPr>
            <a:xfrm>
              <a:off x="8186344" y="5838237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39" name="tx639"/>
            <p:cNvSpPr/>
            <p:nvPr/>
          </p:nvSpPr>
          <p:spPr>
            <a:xfrm>
              <a:off x="8592645" y="5838237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40" name="tx640"/>
            <p:cNvSpPr/>
            <p:nvPr/>
          </p:nvSpPr>
          <p:spPr>
            <a:xfrm>
              <a:off x="2265248" y="5458342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41" name="tx641"/>
            <p:cNvSpPr/>
            <p:nvPr/>
          </p:nvSpPr>
          <p:spPr>
            <a:xfrm>
              <a:off x="2265248" y="4833797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42" name="tx642"/>
            <p:cNvSpPr/>
            <p:nvPr/>
          </p:nvSpPr>
          <p:spPr>
            <a:xfrm>
              <a:off x="2265248" y="4207833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43" name="tx643"/>
            <p:cNvSpPr/>
            <p:nvPr/>
          </p:nvSpPr>
          <p:spPr>
            <a:xfrm>
              <a:off x="2265248" y="3585034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44" name="pl644"/>
            <p:cNvSpPr/>
            <p:nvPr/>
          </p:nvSpPr>
          <p:spPr>
            <a:xfrm>
              <a:off x="2355239" y="549867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2355239" y="48741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6"/>
            <p:cNvSpPr/>
            <p:nvPr/>
          </p:nvSpPr>
          <p:spPr>
            <a:xfrm>
              <a:off x="2355239" y="424957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2355239" y="36250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rc648"/>
            <p:cNvSpPr/>
            <p:nvPr/>
          </p:nvSpPr>
          <p:spPr>
            <a:xfrm>
              <a:off x="4379949" y="6092043"/>
              <a:ext cx="2497639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9" name="tx649"/>
            <p:cNvSpPr/>
            <p:nvPr/>
          </p:nvSpPr>
          <p:spPr>
            <a:xfrm>
              <a:off x="4449538" y="6190186"/>
              <a:ext cx="458117" cy="1311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Omega</a:t>
              </a:r>
            </a:p>
          </p:txBody>
        </p:sp>
        <p:sp>
          <p:nvSpPr>
            <p:cNvPr id="650" name="rc650"/>
            <p:cNvSpPr/>
            <p:nvPr/>
          </p:nvSpPr>
          <p:spPr>
            <a:xfrm>
              <a:off x="4985852" y="616163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5070754" y="6246534"/>
              <a:ext cx="49651" cy="49651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5007797" y="62713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rc653"/>
            <p:cNvSpPr/>
            <p:nvPr/>
          </p:nvSpPr>
          <p:spPr>
            <a:xfrm>
              <a:off x="5506411" y="616163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5591313" y="6246534"/>
              <a:ext cx="49651" cy="49651"/>
            </a:xfrm>
            <a:prstGeom prst="ellipse">
              <a:avLst/>
            </a:prstGeom>
            <a:solidFill>
              <a:srgbClr val="7CAE00">
                <a:alpha val="100000"/>
              </a:srgbClr>
            </a:solidFill>
            <a:ln w="9000" cap="rnd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l655"/>
            <p:cNvSpPr/>
            <p:nvPr/>
          </p:nvSpPr>
          <p:spPr>
            <a:xfrm>
              <a:off x="5528356" y="62713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7CA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rc656"/>
            <p:cNvSpPr/>
            <p:nvPr/>
          </p:nvSpPr>
          <p:spPr>
            <a:xfrm>
              <a:off x="5931720" y="616163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6016622" y="6246534"/>
              <a:ext cx="49651" cy="49651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l658"/>
            <p:cNvSpPr/>
            <p:nvPr/>
          </p:nvSpPr>
          <p:spPr>
            <a:xfrm>
              <a:off x="5953666" y="62713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rc659"/>
            <p:cNvSpPr/>
            <p:nvPr/>
          </p:nvSpPr>
          <p:spPr>
            <a:xfrm>
              <a:off x="6452279" y="616163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6537181" y="6246534"/>
              <a:ext cx="49651" cy="49651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l661"/>
            <p:cNvSpPr/>
            <p:nvPr/>
          </p:nvSpPr>
          <p:spPr>
            <a:xfrm>
              <a:off x="6474225" y="6271360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tx662"/>
            <p:cNvSpPr/>
            <p:nvPr/>
          </p:nvSpPr>
          <p:spPr>
            <a:xfrm>
              <a:off x="5274897" y="6229668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663" name="tx663"/>
            <p:cNvSpPr/>
            <p:nvPr/>
          </p:nvSpPr>
          <p:spPr>
            <a:xfrm>
              <a:off x="5795456" y="6231032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64" name="tx664"/>
            <p:cNvSpPr/>
            <p:nvPr/>
          </p:nvSpPr>
          <p:spPr>
            <a:xfrm>
              <a:off x="6220765" y="6229668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665" name="tx665"/>
            <p:cNvSpPr/>
            <p:nvPr/>
          </p:nvSpPr>
          <p:spPr>
            <a:xfrm>
              <a:off x="6741324" y="6231032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66" name="tx666"/>
            <p:cNvSpPr/>
            <p:nvPr/>
          </p:nvSpPr>
          <p:spPr>
            <a:xfrm>
              <a:off x="5252116" y="6527298"/>
              <a:ext cx="357299" cy="1277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Alpha</a:t>
              </a:r>
            </a:p>
          </p:txBody>
        </p:sp>
        <p:sp>
          <p:nvSpPr>
            <p:cNvPr id="667" name="tx667"/>
            <p:cNvSpPr/>
            <p:nvPr/>
          </p:nvSpPr>
          <p:spPr>
            <a:xfrm rot="-5400000">
              <a:off x="918197" y="3748032"/>
              <a:ext cx="1754640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Mean Average Error (Years)</a:t>
              </a:r>
            </a:p>
          </p:txBody>
        </p:sp>
        <p:sp>
          <p:nvSpPr>
            <p:cNvPr id="668" name="tx668"/>
            <p:cNvSpPr/>
            <p:nvPr/>
          </p:nvSpPr>
          <p:spPr>
            <a:xfrm>
              <a:off x="1924440" y="879214"/>
              <a:ext cx="260873" cy="12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PiB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2026-04-28T15:39:27Z</dcterms:modified>
</cp:coreProperties>
</file>