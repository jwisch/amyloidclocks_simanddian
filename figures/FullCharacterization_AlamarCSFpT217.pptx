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372163" y="4545810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372163" y="4037041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72163" y="3528272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72163" y="3019502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2163" y="2510733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72163" y="2001964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1987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4239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64911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72163" y="4800195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372163" y="4291425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2163" y="3782656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72163" y="3273887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372163" y="2765118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372163" y="2256349"/>
              <a:ext cx="4102047" cy="0"/>
            </a:xfrm>
            <a:custGeom>
              <a:avLst/>
              <a:pathLst>
                <a:path w="4102047" h="0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5862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88113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0365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33794" y="2644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243243" y="2521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533794" y="3200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396872" y="3923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938237" y="3604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533794" y="258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807106" y="3622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096135" y="3719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33794" y="3275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837768" y="3147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070047" y="2673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17895" y="2599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33794" y="2141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247949" y="2406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592532" y="2300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5130234" y="2182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533794" y="3215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060274" y="2686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33794" y="246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100895" y="2181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533794" y="2537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33794" y="2132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533794" y="3123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044399" y="3207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533794" y="2399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48299" y="268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477500" y="2615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33794" y="2808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060274" y="2481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411134" y="3365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5136756" y="2766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732432" y="2771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33794" y="2122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37986" y="2564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533794" y="3415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092264" y="3111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345173" y="2938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33794" y="3680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868151" y="3026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533794" y="3233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174399" y="306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863084" y="3583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385568" y="2088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533794" y="3166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440392" y="3142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942585" y="3120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6473766" y="263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837948" y="2932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123467" y="2927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533794" y="3429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075845" y="3349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4613547" y="3146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101436" y="3010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785521" y="372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533794" y="2597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091720" y="355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171473" y="3192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533794" y="262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4070047" y="2320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533794" y="3329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354117" y="2981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33794" y="227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456294" y="2708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533794" y="3530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344696" y="325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856887" y="3440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383868" y="309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223756" y="3014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685369" y="2924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33794" y="3548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112624" y="3233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533794" y="2487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533794" y="3055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533794" y="2997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101867" y="350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643983" y="2542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33794" y="315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966788" y="3108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533794" y="1902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813515" y="1952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233365" y="3550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33794" y="3056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346466" y="3090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868226" y="302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916094" y="3722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533794" y="225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817863" y="2239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33794" y="2899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4085717" y="3009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180688" y="2415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33794" y="3392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533794" y="2337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814016" y="231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533794" y="2017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26555" y="206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533794" y="2910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329478" y="2450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856950" y="3253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384507" y="2907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533794" y="2665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974391" y="2801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533794" y="3757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46084" y="3717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533794" y="2394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533794" y="3350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01374" y="3565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880771" y="3841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408328" y="3629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6067050" y="3393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533794" y="3367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844116" y="338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126571" y="3294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395423" y="3285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533794" y="3278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081947" y="297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533794" y="2655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849749" y="2710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533794" y="3185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866151" y="2835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110629" y="3032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533794" y="3440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533794" y="2240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604851" y="2148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533794" y="2636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780002" y="2591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112624" y="289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356112" y="2684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533794" y="2973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802061" y="2852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33794" y="2653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533794" y="3808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622968" y="298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533794" y="3489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080329" y="3096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882547" y="2343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409231" y="3419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33794" y="349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07005" y="333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3794" y="3326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765379" y="3131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533794" y="2687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070400" y="2647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533794" y="2853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857847" y="2620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131644" y="2709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406293" y="246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872499" y="2606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533794" y="354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893229" y="3411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33794" y="2671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533794" y="2988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802645" y="3294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33794" y="4327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104766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533794" y="3574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070677" y="3405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533794" y="2272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33794" y="3100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817863" y="3264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533794" y="3140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798462" y="316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070772" y="31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861534" y="3094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115016" y="292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5363577" y="2831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647646" y="2909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910874" y="2519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199842" y="2760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6453475" y="2891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533794" y="2185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041061" y="2390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588184" y="2566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857035" y="2247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120814" y="2629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33794" y="364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065699" y="4075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654018" y="4130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169366" y="3864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533794" y="311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216773" y="249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533794" y="3157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863517" y="3070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329478" y="262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110735" y="3566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622243" y="3713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149236" y="3216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652719" y="2849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533794" y="3464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533794" y="3027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032365" y="281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4633838" y="275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533794" y="3230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533794" y="2856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809892" y="2584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068277" y="2521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533794" y="3119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410680" y="3189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712181" y="2604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533794" y="239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343247" y="3375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533794" y="351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400495" y="3418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533794" y="3266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804095" y="2988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060627" y="352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588184" y="3215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257051" y="2621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4066066" y="2505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110629" y="3027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619344" y="2934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170091" y="2789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533794" y="3081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089746" y="2852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617170" y="2648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33794" y="2866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533794" y="2501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4096860" y="2222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622243" y="3408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159946" y="3492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533794" y="3395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817737" y="3295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533794" y="3329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040560" y="3040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329478" y="2929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533794" y="3459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787427" y="2999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4049757" y="3040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3675" y="3434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629490" y="3484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191106" y="2512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533794" y="2994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533794" y="3178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177298" y="2367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533794" y="3015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4074395" y="2321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309187" y="2389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882097" y="2842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673010" y="3457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533794" y="3501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837695" y="3055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533794" y="2661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066875" y="3214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33794" y="2792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854821" y="2867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533794" y="2466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4070810" y="338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623605" y="3282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5169404" y="2822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117875" y="3784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620069" y="3890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141104" y="3297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533794" y="2859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807718" y="2888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77569" y="2610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341073" y="3010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686014" y="2869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533794" y="2627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328029" y="2701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859692" y="2823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533794" y="2329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462816" y="2210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4157364" y="3140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053051" y="292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533794" y="2106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802398" y="2527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533794" y="3018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4078421" y="3008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533794" y="3377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897490" y="3145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533794" y="2983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390350" y="2853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674419" y="3085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4856720" y="2990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106554" y="3079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609924" y="3143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533794" y="2753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4126619" y="3233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593253" y="2989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166515" y="3768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886358" y="2780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413916" y="2559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533794" y="3003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533794" y="3380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533794" y="2834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808443" y="2789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132369" y="2512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533794" y="3002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622243" y="2358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533794" y="3463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853267" y="3323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533794" y="3849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842736" y="3411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091063" y="3600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533794" y="3324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801196" y="3227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4813" y="3379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302665" y="309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598329" y="3084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533794" y="3231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818588" y="3259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81794" y="316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4045779" y="3675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684311" y="3407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934170" y="2585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380565" y="2864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6068274" y="2099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533794" y="2649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106281" y="2468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367161" y="211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892544" y="293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081246" y="2298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533794" y="3253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812723" y="3238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101865" y="3288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4385841" y="3197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533794" y="3500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045945" y="3413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4743799" y="2762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533794" y="338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064975" y="2545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3533794" y="3758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4111749" y="3471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750180" y="302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5191502" y="2742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533794" y="3675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080880" y="3797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5160633" y="3422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533794" y="4234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5002913" y="4172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533794" y="2772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4089718" y="254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4591807" y="2271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091134" y="2757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4354841" y="2649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533794" y="2584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533794" y="2820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843197" y="2961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533794" y="3128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533794" y="3480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4345017" y="3462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892140" y="2085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5384188" y="219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533794" y="3476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533794" y="2412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836946" y="2189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066000" y="2789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870380" y="2491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4593981" y="362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5418652" y="3332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368947" y="2614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5884184" y="2599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533794" y="2528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803214" y="253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68598" y="2463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5013714" y="240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533794" y="354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533794" y="243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4288897" y="2661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4613547" y="2671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4857035" y="2709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369335" y="288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5227340" y="257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533794" y="3580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4891356" y="3288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5428797" y="3414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608474" y="2991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5242492" y="2711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5657792" y="2027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533794" y="2527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37982" y="2541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4101760" y="257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4911385" y="3586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5423724" y="3162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533794" y="308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4329737" y="3140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533794" y="2185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822211" y="227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095632" y="2180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533794" y="3030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768196" y="3167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127631" y="3144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918966" y="2659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5435654" y="2721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533794" y="4014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3853372" y="4035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381349" y="3816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907037" y="303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533794" y="3552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4596880" y="3357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533794" y="3008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819313" y="294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533794" y="3987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4066764" y="4391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4598311" y="4005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3533794" y="3291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4081454" y="3179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718436" y="259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533794" y="2435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838138" y="2498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4183095" y="2716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4638910" y="2051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166468" y="2786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5888960" y="2707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6225930" y="2531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533794" y="3405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706304" y="3031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4879571" y="2996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424520" y="274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6109330" y="2982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6464417" y="2595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533794" y="3421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4106281" y="2648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533794" y="3460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4132369" y="2769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533794" y="3400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4069323" y="3091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533794" y="4433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076569" y="4337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4592532" y="3582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33794" y="3423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533794" y="2646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819313" y="2663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072221" y="2514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4593256" y="2158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5125886" y="2174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533794" y="3061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866416" y="2936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3533794" y="346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533794" y="2989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465715" y="2562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4248674" y="3459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4603402" y="3452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130959" y="3291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5637501" y="3000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33794" y="2883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533794" y="3152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356677" y="2847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533794" y="3476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533794" y="3567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4071000" y="302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613488" y="3160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130462" y="2318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4857976" y="3775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390390" y="3985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6184624" y="3331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533794" y="4026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4380205" y="329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533794" y="3543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4612822" y="243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5120065" y="3793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618620" y="3178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5181686" y="3164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762868" y="2570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533794" y="3273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4095411" y="3141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533794" y="3450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4132369" y="326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533794" y="2701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823546" y="2805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4096860" y="2912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533794" y="2609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797573" y="2607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71120" y="2165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4345421" y="230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4649056" y="2405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533794" y="3640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825835" y="3440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4061351" y="3435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378031" y="3539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633113" y="3342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388265" y="3137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896207" y="3027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6220800" y="2942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533794" y="2501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07718" y="2400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4152089" y="2169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416438" y="238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4689637" y="2685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883644" y="3649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533794" y="2470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137324" y="238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52675" y="253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5125886" y="3547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5652719" y="3123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533794" y="2959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4334697" y="2863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4825296" y="2682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5408653" y="2148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974617" y="3320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6457970" y="3182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533794" y="3536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33794" y="3964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145452" y="391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33794" y="2793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806797" y="2806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533794" y="2220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533794" y="2892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044316" y="2815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81674" y="2606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5920845" y="3055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5904146" y="211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533794" y="3261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4044399" y="2925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4187443" y="3568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5201329" y="3029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533794" y="2804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808247" y="2734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922215" y="3196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593256" y="2442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3533794" y="3008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803370" y="2943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4106966" y="2949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533794" y="2646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33794" y="2682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33794" y="2998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4386002" y="320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4882088" y="332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5399810" y="3178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5937210" y="3044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533794" y="3594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4036713" y="319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604851" y="382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5130959" y="3743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658516" y="2472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533794" y="2673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851832" y="2548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533794" y="3699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533794" y="2520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09167" y="2567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078019" y="2327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533794" y="345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335204" y="3113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533794" y="2916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774215" y="2909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4104663" y="2882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533794" y="2453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338899" y="3564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157732" y="2747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38910" y="2886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12834" y="2804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533794" y="345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095015" y="3318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533794" y="2992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70772" y="2638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533794" y="3673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167357" y="340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533794" y="2461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6694789" y="3365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533794" y="2647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533794" y="2919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833081" y="2734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321734" y="2471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533794" y="2694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100861" y="2940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4602647" y="2866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902343" y="2649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533794" y="2950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533794" y="2687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33794" y="2907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798620" y="1983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078743" y="229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533794" y="3266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152006" y="3012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6202016" y="3457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6728124" y="2788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533794" y="3029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831747" y="2522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101228" y="3111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4623605" y="3194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5328088" y="269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533794" y="3835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373908" y="3607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33794" y="3033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832683" y="3040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533794" y="3027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533794" y="215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853372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33794" y="2808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847351" y="2862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4147587" y="2835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659926" y="279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533794" y="365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4020770" y="320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4117875" y="3155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887823" y="288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086887" y="2992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628040" y="284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5159354" y="2559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5707794" y="2374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533794" y="3206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472962" y="292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5380244" y="3456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593256" y="2234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5166416" y="2378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931715" y="3494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4201937" y="3369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638910" y="3046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5161395" y="3298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5676633" y="2851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6183899" y="2848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533794" y="412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117151" y="3908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733842" y="3499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3533794" y="2799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068000" y="2622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080979" y="3528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4770311" y="3095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5181022" y="2834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3533794" y="2887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4562820" y="2480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533794" y="3204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533794" y="3154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801950" y="306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4065729" y="2937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533794" y="318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248674" y="3141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4593256" y="3263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5181662" y="2713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703446" y="3541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533794" y="2465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3800990" y="2647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533794" y="3422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065608" y="2904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3533794" y="2533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4323776" y="196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533794" y="3593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533794" y="3544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446149" y="2743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533794" y="2591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533794" y="2768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4060757" y="348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720073" y="3381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4851715" y="203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5369127" y="1970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5899583" y="3407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533794" y="2882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5415753" y="2684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533794" y="2118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4390350" y="2056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533794" y="3307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4332377" y="3072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922295" y="3386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533794" y="2591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067655" y="245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336000" y="2216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4618620" y="2275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4858484" y="232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533794" y="272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4066232" y="3361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618547" y="3209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5161203" y="3024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533794" y="2582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817863" y="2786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533794" y="3309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63517" y="3421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5070812" y="336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857035" y="3668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5480308" y="3336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5960702" y="3020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533794" y="2795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4106926" y="3577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4633838" y="3647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4905429" y="2090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5425174" y="3557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533794" y="329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802200" y="328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4065699" y="3160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334551" y="3378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4080917" y="2598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598329" y="2439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5144003" y="374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533794" y="305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533794" y="2654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533794" y="2808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533794" y="2058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4328221" y="2002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5142021" y="3050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3533794" y="2579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848262" y="2580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4177298" y="2194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533794" y="3190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072493" y="2947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562820" y="298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533794" y="306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4632388" y="2698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4079614" y="2365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4393249" y="2753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5210672" y="3121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533794" y="3315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4111904" y="264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533794" y="3626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941536" y="2778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533794" y="3948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4095411" y="3821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533794" y="2852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533794" y="2406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088164" y="3392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4644708" y="3301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533794" y="2949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4086485" y="3355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4065248" y="3166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617170" y="2885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5712142" y="2707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863389" y="3517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390946" y="4182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5926475" y="376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533794" y="4120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4106281" y="4194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917182" y="3160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533794" y="286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4066331" y="291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4679399" y="2449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177245" y="2448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533794" y="2694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4117875" y="2961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643983" y="2526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5251978" y="2057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4902046" y="2709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5358504" y="199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6047662" y="350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3533794" y="2553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738687" y="2205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4375857" y="2808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4892817" y="2521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3533794" y="3163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370059" y="2960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533794" y="2932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3792308" y="311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4086523" y="2575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412581" y="2859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771332" y="2608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4373683" y="2713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533794" y="281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3558620" y="2546816"/>
              <a:ext cx="709448" cy="122238"/>
            </a:xfrm>
            <a:custGeom>
              <a:avLst/>
              <a:pathLst>
                <a:path w="709448" h="122238">
                  <a:moveTo>
                    <a:pt x="0" y="122238"/>
                  </a:moveTo>
                  <a:lnTo>
                    <a:pt x="7094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3558620" y="2608674"/>
              <a:ext cx="562341" cy="1135661"/>
            </a:xfrm>
            <a:custGeom>
              <a:avLst/>
              <a:pathLst>
                <a:path w="562341" h="1135661">
                  <a:moveTo>
                    <a:pt x="0" y="0"/>
                  </a:moveTo>
                  <a:lnTo>
                    <a:pt x="273312" y="1038369"/>
                  </a:lnTo>
                  <a:lnTo>
                    <a:pt x="562341" y="1135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3558620" y="2698013"/>
              <a:ext cx="536253" cy="602451"/>
            </a:xfrm>
            <a:custGeom>
              <a:avLst/>
              <a:pathLst>
                <a:path w="536253" h="602451">
                  <a:moveTo>
                    <a:pt x="0" y="602451"/>
                  </a:moveTo>
                  <a:lnTo>
                    <a:pt x="303973" y="474606"/>
                  </a:lnTo>
                  <a:lnTo>
                    <a:pt x="5362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3558620" y="2166385"/>
              <a:ext cx="1596440" cy="265285"/>
            </a:xfrm>
            <a:custGeom>
              <a:avLst/>
              <a:pathLst>
                <a:path w="1596440" h="265285">
                  <a:moveTo>
                    <a:pt x="0" y="0"/>
                  </a:moveTo>
                  <a:lnTo>
                    <a:pt x="714154" y="265285"/>
                  </a:lnTo>
                  <a:lnTo>
                    <a:pt x="1058737" y="158729"/>
                  </a:lnTo>
                  <a:lnTo>
                    <a:pt x="1596440" y="414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3558620" y="2711195"/>
              <a:ext cx="526480" cy="528827"/>
            </a:xfrm>
            <a:custGeom>
              <a:avLst/>
              <a:pathLst>
                <a:path w="526480" h="528827">
                  <a:moveTo>
                    <a:pt x="0" y="528827"/>
                  </a:moveTo>
                  <a:lnTo>
                    <a:pt x="5264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3558620" y="2206084"/>
              <a:ext cx="567101" cy="284849"/>
            </a:xfrm>
            <a:custGeom>
              <a:avLst/>
              <a:pathLst>
                <a:path w="567101" h="284849">
                  <a:moveTo>
                    <a:pt x="0" y="284849"/>
                  </a:moveTo>
                  <a:lnTo>
                    <a:pt x="5671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3558620" y="3148742"/>
              <a:ext cx="510604" cy="83879"/>
            </a:xfrm>
            <a:custGeom>
              <a:avLst/>
              <a:pathLst>
                <a:path w="510604" h="83879">
                  <a:moveTo>
                    <a:pt x="0" y="0"/>
                  </a:moveTo>
                  <a:lnTo>
                    <a:pt x="510604" y="838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3558620" y="2423880"/>
              <a:ext cx="943705" cy="289579"/>
            </a:xfrm>
            <a:custGeom>
              <a:avLst/>
              <a:pathLst>
                <a:path w="943705" h="289579">
                  <a:moveTo>
                    <a:pt x="0" y="0"/>
                  </a:moveTo>
                  <a:lnTo>
                    <a:pt x="314505" y="289579"/>
                  </a:lnTo>
                  <a:lnTo>
                    <a:pt x="943705" y="21663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3558620" y="2506692"/>
              <a:ext cx="526480" cy="326350"/>
            </a:xfrm>
            <a:custGeom>
              <a:avLst/>
              <a:pathLst>
                <a:path w="526480" h="326350">
                  <a:moveTo>
                    <a:pt x="0" y="326350"/>
                  </a:moveTo>
                  <a:lnTo>
                    <a:pt x="5264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4435959" y="2791282"/>
              <a:ext cx="1321298" cy="599427"/>
            </a:xfrm>
            <a:custGeom>
              <a:avLst/>
              <a:pathLst>
                <a:path w="1321298" h="599427">
                  <a:moveTo>
                    <a:pt x="0" y="599427"/>
                  </a:moveTo>
                  <a:lnTo>
                    <a:pt x="725622" y="0"/>
                  </a:lnTo>
                  <a:lnTo>
                    <a:pt x="1321298" y="50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3558620" y="2146973"/>
              <a:ext cx="304191" cy="442771"/>
            </a:xfrm>
            <a:custGeom>
              <a:avLst/>
              <a:pathLst>
                <a:path w="304191" h="442771">
                  <a:moveTo>
                    <a:pt x="0" y="0"/>
                  </a:moveTo>
                  <a:lnTo>
                    <a:pt x="304191" y="44277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3558620" y="2963370"/>
              <a:ext cx="811378" cy="477384"/>
            </a:xfrm>
            <a:custGeom>
              <a:avLst/>
              <a:pathLst>
                <a:path w="811378" h="477384">
                  <a:moveTo>
                    <a:pt x="0" y="477384"/>
                  </a:moveTo>
                  <a:lnTo>
                    <a:pt x="558470" y="173104"/>
                  </a:lnTo>
                  <a:lnTo>
                    <a:pt x="8113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3558620" y="3090488"/>
              <a:ext cx="640605" cy="167640"/>
            </a:xfrm>
            <a:custGeom>
              <a:avLst/>
              <a:pathLst>
                <a:path w="640605" h="167640">
                  <a:moveTo>
                    <a:pt x="0" y="167640"/>
                  </a:moveTo>
                  <a:lnTo>
                    <a:pt x="6406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4887910" y="2113615"/>
              <a:ext cx="522484" cy="1494732"/>
            </a:xfrm>
            <a:custGeom>
              <a:avLst/>
              <a:pathLst>
                <a:path w="522484" h="1494732">
                  <a:moveTo>
                    <a:pt x="0" y="1494732"/>
                  </a:moveTo>
                  <a:lnTo>
                    <a:pt x="5224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465218" y="2655107"/>
              <a:ext cx="1033374" cy="512351"/>
            </a:xfrm>
            <a:custGeom>
              <a:avLst/>
              <a:pathLst>
                <a:path w="1033374" h="512351">
                  <a:moveTo>
                    <a:pt x="0" y="512351"/>
                  </a:moveTo>
                  <a:lnTo>
                    <a:pt x="502193" y="490446"/>
                  </a:lnTo>
                  <a:lnTo>
                    <a:pt x="10333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3862774" y="2952041"/>
              <a:ext cx="285518" cy="5580"/>
            </a:xfrm>
            <a:custGeom>
              <a:avLst/>
              <a:pathLst>
                <a:path w="285518" h="5580">
                  <a:moveTo>
                    <a:pt x="0" y="5580"/>
                  </a:moveTo>
                  <a:lnTo>
                    <a:pt x="2855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3558620" y="3171033"/>
              <a:ext cx="1079753" cy="282804"/>
            </a:xfrm>
            <a:custGeom>
              <a:avLst/>
              <a:pathLst>
                <a:path w="1079753" h="282804">
                  <a:moveTo>
                    <a:pt x="0" y="282804"/>
                  </a:moveTo>
                  <a:lnTo>
                    <a:pt x="542050" y="203404"/>
                  </a:lnTo>
                  <a:lnTo>
                    <a:pt x="10797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4126262" y="3035192"/>
              <a:ext cx="684085" cy="713021"/>
            </a:xfrm>
            <a:custGeom>
              <a:avLst/>
              <a:pathLst>
                <a:path w="684085" h="713021">
                  <a:moveTo>
                    <a:pt x="0" y="0"/>
                  </a:moveTo>
                  <a:lnTo>
                    <a:pt x="684085" y="7130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3558620" y="2621857"/>
              <a:ext cx="557925" cy="958233"/>
            </a:xfrm>
            <a:custGeom>
              <a:avLst/>
              <a:pathLst>
                <a:path w="557925" h="958233">
                  <a:moveTo>
                    <a:pt x="0" y="0"/>
                  </a:moveTo>
                  <a:lnTo>
                    <a:pt x="557925" y="9582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3558620" y="2344856"/>
              <a:ext cx="536253" cy="307043"/>
            </a:xfrm>
            <a:custGeom>
              <a:avLst/>
              <a:pathLst>
                <a:path w="536253" h="307043">
                  <a:moveTo>
                    <a:pt x="0" y="307043"/>
                  </a:moveTo>
                  <a:lnTo>
                    <a:pt x="5362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3558620" y="3006666"/>
              <a:ext cx="820322" cy="347776"/>
            </a:xfrm>
            <a:custGeom>
              <a:avLst/>
              <a:pathLst>
                <a:path w="820322" h="347776">
                  <a:moveTo>
                    <a:pt x="0" y="347776"/>
                  </a:moveTo>
                  <a:lnTo>
                    <a:pt x="8203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3558620" y="2303144"/>
              <a:ext cx="922500" cy="430216"/>
            </a:xfrm>
            <a:custGeom>
              <a:avLst/>
              <a:pathLst>
                <a:path w="922500" h="430216">
                  <a:moveTo>
                    <a:pt x="0" y="0"/>
                  </a:moveTo>
                  <a:lnTo>
                    <a:pt x="922500" y="430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3558620" y="2949747"/>
              <a:ext cx="3151574" cy="605792"/>
            </a:xfrm>
            <a:custGeom>
              <a:avLst/>
              <a:pathLst>
                <a:path w="3151574" h="605792">
                  <a:moveTo>
                    <a:pt x="0" y="605792"/>
                  </a:moveTo>
                  <a:lnTo>
                    <a:pt x="810901" y="332932"/>
                  </a:lnTo>
                  <a:lnTo>
                    <a:pt x="1323092" y="515170"/>
                  </a:lnTo>
                  <a:lnTo>
                    <a:pt x="1850073" y="171646"/>
                  </a:lnTo>
                  <a:lnTo>
                    <a:pt x="2689962" y="89691"/>
                  </a:lnTo>
                  <a:lnTo>
                    <a:pt x="3151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3558620" y="3258171"/>
              <a:ext cx="578830" cy="315105"/>
            </a:xfrm>
            <a:custGeom>
              <a:avLst/>
              <a:pathLst>
                <a:path w="578830" h="315105">
                  <a:moveTo>
                    <a:pt x="0" y="315105"/>
                  </a:moveTo>
                  <a:lnTo>
                    <a:pt x="5788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3558620" y="2567404"/>
              <a:ext cx="1110189" cy="963514"/>
            </a:xfrm>
            <a:custGeom>
              <a:avLst/>
              <a:pathLst>
                <a:path w="1110189" h="963514">
                  <a:moveTo>
                    <a:pt x="0" y="454907"/>
                  </a:moveTo>
                  <a:lnTo>
                    <a:pt x="568073" y="963514"/>
                  </a:lnTo>
                  <a:lnTo>
                    <a:pt x="11101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3558620" y="1926828"/>
              <a:ext cx="279721" cy="50661"/>
            </a:xfrm>
            <a:custGeom>
              <a:avLst/>
              <a:pathLst>
                <a:path w="279721" h="50661">
                  <a:moveTo>
                    <a:pt x="0" y="0"/>
                  </a:moveTo>
                  <a:lnTo>
                    <a:pt x="279721" y="506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4371292" y="3054764"/>
              <a:ext cx="521759" cy="60781"/>
            </a:xfrm>
            <a:custGeom>
              <a:avLst/>
              <a:pathLst>
                <a:path w="521759" h="60781">
                  <a:moveTo>
                    <a:pt x="0" y="60781"/>
                  </a:moveTo>
                  <a:lnTo>
                    <a:pt x="5217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3558620" y="2264163"/>
              <a:ext cx="284069" cy="14152"/>
            </a:xfrm>
            <a:custGeom>
              <a:avLst/>
              <a:pathLst>
                <a:path w="284069" h="14152">
                  <a:moveTo>
                    <a:pt x="0" y="14152"/>
                  </a:moveTo>
                  <a:lnTo>
                    <a:pt x="2840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3558620" y="2440753"/>
              <a:ext cx="1646893" cy="593997"/>
            </a:xfrm>
            <a:custGeom>
              <a:avLst/>
              <a:pathLst>
                <a:path w="1646893" h="593997">
                  <a:moveTo>
                    <a:pt x="0" y="483296"/>
                  </a:moveTo>
                  <a:lnTo>
                    <a:pt x="551922" y="593997"/>
                  </a:lnTo>
                  <a:lnTo>
                    <a:pt x="16468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3558620" y="2342343"/>
              <a:ext cx="280222" cy="19487"/>
            </a:xfrm>
            <a:custGeom>
              <a:avLst/>
              <a:pathLst>
                <a:path w="280222" h="19487">
                  <a:moveTo>
                    <a:pt x="0" y="19487"/>
                  </a:moveTo>
                  <a:lnTo>
                    <a:pt x="2802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3558620" y="2042414"/>
              <a:ext cx="192761" cy="47511"/>
            </a:xfrm>
            <a:custGeom>
              <a:avLst/>
              <a:pathLst>
                <a:path w="192761" h="47511">
                  <a:moveTo>
                    <a:pt x="0" y="0"/>
                  </a:moveTo>
                  <a:lnTo>
                    <a:pt x="192761" y="475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3558620" y="2474939"/>
              <a:ext cx="795683" cy="459957"/>
            </a:xfrm>
            <a:custGeom>
              <a:avLst/>
              <a:pathLst>
                <a:path w="795683" h="459957">
                  <a:moveTo>
                    <a:pt x="0" y="459957"/>
                  </a:moveTo>
                  <a:lnTo>
                    <a:pt x="7956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4881776" y="2932118"/>
              <a:ext cx="527557" cy="346047"/>
            </a:xfrm>
            <a:custGeom>
              <a:avLst/>
              <a:pathLst>
                <a:path w="527557" h="346047">
                  <a:moveTo>
                    <a:pt x="0" y="346047"/>
                  </a:moveTo>
                  <a:lnTo>
                    <a:pt x="5275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3558620" y="2689911"/>
              <a:ext cx="440597" cy="136820"/>
            </a:xfrm>
            <a:custGeom>
              <a:avLst/>
              <a:pathLst>
                <a:path w="440597" h="136820">
                  <a:moveTo>
                    <a:pt x="0" y="0"/>
                  </a:moveTo>
                  <a:lnTo>
                    <a:pt x="440597" y="1368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3558620" y="3742282"/>
              <a:ext cx="512289" cy="39679"/>
            </a:xfrm>
            <a:custGeom>
              <a:avLst/>
              <a:pathLst>
                <a:path w="512289" h="39679">
                  <a:moveTo>
                    <a:pt x="0" y="39679"/>
                  </a:moveTo>
                  <a:lnTo>
                    <a:pt x="5122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3558620" y="3375074"/>
              <a:ext cx="267580" cy="215415"/>
            </a:xfrm>
            <a:custGeom>
              <a:avLst/>
              <a:pathLst>
                <a:path w="267580" h="215415">
                  <a:moveTo>
                    <a:pt x="0" y="0"/>
                  </a:moveTo>
                  <a:lnTo>
                    <a:pt x="267580" y="2154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4905597" y="3418018"/>
              <a:ext cx="1186279" cy="448463"/>
            </a:xfrm>
            <a:custGeom>
              <a:avLst/>
              <a:pathLst>
                <a:path w="1186279" h="448463">
                  <a:moveTo>
                    <a:pt x="0" y="448463"/>
                  </a:moveTo>
                  <a:lnTo>
                    <a:pt x="527557" y="236481"/>
                  </a:lnTo>
                  <a:lnTo>
                    <a:pt x="11862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3558620" y="3310044"/>
              <a:ext cx="861628" cy="103611"/>
            </a:xfrm>
            <a:custGeom>
              <a:avLst/>
              <a:pathLst>
                <a:path w="861628" h="103611">
                  <a:moveTo>
                    <a:pt x="0" y="82389"/>
                  </a:moveTo>
                  <a:lnTo>
                    <a:pt x="310321" y="103611"/>
                  </a:lnTo>
                  <a:lnTo>
                    <a:pt x="592777" y="9498"/>
                  </a:lnTo>
                  <a:lnTo>
                    <a:pt x="8616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3558620" y="2998234"/>
              <a:ext cx="548152" cy="305159"/>
            </a:xfrm>
            <a:custGeom>
              <a:avLst/>
              <a:pathLst>
                <a:path w="548152" h="305159">
                  <a:moveTo>
                    <a:pt x="0" y="305159"/>
                  </a:moveTo>
                  <a:lnTo>
                    <a:pt x="548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3558620" y="2680332"/>
              <a:ext cx="315954" cy="55218"/>
            </a:xfrm>
            <a:custGeom>
              <a:avLst/>
              <a:pathLst>
                <a:path w="315954" h="55218">
                  <a:moveTo>
                    <a:pt x="0" y="0"/>
                  </a:moveTo>
                  <a:lnTo>
                    <a:pt x="315954" y="552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3558620" y="2860148"/>
              <a:ext cx="576834" cy="350528"/>
            </a:xfrm>
            <a:custGeom>
              <a:avLst/>
              <a:pathLst>
                <a:path w="576834" h="350528">
                  <a:moveTo>
                    <a:pt x="0" y="350528"/>
                  </a:moveTo>
                  <a:lnTo>
                    <a:pt x="332356" y="0"/>
                  </a:lnTo>
                  <a:lnTo>
                    <a:pt x="576834" y="19689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3558620" y="2172857"/>
              <a:ext cx="1071057" cy="92569"/>
            </a:xfrm>
            <a:custGeom>
              <a:avLst/>
              <a:pathLst>
                <a:path w="1071057" h="92569">
                  <a:moveTo>
                    <a:pt x="0" y="92569"/>
                  </a:moveTo>
                  <a:lnTo>
                    <a:pt x="10710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3558620" y="2616773"/>
              <a:ext cx="822318" cy="300835"/>
            </a:xfrm>
            <a:custGeom>
              <a:avLst/>
              <a:pathLst>
                <a:path w="822318" h="300835">
                  <a:moveTo>
                    <a:pt x="0" y="44719"/>
                  </a:moveTo>
                  <a:lnTo>
                    <a:pt x="246208" y="0"/>
                  </a:lnTo>
                  <a:lnTo>
                    <a:pt x="578830" y="300835"/>
                  </a:lnTo>
                  <a:lnTo>
                    <a:pt x="822318" y="926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3558620" y="2877476"/>
              <a:ext cx="268267" cy="121247"/>
            </a:xfrm>
            <a:custGeom>
              <a:avLst/>
              <a:pathLst>
                <a:path w="268267" h="121247">
                  <a:moveTo>
                    <a:pt x="0" y="121247"/>
                  </a:moveTo>
                  <a:lnTo>
                    <a:pt x="2682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3558620" y="3006955"/>
              <a:ext cx="1089173" cy="826391"/>
            </a:xfrm>
            <a:custGeom>
              <a:avLst/>
              <a:pathLst>
                <a:path w="1089173" h="826391">
                  <a:moveTo>
                    <a:pt x="0" y="826391"/>
                  </a:moveTo>
                  <a:lnTo>
                    <a:pt x="108917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3558620" y="3121063"/>
              <a:ext cx="546535" cy="393201"/>
            </a:xfrm>
            <a:custGeom>
              <a:avLst/>
              <a:pathLst>
                <a:path w="546535" h="393201">
                  <a:moveTo>
                    <a:pt x="0" y="393201"/>
                  </a:moveTo>
                  <a:lnTo>
                    <a:pt x="5465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4907373" y="2367940"/>
              <a:ext cx="526684" cy="1076300"/>
            </a:xfrm>
            <a:custGeom>
              <a:avLst/>
              <a:pathLst>
                <a:path w="526684" h="1076300">
                  <a:moveTo>
                    <a:pt x="0" y="0"/>
                  </a:moveTo>
                  <a:lnTo>
                    <a:pt x="526684" y="10763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3558620" y="3355066"/>
              <a:ext cx="573211" cy="162849"/>
            </a:xfrm>
            <a:custGeom>
              <a:avLst/>
              <a:pathLst>
                <a:path w="573211" h="162849">
                  <a:moveTo>
                    <a:pt x="0" y="162849"/>
                  </a:moveTo>
                  <a:lnTo>
                    <a:pt x="573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3558620" y="3155971"/>
              <a:ext cx="1231584" cy="195098"/>
            </a:xfrm>
            <a:custGeom>
              <a:avLst/>
              <a:pathLst>
                <a:path w="1231584" h="195098">
                  <a:moveTo>
                    <a:pt x="0" y="195098"/>
                  </a:moveTo>
                  <a:lnTo>
                    <a:pt x="12315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3558620" y="2491394"/>
              <a:ext cx="1338704" cy="386492"/>
            </a:xfrm>
            <a:custGeom>
              <a:avLst/>
              <a:pathLst>
                <a:path w="1338704" h="386492">
                  <a:moveTo>
                    <a:pt x="0" y="386492"/>
                  </a:moveTo>
                  <a:lnTo>
                    <a:pt x="324052" y="153784"/>
                  </a:lnTo>
                  <a:lnTo>
                    <a:pt x="597849" y="242699"/>
                  </a:lnTo>
                  <a:lnTo>
                    <a:pt x="872498" y="0"/>
                  </a:lnTo>
                  <a:lnTo>
                    <a:pt x="1338704" y="1402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3558620" y="3436373"/>
              <a:ext cx="359434" cy="136496"/>
            </a:xfrm>
            <a:custGeom>
              <a:avLst/>
              <a:pathLst>
                <a:path w="359434" h="136496">
                  <a:moveTo>
                    <a:pt x="0" y="136496"/>
                  </a:moveTo>
                  <a:lnTo>
                    <a:pt x="3594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3558620" y="3012860"/>
              <a:ext cx="268851" cy="306501"/>
            </a:xfrm>
            <a:custGeom>
              <a:avLst/>
              <a:pathLst>
                <a:path w="268851" h="306501">
                  <a:moveTo>
                    <a:pt x="0" y="0"/>
                  </a:moveTo>
                  <a:lnTo>
                    <a:pt x="268851" y="3065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3558620" y="4352519"/>
              <a:ext cx="570971" cy="442213"/>
            </a:xfrm>
            <a:custGeom>
              <a:avLst/>
              <a:pathLst>
                <a:path w="570971" h="442213">
                  <a:moveTo>
                    <a:pt x="0" y="0"/>
                  </a:moveTo>
                  <a:lnTo>
                    <a:pt x="570971" y="4422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3558620" y="3430500"/>
              <a:ext cx="536882" cy="169263"/>
            </a:xfrm>
            <a:custGeom>
              <a:avLst/>
              <a:pathLst>
                <a:path w="536882" h="169263">
                  <a:moveTo>
                    <a:pt x="0" y="169263"/>
                  </a:moveTo>
                  <a:lnTo>
                    <a:pt x="536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3558620" y="3124949"/>
              <a:ext cx="284069" cy="164230"/>
            </a:xfrm>
            <a:custGeom>
              <a:avLst/>
              <a:pathLst>
                <a:path w="284069" h="164230">
                  <a:moveTo>
                    <a:pt x="0" y="0"/>
                  </a:moveTo>
                  <a:lnTo>
                    <a:pt x="284069" y="1642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3558620" y="2544193"/>
              <a:ext cx="2919681" cy="648252"/>
            </a:xfrm>
            <a:custGeom>
              <a:avLst/>
              <a:pathLst>
                <a:path w="2919681" h="648252">
                  <a:moveTo>
                    <a:pt x="0" y="621423"/>
                  </a:moveTo>
                  <a:lnTo>
                    <a:pt x="264667" y="645585"/>
                  </a:lnTo>
                  <a:lnTo>
                    <a:pt x="536977" y="648252"/>
                  </a:lnTo>
                  <a:lnTo>
                    <a:pt x="1327739" y="574889"/>
                  </a:lnTo>
                  <a:lnTo>
                    <a:pt x="1581222" y="408019"/>
                  </a:lnTo>
                  <a:lnTo>
                    <a:pt x="1829782" y="311922"/>
                  </a:lnTo>
                  <a:lnTo>
                    <a:pt x="2113852" y="390001"/>
                  </a:lnTo>
                  <a:lnTo>
                    <a:pt x="2377080" y="0"/>
                  </a:lnTo>
                  <a:lnTo>
                    <a:pt x="2666048" y="240952"/>
                  </a:lnTo>
                  <a:lnTo>
                    <a:pt x="2919681" y="37164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3558620" y="2210069"/>
              <a:ext cx="1587019" cy="444658"/>
            </a:xfrm>
            <a:custGeom>
              <a:avLst/>
              <a:pathLst>
                <a:path w="1587019" h="444658">
                  <a:moveTo>
                    <a:pt x="0" y="0"/>
                  </a:moveTo>
                  <a:lnTo>
                    <a:pt x="507266" y="205734"/>
                  </a:lnTo>
                  <a:lnTo>
                    <a:pt x="1054389" y="380870"/>
                  </a:lnTo>
                  <a:lnTo>
                    <a:pt x="1323241" y="62587"/>
                  </a:lnTo>
                  <a:lnTo>
                    <a:pt x="1587019" y="4446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3558620" y="3665057"/>
              <a:ext cx="1635572" cy="490125"/>
            </a:xfrm>
            <a:custGeom>
              <a:avLst/>
              <a:pathLst>
                <a:path w="1635572" h="490125">
                  <a:moveTo>
                    <a:pt x="0" y="0"/>
                  </a:moveTo>
                  <a:lnTo>
                    <a:pt x="531905" y="435655"/>
                  </a:lnTo>
                  <a:lnTo>
                    <a:pt x="1120223" y="490125"/>
                  </a:lnTo>
                  <a:lnTo>
                    <a:pt x="1635572" y="2243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3558620" y="3094963"/>
              <a:ext cx="329723" cy="87320"/>
            </a:xfrm>
            <a:custGeom>
              <a:avLst/>
              <a:pathLst>
                <a:path w="329723" h="87320">
                  <a:moveTo>
                    <a:pt x="0" y="87320"/>
                  </a:moveTo>
                  <a:lnTo>
                    <a:pt x="3297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4135561" y="2874356"/>
              <a:ext cx="1541983" cy="864311"/>
            </a:xfrm>
            <a:custGeom>
              <a:avLst/>
              <a:pathLst>
                <a:path w="1541983" h="864311">
                  <a:moveTo>
                    <a:pt x="0" y="716668"/>
                  </a:moveTo>
                  <a:lnTo>
                    <a:pt x="511507" y="864311"/>
                  </a:lnTo>
                  <a:lnTo>
                    <a:pt x="1038500" y="367333"/>
                  </a:lnTo>
                  <a:lnTo>
                    <a:pt x="15419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3558620" y="2782989"/>
              <a:ext cx="1100043" cy="268953"/>
            </a:xfrm>
            <a:custGeom>
              <a:avLst/>
              <a:pathLst>
                <a:path w="1100043" h="268953">
                  <a:moveTo>
                    <a:pt x="0" y="268953"/>
                  </a:moveTo>
                  <a:lnTo>
                    <a:pt x="498570" y="52728"/>
                  </a:lnTo>
                  <a:lnTo>
                    <a:pt x="1100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3558620" y="2546203"/>
              <a:ext cx="534483" cy="335609"/>
            </a:xfrm>
            <a:custGeom>
              <a:avLst/>
              <a:pathLst>
                <a:path w="534483" h="335609">
                  <a:moveTo>
                    <a:pt x="0" y="335609"/>
                  </a:moveTo>
                  <a:lnTo>
                    <a:pt x="276097" y="63617"/>
                  </a:lnTo>
                  <a:lnTo>
                    <a:pt x="5344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3558620" y="2424765"/>
              <a:ext cx="809452" cy="975714"/>
            </a:xfrm>
            <a:custGeom>
              <a:avLst/>
              <a:pathLst>
                <a:path w="809452" h="975714">
                  <a:moveTo>
                    <a:pt x="0" y="0"/>
                  </a:moveTo>
                  <a:lnTo>
                    <a:pt x="809452" y="9757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3558620" y="3443185"/>
              <a:ext cx="866701" cy="91921"/>
            </a:xfrm>
            <a:custGeom>
              <a:avLst/>
              <a:pathLst>
                <a:path w="866701" h="91921">
                  <a:moveTo>
                    <a:pt x="0" y="91921"/>
                  </a:moveTo>
                  <a:lnTo>
                    <a:pt x="8667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3558620" y="3013239"/>
              <a:ext cx="270300" cy="277963"/>
            </a:xfrm>
            <a:custGeom>
              <a:avLst/>
              <a:pathLst>
                <a:path w="270300" h="277963">
                  <a:moveTo>
                    <a:pt x="0" y="277963"/>
                  </a:moveTo>
                  <a:lnTo>
                    <a:pt x="2703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4085453" y="2646796"/>
              <a:ext cx="1196424" cy="904154"/>
            </a:xfrm>
            <a:custGeom>
              <a:avLst/>
              <a:pathLst>
                <a:path w="1196424" h="904154">
                  <a:moveTo>
                    <a:pt x="0" y="904154"/>
                  </a:moveTo>
                  <a:lnTo>
                    <a:pt x="527557" y="594005"/>
                  </a:lnTo>
                  <a:lnTo>
                    <a:pt x="11964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4135455" y="2814435"/>
              <a:ext cx="1059462" cy="238008"/>
            </a:xfrm>
            <a:custGeom>
              <a:avLst/>
              <a:pathLst>
                <a:path w="1059462" h="238008">
                  <a:moveTo>
                    <a:pt x="0" y="238008"/>
                  </a:moveTo>
                  <a:lnTo>
                    <a:pt x="508715" y="144390"/>
                  </a:lnTo>
                  <a:lnTo>
                    <a:pt x="1059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3558620" y="2672888"/>
              <a:ext cx="1083376" cy="433797"/>
            </a:xfrm>
            <a:custGeom>
              <a:avLst/>
              <a:pathLst>
                <a:path w="1083376" h="433797">
                  <a:moveTo>
                    <a:pt x="0" y="433797"/>
                  </a:moveTo>
                  <a:lnTo>
                    <a:pt x="555951" y="204092"/>
                  </a:lnTo>
                  <a:lnTo>
                    <a:pt x="108337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3558620" y="2246877"/>
              <a:ext cx="1626151" cy="1270606"/>
            </a:xfrm>
            <a:custGeom>
              <a:avLst/>
              <a:pathLst>
                <a:path w="1626151" h="1270606">
                  <a:moveTo>
                    <a:pt x="0" y="279148"/>
                  </a:moveTo>
                  <a:lnTo>
                    <a:pt x="563065" y="0"/>
                  </a:lnTo>
                  <a:lnTo>
                    <a:pt x="1088449" y="1186127"/>
                  </a:lnTo>
                  <a:lnTo>
                    <a:pt x="1626151" y="12706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3558620" y="3320499"/>
              <a:ext cx="283942" cy="99423"/>
            </a:xfrm>
            <a:custGeom>
              <a:avLst/>
              <a:pathLst>
                <a:path w="283942" h="99423">
                  <a:moveTo>
                    <a:pt x="0" y="99423"/>
                  </a:moveTo>
                  <a:lnTo>
                    <a:pt x="2839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3558620" y="2954778"/>
              <a:ext cx="795683" cy="399299"/>
            </a:xfrm>
            <a:custGeom>
              <a:avLst/>
              <a:pathLst>
                <a:path w="795683" h="399299">
                  <a:moveTo>
                    <a:pt x="0" y="399299"/>
                  </a:moveTo>
                  <a:lnTo>
                    <a:pt x="506765" y="110126"/>
                  </a:lnTo>
                  <a:lnTo>
                    <a:pt x="7956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3812253" y="3024078"/>
              <a:ext cx="262329" cy="41147"/>
            </a:xfrm>
            <a:custGeom>
              <a:avLst/>
              <a:pathLst>
                <a:path w="262329" h="41147">
                  <a:moveTo>
                    <a:pt x="0" y="0"/>
                  </a:moveTo>
                  <a:lnTo>
                    <a:pt x="262329" y="411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4198501" y="2537090"/>
              <a:ext cx="1017431" cy="972394"/>
            </a:xfrm>
            <a:custGeom>
              <a:avLst/>
              <a:pathLst>
                <a:path w="1017431" h="972394">
                  <a:moveTo>
                    <a:pt x="0" y="922150"/>
                  </a:moveTo>
                  <a:lnTo>
                    <a:pt x="455815" y="972394"/>
                  </a:lnTo>
                  <a:lnTo>
                    <a:pt x="10174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3558620" y="2392714"/>
              <a:ext cx="643503" cy="810645"/>
            </a:xfrm>
            <a:custGeom>
              <a:avLst/>
              <a:pathLst>
                <a:path w="643503" h="810645">
                  <a:moveTo>
                    <a:pt x="0" y="810645"/>
                  </a:moveTo>
                  <a:lnTo>
                    <a:pt x="6435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3558620" y="2346032"/>
              <a:ext cx="540601" cy="694643"/>
            </a:xfrm>
            <a:custGeom>
              <a:avLst/>
              <a:pathLst>
                <a:path w="540601" h="694643">
                  <a:moveTo>
                    <a:pt x="0" y="694643"/>
                  </a:moveTo>
                  <a:lnTo>
                    <a:pt x="5406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4334013" y="2414781"/>
              <a:ext cx="1363822" cy="1067170"/>
            </a:xfrm>
            <a:custGeom>
              <a:avLst/>
              <a:pathLst>
                <a:path w="1363822" h="1067170">
                  <a:moveTo>
                    <a:pt x="0" y="0"/>
                  </a:moveTo>
                  <a:lnTo>
                    <a:pt x="572910" y="452207"/>
                  </a:lnTo>
                  <a:lnTo>
                    <a:pt x="1363822" y="10671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3558620" y="3080476"/>
              <a:ext cx="303900" cy="445616"/>
            </a:xfrm>
            <a:custGeom>
              <a:avLst/>
              <a:pathLst>
                <a:path w="303900" h="445616">
                  <a:moveTo>
                    <a:pt x="0" y="445616"/>
                  </a:moveTo>
                  <a:lnTo>
                    <a:pt x="3039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3558620" y="2685838"/>
              <a:ext cx="533081" cy="553036"/>
            </a:xfrm>
            <a:custGeom>
              <a:avLst/>
              <a:pathLst>
                <a:path w="533081" h="553036">
                  <a:moveTo>
                    <a:pt x="0" y="0"/>
                  </a:moveTo>
                  <a:lnTo>
                    <a:pt x="533081" y="5530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3558620" y="2817565"/>
              <a:ext cx="321027" cy="74576"/>
            </a:xfrm>
            <a:custGeom>
              <a:avLst/>
              <a:pathLst>
                <a:path w="321027" h="74576">
                  <a:moveTo>
                    <a:pt x="0" y="0"/>
                  </a:moveTo>
                  <a:lnTo>
                    <a:pt x="321027" y="7457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4095635" y="2847160"/>
              <a:ext cx="1098594" cy="561151"/>
            </a:xfrm>
            <a:custGeom>
              <a:avLst/>
              <a:pathLst>
                <a:path w="1098594" h="561151">
                  <a:moveTo>
                    <a:pt x="0" y="561151"/>
                  </a:moveTo>
                  <a:lnTo>
                    <a:pt x="552795" y="459992"/>
                  </a:lnTo>
                  <a:lnTo>
                    <a:pt x="1098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4142701" y="3322069"/>
              <a:ext cx="1023229" cy="593222"/>
            </a:xfrm>
            <a:custGeom>
              <a:avLst/>
              <a:pathLst>
                <a:path w="1023229" h="593222">
                  <a:moveTo>
                    <a:pt x="0" y="486768"/>
                  </a:moveTo>
                  <a:lnTo>
                    <a:pt x="502193" y="593222"/>
                  </a:lnTo>
                  <a:lnTo>
                    <a:pt x="102322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3558620" y="2635621"/>
              <a:ext cx="1152219" cy="400174"/>
            </a:xfrm>
            <a:custGeom>
              <a:avLst/>
              <a:pathLst>
                <a:path w="1152219" h="400174">
                  <a:moveTo>
                    <a:pt x="0" y="248653"/>
                  </a:moveTo>
                  <a:lnTo>
                    <a:pt x="273923" y="277673"/>
                  </a:lnTo>
                  <a:lnTo>
                    <a:pt x="543775" y="0"/>
                  </a:lnTo>
                  <a:lnTo>
                    <a:pt x="807278" y="400174"/>
                  </a:lnTo>
                  <a:lnTo>
                    <a:pt x="1152219" y="2586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3558620" y="2652148"/>
              <a:ext cx="1325898" cy="196105"/>
            </a:xfrm>
            <a:custGeom>
              <a:avLst/>
              <a:pathLst>
                <a:path w="1325898" h="196105">
                  <a:moveTo>
                    <a:pt x="0" y="0"/>
                  </a:moveTo>
                  <a:lnTo>
                    <a:pt x="794234" y="73969"/>
                  </a:lnTo>
                  <a:lnTo>
                    <a:pt x="1325898" y="1961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3558620" y="2235226"/>
              <a:ext cx="929022" cy="119116"/>
            </a:xfrm>
            <a:custGeom>
              <a:avLst/>
              <a:pathLst>
                <a:path w="929022" h="119116">
                  <a:moveTo>
                    <a:pt x="0" y="119116"/>
                  </a:moveTo>
                  <a:lnTo>
                    <a:pt x="9290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4182190" y="2950951"/>
              <a:ext cx="895687" cy="214554"/>
            </a:xfrm>
            <a:custGeom>
              <a:avLst/>
              <a:pathLst>
                <a:path w="895687" h="214554">
                  <a:moveTo>
                    <a:pt x="0" y="214554"/>
                  </a:moveTo>
                  <a:lnTo>
                    <a:pt x="8956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3558620" y="2130943"/>
              <a:ext cx="268603" cy="421668"/>
            </a:xfrm>
            <a:custGeom>
              <a:avLst/>
              <a:pathLst>
                <a:path w="268603" h="421668">
                  <a:moveTo>
                    <a:pt x="0" y="0"/>
                  </a:moveTo>
                  <a:lnTo>
                    <a:pt x="268603" y="4216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3558620" y="3033496"/>
              <a:ext cx="544626" cy="9406"/>
            </a:xfrm>
            <a:custGeom>
              <a:avLst/>
              <a:pathLst>
                <a:path w="544626" h="9406">
                  <a:moveTo>
                    <a:pt x="0" y="9406"/>
                  </a:moveTo>
                  <a:lnTo>
                    <a:pt x="5446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3558620" y="3170680"/>
              <a:ext cx="363695" cy="231237"/>
            </a:xfrm>
            <a:custGeom>
              <a:avLst/>
              <a:pathLst>
                <a:path w="363695" h="231237">
                  <a:moveTo>
                    <a:pt x="0" y="231237"/>
                  </a:moveTo>
                  <a:lnTo>
                    <a:pt x="3636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3558620" y="2878528"/>
              <a:ext cx="1322926" cy="231699"/>
            </a:xfrm>
            <a:custGeom>
              <a:avLst/>
              <a:pathLst>
                <a:path w="1322926" h="231699">
                  <a:moveTo>
                    <a:pt x="0" y="130153"/>
                  </a:moveTo>
                  <a:lnTo>
                    <a:pt x="856555" y="0"/>
                  </a:lnTo>
                  <a:lnTo>
                    <a:pt x="1140625" y="231699"/>
                  </a:lnTo>
                  <a:lnTo>
                    <a:pt x="1322926" y="1364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4131380" y="3104652"/>
              <a:ext cx="503369" cy="63743"/>
            </a:xfrm>
            <a:custGeom>
              <a:avLst/>
              <a:pathLst>
                <a:path w="503369" h="63743">
                  <a:moveTo>
                    <a:pt x="0" y="0"/>
                  </a:moveTo>
                  <a:lnTo>
                    <a:pt x="503369" y="637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4151445" y="3014489"/>
              <a:ext cx="1039896" cy="779262"/>
            </a:xfrm>
            <a:custGeom>
              <a:avLst/>
              <a:pathLst>
                <a:path w="1039896" h="779262">
                  <a:moveTo>
                    <a:pt x="0" y="243791"/>
                  </a:moveTo>
                  <a:lnTo>
                    <a:pt x="466633" y="0"/>
                  </a:lnTo>
                  <a:lnTo>
                    <a:pt x="1039896" y="7792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4911184" y="2584488"/>
              <a:ext cx="527557" cy="220502"/>
            </a:xfrm>
            <a:custGeom>
              <a:avLst/>
              <a:pathLst>
                <a:path w="527557" h="220502">
                  <a:moveTo>
                    <a:pt x="0" y="220502"/>
                  </a:moveTo>
                  <a:lnTo>
                    <a:pt x="52755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3558620" y="2536891"/>
              <a:ext cx="598574" cy="322571"/>
            </a:xfrm>
            <a:custGeom>
              <a:avLst/>
              <a:pathLst>
                <a:path w="598574" h="322571">
                  <a:moveTo>
                    <a:pt x="0" y="322571"/>
                  </a:moveTo>
                  <a:lnTo>
                    <a:pt x="274648" y="277649"/>
                  </a:lnTo>
                  <a:lnTo>
                    <a:pt x="598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3558620" y="3348074"/>
              <a:ext cx="319472" cy="140151"/>
            </a:xfrm>
            <a:custGeom>
              <a:avLst/>
              <a:pathLst>
                <a:path w="319472" h="140151">
                  <a:moveTo>
                    <a:pt x="0" y="140151"/>
                  </a:moveTo>
                  <a:lnTo>
                    <a:pt x="3194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3558620" y="3436638"/>
              <a:ext cx="557268" cy="437292"/>
            </a:xfrm>
            <a:custGeom>
              <a:avLst/>
              <a:pathLst>
                <a:path w="557268" h="437292">
                  <a:moveTo>
                    <a:pt x="0" y="437292"/>
                  </a:moveTo>
                  <a:lnTo>
                    <a:pt x="308941" y="0"/>
                  </a:lnTo>
                  <a:lnTo>
                    <a:pt x="557268" y="1886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3558620" y="3108869"/>
              <a:ext cx="1064535" cy="295463"/>
            </a:xfrm>
            <a:custGeom>
              <a:avLst/>
              <a:pathLst>
                <a:path w="1064535" h="295463">
                  <a:moveTo>
                    <a:pt x="0" y="240594"/>
                  </a:moveTo>
                  <a:lnTo>
                    <a:pt x="267401" y="143035"/>
                  </a:lnTo>
                  <a:lnTo>
                    <a:pt x="541018" y="295463"/>
                  </a:lnTo>
                  <a:lnTo>
                    <a:pt x="768871" y="10806"/>
                  </a:lnTo>
                  <a:lnTo>
                    <a:pt x="10645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3558620" y="3190716"/>
              <a:ext cx="548000" cy="93531"/>
            </a:xfrm>
            <a:custGeom>
              <a:avLst/>
              <a:pathLst>
                <a:path w="548000" h="93531">
                  <a:moveTo>
                    <a:pt x="0" y="66097"/>
                  </a:moveTo>
                  <a:lnTo>
                    <a:pt x="284793" y="93531"/>
                  </a:lnTo>
                  <a:lnTo>
                    <a:pt x="5480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4070605" y="3432724"/>
              <a:ext cx="638532" cy="268087"/>
            </a:xfrm>
            <a:custGeom>
              <a:avLst/>
              <a:pathLst>
                <a:path w="638532" h="268087">
                  <a:moveTo>
                    <a:pt x="0" y="268087"/>
                  </a:moveTo>
                  <a:lnTo>
                    <a:pt x="6385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4958996" y="2124519"/>
              <a:ext cx="1134103" cy="764418"/>
            </a:xfrm>
            <a:custGeom>
              <a:avLst/>
              <a:pathLst>
                <a:path w="1134103" h="764418">
                  <a:moveTo>
                    <a:pt x="0" y="486144"/>
                  </a:moveTo>
                  <a:lnTo>
                    <a:pt x="446394" y="764418"/>
                  </a:lnTo>
                  <a:lnTo>
                    <a:pt x="1134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3558620" y="2140933"/>
              <a:ext cx="1358749" cy="821091"/>
            </a:xfrm>
            <a:custGeom>
              <a:avLst/>
              <a:pathLst>
                <a:path w="1358749" h="821091">
                  <a:moveTo>
                    <a:pt x="0" y="533504"/>
                  </a:moveTo>
                  <a:lnTo>
                    <a:pt x="572486" y="352511"/>
                  </a:lnTo>
                  <a:lnTo>
                    <a:pt x="833366" y="0"/>
                  </a:lnTo>
                  <a:lnTo>
                    <a:pt x="1358749" y="8210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3558620" y="3222234"/>
              <a:ext cx="852047" cy="91006"/>
            </a:xfrm>
            <a:custGeom>
              <a:avLst/>
              <a:pathLst>
                <a:path w="852047" h="91006">
                  <a:moveTo>
                    <a:pt x="0" y="56155"/>
                  </a:moveTo>
                  <a:lnTo>
                    <a:pt x="278929" y="40692"/>
                  </a:lnTo>
                  <a:lnTo>
                    <a:pt x="568071" y="91006"/>
                  </a:lnTo>
                  <a:lnTo>
                    <a:pt x="852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3558620" y="2787664"/>
              <a:ext cx="1210004" cy="738062"/>
            </a:xfrm>
            <a:custGeom>
              <a:avLst/>
              <a:pathLst>
                <a:path w="1210004" h="738062">
                  <a:moveTo>
                    <a:pt x="0" y="738062"/>
                  </a:moveTo>
                  <a:lnTo>
                    <a:pt x="512151" y="651042"/>
                  </a:lnTo>
                  <a:lnTo>
                    <a:pt x="12100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3558620" y="2570309"/>
              <a:ext cx="531180" cy="836254"/>
            </a:xfrm>
            <a:custGeom>
              <a:avLst/>
              <a:pathLst>
                <a:path w="531180" h="836254">
                  <a:moveTo>
                    <a:pt x="0" y="836254"/>
                  </a:moveTo>
                  <a:lnTo>
                    <a:pt x="5311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3558620" y="2766913"/>
              <a:ext cx="1657708" cy="1015997"/>
            </a:xfrm>
            <a:custGeom>
              <a:avLst/>
              <a:pathLst>
                <a:path w="1657708" h="1015997">
                  <a:moveTo>
                    <a:pt x="0" y="1015997"/>
                  </a:moveTo>
                  <a:lnTo>
                    <a:pt x="577955" y="729016"/>
                  </a:lnTo>
                  <a:lnTo>
                    <a:pt x="1216386" y="280118"/>
                  </a:lnTo>
                  <a:lnTo>
                    <a:pt x="165770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3558620" y="3447293"/>
              <a:ext cx="1626838" cy="375158"/>
            </a:xfrm>
            <a:custGeom>
              <a:avLst/>
              <a:pathLst>
                <a:path w="1626838" h="375158">
                  <a:moveTo>
                    <a:pt x="0" y="252710"/>
                  </a:moveTo>
                  <a:lnTo>
                    <a:pt x="547085" y="375158"/>
                  </a:lnTo>
                  <a:lnTo>
                    <a:pt x="1626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3558620" y="4196882"/>
              <a:ext cx="1469118" cy="62803"/>
            </a:xfrm>
            <a:custGeom>
              <a:avLst/>
              <a:pathLst>
                <a:path w="1469118" h="62803">
                  <a:moveTo>
                    <a:pt x="0" y="62803"/>
                  </a:moveTo>
                  <a:lnTo>
                    <a:pt x="14691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3558620" y="2296459"/>
              <a:ext cx="1058013" cy="501254"/>
            </a:xfrm>
            <a:custGeom>
              <a:avLst/>
              <a:pathLst>
                <a:path w="1058013" h="501254">
                  <a:moveTo>
                    <a:pt x="0" y="501254"/>
                  </a:moveTo>
                  <a:lnTo>
                    <a:pt x="555924" y="276238"/>
                  </a:lnTo>
                  <a:lnTo>
                    <a:pt x="10580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4115960" y="2674493"/>
              <a:ext cx="263707" cy="107950"/>
            </a:xfrm>
            <a:custGeom>
              <a:avLst/>
              <a:pathLst>
                <a:path w="263707" h="107950">
                  <a:moveTo>
                    <a:pt x="0" y="107950"/>
                  </a:moveTo>
                  <a:lnTo>
                    <a:pt x="2637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3558620" y="2844829"/>
              <a:ext cx="309402" cy="141606"/>
            </a:xfrm>
            <a:custGeom>
              <a:avLst/>
              <a:pathLst>
                <a:path w="309402" h="141606">
                  <a:moveTo>
                    <a:pt x="0" y="0"/>
                  </a:moveTo>
                  <a:lnTo>
                    <a:pt x="309402" y="1416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3558620" y="2110156"/>
              <a:ext cx="1850394" cy="1395246"/>
            </a:xfrm>
            <a:custGeom>
              <a:avLst/>
              <a:pathLst>
                <a:path w="1850394" h="1395246">
                  <a:moveTo>
                    <a:pt x="0" y="1395246"/>
                  </a:moveTo>
                  <a:lnTo>
                    <a:pt x="811222" y="1377086"/>
                  </a:lnTo>
                  <a:lnTo>
                    <a:pt x="1358345" y="0"/>
                  </a:lnTo>
                  <a:lnTo>
                    <a:pt x="1850394" y="1097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3558620" y="2214581"/>
              <a:ext cx="303152" cy="222284"/>
            </a:xfrm>
            <a:custGeom>
              <a:avLst/>
              <a:pathLst>
                <a:path w="303152" h="222284">
                  <a:moveTo>
                    <a:pt x="0" y="222284"/>
                  </a:moveTo>
                  <a:lnTo>
                    <a:pt x="303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4090826" y="2516590"/>
              <a:ext cx="804379" cy="297766"/>
            </a:xfrm>
            <a:custGeom>
              <a:avLst/>
              <a:pathLst>
                <a:path w="804379" h="297766">
                  <a:moveTo>
                    <a:pt x="0" y="297766"/>
                  </a:moveTo>
                  <a:lnTo>
                    <a:pt x="8043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4618807" y="3357056"/>
              <a:ext cx="824670" cy="293138"/>
            </a:xfrm>
            <a:custGeom>
              <a:avLst/>
              <a:pathLst>
                <a:path w="824670" h="293138">
                  <a:moveTo>
                    <a:pt x="0" y="293138"/>
                  </a:moveTo>
                  <a:lnTo>
                    <a:pt x="8246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5393773" y="2624164"/>
              <a:ext cx="515237" cy="15223"/>
            </a:xfrm>
            <a:custGeom>
              <a:avLst/>
              <a:pathLst>
                <a:path w="515237" h="15223">
                  <a:moveTo>
                    <a:pt x="0" y="15223"/>
                  </a:moveTo>
                  <a:lnTo>
                    <a:pt x="5152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3558620" y="2425240"/>
              <a:ext cx="1479919" cy="135317"/>
            </a:xfrm>
            <a:custGeom>
              <a:avLst/>
              <a:pathLst>
                <a:path w="1479919" h="135317">
                  <a:moveTo>
                    <a:pt x="0" y="128550"/>
                  </a:moveTo>
                  <a:lnTo>
                    <a:pt x="269419" y="135317"/>
                  </a:lnTo>
                  <a:lnTo>
                    <a:pt x="534803" y="63526"/>
                  </a:lnTo>
                  <a:lnTo>
                    <a:pt x="14799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4313722" y="2686636"/>
              <a:ext cx="568138" cy="47664"/>
            </a:xfrm>
            <a:custGeom>
              <a:avLst/>
              <a:pathLst>
                <a:path w="568138" h="47664">
                  <a:moveTo>
                    <a:pt x="0" y="0"/>
                  </a:moveTo>
                  <a:lnTo>
                    <a:pt x="324650" y="10160"/>
                  </a:lnTo>
                  <a:lnTo>
                    <a:pt x="568138" y="476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4394160" y="2599428"/>
              <a:ext cx="858005" cy="312202"/>
            </a:xfrm>
            <a:custGeom>
              <a:avLst/>
              <a:pathLst>
                <a:path w="858005" h="312202">
                  <a:moveTo>
                    <a:pt x="0" y="312202"/>
                  </a:moveTo>
                  <a:lnTo>
                    <a:pt x="858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4916182" y="3313723"/>
              <a:ext cx="537441" cy="125787"/>
            </a:xfrm>
            <a:custGeom>
              <a:avLst/>
              <a:pathLst>
                <a:path w="537441" h="125787">
                  <a:moveTo>
                    <a:pt x="0" y="0"/>
                  </a:moveTo>
                  <a:lnTo>
                    <a:pt x="537441" y="1257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4633300" y="2052133"/>
              <a:ext cx="1049317" cy="964234"/>
            </a:xfrm>
            <a:custGeom>
              <a:avLst/>
              <a:pathLst>
                <a:path w="1049317" h="964234">
                  <a:moveTo>
                    <a:pt x="0" y="964234"/>
                  </a:moveTo>
                  <a:lnTo>
                    <a:pt x="634017" y="684670"/>
                  </a:lnTo>
                  <a:lnTo>
                    <a:pt x="10493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3558620" y="2552023"/>
              <a:ext cx="567966" cy="44781"/>
            </a:xfrm>
            <a:custGeom>
              <a:avLst/>
              <a:pathLst>
                <a:path w="567966" h="44781">
                  <a:moveTo>
                    <a:pt x="0" y="0"/>
                  </a:moveTo>
                  <a:lnTo>
                    <a:pt x="304187" y="13807"/>
                  </a:lnTo>
                  <a:lnTo>
                    <a:pt x="567966" y="447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4936211" y="3187504"/>
              <a:ext cx="512339" cy="423479"/>
            </a:xfrm>
            <a:custGeom>
              <a:avLst/>
              <a:pathLst>
                <a:path w="512339" h="423479">
                  <a:moveTo>
                    <a:pt x="0" y="423479"/>
                  </a:moveTo>
                  <a:lnTo>
                    <a:pt x="5123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3558620" y="2205003"/>
              <a:ext cx="561838" cy="93213"/>
            </a:xfrm>
            <a:custGeom>
              <a:avLst/>
              <a:pathLst>
                <a:path w="561838" h="93213">
                  <a:moveTo>
                    <a:pt x="0" y="5041"/>
                  </a:moveTo>
                  <a:lnTo>
                    <a:pt x="288417" y="93213"/>
                  </a:lnTo>
                  <a:lnTo>
                    <a:pt x="5618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3558620" y="2684299"/>
              <a:ext cx="1901859" cy="508352"/>
            </a:xfrm>
            <a:custGeom>
              <a:avLst/>
              <a:pathLst>
                <a:path w="1901859" h="508352">
                  <a:moveTo>
                    <a:pt x="0" y="370827"/>
                  </a:moveTo>
                  <a:lnTo>
                    <a:pt x="234401" y="508352"/>
                  </a:lnTo>
                  <a:lnTo>
                    <a:pt x="593836" y="485308"/>
                  </a:lnTo>
                  <a:lnTo>
                    <a:pt x="1385172" y="0"/>
                  </a:lnTo>
                  <a:lnTo>
                    <a:pt x="1901859" y="623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3558620" y="3055372"/>
              <a:ext cx="1373243" cy="1005153"/>
            </a:xfrm>
            <a:custGeom>
              <a:avLst/>
              <a:pathLst>
                <a:path w="1373243" h="1005153">
                  <a:moveTo>
                    <a:pt x="0" y="984000"/>
                  </a:moveTo>
                  <a:lnTo>
                    <a:pt x="319577" y="1005153"/>
                  </a:lnTo>
                  <a:lnTo>
                    <a:pt x="847554" y="785460"/>
                  </a:lnTo>
                  <a:lnTo>
                    <a:pt x="13732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3558620" y="3381957"/>
              <a:ext cx="1063085" cy="195744"/>
            </a:xfrm>
            <a:custGeom>
              <a:avLst/>
              <a:pathLst>
                <a:path w="1063085" h="195744">
                  <a:moveTo>
                    <a:pt x="0" y="195744"/>
                  </a:moveTo>
                  <a:lnTo>
                    <a:pt x="106308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3558620" y="2971200"/>
              <a:ext cx="285518" cy="61941"/>
            </a:xfrm>
            <a:custGeom>
              <a:avLst/>
              <a:pathLst>
                <a:path w="285518" h="61941">
                  <a:moveTo>
                    <a:pt x="0" y="61941"/>
                  </a:moveTo>
                  <a:lnTo>
                    <a:pt x="2855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3558620" y="4012545"/>
              <a:ext cx="1064517" cy="403695"/>
            </a:xfrm>
            <a:custGeom>
              <a:avLst/>
              <a:pathLst>
                <a:path w="1064517" h="403695">
                  <a:moveTo>
                    <a:pt x="0" y="0"/>
                  </a:moveTo>
                  <a:lnTo>
                    <a:pt x="532970" y="403695"/>
                  </a:lnTo>
                  <a:lnTo>
                    <a:pt x="1064517" y="180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3558620" y="2623153"/>
              <a:ext cx="1184641" cy="693426"/>
            </a:xfrm>
            <a:custGeom>
              <a:avLst/>
              <a:pathLst>
                <a:path w="1184641" h="693426">
                  <a:moveTo>
                    <a:pt x="0" y="693426"/>
                  </a:moveTo>
                  <a:lnTo>
                    <a:pt x="547659" y="580825"/>
                  </a:lnTo>
                  <a:lnTo>
                    <a:pt x="11846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3558620" y="2076767"/>
              <a:ext cx="2692136" cy="734456"/>
            </a:xfrm>
            <a:custGeom>
              <a:avLst/>
              <a:pathLst>
                <a:path w="2692136" h="734456">
                  <a:moveTo>
                    <a:pt x="0" y="383754"/>
                  </a:moveTo>
                  <a:lnTo>
                    <a:pt x="304344" y="446956"/>
                  </a:lnTo>
                  <a:lnTo>
                    <a:pt x="649301" y="664512"/>
                  </a:lnTo>
                  <a:lnTo>
                    <a:pt x="1105116" y="0"/>
                  </a:lnTo>
                  <a:lnTo>
                    <a:pt x="1632673" y="734456"/>
                  </a:lnTo>
                  <a:lnTo>
                    <a:pt x="2355166" y="655132"/>
                  </a:lnTo>
                  <a:lnTo>
                    <a:pt x="2692136" y="4795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3558620" y="3056770"/>
              <a:ext cx="1172510" cy="373279"/>
            </a:xfrm>
            <a:custGeom>
              <a:avLst/>
              <a:pathLst>
                <a:path w="1172510" h="373279">
                  <a:moveTo>
                    <a:pt x="0" y="373279"/>
                  </a:moveTo>
                  <a:lnTo>
                    <a:pt x="11725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4904397" y="2619852"/>
              <a:ext cx="1584845" cy="401757"/>
            </a:xfrm>
            <a:custGeom>
              <a:avLst/>
              <a:pathLst>
                <a:path w="1584845" h="401757">
                  <a:moveTo>
                    <a:pt x="0" y="401757"/>
                  </a:moveTo>
                  <a:lnTo>
                    <a:pt x="544949" y="146839"/>
                  </a:lnTo>
                  <a:lnTo>
                    <a:pt x="1229759" y="387405"/>
                  </a:lnTo>
                  <a:lnTo>
                    <a:pt x="15848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3558620" y="2673190"/>
              <a:ext cx="572486" cy="773326"/>
            </a:xfrm>
            <a:custGeom>
              <a:avLst/>
              <a:pathLst>
                <a:path w="572486" h="773326">
                  <a:moveTo>
                    <a:pt x="0" y="773326"/>
                  </a:moveTo>
                  <a:lnTo>
                    <a:pt x="5724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3558620" y="2794378"/>
              <a:ext cx="598574" cy="690905"/>
            </a:xfrm>
            <a:custGeom>
              <a:avLst/>
              <a:pathLst>
                <a:path w="598574" h="690905">
                  <a:moveTo>
                    <a:pt x="0" y="690905"/>
                  </a:moveTo>
                  <a:lnTo>
                    <a:pt x="598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3558620" y="3115920"/>
              <a:ext cx="535528" cy="309268"/>
            </a:xfrm>
            <a:custGeom>
              <a:avLst/>
              <a:pathLst>
                <a:path w="535528" h="309268">
                  <a:moveTo>
                    <a:pt x="0" y="309268"/>
                  </a:moveTo>
                  <a:lnTo>
                    <a:pt x="5355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3558620" y="3606982"/>
              <a:ext cx="1058737" cy="851648"/>
            </a:xfrm>
            <a:custGeom>
              <a:avLst/>
              <a:pathLst>
                <a:path w="1058737" h="851648">
                  <a:moveTo>
                    <a:pt x="0" y="851648"/>
                  </a:moveTo>
                  <a:lnTo>
                    <a:pt x="542775" y="754863"/>
                  </a:lnTo>
                  <a:lnTo>
                    <a:pt x="10587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3558620" y="2539288"/>
              <a:ext cx="538427" cy="148965"/>
            </a:xfrm>
            <a:custGeom>
              <a:avLst/>
              <a:pathLst>
                <a:path w="538427" h="148965">
                  <a:moveTo>
                    <a:pt x="0" y="131780"/>
                  </a:moveTo>
                  <a:lnTo>
                    <a:pt x="285518" y="148965"/>
                  </a:lnTo>
                  <a:lnTo>
                    <a:pt x="5384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4618082" y="2183805"/>
              <a:ext cx="532629" cy="15087"/>
            </a:xfrm>
            <a:custGeom>
              <a:avLst/>
              <a:pathLst>
                <a:path w="532629" h="15087">
                  <a:moveTo>
                    <a:pt x="0" y="0"/>
                  </a:moveTo>
                  <a:lnTo>
                    <a:pt x="532629" y="150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3558620" y="2960966"/>
              <a:ext cx="332621" cy="125811"/>
            </a:xfrm>
            <a:custGeom>
              <a:avLst/>
              <a:pathLst>
                <a:path w="332621" h="125811">
                  <a:moveTo>
                    <a:pt x="0" y="125811"/>
                  </a:moveTo>
                  <a:lnTo>
                    <a:pt x="3326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3558620" y="2587584"/>
              <a:ext cx="931921" cy="426957"/>
            </a:xfrm>
            <a:custGeom>
              <a:avLst/>
              <a:pathLst>
                <a:path w="931921" h="426957">
                  <a:moveTo>
                    <a:pt x="0" y="426957"/>
                  </a:moveTo>
                  <a:lnTo>
                    <a:pt x="9319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4273500" y="3025025"/>
              <a:ext cx="1388827" cy="459681"/>
            </a:xfrm>
            <a:custGeom>
              <a:avLst/>
              <a:pathLst>
                <a:path w="1388827" h="459681">
                  <a:moveTo>
                    <a:pt x="0" y="459681"/>
                  </a:moveTo>
                  <a:lnTo>
                    <a:pt x="354728" y="451885"/>
                  </a:lnTo>
                  <a:lnTo>
                    <a:pt x="882285" y="291671"/>
                  </a:lnTo>
                  <a:lnTo>
                    <a:pt x="13888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3558620" y="2872795"/>
              <a:ext cx="822882" cy="304212"/>
            </a:xfrm>
            <a:custGeom>
              <a:avLst/>
              <a:pathLst>
                <a:path w="822882" h="304212">
                  <a:moveTo>
                    <a:pt x="0" y="304212"/>
                  </a:moveTo>
                  <a:lnTo>
                    <a:pt x="8228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4095826" y="2343009"/>
              <a:ext cx="1059462" cy="842242"/>
            </a:xfrm>
            <a:custGeom>
              <a:avLst/>
              <a:pathLst>
                <a:path w="1059462" h="842242">
                  <a:moveTo>
                    <a:pt x="0" y="707374"/>
                  </a:moveTo>
                  <a:lnTo>
                    <a:pt x="542488" y="842242"/>
                  </a:lnTo>
                  <a:lnTo>
                    <a:pt x="10594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4882801" y="3356308"/>
              <a:ext cx="1326648" cy="654397"/>
            </a:xfrm>
            <a:custGeom>
              <a:avLst/>
              <a:pathLst>
                <a:path w="1326648" h="654397">
                  <a:moveTo>
                    <a:pt x="0" y="444097"/>
                  </a:moveTo>
                  <a:lnTo>
                    <a:pt x="532414" y="654397"/>
                  </a:lnTo>
                  <a:lnTo>
                    <a:pt x="13266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3558620" y="3321170"/>
              <a:ext cx="846410" cy="729668"/>
            </a:xfrm>
            <a:custGeom>
              <a:avLst/>
              <a:pathLst>
                <a:path w="846410" h="729668">
                  <a:moveTo>
                    <a:pt x="0" y="729668"/>
                  </a:moveTo>
                  <a:lnTo>
                    <a:pt x="8464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4637648" y="2464613"/>
              <a:ext cx="507242" cy="1354028"/>
            </a:xfrm>
            <a:custGeom>
              <a:avLst/>
              <a:pathLst>
                <a:path w="507242" h="1354028">
                  <a:moveTo>
                    <a:pt x="0" y="0"/>
                  </a:moveTo>
                  <a:lnTo>
                    <a:pt x="507242" y="13540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4643446" y="2595506"/>
              <a:ext cx="1144248" cy="607887"/>
            </a:xfrm>
            <a:custGeom>
              <a:avLst/>
              <a:pathLst>
                <a:path w="1144248" h="607887">
                  <a:moveTo>
                    <a:pt x="0" y="607887"/>
                  </a:moveTo>
                  <a:lnTo>
                    <a:pt x="563065" y="594126"/>
                  </a:lnTo>
                  <a:lnTo>
                    <a:pt x="11442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3558620" y="3166050"/>
              <a:ext cx="561616" cy="132704"/>
            </a:xfrm>
            <a:custGeom>
              <a:avLst/>
              <a:pathLst>
                <a:path w="561616" h="132704">
                  <a:moveTo>
                    <a:pt x="0" y="132704"/>
                  </a:moveTo>
                  <a:lnTo>
                    <a:pt x="5616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3558620" y="3289140"/>
              <a:ext cx="598574" cy="186615"/>
            </a:xfrm>
            <a:custGeom>
              <a:avLst/>
              <a:pathLst>
                <a:path w="598574" h="186615">
                  <a:moveTo>
                    <a:pt x="0" y="186615"/>
                  </a:moveTo>
                  <a:lnTo>
                    <a:pt x="5985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3558620" y="2726664"/>
              <a:ext cx="563065" cy="210755"/>
            </a:xfrm>
            <a:custGeom>
              <a:avLst/>
              <a:pathLst>
                <a:path w="563065" h="210755">
                  <a:moveTo>
                    <a:pt x="0" y="0"/>
                  </a:moveTo>
                  <a:lnTo>
                    <a:pt x="289751" y="103597"/>
                  </a:lnTo>
                  <a:lnTo>
                    <a:pt x="563065" y="2107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3558620" y="2190518"/>
              <a:ext cx="1115261" cy="443797"/>
            </a:xfrm>
            <a:custGeom>
              <a:avLst/>
              <a:pathLst>
                <a:path w="1115261" h="443797">
                  <a:moveTo>
                    <a:pt x="0" y="443797"/>
                  </a:moveTo>
                  <a:lnTo>
                    <a:pt x="263778" y="441691"/>
                  </a:lnTo>
                  <a:lnTo>
                    <a:pt x="537326" y="0"/>
                  </a:lnTo>
                  <a:lnTo>
                    <a:pt x="811626" y="139019"/>
                  </a:lnTo>
                  <a:lnTo>
                    <a:pt x="1115261" y="2394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3558620" y="2967189"/>
              <a:ext cx="2687005" cy="697792"/>
            </a:xfrm>
            <a:custGeom>
              <a:avLst/>
              <a:pathLst>
                <a:path w="2687005" h="697792">
                  <a:moveTo>
                    <a:pt x="0" y="697792"/>
                  </a:moveTo>
                  <a:lnTo>
                    <a:pt x="292040" y="497964"/>
                  </a:lnTo>
                  <a:lnTo>
                    <a:pt x="527557" y="493510"/>
                  </a:lnTo>
                  <a:lnTo>
                    <a:pt x="844236" y="597238"/>
                  </a:lnTo>
                  <a:lnTo>
                    <a:pt x="1099319" y="399694"/>
                  </a:lnTo>
                  <a:lnTo>
                    <a:pt x="1854471" y="195447"/>
                  </a:lnTo>
                  <a:lnTo>
                    <a:pt x="2362412" y="85359"/>
                  </a:lnTo>
                  <a:lnTo>
                    <a:pt x="2687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3558620" y="2194777"/>
              <a:ext cx="1155843" cy="516017"/>
            </a:xfrm>
            <a:custGeom>
              <a:avLst/>
              <a:pathLst>
                <a:path w="1155843" h="516017">
                  <a:moveTo>
                    <a:pt x="0" y="331694"/>
                  </a:moveTo>
                  <a:lnTo>
                    <a:pt x="273923" y="230277"/>
                  </a:lnTo>
                  <a:lnTo>
                    <a:pt x="618294" y="0"/>
                  </a:lnTo>
                  <a:lnTo>
                    <a:pt x="882643" y="214981"/>
                  </a:lnTo>
                  <a:lnTo>
                    <a:pt x="1155843" y="5160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3558620" y="2414537"/>
              <a:ext cx="2118924" cy="1157377"/>
            </a:xfrm>
            <a:custGeom>
              <a:avLst/>
              <a:pathLst>
                <a:path w="2118924" h="1157377">
                  <a:moveTo>
                    <a:pt x="0" y="81249"/>
                  </a:moveTo>
                  <a:lnTo>
                    <a:pt x="603530" y="0"/>
                  </a:lnTo>
                  <a:lnTo>
                    <a:pt x="1018881" y="141973"/>
                  </a:lnTo>
                  <a:lnTo>
                    <a:pt x="1592092" y="1157377"/>
                  </a:lnTo>
                  <a:lnTo>
                    <a:pt x="2118924" y="7333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3558620" y="2172952"/>
              <a:ext cx="2924175" cy="1172362"/>
            </a:xfrm>
            <a:custGeom>
              <a:avLst/>
              <a:pathLst>
                <a:path w="2924175" h="1172362">
                  <a:moveTo>
                    <a:pt x="0" y="811246"/>
                  </a:moveTo>
                  <a:lnTo>
                    <a:pt x="800902" y="715738"/>
                  </a:lnTo>
                  <a:lnTo>
                    <a:pt x="1291502" y="534611"/>
                  </a:lnTo>
                  <a:lnTo>
                    <a:pt x="1874858" y="0"/>
                  </a:lnTo>
                  <a:lnTo>
                    <a:pt x="2440823" y="1172362"/>
                  </a:lnTo>
                  <a:lnTo>
                    <a:pt x="2924175" y="10339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3558620" y="2817863"/>
              <a:ext cx="273003" cy="13033"/>
            </a:xfrm>
            <a:custGeom>
              <a:avLst/>
              <a:pathLst>
                <a:path w="273003" h="13033">
                  <a:moveTo>
                    <a:pt x="0" y="0"/>
                  </a:moveTo>
                  <a:lnTo>
                    <a:pt x="273003" y="130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3558620" y="2839930"/>
              <a:ext cx="510521" cy="77043"/>
            </a:xfrm>
            <a:custGeom>
              <a:avLst/>
              <a:pathLst>
                <a:path w="510521" h="77043">
                  <a:moveTo>
                    <a:pt x="0" y="77043"/>
                  </a:moveTo>
                  <a:lnTo>
                    <a:pt x="5105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3558620" y="2950241"/>
              <a:ext cx="510604" cy="336434"/>
            </a:xfrm>
            <a:custGeom>
              <a:avLst/>
              <a:pathLst>
                <a:path w="510604" h="336434">
                  <a:moveTo>
                    <a:pt x="0" y="336434"/>
                  </a:moveTo>
                  <a:lnTo>
                    <a:pt x="5106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3558620" y="2759062"/>
              <a:ext cx="274452" cy="70548"/>
            </a:xfrm>
            <a:custGeom>
              <a:avLst/>
              <a:pathLst>
                <a:path w="274452" h="70548">
                  <a:moveTo>
                    <a:pt x="0" y="70548"/>
                  </a:moveTo>
                  <a:lnTo>
                    <a:pt x="2744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3558620" y="2968341"/>
              <a:ext cx="573171" cy="64738"/>
            </a:xfrm>
            <a:custGeom>
              <a:avLst/>
              <a:pathLst>
                <a:path w="573171" h="64738">
                  <a:moveTo>
                    <a:pt x="0" y="64738"/>
                  </a:moveTo>
                  <a:lnTo>
                    <a:pt x="269575" y="0"/>
                  </a:lnTo>
                  <a:lnTo>
                    <a:pt x="573171" y="56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3558620" y="3023152"/>
              <a:ext cx="2403415" cy="326376"/>
            </a:xfrm>
            <a:custGeom>
              <a:avLst/>
              <a:pathLst>
                <a:path w="2403415" h="326376">
                  <a:moveTo>
                    <a:pt x="0" y="0"/>
                  </a:moveTo>
                  <a:lnTo>
                    <a:pt x="852207" y="205044"/>
                  </a:lnTo>
                  <a:lnTo>
                    <a:pt x="1348293" y="326376"/>
                  </a:lnTo>
                  <a:lnTo>
                    <a:pt x="1866016" y="180341"/>
                  </a:lnTo>
                  <a:lnTo>
                    <a:pt x="2403415" y="464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3558620" y="2497487"/>
              <a:ext cx="2124722" cy="1354279"/>
            </a:xfrm>
            <a:custGeom>
              <a:avLst/>
              <a:pathLst>
                <a:path w="2124722" h="1354279">
                  <a:moveTo>
                    <a:pt x="0" y="1122172"/>
                  </a:moveTo>
                  <a:lnTo>
                    <a:pt x="502918" y="724975"/>
                  </a:lnTo>
                  <a:lnTo>
                    <a:pt x="1071057" y="1354279"/>
                  </a:lnTo>
                  <a:lnTo>
                    <a:pt x="1597164" y="1270956"/>
                  </a:lnTo>
                  <a:lnTo>
                    <a:pt x="21247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3558620" y="2573701"/>
              <a:ext cx="318037" cy="124292"/>
            </a:xfrm>
            <a:custGeom>
              <a:avLst/>
              <a:pathLst>
                <a:path w="318037" h="124292">
                  <a:moveTo>
                    <a:pt x="0" y="124292"/>
                  </a:moveTo>
                  <a:lnTo>
                    <a:pt x="3180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3558620" y="2352153"/>
              <a:ext cx="544224" cy="239969"/>
            </a:xfrm>
            <a:custGeom>
              <a:avLst/>
              <a:pathLst>
                <a:path w="544224" h="239969">
                  <a:moveTo>
                    <a:pt x="0" y="193606"/>
                  </a:moveTo>
                  <a:lnTo>
                    <a:pt x="275373" y="239969"/>
                  </a:lnTo>
                  <a:lnTo>
                    <a:pt x="5442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3558620" y="3138661"/>
              <a:ext cx="801409" cy="340000"/>
            </a:xfrm>
            <a:custGeom>
              <a:avLst/>
              <a:pathLst>
                <a:path w="801409" h="340000">
                  <a:moveTo>
                    <a:pt x="0" y="340000"/>
                  </a:moveTo>
                  <a:lnTo>
                    <a:pt x="8014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3558620" y="2907684"/>
              <a:ext cx="570868" cy="33736"/>
            </a:xfrm>
            <a:custGeom>
              <a:avLst/>
              <a:pathLst>
                <a:path w="570868" h="33736">
                  <a:moveTo>
                    <a:pt x="0" y="33736"/>
                  </a:moveTo>
                  <a:lnTo>
                    <a:pt x="240420" y="26660"/>
                  </a:lnTo>
                  <a:lnTo>
                    <a:pt x="5708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3558620" y="2477922"/>
              <a:ext cx="805104" cy="1111227"/>
            </a:xfrm>
            <a:custGeom>
              <a:avLst/>
              <a:pathLst>
                <a:path w="805104" h="1111227">
                  <a:moveTo>
                    <a:pt x="0" y="0"/>
                  </a:moveTo>
                  <a:lnTo>
                    <a:pt x="805104" y="11112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4182558" y="2772742"/>
              <a:ext cx="755102" cy="139073"/>
            </a:xfrm>
            <a:custGeom>
              <a:avLst/>
              <a:pathLst>
                <a:path w="755102" h="139073">
                  <a:moveTo>
                    <a:pt x="0" y="0"/>
                  </a:moveTo>
                  <a:lnTo>
                    <a:pt x="481178" y="139073"/>
                  </a:lnTo>
                  <a:lnTo>
                    <a:pt x="755102" y="561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3558620" y="3343286"/>
              <a:ext cx="561220" cy="139660"/>
            </a:xfrm>
            <a:custGeom>
              <a:avLst/>
              <a:pathLst>
                <a:path w="561220" h="139660">
                  <a:moveTo>
                    <a:pt x="0" y="139660"/>
                  </a:moveTo>
                  <a:lnTo>
                    <a:pt x="5612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3558620" y="2663180"/>
              <a:ext cx="536977" cy="353871"/>
            </a:xfrm>
            <a:custGeom>
              <a:avLst/>
              <a:pathLst>
                <a:path w="536977" h="353871">
                  <a:moveTo>
                    <a:pt x="0" y="353871"/>
                  </a:moveTo>
                  <a:lnTo>
                    <a:pt x="5369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3558620" y="3426916"/>
              <a:ext cx="633562" cy="271311"/>
            </a:xfrm>
            <a:custGeom>
              <a:avLst/>
              <a:pathLst>
                <a:path w="633562" h="271311">
                  <a:moveTo>
                    <a:pt x="0" y="271311"/>
                  </a:moveTo>
                  <a:lnTo>
                    <a:pt x="6335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3558620" y="2496364"/>
              <a:ext cx="787940" cy="448172"/>
            </a:xfrm>
            <a:custGeom>
              <a:avLst/>
              <a:pathLst>
                <a:path w="787940" h="448172">
                  <a:moveTo>
                    <a:pt x="0" y="448172"/>
                  </a:moveTo>
                  <a:lnTo>
                    <a:pt x="299287" y="263238"/>
                  </a:lnTo>
                  <a:lnTo>
                    <a:pt x="7879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4125687" y="2673842"/>
              <a:ext cx="801481" cy="291097"/>
            </a:xfrm>
            <a:custGeom>
              <a:avLst/>
              <a:pathLst>
                <a:path w="801481" h="291097">
                  <a:moveTo>
                    <a:pt x="0" y="291097"/>
                  </a:moveTo>
                  <a:lnTo>
                    <a:pt x="501786" y="217059"/>
                  </a:lnTo>
                  <a:lnTo>
                    <a:pt x="8014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3558620" y="2007979"/>
              <a:ext cx="544949" cy="924377"/>
            </a:xfrm>
            <a:custGeom>
              <a:avLst/>
              <a:pathLst>
                <a:path w="544949" h="924377">
                  <a:moveTo>
                    <a:pt x="0" y="924377"/>
                  </a:moveTo>
                  <a:lnTo>
                    <a:pt x="264826" y="0"/>
                  </a:lnTo>
                  <a:lnTo>
                    <a:pt x="544949" y="3103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3558620" y="3036831"/>
              <a:ext cx="618211" cy="254512"/>
            </a:xfrm>
            <a:custGeom>
              <a:avLst/>
              <a:pathLst>
                <a:path w="618211" h="254512">
                  <a:moveTo>
                    <a:pt x="0" y="254512"/>
                  </a:moveTo>
                  <a:lnTo>
                    <a:pt x="6182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6226842" y="2813149"/>
              <a:ext cx="526107" cy="668719"/>
            </a:xfrm>
            <a:custGeom>
              <a:avLst/>
              <a:pathLst>
                <a:path w="526107" h="668719">
                  <a:moveTo>
                    <a:pt x="0" y="668719"/>
                  </a:moveTo>
                  <a:lnTo>
                    <a:pt x="5261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3558620" y="2547798"/>
              <a:ext cx="297952" cy="506410"/>
            </a:xfrm>
            <a:custGeom>
              <a:avLst/>
              <a:pathLst>
                <a:path w="297952" h="506410">
                  <a:moveTo>
                    <a:pt x="0" y="506410"/>
                  </a:moveTo>
                  <a:lnTo>
                    <a:pt x="2979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4126054" y="2717947"/>
              <a:ext cx="1226860" cy="500901"/>
            </a:xfrm>
            <a:custGeom>
              <a:avLst/>
              <a:pathLst>
                <a:path w="1226860" h="500901">
                  <a:moveTo>
                    <a:pt x="0" y="417880"/>
                  </a:moveTo>
                  <a:lnTo>
                    <a:pt x="522377" y="500901"/>
                  </a:lnTo>
                  <a:lnTo>
                    <a:pt x="12268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3558620" y="3057888"/>
              <a:ext cx="298889" cy="7000"/>
            </a:xfrm>
            <a:custGeom>
              <a:avLst/>
              <a:pathLst>
                <a:path w="298889" h="7000">
                  <a:moveTo>
                    <a:pt x="0" y="0"/>
                  </a:moveTo>
                  <a:lnTo>
                    <a:pt x="298889" y="70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3558620" y="1905530"/>
              <a:ext cx="319577" cy="275649"/>
            </a:xfrm>
            <a:custGeom>
              <a:avLst/>
              <a:pathLst>
                <a:path w="319577" h="275649">
                  <a:moveTo>
                    <a:pt x="0" y="275649"/>
                  </a:moveTo>
                  <a:lnTo>
                    <a:pt x="3195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3558620" y="2822055"/>
              <a:ext cx="1126131" cy="65412"/>
            </a:xfrm>
            <a:custGeom>
              <a:avLst/>
              <a:pathLst>
                <a:path w="1126131" h="65412">
                  <a:moveTo>
                    <a:pt x="0" y="11754"/>
                  </a:moveTo>
                  <a:lnTo>
                    <a:pt x="313556" y="65412"/>
                  </a:lnTo>
                  <a:lnTo>
                    <a:pt x="613792" y="38211"/>
                  </a:lnTo>
                  <a:lnTo>
                    <a:pt x="1126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3558620" y="3233624"/>
              <a:ext cx="486975" cy="441374"/>
            </a:xfrm>
            <a:custGeom>
              <a:avLst/>
              <a:pathLst>
                <a:path w="486975" h="441374">
                  <a:moveTo>
                    <a:pt x="0" y="441374"/>
                  </a:moveTo>
                  <a:lnTo>
                    <a:pt x="4869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4142701" y="2909531"/>
              <a:ext cx="769948" cy="270888"/>
            </a:xfrm>
            <a:custGeom>
              <a:avLst/>
              <a:pathLst>
                <a:path w="769948" h="270888">
                  <a:moveTo>
                    <a:pt x="0" y="270888"/>
                  </a:moveTo>
                  <a:lnTo>
                    <a:pt x="7699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4111713" y="2399770"/>
              <a:ext cx="1620906" cy="617963"/>
            </a:xfrm>
            <a:custGeom>
              <a:avLst/>
              <a:pathLst>
                <a:path w="1620906" h="617963">
                  <a:moveTo>
                    <a:pt x="0" y="617963"/>
                  </a:moveTo>
                  <a:lnTo>
                    <a:pt x="541153" y="466033"/>
                  </a:lnTo>
                  <a:lnTo>
                    <a:pt x="1072466" y="184308"/>
                  </a:lnTo>
                  <a:lnTo>
                    <a:pt x="162090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3558620" y="2949410"/>
              <a:ext cx="1846450" cy="532310"/>
            </a:xfrm>
            <a:custGeom>
              <a:avLst/>
              <a:pathLst>
                <a:path w="1846450" h="532310">
                  <a:moveTo>
                    <a:pt x="0" y="282022"/>
                  </a:moveTo>
                  <a:lnTo>
                    <a:pt x="939167" y="0"/>
                  </a:lnTo>
                  <a:lnTo>
                    <a:pt x="1846450" y="5323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4618082" y="2258857"/>
              <a:ext cx="1338459" cy="1260161"/>
            </a:xfrm>
            <a:custGeom>
              <a:avLst/>
              <a:pathLst>
                <a:path w="1338459" h="1260161">
                  <a:moveTo>
                    <a:pt x="0" y="0"/>
                  </a:moveTo>
                  <a:lnTo>
                    <a:pt x="573159" y="144036"/>
                  </a:lnTo>
                  <a:lnTo>
                    <a:pt x="1338459" y="12601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4226762" y="2873016"/>
              <a:ext cx="1981962" cy="521487"/>
            </a:xfrm>
            <a:custGeom>
              <a:avLst/>
              <a:pathLst>
                <a:path w="1981962" h="521487">
                  <a:moveTo>
                    <a:pt x="0" y="521487"/>
                  </a:moveTo>
                  <a:lnTo>
                    <a:pt x="436973" y="198477"/>
                  </a:lnTo>
                  <a:lnTo>
                    <a:pt x="959458" y="449957"/>
                  </a:lnTo>
                  <a:lnTo>
                    <a:pt x="1474696" y="3571"/>
                  </a:lnTo>
                  <a:lnTo>
                    <a:pt x="19819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3558620" y="3523906"/>
              <a:ext cx="1200047" cy="621218"/>
            </a:xfrm>
            <a:custGeom>
              <a:avLst/>
              <a:pathLst>
                <a:path w="1200047" h="621218">
                  <a:moveTo>
                    <a:pt x="0" y="621218"/>
                  </a:moveTo>
                  <a:lnTo>
                    <a:pt x="583356" y="409633"/>
                  </a:lnTo>
                  <a:lnTo>
                    <a:pt x="12000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4105805" y="2859510"/>
              <a:ext cx="1100043" cy="693853"/>
            </a:xfrm>
            <a:custGeom>
              <a:avLst/>
              <a:pathLst>
                <a:path w="1100043" h="693853">
                  <a:moveTo>
                    <a:pt x="0" y="693853"/>
                  </a:moveTo>
                  <a:lnTo>
                    <a:pt x="689332" y="260520"/>
                  </a:lnTo>
                  <a:lnTo>
                    <a:pt x="11000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3558620" y="2505446"/>
              <a:ext cx="1029026" cy="406753"/>
            </a:xfrm>
            <a:custGeom>
              <a:avLst/>
              <a:pathLst>
                <a:path w="1029026" h="406753">
                  <a:moveTo>
                    <a:pt x="0" y="406753"/>
                  </a:moveTo>
                  <a:lnTo>
                    <a:pt x="10290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3558620" y="2962789"/>
              <a:ext cx="531934" cy="216521"/>
            </a:xfrm>
            <a:custGeom>
              <a:avLst/>
              <a:pathLst>
                <a:path w="531934" h="216521">
                  <a:moveTo>
                    <a:pt x="0" y="216521"/>
                  </a:moveTo>
                  <a:lnTo>
                    <a:pt x="268156" y="129563"/>
                  </a:lnTo>
                  <a:lnTo>
                    <a:pt x="531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4273500" y="2738176"/>
              <a:ext cx="1454771" cy="827907"/>
            </a:xfrm>
            <a:custGeom>
              <a:avLst/>
              <a:pathLst>
                <a:path w="1454771" h="827907">
                  <a:moveTo>
                    <a:pt x="0" y="427829"/>
                  </a:moveTo>
                  <a:lnTo>
                    <a:pt x="344582" y="549837"/>
                  </a:lnTo>
                  <a:lnTo>
                    <a:pt x="932988" y="0"/>
                  </a:lnTo>
                  <a:lnTo>
                    <a:pt x="1454771" y="8279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3558620" y="2490747"/>
              <a:ext cx="267196" cy="181309"/>
            </a:xfrm>
            <a:custGeom>
              <a:avLst/>
              <a:pathLst>
                <a:path w="267196" h="181309">
                  <a:moveTo>
                    <a:pt x="0" y="0"/>
                  </a:moveTo>
                  <a:lnTo>
                    <a:pt x="267196" y="1813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3558620" y="2929113"/>
              <a:ext cx="531814" cy="518558"/>
            </a:xfrm>
            <a:custGeom>
              <a:avLst/>
              <a:pathLst>
                <a:path w="531814" h="518558">
                  <a:moveTo>
                    <a:pt x="0" y="518558"/>
                  </a:moveTo>
                  <a:lnTo>
                    <a:pt x="5318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3558620" y="1992573"/>
              <a:ext cx="789981" cy="565333"/>
            </a:xfrm>
            <a:custGeom>
              <a:avLst/>
              <a:pathLst>
                <a:path w="789981" h="565333">
                  <a:moveTo>
                    <a:pt x="0" y="565333"/>
                  </a:moveTo>
                  <a:lnTo>
                    <a:pt x="7899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3558620" y="2768409"/>
              <a:ext cx="912355" cy="800975"/>
            </a:xfrm>
            <a:custGeom>
              <a:avLst/>
              <a:pathLst>
                <a:path w="912355" h="800975">
                  <a:moveTo>
                    <a:pt x="0" y="800975"/>
                  </a:moveTo>
                  <a:lnTo>
                    <a:pt x="9123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3558620" y="2793195"/>
              <a:ext cx="1186279" cy="713782"/>
            </a:xfrm>
            <a:custGeom>
              <a:avLst/>
              <a:pathLst>
                <a:path w="1186279" h="713782">
                  <a:moveTo>
                    <a:pt x="0" y="0"/>
                  </a:moveTo>
                  <a:lnTo>
                    <a:pt x="526963" y="713782"/>
                  </a:lnTo>
                  <a:lnTo>
                    <a:pt x="1186279" y="6127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4876541" y="1994955"/>
              <a:ext cx="1047867" cy="1437647"/>
            </a:xfrm>
            <a:custGeom>
              <a:avLst/>
              <a:pathLst>
                <a:path w="1047867" h="1437647">
                  <a:moveTo>
                    <a:pt x="0" y="66031"/>
                  </a:moveTo>
                  <a:lnTo>
                    <a:pt x="517411" y="0"/>
                  </a:lnTo>
                  <a:lnTo>
                    <a:pt x="1047867" y="14376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3558620" y="2709652"/>
              <a:ext cx="1881958" cy="197823"/>
            </a:xfrm>
            <a:custGeom>
              <a:avLst/>
              <a:pathLst>
                <a:path w="1881958" h="197823">
                  <a:moveTo>
                    <a:pt x="0" y="197823"/>
                  </a:moveTo>
                  <a:lnTo>
                    <a:pt x="18819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3558620" y="2081294"/>
              <a:ext cx="856555" cy="62472"/>
            </a:xfrm>
            <a:custGeom>
              <a:avLst/>
              <a:pathLst>
                <a:path w="856555" h="62472">
                  <a:moveTo>
                    <a:pt x="0" y="62472"/>
                  </a:moveTo>
                  <a:lnTo>
                    <a:pt x="8565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3558620" y="3097510"/>
              <a:ext cx="798582" cy="234976"/>
            </a:xfrm>
            <a:custGeom>
              <a:avLst/>
              <a:pathLst>
                <a:path w="798582" h="234976">
                  <a:moveTo>
                    <a:pt x="0" y="234976"/>
                  </a:moveTo>
                  <a:lnTo>
                    <a:pt x="7985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3558620" y="2241454"/>
              <a:ext cx="1324690" cy="375274"/>
            </a:xfrm>
            <a:custGeom>
              <a:avLst/>
              <a:pathLst>
                <a:path w="1324690" h="375274">
                  <a:moveTo>
                    <a:pt x="0" y="375274"/>
                  </a:moveTo>
                  <a:lnTo>
                    <a:pt x="533861" y="236294"/>
                  </a:lnTo>
                  <a:lnTo>
                    <a:pt x="802205" y="0"/>
                  </a:lnTo>
                  <a:lnTo>
                    <a:pt x="1084825" y="59283"/>
                  </a:lnTo>
                  <a:lnTo>
                    <a:pt x="1324690" y="1049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3558620" y="2745240"/>
              <a:ext cx="1627408" cy="641571"/>
            </a:xfrm>
            <a:custGeom>
              <a:avLst/>
              <a:pathLst>
                <a:path w="1627408" h="641571">
                  <a:moveTo>
                    <a:pt x="0" y="0"/>
                  </a:moveTo>
                  <a:lnTo>
                    <a:pt x="532437" y="641571"/>
                  </a:lnTo>
                  <a:lnTo>
                    <a:pt x="1084752" y="488873"/>
                  </a:lnTo>
                  <a:lnTo>
                    <a:pt x="1627408" y="3040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3558620" y="2606980"/>
              <a:ext cx="284069" cy="204318"/>
            </a:xfrm>
            <a:custGeom>
              <a:avLst/>
              <a:pathLst>
                <a:path w="284069" h="204318">
                  <a:moveTo>
                    <a:pt x="0" y="0"/>
                  </a:moveTo>
                  <a:lnTo>
                    <a:pt x="284069" y="2043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3558620" y="3334304"/>
              <a:ext cx="1537017" cy="111895"/>
            </a:xfrm>
            <a:custGeom>
              <a:avLst/>
              <a:pathLst>
                <a:path w="1537017" h="111895">
                  <a:moveTo>
                    <a:pt x="0" y="0"/>
                  </a:moveTo>
                  <a:lnTo>
                    <a:pt x="329723" y="111895"/>
                  </a:lnTo>
                  <a:lnTo>
                    <a:pt x="1537017" y="571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4881861" y="3045471"/>
              <a:ext cx="1103667" cy="648286"/>
            </a:xfrm>
            <a:custGeom>
              <a:avLst/>
              <a:pathLst>
                <a:path w="1103667" h="648286">
                  <a:moveTo>
                    <a:pt x="0" y="648286"/>
                  </a:moveTo>
                  <a:lnTo>
                    <a:pt x="623272" y="315817"/>
                  </a:lnTo>
                  <a:lnTo>
                    <a:pt x="11036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3558620" y="2819932"/>
              <a:ext cx="1100043" cy="852578"/>
            </a:xfrm>
            <a:custGeom>
              <a:avLst/>
              <a:pathLst>
                <a:path w="1100043" h="852578">
                  <a:moveTo>
                    <a:pt x="0" y="0"/>
                  </a:moveTo>
                  <a:lnTo>
                    <a:pt x="573131" y="782714"/>
                  </a:lnTo>
                  <a:lnTo>
                    <a:pt x="1100043" y="8525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4930255" y="2115701"/>
              <a:ext cx="519744" cy="1467041"/>
            </a:xfrm>
            <a:custGeom>
              <a:avLst/>
              <a:pathLst>
                <a:path w="519744" h="1467041">
                  <a:moveTo>
                    <a:pt x="0" y="0"/>
                  </a:moveTo>
                  <a:lnTo>
                    <a:pt x="519744" y="14670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3558620" y="3185390"/>
              <a:ext cx="800756" cy="217961"/>
            </a:xfrm>
            <a:custGeom>
              <a:avLst/>
              <a:pathLst>
                <a:path w="800756" h="217961">
                  <a:moveTo>
                    <a:pt x="0" y="138126"/>
                  </a:moveTo>
                  <a:lnTo>
                    <a:pt x="268405" y="121317"/>
                  </a:lnTo>
                  <a:lnTo>
                    <a:pt x="531905" y="0"/>
                  </a:lnTo>
                  <a:lnTo>
                    <a:pt x="800756" y="2179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4105743" y="2464332"/>
              <a:ext cx="1063085" cy="1301351"/>
            </a:xfrm>
            <a:custGeom>
              <a:avLst/>
              <a:pathLst>
                <a:path w="1063085" h="1301351">
                  <a:moveTo>
                    <a:pt x="0" y="159134"/>
                  </a:moveTo>
                  <a:lnTo>
                    <a:pt x="517411" y="0"/>
                  </a:lnTo>
                  <a:lnTo>
                    <a:pt x="1063085" y="13013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3558620" y="2026933"/>
              <a:ext cx="1608227" cy="1048755"/>
            </a:xfrm>
            <a:custGeom>
              <a:avLst/>
              <a:pathLst>
                <a:path w="1608227" h="1048755">
                  <a:moveTo>
                    <a:pt x="0" y="55915"/>
                  </a:moveTo>
                  <a:lnTo>
                    <a:pt x="794426" y="0"/>
                  </a:lnTo>
                  <a:lnTo>
                    <a:pt x="1608227" y="10487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3558620" y="2219504"/>
              <a:ext cx="643503" cy="386081"/>
            </a:xfrm>
            <a:custGeom>
              <a:avLst/>
              <a:pathLst>
                <a:path w="643503" h="386081">
                  <a:moveTo>
                    <a:pt x="0" y="384665"/>
                  </a:moveTo>
                  <a:lnTo>
                    <a:pt x="314467" y="386081"/>
                  </a:lnTo>
                  <a:lnTo>
                    <a:pt x="6435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3558620" y="2972259"/>
              <a:ext cx="1029026" cy="243334"/>
            </a:xfrm>
            <a:custGeom>
              <a:avLst/>
              <a:pathLst>
                <a:path w="1029026" h="243334">
                  <a:moveTo>
                    <a:pt x="0" y="243334"/>
                  </a:moveTo>
                  <a:lnTo>
                    <a:pt x="538698" y="0"/>
                  </a:lnTo>
                  <a:lnTo>
                    <a:pt x="1029026" y="385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3558620" y="2723126"/>
              <a:ext cx="1098594" cy="364884"/>
            </a:xfrm>
            <a:custGeom>
              <a:avLst/>
              <a:pathLst>
                <a:path w="1098594" h="364884">
                  <a:moveTo>
                    <a:pt x="0" y="364884"/>
                  </a:moveTo>
                  <a:lnTo>
                    <a:pt x="1098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4418074" y="2778749"/>
              <a:ext cx="817423" cy="367968"/>
            </a:xfrm>
            <a:custGeom>
              <a:avLst/>
              <a:pathLst>
                <a:path w="817423" h="367968">
                  <a:moveTo>
                    <a:pt x="0" y="0"/>
                  </a:moveTo>
                  <a:lnTo>
                    <a:pt x="817423" y="3679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3558620" y="2669389"/>
              <a:ext cx="578109" cy="671326"/>
            </a:xfrm>
            <a:custGeom>
              <a:avLst/>
              <a:pathLst>
                <a:path w="578109" h="671326">
                  <a:moveTo>
                    <a:pt x="0" y="671326"/>
                  </a:moveTo>
                  <a:lnTo>
                    <a:pt x="5781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3558620" y="2803563"/>
              <a:ext cx="1407741" cy="847508"/>
            </a:xfrm>
            <a:custGeom>
              <a:avLst/>
              <a:pathLst>
                <a:path w="1407741" h="847508">
                  <a:moveTo>
                    <a:pt x="0" y="847508"/>
                  </a:moveTo>
                  <a:lnTo>
                    <a:pt x="14077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3558620" y="3845847"/>
              <a:ext cx="561616" cy="127420"/>
            </a:xfrm>
            <a:custGeom>
              <a:avLst/>
              <a:pathLst>
                <a:path w="561616" h="127420">
                  <a:moveTo>
                    <a:pt x="0" y="127420"/>
                  </a:moveTo>
                  <a:lnTo>
                    <a:pt x="5616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3558620" y="2431493"/>
              <a:ext cx="1110913" cy="986281"/>
            </a:xfrm>
            <a:custGeom>
              <a:avLst/>
              <a:pathLst>
                <a:path w="1110913" h="986281">
                  <a:moveTo>
                    <a:pt x="0" y="0"/>
                  </a:moveTo>
                  <a:lnTo>
                    <a:pt x="554369" y="986281"/>
                  </a:lnTo>
                  <a:lnTo>
                    <a:pt x="1110913" y="8943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3558620" y="2974204"/>
              <a:ext cx="552690" cy="405625"/>
            </a:xfrm>
            <a:custGeom>
              <a:avLst/>
              <a:pathLst>
                <a:path w="552690" h="405625">
                  <a:moveTo>
                    <a:pt x="0" y="0"/>
                  </a:moveTo>
                  <a:lnTo>
                    <a:pt x="552690" y="4056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4090074" y="2732677"/>
              <a:ext cx="1646893" cy="458819"/>
            </a:xfrm>
            <a:custGeom>
              <a:avLst/>
              <a:pathLst>
                <a:path w="1646893" h="458819">
                  <a:moveTo>
                    <a:pt x="0" y="458819"/>
                  </a:moveTo>
                  <a:lnTo>
                    <a:pt x="551922" y="177409"/>
                  </a:lnTo>
                  <a:lnTo>
                    <a:pt x="16468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888215" y="3542347"/>
              <a:ext cx="1063085" cy="664597"/>
            </a:xfrm>
            <a:custGeom>
              <a:avLst/>
              <a:pathLst>
                <a:path w="1063085" h="664597">
                  <a:moveTo>
                    <a:pt x="0" y="0"/>
                  </a:moveTo>
                  <a:lnTo>
                    <a:pt x="527557" y="664597"/>
                  </a:lnTo>
                  <a:lnTo>
                    <a:pt x="1063085" y="2483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3558620" y="3184959"/>
              <a:ext cx="1383388" cy="1034493"/>
            </a:xfrm>
            <a:custGeom>
              <a:avLst/>
              <a:pathLst>
                <a:path w="1383388" h="1034493">
                  <a:moveTo>
                    <a:pt x="0" y="960626"/>
                  </a:moveTo>
                  <a:lnTo>
                    <a:pt x="572486" y="1034493"/>
                  </a:lnTo>
                  <a:lnTo>
                    <a:pt x="13833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3558620" y="2473575"/>
              <a:ext cx="1643450" cy="465746"/>
            </a:xfrm>
            <a:custGeom>
              <a:avLst/>
              <a:pathLst>
                <a:path w="1643450" h="465746">
                  <a:moveTo>
                    <a:pt x="0" y="414734"/>
                  </a:moveTo>
                  <a:lnTo>
                    <a:pt x="532536" y="465746"/>
                  </a:lnTo>
                  <a:lnTo>
                    <a:pt x="1145604" y="926"/>
                  </a:lnTo>
                  <a:lnTo>
                    <a:pt x="16434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4142701" y="2081874"/>
              <a:ext cx="1134103" cy="904001"/>
            </a:xfrm>
            <a:custGeom>
              <a:avLst/>
              <a:pathLst>
                <a:path w="1134103" h="904001">
                  <a:moveTo>
                    <a:pt x="0" y="904001"/>
                  </a:moveTo>
                  <a:lnTo>
                    <a:pt x="526107" y="469625"/>
                  </a:lnTo>
                  <a:lnTo>
                    <a:pt x="11341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926872" y="2020340"/>
              <a:ext cx="1145616" cy="1505833"/>
            </a:xfrm>
            <a:custGeom>
              <a:avLst/>
              <a:pathLst>
                <a:path w="1145616" h="1505833">
                  <a:moveTo>
                    <a:pt x="0" y="714160"/>
                  </a:moveTo>
                  <a:lnTo>
                    <a:pt x="456458" y="0"/>
                  </a:lnTo>
                  <a:lnTo>
                    <a:pt x="1145616" y="15058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3558620" y="2230413"/>
              <a:ext cx="1359022" cy="603384"/>
            </a:xfrm>
            <a:custGeom>
              <a:avLst/>
              <a:pathLst>
                <a:path w="1359022" h="603384">
                  <a:moveTo>
                    <a:pt x="0" y="348305"/>
                  </a:moveTo>
                  <a:lnTo>
                    <a:pt x="204892" y="0"/>
                  </a:lnTo>
                  <a:lnTo>
                    <a:pt x="842062" y="603384"/>
                  </a:lnTo>
                  <a:lnTo>
                    <a:pt x="1359022" y="3159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3558620" y="2984883"/>
              <a:ext cx="836265" cy="203325"/>
            </a:xfrm>
            <a:custGeom>
              <a:avLst/>
              <a:pathLst>
                <a:path w="836265" h="203325">
                  <a:moveTo>
                    <a:pt x="0" y="203325"/>
                  </a:moveTo>
                  <a:lnTo>
                    <a:pt x="8362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3558620" y="2599891"/>
              <a:ext cx="1237538" cy="538051"/>
            </a:xfrm>
            <a:custGeom>
              <a:avLst/>
              <a:pathLst>
                <a:path w="1237538" h="538051">
                  <a:moveTo>
                    <a:pt x="0" y="357600"/>
                  </a:moveTo>
                  <a:lnTo>
                    <a:pt x="258513" y="538051"/>
                  </a:lnTo>
                  <a:lnTo>
                    <a:pt x="552728" y="0"/>
                  </a:lnTo>
                  <a:lnTo>
                    <a:pt x="878786" y="284839"/>
                  </a:lnTo>
                  <a:lnTo>
                    <a:pt x="1237538" y="337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tx986"/>
            <p:cNvSpPr/>
            <p:nvPr/>
          </p:nvSpPr>
          <p:spPr>
            <a:xfrm>
              <a:off x="3210161" y="4758448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3210161" y="4251098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88" name="tx988"/>
            <p:cNvSpPr/>
            <p:nvPr/>
          </p:nvSpPr>
          <p:spPr>
            <a:xfrm>
              <a:off x="3210161" y="374232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989" name="tx989"/>
            <p:cNvSpPr/>
            <p:nvPr/>
          </p:nvSpPr>
          <p:spPr>
            <a:xfrm>
              <a:off x="3247378" y="323219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0" name="tx990"/>
            <p:cNvSpPr/>
            <p:nvPr/>
          </p:nvSpPr>
          <p:spPr>
            <a:xfrm>
              <a:off x="3247378" y="272479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991" name="tx991"/>
            <p:cNvSpPr/>
            <p:nvPr/>
          </p:nvSpPr>
          <p:spPr>
            <a:xfrm>
              <a:off x="3247378" y="221602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92" name="pl992"/>
            <p:cNvSpPr/>
            <p:nvPr/>
          </p:nvSpPr>
          <p:spPr>
            <a:xfrm>
              <a:off x="3337369" y="48001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3337369" y="42914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3337369" y="37826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3337369" y="32738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3337369" y="27651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3337369" y="22563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355862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488113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620365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tx1001"/>
            <p:cNvSpPr/>
            <p:nvPr/>
          </p:nvSpPr>
          <p:spPr>
            <a:xfrm>
              <a:off x="3527542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2" name="tx1002"/>
            <p:cNvSpPr/>
            <p:nvPr/>
          </p:nvSpPr>
          <p:spPr>
            <a:xfrm>
              <a:off x="4850059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03" name="tx1003"/>
            <p:cNvSpPr/>
            <p:nvPr/>
          </p:nvSpPr>
          <p:spPr>
            <a:xfrm>
              <a:off x="6141497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04" name="tx1004"/>
            <p:cNvSpPr/>
            <p:nvPr/>
          </p:nvSpPr>
          <p:spPr>
            <a:xfrm>
              <a:off x="4802006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005" name="tx1005"/>
            <p:cNvSpPr/>
            <p:nvPr/>
          </p:nvSpPr>
          <p:spPr>
            <a:xfrm rot="-5400000">
              <a:off x="2291729" y="3284579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CSF pTau217 (Z)</a:t>
              </a:r>
            </a:p>
          </p:txBody>
        </p:sp>
        <p:sp>
          <p:nvSpPr>
            <p:cNvPr id="1006" name="rc1006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7648183" y="438780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7648183" y="357394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7648183" y="276008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7648183" y="194622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7648183" y="398087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7648183" y="316701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7648183" y="2353153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8537439" y="4754039"/>
              <a:ext cx="137869" cy="4069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8675309" y="4754039"/>
              <a:ext cx="137869" cy="4069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951047" y="4713346"/>
              <a:ext cx="137869" cy="8138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9088916" y="4754039"/>
              <a:ext cx="137869" cy="40692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9226785" y="4631960"/>
              <a:ext cx="137869" cy="16277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9364655" y="4591267"/>
              <a:ext cx="137869" cy="203464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9502524" y="4265723"/>
              <a:ext cx="137869" cy="529008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9640393" y="4021565"/>
              <a:ext cx="137869" cy="77316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9778262" y="2475232"/>
              <a:ext cx="137869" cy="231950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9916131" y="1905530"/>
              <a:ext cx="13786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10054001" y="3085627"/>
              <a:ext cx="137869" cy="1709105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10191870" y="4469188"/>
              <a:ext cx="137869" cy="325543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100540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10191870" y="4631960"/>
              <a:ext cx="137869" cy="162771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10329739" y="4550574"/>
              <a:ext cx="137869" cy="244157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10467608" y="4713346"/>
              <a:ext cx="137869" cy="81385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11019085" y="4754039"/>
              <a:ext cx="137869" cy="40692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102525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6" name="pg1086"/>
            <p:cNvSpPr/>
            <p:nvPr/>
          </p:nvSpPr>
          <p:spPr>
            <a:xfrm>
              <a:off x="10293095" y="3362339"/>
              <a:ext cx="1023446" cy="790163"/>
            </a:xfrm>
            <a:custGeom>
              <a:avLst/>
              <a:pathLst>
                <a:path w="1023446" h="790163">
                  <a:moveTo>
                    <a:pt x="25236" y="790163"/>
                  </a:moveTo>
                  <a:lnTo>
                    <a:pt x="998209" y="790163"/>
                  </a:lnTo>
                  <a:lnTo>
                    <a:pt x="997193" y="790142"/>
                  </a:lnTo>
                  <a:lnTo>
                    <a:pt x="1001251" y="789979"/>
                  </a:lnTo>
                  <a:lnTo>
                    <a:pt x="1005231" y="789167"/>
                  </a:lnTo>
                  <a:lnTo>
                    <a:pt x="1009028" y="787726"/>
                  </a:lnTo>
                  <a:lnTo>
                    <a:pt x="1012546" y="785696"/>
                  </a:lnTo>
                  <a:lnTo>
                    <a:pt x="1015692" y="783127"/>
                  </a:lnTo>
                  <a:lnTo>
                    <a:pt x="1018385" y="780087"/>
                  </a:lnTo>
                  <a:lnTo>
                    <a:pt x="1020555" y="776654"/>
                  </a:lnTo>
                  <a:lnTo>
                    <a:pt x="1022147" y="772918"/>
                  </a:lnTo>
                  <a:lnTo>
                    <a:pt x="1023119" y="768974"/>
                  </a:lnTo>
                  <a:lnTo>
                    <a:pt x="1023446" y="764926"/>
                  </a:lnTo>
                  <a:lnTo>
                    <a:pt x="1023446" y="25236"/>
                  </a:lnTo>
                  <a:lnTo>
                    <a:pt x="1023119" y="21188"/>
                  </a:lnTo>
                  <a:lnTo>
                    <a:pt x="1022147" y="17245"/>
                  </a:lnTo>
                  <a:lnTo>
                    <a:pt x="1020555" y="13508"/>
                  </a:lnTo>
                  <a:lnTo>
                    <a:pt x="1018385" y="10075"/>
                  </a:lnTo>
                  <a:lnTo>
                    <a:pt x="1015692" y="7035"/>
                  </a:lnTo>
                  <a:lnTo>
                    <a:pt x="1012546" y="4467"/>
                  </a:lnTo>
                  <a:lnTo>
                    <a:pt x="1009028" y="2436"/>
                  </a:lnTo>
                  <a:lnTo>
                    <a:pt x="1005231" y="996"/>
                  </a:lnTo>
                  <a:lnTo>
                    <a:pt x="1001251" y="184"/>
                  </a:lnTo>
                  <a:lnTo>
                    <a:pt x="998209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tx1087"/>
            <p:cNvSpPr/>
            <p:nvPr/>
          </p:nvSpPr>
          <p:spPr>
            <a:xfrm>
              <a:off x="10335156" y="3373183"/>
              <a:ext cx="709165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0.51 Z/year</a:t>
              </a:r>
            </a:p>
          </p:txBody>
        </p:sp>
        <p:sp>
          <p:nvSpPr>
            <p:cNvPr id="1088" name="tx1088"/>
            <p:cNvSpPr/>
            <p:nvPr/>
          </p:nvSpPr>
          <p:spPr>
            <a:xfrm>
              <a:off x="10335156" y="3604103"/>
              <a:ext cx="611885" cy="10255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0.398</a:t>
              </a:r>
            </a:p>
          </p:txBody>
        </p:sp>
        <p:sp>
          <p:nvSpPr>
            <p:cNvPr id="1089" name="tx1089"/>
            <p:cNvSpPr/>
            <p:nvPr/>
          </p:nvSpPr>
          <p:spPr>
            <a:xfrm>
              <a:off x="10335156" y="3778271"/>
              <a:ext cx="939324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0.463</a:t>
              </a:r>
            </a:p>
          </p:txBody>
        </p:sp>
        <p:sp>
          <p:nvSpPr>
            <p:cNvPr id="1090" name="tx1090"/>
            <p:cNvSpPr/>
            <p:nvPr/>
          </p:nvSpPr>
          <p:spPr>
            <a:xfrm>
              <a:off x="10335156" y="3981807"/>
              <a:ext cx="900371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-1.764</a:t>
              </a:r>
            </a:p>
          </p:txBody>
        </p:sp>
        <p:sp>
          <p:nvSpPr>
            <p:cNvPr id="1091" name="pg1091"/>
            <p:cNvSpPr/>
            <p:nvPr/>
          </p:nvSpPr>
          <p:spPr>
            <a:xfrm>
              <a:off x="7848093" y="2393601"/>
              <a:ext cx="3998206" cy="2401130"/>
            </a:xfrm>
            <a:custGeom>
              <a:avLst/>
              <a:pathLst>
                <a:path w="3998206" h="2401130">
                  <a:moveTo>
                    <a:pt x="0" y="2401130"/>
                  </a:moveTo>
                  <a:lnTo>
                    <a:pt x="7824" y="2401130"/>
                  </a:lnTo>
                  <a:lnTo>
                    <a:pt x="15648" y="2401130"/>
                  </a:lnTo>
                  <a:lnTo>
                    <a:pt x="23472" y="2401130"/>
                  </a:lnTo>
                  <a:lnTo>
                    <a:pt x="31297" y="2401130"/>
                  </a:lnTo>
                  <a:lnTo>
                    <a:pt x="39121" y="2401130"/>
                  </a:lnTo>
                  <a:lnTo>
                    <a:pt x="46945" y="2401130"/>
                  </a:lnTo>
                  <a:lnTo>
                    <a:pt x="54769" y="2401130"/>
                  </a:lnTo>
                  <a:lnTo>
                    <a:pt x="62594" y="2401130"/>
                  </a:lnTo>
                  <a:lnTo>
                    <a:pt x="70418" y="2401130"/>
                  </a:lnTo>
                  <a:lnTo>
                    <a:pt x="78242" y="2401130"/>
                  </a:lnTo>
                  <a:lnTo>
                    <a:pt x="86067" y="2401130"/>
                  </a:lnTo>
                  <a:lnTo>
                    <a:pt x="93891" y="2401130"/>
                  </a:lnTo>
                  <a:lnTo>
                    <a:pt x="101715" y="2401130"/>
                  </a:lnTo>
                  <a:lnTo>
                    <a:pt x="109539" y="2401130"/>
                  </a:lnTo>
                  <a:lnTo>
                    <a:pt x="117364" y="2401130"/>
                  </a:lnTo>
                  <a:lnTo>
                    <a:pt x="125188" y="2401130"/>
                  </a:lnTo>
                  <a:lnTo>
                    <a:pt x="133012" y="2401130"/>
                  </a:lnTo>
                  <a:lnTo>
                    <a:pt x="140837" y="2401130"/>
                  </a:lnTo>
                  <a:lnTo>
                    <a:pt x="148661" y="2401130"/>
                  </a:lnTo>
                  <a:lnTo>
                    <a:pt x="156485" y="2401130"/>
                  </a:lnTo>
                  <a:lnTo>
                    <a:pt x="164309" y="2401130"/>
                  </a:lnTo>
                  <a:lnTo>
                    <a:pt x="172134" y="2401130"/>
                  </a:lnTo>
                  <a:lnTo>
                    <a:pt x="179958" y="2401130"/>
                  </a:lnTo>
                  <a:lnTo>
                    <a:pt x="187782" y="2401130"/>
                  </a:lnTo>
                  <a:lnTo>
                    <a:pt x="195606" y="2401130"/>
                  </a:lnTo>
                  <a:lnTo>
                    <a:pt x="203431" y="2401130"/>
                  </a:lnTo>
                  <a:lnTo>
                    <a:pt x="211255" y="2401130"/>
                  </a:lnTo>
                  <a:lnTo>
                    <a:pt x="219079" y="2401130"/>
                  </a:lnTo>
                  <a:lnTo>
                    <a:pt x="226904" y="2401130"/>
                  </a:lnTo>
                  <a:lnTo>
                    <a:pt x="234728" y="2401130"/>
                  </a:lnTo>
                  <a:lnTo>
                    <a:pt x="242552" y="2401130"/>
                  </a:lnTo>
                  <a:lnTo>
                    <a:pt x="250376" y="2401130"/>
                  </a:lnTo>
                  <a:lnTo>
                    <a:pt x="258201" y="2401130"/>
                  </a:lnTo>
                  <a:lnTo>
                    <a:pt x="266025" y="2401130"/>
                  </a:lnTo>
                  <a:lnTo>
                    <a:pt x="273849" y="2401130"/>
                  </a:lnTo>
                  <a:lnTo>
                    <a:pt x="281674" y="2401130"/>
                  </a:lnTo>
                  <a:lnTo>
                    <a:pt x="289498" y="2401130"/>
                  </a:lnTo>
                  <a:lnTo>
                    <a:pt x="297322" y="2401130"/>
                  </a:lnTo>
                  <a:lnTo>
                    <a:pt x="305146" y="2401130"/>
                  </a:lnTo>
                  <a:lnTo>
                    <a:pt x="312971" y="2401130"/>
                  </a:lnTo>
                  <a:lnTo>
                    <a:pt x="320795" y="2401130"/>
                  </a:lnTo>
                  <a:lnTo>
                    <a:pt x="328619" y="2401130"/>
                  </a:lnTo>
                  <a:lnTo>
                    <a:pt x="336444" y="2401130"/>
                  </a:lnTo>
                  <a:lnTo>
                    <a:pt x="344268" y="2401130"/>
                  </a:lnTo>
                  <a:lnTo>
                    <a:pt x="352092" y="2401129"/>
                  </a:lnTo>
                  <a:lnTo>
                    <a:pt x="359916" y="2401129"/>
                  </a:lnTo>
                  <a:lnTo>
                    <a:pt x="367741" y="2401128"/>
                  </a:lnTo>
                  <a:lnTo>
                    <a:pt x="375565" y="2401127"/>
                  </a:lnTo>
                  <a:lnTo>
                    <a:pt x="383389" y="2401126"/>
                  </a:lnTo>
                  <a:lnTo>
                    <a:pt x="391213" y="2401125"/>
                  </a:lnTo>
                  <a:lnTo>
                    <a:pt x="399038" y="2401123"/>
                  </a:lnTo>
                  <a:lnTo>
                    <a:pt x="406862" y="2401120"/>
                  </a:lnTo>
                  <a:lnTo>
                    <a:pt x="414686" y="2401117"/>
                  </a:lnTo>
                  <a:lnTo>
                    <a:pt x="422511" y="2401112"/>
                  </a:lnTo>
                  <a:lnTo>
                    <a:pt x="430335" y="2401106"/>
                  </a:lnTo>
                  <a:lnTo>
                    <a:pt x="438159" y="2401099"/>
                  </a:lnTo>
                  <a:lnTo>
                    <a:pt x="445983" y="2401089"/>
                  </a:lnTo>
                  <a:lnTo>
                    <a:pt x="453808" y="2401077"/>
                  </a:lnTo>
                  <a:lnTo>
                    <a:pt x="461632" y="2401061"/>
                  </a:lnTo>
                  <a:lnTo>
                    <a:pt x="469456" y="2401041"/>
                  </a:lnTo>
                  <a:lnTo>
                    <a:pt x="477281" y="2401016"/>
                  </a:lnTo>
                  <a:lnTo>
                    <a:pt x="485105" y="2400986"/>
                  </a:lnTo>
                  <a:lnTo>
                    <a:pt x="492929" y="2400948"/>
                  </a:lnTo>
                  <a:lnTo>
                    <a:pt x="500753" y="2400900"/>
                  </a:lnTo>
                  <a:lnTo>
                    <a:pt x="508578" y="2400842"/>
                  </a:lnTo>
                  <a:lnTo>
                    <a:pt x="516402" y="2400771"/>
                  </a:lnTo>
                  <a:lnTo>
                    <a:pt x="524226" y="2400686"/>
                  </a:lnTo>
                  <a:lnTo>
                    <a:pt x="532050" y="2400584"/>
                  </a:lnTo>
                  <a:lnTo>
                    <a:pt x="539875" y="2400460"/>
                  </a:lnTo>
                  <a:lnTo>
                    <a:pt x="547699" y="2400310"/>
                  </a:lnTo>
                  <a:lnTo>
                    <a:pt x="555523" y="2400134"/>
                  </a:lnTo>
                  <a:lnTo>
                    <a:pt x="563348" y="2399928"/>
                  </a:lnTo>
                  <a:lnTo>
                    <a:pt x="571172" y="2399688"/>
                  </a:lnTo>
                  <a:lnTo>
                    <a:pt x="578996" y="2399411"/>
                  </a:lnTo>
                  <a:lnTo>
                    <a:pt x="586820" y="2399079"/>
                  </a:lnTo>
                  <a:lnTo>
                    <a:pt x="594645" y="2398699"/>
                  </a:lnTo>
                  <a:lnTo>
                    <a:pt x="602469" y="2398267"/>
                  </a:lnTo>
                  <a:lnTo>
                    <a:pt x="610293" y="2397778"/>
                  </a:lnTo>
                  <a:lnTo>
                    <a:pt x="618118" y="2397229"/>
                  </a:lnTo>
                  <a:lnTo>
                    <a:pt x="625942" y="2396608"/>
                  </a:lnTo>
                  <a:lnTo>
                    <a:pt x="633766" y="2395903"/>
                  </a:lnTo>
                  <a:lnTo>
                    <a:pt x="641590" y="2395125"/>
                  </a:lnTo>
                  <a:lnTo>
                    <a:pt x="649415" y="2394270"/>
                  </a:lnTo>
                  <a:lnTo>
                    <a:pt x="657239" y="2393335"/>
                  </a:lnTo>
                  <a:lnTo>
                    <a:pt x="665063" y="2392321"/>
                  </a:lnTo>
                  <a:lnTo>
                    <a:pt x="672888" y="2391211"/>
                  </a:lnTo>
                  <a:lnTo>
                    <a:pt x="680712" y="2390015"/>
                  </a:lnTo>
                  <a:lnTo>
                    <a:pt x="688536" y="2388741"/>
                  </a:lnTo>
                  <a:lnTo>
                    <a:pt x="696360" y="2387394"/>
                  </a:lnTo>
                  <a:lnTo>
                    <a:pt x="704185" y="2385977"/>
                  </a:lnTo>
                  <a:lnTo>
                    <a:pt x="712009" y="2384498"/>
                  </a:lnTo>
                  <a:lnTo>
                    <a:pt x="719833" y="2382950"/>
                  </a:lnTo>
                  <a:lnTo>
                    <a:pt x="727657" y="2381361"/>
                  </a:lnTo>
                  <a:lnTo>
                    <a:pt x="735482" y="2379741"/>
                  </a:lnTo>
                  <a:lnTo>
                    <a:pt x="743306" y="2378102"/>
                  </a:lnTo>
                  <a:lnTo>
                    <a:pt x="751130" y="2376456"/>
                  </a:lnTo>
                  <a:lnTo>
                    <a:pt x="758955" y="2374818"/>
                  </a:lnTo>
                  <a:lnTo>
                    <a:pt x="766779" y="2373212"/>
                  </a:lnTo>
                  <a:lnTo>
                    <a:pt x="774603" y="2371651"/>
                  </a:lnTo>
                  <a:lnTo>
                    <a:pt x="782427" y="2370149"/>
                  </a:lnTo>
                  <a:lnTo>
                    <a:pt x="790252" y="2368720"/>
                  </a:lnTo>
                  <a:lnTo>
                    <a:pt x="798076" y="2367379"/>
                  </a:lnTo>
                  <a:lnTo>
                    <a:pt x="805900" y="2366160"/>
                  </a:lnTo>
                  <a:lnTo>
                    <a:pt x="813725" y="2365073"/>
                  </a:lnTo>
                  <a:lnTo>
                    <a:pt x="821549" y="2364118"/>
                  </a:lnTo>
                  <a:lnTo>
                    <a:pt x="829373" y="2363302"/>
                  </a:lnTo>
                  <a:lnTo>
                    <a:pt x="837197" y="2362632"/>
                  </a:lnTo>
                  <a:lnTo>
                    <a:pt x="845022" y="2362113"/>
                  </a:lnTo>
                  <a:lnTo>
                    <a:pt x="852846" y="2361790"/>
                  </a:lnTo>
                  <a:lnTo>
                    <a:pt x="860670" y="2361620"/>
                  </a:lnTo>
                  <a:lnTo>
                    <a:pt x="868495" y="2361599"/>
                  </a:lnTo>
                  <a:lnTo>
                    <a:pt x="876319" y="2361721"/>
                  </a:lnTo>
                  <a:lnTo>
                    <a:pt x="884143" y="2361977"/>
                  </a:lnTo>
                  <a:lnTo>
                    <a:pt x="891967" y="2362366"/>
                  </a:lnTo>
                  <a:lnTo>
                    <a:pt x="899792" y="2362880"/>
                  </a:lnTo>
                  <a:lnTo>
                    <a:pt x="907616" y="2363479"/>
                  </a:lnTo>
                  <a:lnTo>
                    <a:pt x="915440" y="2364147"/>
                  </a:lnTo>
                  <a:lnTo>
                    <a:pt x="923264" y="2364866"/>
                  </a:lnTo>
                  <a:lnTo>
                    <a:pt x="931089" y="2365616"/>
                  </a:lnTo>
                  <a:lnTo>
                    <a:pt x="938913" y="2366374"/>
                  </a:lnTo>
                  <a:lnTo>
                    <a:pt x="946737" y="2367112"/>
                  </a:lnTo>
                  <a:lnTo>
                    <a:pt x="954562" y="2367809"/>
                  </a:lnTo>
                  <a:lnTo>
                    <a:pt x="962386" y="2368447"/>
                  </a:lnTo>
                  <a:lnTo>
                    <a:pt x="970210" y="2369009"/>
                  </a:lnTo>
                  <a:lnTo>
                    <a:pt x="978034" y="2369479"/>
                  </a:lnTo>
                  <a:lnTo>
                    <a:pt x="985859" y="2369811"/>
                  </a:lnTo>
                  <a:lnTo>
                    <a:pt x="993683" y="2370017"/>
                  </a:lnTo>
                  <a:lnTo>
                    <a:pt x="1001507" y="2370091"/>
                  </a:lnTo>
                  <a:lnTo>
                    <a:pt x="1009332" y="2370027"/>
                  </a:lnTo>
                  <a:lnTo>
                    <a:pt x="1017156" y="2369823"/>
                  </a:lnTo>
                  <a:lnTo>
                    <a:pt x="1024980" y="2369467"/>
                  </a:lnTo>
                  <a:lnTo>
                    <a:pt x="1032804" y="2368947"/>
                  </a:lnTo>
                  <a:lnTo>
                    <a:pt x="1040629" y="2368299"/>
                  </a:lnTo>
                  <a:lnTo>
                    <a:pt x="1048453" y="2367531"/>
                  </a:lnTo>
                  <a:lnTo>
                    <a:pt x="1056277" y="2366654"/>
                  </a:lnTo>
                  <a:lnTo>
                    <a:pt x="1064101" y="2365680"/>
                  </a:lnTo>
                  <a:lnTo>
                    <a:pt x="1071926" y="2364613"/>
                  </a:lnTo>
                  <a:lnTo>
                    <a:pt x="1079750" y="2363479"/>
                  </a:lnTo>
                  <a:lnTo>
                    <a:pt x="1087574" y="2362303"/>
                  </a:lnTo>
                  <a:lnTo>
                    <a:pt x="1095399" y="2361101"/>
                  </a:lnTo>
                  <a:lnTo>
                    <a:pt x="1103223" y="2359886"/>
                  </a:lnTo>
                  <a:lnTo>
                    <a:pt x="1111047" y="2358674"/>
                  </a:lnTo>
                  <a:lnTo>
                    <a:pt x="1118871" y="2357484"/>
                  </a:lnTo>
                  <a:lnTo>
                    <a:pt x="1126696" y="2356327"/>
                  </a:lnTo>
                  <a:lnTo>
                    <a:pt x="1134520" y="2355209"/>
                  </a:lnTo>
                  <a:lnTo>
                    <a:pt x="1142344" y="2354134"/>
                  </a:lnTo>
                  <a:lnTo>
                    <a:pt x="1150169" y="2353105"/>
                  </a:lnTo>
                  <a:lnTo>
                    <a:pt x="1157993" y="2352124"/>
                  </a:lnTo>
                  <a:lnTo>
                    <a:pt x="1165817" y="2351191"/>
                  </a:lnTo>
                  <a:lnTo>
                    <a:pt x="1173641" y="2350287"/>
                  </a:lnTo>
                  <a:lnTo>
                    <a:pt x="1181466" y="2349402"/>
                  </a:lnTo>
                  <a:lnTo>
                    <a:pt x="1189290" y="2348522"/>
                  </a:lnTo>
                  <a:lnTo>
                    <a:pt x="1197114" y="2347633"/>
                  </a:lnTo>
                  <a:lnTo>
                    <a:pt x="1204939" y="2346710"/>
                  </a:lnTo>
                  <a:lnTo>
                    <a:pt x="1212763" y="2345725"/>
                  </a:lnTo>
                  <a:lnTo>
                    <a:pt x="1220587" y="2344663"/>
                  </a:lnTo>
                  <a:lnTo>
                    <a:pt x="1228411" y="2343503"/>
                  </a:lnTo>
                  <a:lnTo>
                    <a:pt x="1236236" y="2342227"/>
                  </a:lnTo>
                  <a:lnTo>
                    <a:pt x="1244060" y="2340814"/>
                  </a:lnTo>
                  <a:lnTo>
                    <a:pt x="1251884" y="2339200"/>
                  </a:lnTo>
                  <a:lnTo>
                    <a:pt x="1259708" y="2337401"/>
                  </a:lnTo>
                  <a:lnTo>
                    <a:pt x="1267533" y="2335406"/>
                  </a:lnTo>
                  <a:lnTo>
                    <a:pt x="1275357" y="2333203"/>
                  </a:lnTo>
                  <a:lnTo>
                    <a:pt x="1283181" y="2330782"/>
                  </a:lnTo>
                  <a:lnTo>
                    <a:pt x="1291006" y="2328121"/>
                  </a:lnTo>
                  <a:lnTo>
                    <a:pt x="1298830" y="2325183"/>
                  </a:lnTo>
                  <a:lnTo>
                    <a:pt x="1306654" y="2322012"/>
                  </a:lnTo>
                  <a:lnTo>
                    <a:pt x="1314478" y="2318611"/>
                  </a:lnTo>
                  <a:lnTo>
                    <a:pt x="1322303" y="2314983"/>
                  </a:lnTo>
                  <a:lnTo>
                    <a:pt x="1330127" y="2311133"/>
                  </a:lnTo>
                  <a:lnTo>
                    <a:pt x="1337951" y="2307036"/>
                  </a:lnTo>
                  <a:lnTo>
                    <a:pt x="1345776" y="2302715"/>
                  </a:lnTo>
                  <a:lnTo>
                    <a:pt x="1353600" y="2298203"/>
                  </a:lnTo>
                  <a:lnTo>
                    <a:pt x="1361424" y="2293510"/>
                  </a:lnTo>
                  <a:lnTo>
                    <a:pt x="1369248" y="2288646"/>
                  </a:lnTo>
                  <a:lnTo>
                    <a:pt x="1377073" y="2283622"/>
                  </a:lnTo>
                  <a:lnTo>
                    <a:pt x="1384897" y="2278411"/>
                  </a:lnTo>
                  <a:lnTo>
                    <a:pt x="1392721" y="2273060"/>
                  </a:lnTo>
                  <a:lnTo>
                    <a:pt x="1400545" y="2267577"/>
                  </a:lnTo>
                  <a:lnTo>
                    <a:pt x="1408370" y="2261968"/>
                  </a:lnTo>
                  <a:lnTo>
                    <a:pt x="1416194" y="2256238"/>
                  </a:lnTo>
                  <a:lnTo>
                    <a:pt x="1424018" y="2250381"/>
                  </a:lnTo>
                  <a:lnTo>
                    <a:pt x="1431843" y="2244381"/>
                  </a:lnTo>
                  <a:lnTo>
                    <a:pt x="1439667" y="2238261"/>
                  </a:lnTo>
                  <a:lnTo>
                    <a:pt x="1447491" y="2232018"/>
                  </a:lnTo>
                  <a:lnTo>
                    <a:pt x="1455315" y="2225649"/>
                  </a:lnTo>
                  <a:lnTo>
                    <a:pt x="1463140" y="2219147"/>
                  </a:lnTo>
                  <a:lnTo>
                    <a:pt x="1470964" y="2212486"/>
                  </a:lnTo>
                  <a:lnTo>
                    <a:pt x="1478788" y="2205659"/>
                  </a:lnTo>
                  <a:lnTo>
                    <a:pt x="1486613" y="2198677"/>
                  </a:lnTo>
                  <a:lnTo>
                    <a:pt x="1494437" y="2191533"/>
                  </a:lnTo>
                  <a:lnTo>
                    <a:pt x="1502261" y="2184221"/>
                  </a:lnTo>
                  <a:lnTo>
                    <a:pt x="1510085" y="2176736"/>
                  </a:lnTo>
                  <a:lnTo>
                    <a:pt x="1517910" y="2169027"/>
                  </a:lnTo>
                  <a:lnTo>
                    <a:pt x="1525734" y="2161129"/>
                  </a:lnTo>
                  <a:lnTo>
                    <a:pt x="1533558" y="2153046"/>
                  </a:lnTo>
                  <a:lnTo>
                    <a:pt x="1541383" y="2144780"/>
                  </a:lnTo>
                  <a:lnTo>
                    <a:pt x="1549207" y="2136332"/>
                  </a:lnTo>
                  <a:lnTo>
                    <a:pt x="1557031" y="2127695"/>
                  </a:lnTo>
                  <a:lnTo>
                    <a:pt x="1564855" y="2118851"/>
                  </a:lnTo>
                  <a:lnTo>
                    <a:pt x="1572680" y="2109845"/>
                  </a:lnTo>
                  <a:lnTo>
                    <a:pt x="1580504" y="2100686"/>
                  </a:lnTo>
                  <a:lnTo>
                    <a:pt x="1588328" y="2091380"/>
                  </a:lnTo>
                  <a:lnTo>
                    <a:pt x="1596152" y="2081937"/>
                  </a:lnTo>
                  <a:lnTo>
                    <a:pt x="1603977" y="2072347"/>
                  </a:lnTo>
                  <a:lnTo>
                    <a:pt x="1611801" y="2062622"/>
                  </a:lnTo>
                  <a:lnTo>
                    <a:pt x="1619625" y="2052780"/>
                  </a:lnTo>
                  <a:lnTo>
                    <a:pt x="1627450" y="2042821"/>
                  </a:lnTo>
                  <a:lnTo>
                    <a:pt x="1635274" y="2032740"/>
                  </a:lnTo>
                  <a:lnTo>
                    <a:pt x="1643098" y="2022530"/>
                  </a:lnTo>
                  <a:lnTo>
                    <a:pt x="1650922" y="2012134"/>
                  </a:lnTo>
                  <a:lnTo>
                    <a:pt x="1658747" y="2001551"/>
                  </a:lnTo>
                  <a:lnTo>
                    <a:pt x="1666571" y="1990751"/>
                  </a:lnTo>
                  <a:lnTo>
                    <a:pt x="1674395" y="1979695"/>
                  </a:lnTo>
                  <a:lnTo>
                    <a:pt x="1682220" y="1968336"/>
                  </a:lnTo>
                  <a:lnTo>
                    <a:pt x="1690044" y="1956594"/>
                  </a:lnTo>
                  <a:lnTo>
                    <a:pt x="1697868" y="1944300"/>
                  </a:lnTo>
                  <a:lnTo>
                    <a:pt x="1705692" y="1931452"/>
                  </a:lnTo>
                  <a:lnTo>
                    <a:pt x="1713517" y="1917964"/>
                  </a:lnTo>
                  <a:lnTo>
                    <a:pt x="1721341" y="1903743"/>
                  </a:lnTo>
                  <a:lnTo>
                    <a:pt x="1729165" y="1888691"/>
                  </a:lnTo>
                  <a:lnTo>
                    <a:pt x="1736990" y="1872545"/>
                  </a:lnTo>
                  <a:lnTo>
                    <a:pt x="1744814" y="1855152"/>
                  </a:lnTo>
                  <a:lnTo>
                    <a:pt x="1752638" y="1836521"/>
                  </a:lnTo>
                  <a:lnTo>
                    <a:pt x="1760462" y="1816540"/>
                  </a:lnTo>
                  <a:lnTo>
                    <a:pt x="1768287" y="1795097"/>
                  </a:lnTo>
                  <a:lnTo>
                    <a:pt x="1776111" y="1772085"/>
                  </a:lnTo>
                  <a:lnTo>
                    <a:pt x="1783935" y="1746968"/>
                  </a:lnTo>
                  <a:lnTo>
                    <a:pt x="1791759" y="1719949"/>
                  </a:lnTo>
                  <a:lnTo>
                    <a:pt x="1799584" y="1691014"/>
                  </a:lnTo>
                  <a:lnTo>
                    <a:pt x="1807408" y="1660094"/>
                  </a:lnTo>
                  <a:lnTo>
                    <a:pt x="1815232" y="1627132"/>
                  </a:lnTo>
                  <a:lnTo>
                    <a:pt x="1823057" y="1591974"/>
                  </a:lnTo>
                  <a:lnTo>
                    <a:pt x="1830881" y="1554227"/>
                  </a:lnTo>
                  <a:lnTo>
                    <a:pt x="1838705" y="1514360"/>
                  </a:lnTo>
                  <a:lnTo>
                    <a:pt x="1846529" y="1472398"/>
                  </a:lnTo>
                  <a:lnTo>
                    <a:pt x="1854354" y="1428379"/>
                  </a:lnTo>
                  <a:lnTo>
                    <a:pt x="1862178" y="1382358"/>
                  </a:lnTo>
                  <a:lnTo>
                    <a:pt x="1870002" y="1334159"/>
                  </a:lnTo>
                  <a:lnTo>
                    <a:pt x="1877827" y="1283955"/>
                  </a:lnTo>
                  <a:lnTo>
                    <a:pt x="1885651" y="1232126"/>
                  </a:lnTo>
                  <a:lnTo>
                    <a:pt x="1893475" y="1178814"/>
                  </a:lnTo>
                  <a:lnTo>
                    <a:pt x="1901299" y="1124174"/>
                  </a:lnTo>
                  <a:lnTo>
                    <a:pt x="1909124" y="1068373"/>
                  </a:lnTo>
                  <a:lnTo>
                    <a:pt x="1916948" y="1011438"/>
                  </a:lnTo>
                  <a:lnTo>
                    <a:pt x="1924772" y="953826"/>
                  </a:lnTo>
                  <a:lnTo>
                    <a:pt x="1932596" y="895782"/>
                  </a:lnTo>
                  <a:lnTo>
                    <a:pt x="1940421" y="837521"/>
                  </a:lnTo>
                  <a:lnTo>
                    <a:pt x="1948245" y="779260"/>
                  </a:lnTo>
                  <a:lnTo>
                    <a:pt x="1956069" y="721246"/>
                  </a:lnTo>
                  <a:lnTo>
                    <a:pt x="1963894" y="663897"/>
                  </a:lnTo>
                  <a:lnTo>
                    <a:pt x="1971718" y="607384"/>
                  </a:lnTo>
                  <a:lnTo>
                    <a:pt x="1979542" y="551931"/>
                  </a:lnTo>
                  <a:lnTo>
                    <a:pt x="1987366" y="497755"/>
                  </a:lnTo>
                  <a:lnTo>
                    <a:pt x="1995191" y="445075"/>
                  </a:lnTo>
                  <a:lnTo>
                    <a:pt x="2003015" y="394381"/>
                  </a:lnTo>
                  <a:lnTo>
                    <a:pt x="2010839" y="345995"/>
                  </a:lnTo>
                  <a:lnTo>
                    <a:pt x="2018664" y="299876"/>
                  </a:lnTo>
                  <a:lnTo>
                    <a:pt x="2026488" y="256214"/>
                  </a:lnTo>
                  <a:lnTo>
                    <a:pt x="2034312" y="215195"/>
                  </a:lnTo>
                  <a:lnTo>
                    <a:pt x="2042136" y="176998"/>
                  </a:lnTo>
                  <a:lnTo>
                    <a:pt x="2049961" y="142530"/>
                  </a:lnTo>
                  <a:lnTo>
                    <a:pt x="2057785" y="111473"/>
                  </a:lnTo>
                  <a:lnTo>
                    <a:pt x="2065609" y="83827"/>
                  </a:lnTo>
                  <a:lnTo>
                    <a:pt x="2073434" y="59727"/>
                  </a:lnTo>
                  <a:lnTo>
                    <a:pt x="2081258" y="39297"/>
                  </a:lnTo>
                  <a:lnTo>
                    <a:pt x="2089082" y="22820"/>
                  </a:lnTo>
                  <a:lnTo>
                    <a:pt x="2096906" y="11167"/>
                  </a:lnTo>
                  <a:lnTo>
                    <a:pt x="2104731" y="3541"/>
                  </a:lnTo>
                  <a:lnTo>
                    <a:pt x="2112555" y="0"/>
                  </a:lnTo>
                  <a:lnTo>
                    <a:pt x="2120379" y="588"/>
                  </a:lnTo>
                  <a:lnTo>
                    <a:pt x="2128203" y="5339"/>
                  </a:lnTo>
                  <a:lnTo>
                    <a:pt x="2136028" y="14817"/>
                  </a:lnTo>
                  <a:lnTo>
                    <a:pt x="2143852" y="29042"/>
                  </a:lnTo>
                  <a:lnTo>
                    <a:pt x="2151676" y="47388"/>
                  </a:lnTo>
                  <a:lnTo>
                    <a:pt x="2159501" y="69798"/>
                  </a:lnTo>
                  <a:lnTo>
                    <a:pt x="2167325" y="96201"/>
                  </a:lnTo>
                  <a:lnTo>
                    <a:pt x="2175149" y="126512"/>
                  </a:lnTo>
                  <a:lnTo>
                    <a:pt x="2182973" y="161422"/>
                  </a:lnTo>
                  <a:lnTo>
                    <a:pt x="2190798" y="200100"/>
                  </a:lnTo>
                  <a:lnTo>
                    <a:pt x="2198622" y="242200"/>
                  </a:lnTo>
                  <a:lnTo>
                    <a:pt x="2206446" y="287556"/>
                  </a:lnTo>
                  <a:lnTo>
                    <a:pt x="2214271" y="335990"/>
                  </a:lnTo>
                  <a:lnTo>
                    <a:pt x="2222095" y="387411"/>
                  </a:lnTo>
                  <a:lnTo>
                    <a:pt x="2229919" y="442038"/>
                  </a:lnTo>
                  <a:lnTo>
                    <a:pt x="2237743" y="498976"/>
                  </a:lnTo>
                  <a:lnTo>
                    <a:pt x="2245568" y="557999"/>
                  </a:lnTo>
                  <a:lnTo>
                    <a:pt x="2253392" y="618877"/>
                  </a:lnTo>
                  <a:lnTo>
                    <a:pt x="2261216" y="681376"/>
                  </a:lnTo>
                  <a:lnTo>
                    <a:pt x="2269040" y="745391"/>
                  </a:lnTo>
                  <a:lnTo>
                    <a:pt x="2276865" y="810569"/>
                  </a:lnTo>
                  <a:lnTo>
                    <a:pt x="2284689" y="876480"/>
                  </a:lnTo>
                  <a:lnTo>
                    <a:pt x="2292513" y="942892"/>
                  </a:lnTo>
                  <a:lnTo>
                    <a:pt x="2300338" y="1009574"/>
                  </a:lnTo>
                  <a:lnTo>
                    <a:pt x="2308162" y="1076302"/>
                  </a:lnTo>
                  <a:lnTo>
                    <a:pt x="2315986" y="1142742"/>
                  </a:lnTo>
                  <a:lnTo>
                    <a:pt x="2323810" y="1208631"/>
                  </a:lnTo>
                  <a:lnTo>
                    <a:pt x="2331635" y="1273789"/>
                  </a:lnTo>
                  <a:lnTo>
                    <a:pt x="2339459" y="1338028"/>
                  </a:lnTo>
                  <a:lnTo>
                    <a:pt x="2347283" y="1401173"/>
                  </a:lnTo>
                  <a:lnTo>
                    <a:pt x="2355108" y="1463005"/>
                  </a:lnTo>
                  <a:lnTo>
                    <a:pt x="2362932" y="1523008"/>
                  </a:lnTo>
                  <a:lnTo>
                    <a:pt x="2370756" y="1581354"/>
                  </a:lnTo>
                  <a:lnTo>
                    <a:pt x="2378580" y="1637926"/>
                  </a:lnTo>
                  <a:lnTo>
                    <a:pt x="2386405" y="1692616"/>
                  </a:lnTo>
                  <a:lnTo>
                    <a:pt x="2394229" y="1745329"/>
                  </a:lnTo>
                  <a:lnTo>
                    <a:pt x="2402053" y="1795713"/>
                  </a:lnTo>
                  <a:lnTo>
                    <a:pt x="2409878" y="1843615"/>
                  </a:lnTo>
                  <a:lnTo>
                    <a:pt x="2417702" y="1889300"/>
                  </a:lnTo>
                  <a:lnTo>
                    <a:pt x="2425526" y="1932739"/>
                  </a:lnTo>
                  <a:lnTo>
                    <a:pt x="2433350" y="1973909"/>
                  </a:lnTo>
                  <a:lnTo>
                    <a:pt x="2441175" y="2012801"/>
                  </a:lnTo>
                  <a:lnTo>
                    <a:pt x="2448999" y="2048937"/>
                  </a:lnTo>
                  <a:lnTo>
                    <a:pt x="2456823" y="2082693"/>
                  </a:lnTo>
                  <a:lnTo>
                    <a:pt x="2464647" y="2114238"/>
                  </a:lnTo>
                  <a:lnTo>
                    <a:pt x="2472472" y="2143616"/>
                  </a:lnTo>
                  <a:lnTo>
                    <a:pt x="2480296" y="2170875"/>
                  </a:lnTo>
                  <a:lnTo>
                    <a:pt x="2488120" y="2196014"/>
                  </a:lnTo>
                  <a:lnTo>
                    <a:pt x="2495945" y="2218709"/>
                  </a:lnTo>
                  <a:lnTo>
                    <a:pt x="2503769" y="2239534"/>
                  </a:lnTo>
                  <a:lnTo>
                    <a:pt x="2511593" y="2258572"/>
                  </a:lnTo>
                  <a:lnTo>
                    <a:pt x="2519417" y="2275905"/>
                  </a:lnTo>
                  <a:lnTo>
                    <a:pt x="2527242" y="2291620"/>
                  </a:lnTo>
                  <a:lnTo>
                    <a:pt x="2535066" y="2305639"/>
                  </a:lnTo>
                  <a:lnTo>
                    <a:pt x="2542890" y="2318051"/>
                  </a:lnTo>
                  <a:lnTo>
                    <a:pt x="2550715" y="2329179"/>
                  </a:lnTo>
                  <a:lnTo>
                    <a:pt x="2558539" y="2339110"/>
                  </a:lnTo>
                  <a:lnTo>
                    <a:pt x="2566363" y="2347933"/>
                  </a:lnTo>
                  <a:lnTo>
                    <a:pt x="2574187" y="2355732"/>
                  </a:lnTo>
                  <a:lnTo>
                    <a:pt x="2582012" y="2362422"/>
                  </a:lnTo>
                  <a:lnTo>
                    <a:pt x="2589836" y="2368248"/>
                  </a:lnTo>
                  <a:lnTo>
                    <a:pt x="2597660" y="2373343"/>
                  </a:lnTo>
                  <a:lnTo>
                    <a:pt x="2605485" y="2377774"/>
                  </a:lnTo>
                  <a:lnTo>
                    <a:pt x="2613309" y="2381607"/>
                  </a:lnTo>
                  <a:lnTo>
                    <a:pt x="2621133" y="2384893"/>
                  </a:lnTo>
                  <a:lnTo>
                    <a:pt x="2628957" y="2387609"/>
                  </a:lnTo>
                  <a:lnTo>
                    <a:pt x="2636782" y="2389934"/>
                  </a:lnTo>
                  <a:lnTo>
                    <a:pt x="2644606" y="2391914"/>
                  </a:lnTo>
                  <a:lnTo>
                    <a:pt x="2652430" y="2393590"/>
                  </a:lnTo>
                  <a:lnTo>
                    <a:pt x="2660254" y="2394999"/>
                  </a:lnTo>
                  <a:lnTo>
                    <a:pt x="2668079" y="2396155"/>
                  </a:lnTo>
                  <a:lnTo>
                    <a:pt x="2675903" y="2397095"/>
                  </a:lnTo>
                  <a:lnTo>
                    <a:pt x="2683727" y="2397878"/>
                  </a:lnTo>
                  <a:lnTo>
                    <a:pt x="2691552" y="2398527"/>
                  </a:lnTo>
                  <a:lnTo>
                    <a:pt x="2699376" y="2399060"/>
                  </a:lnTo>
                  <a:lnTo>
                    <a:pt x="2707200" y="2399495"/>
                  </a:lnTo>
                  <a:lnTo>
                    <a:pt x="2715024" y="2399835"/>
                  </a:lnTo>
                  <a:lnTo>
                    <a:pt x="2722849" y="2400108"/>
                  </a:lnTo>
                  <a:lnTo>
                    <a:pt x="2730673" y="2400330"/>
                  </a:lnTo>
                  <a:lnTo>
                    <a:pt x="2738497" y="2400508"/>
                  </a:lnTo>
                  <a:lnTo>
                    <a:pt x="2746322" y="2400650"/>
                  </a:lnTo>
                  <a:lnTo>
                    <a:pt x="2754146" y="2400762"/>
                  </a:lnTo>
                  <a:lnTo>
                    <a:pt x="2761970" y="2400845"/>
                  </a:lnTo>
                  <a:lnTo>
                    <a:pt x="2769794" y="2400912"/>
                  </a:lnTo>
                  <a:lnTo>
                    <a:pt x="2777619" y="2400964"/>
                  </a:lnTo>
                  <a:lnTo>
                    <a:pt x="2785443" y="2401005"/>
                  </a:lnTo>
                  <a:lnTo>
                    <a:pt x="2793267" y="2401037"/>
                  </a:lnTo>
                  <a:lnTo>
                    <a:pt x="2801091" y="2401060"/>
                  </a:lnTo>
                  <a:lnTo>
                    <a:pt x="2808916" y="2401078"/>
                  </a:lnTo>
                  <a:lnTo>
                    <a:pt x="2816740" y="2401091"/>
                  </a:lnTo>
                  <a:lnTo>
                    <a:pt x="2824564" y="2401101"/>
                  </a:lnTo>
                  <a:lnTo>
                    <a:pt x="2832389" y="2401109"/>
                  </a:lnTo>
                  <a:lnTo>
                    <a:pt x="2840213" y="2401115"/>
                  </a:lnTo>
                  <a:lnTo>
                    <a:pt x="2848037" y="2401119"/>
                  </a:lnTo>
                  <a:lnTo>
                    <a:pt x="2855861" y="2401122"/>
                  </a:lnTo>
                  <a:lnTo>
                    <a:pt x="2863686" y="2401125"/>
                  </a:lnTo>
                  <a:lnTo>
                    <a:pt x="2871510" y="2401126"/>
                  </a:lnTo>
                  <a:lnTo>
                    <a:pt x="2879334" y="2401127"/>
                  </a:lnTo>
                  <a:lnTo>
                    <a:pt x="2887159" y="2401128"/>
                  </a:lnTo>
                  <a:lnTo>
                    <a:pt x="2894983" y="2401129"/>
                  </a:lnTo>
                  <a:lnTo>
                    <a:pt x="2902807" y="2401129"/>
                  </a:lnTo>
                  <a:lnTo>
                    <a:pt x="2910631" y="2401130"/>
                  </a:lnTo>
                  <a:lnTo>
                    <a:pt x="2918456" y="2401130"/>
                  </a:lnTo>
                  <a:lnTo>
                    <a:pt x="2926280" y="2401130"/>
                  </a:lnTo>
                  <a:lnTo>
                    <a:pt x="2934104" y="2401130"/>
                  </a:lnTo>
                  <a:lnTo>
                    <a:pt x="2941929" y="2401130"/>
                  </a:lnTo>
                  <a:lnTo>
                    <a:pt x="2949753" y="2401130"/>
                  </a:lnTo>
                  <a:lnTo>
                    <a:pt x="2957577" y="2401130"/>
                  </a:lnTo>
                  <a:lnTo>
                    <a:pt x="2965401" y="2401130"/>
                  </a:lnTo>
                  <a:lnTo>
                    <a:pt x="2973226" y="2401130"/>
                  </a:lnTo>
                  <a:lnTo>
                    <a:pt x="2981050" y="2401130"/>
                  </a:lnTo>
                  <a:lnTo>
                    <a:pt x="2988874" y="2401130"/>
                  </a:lnTo>
                  <a:lnTo>
                    <a:pt x="2996698" y="2401130"/>
                  </a:lnTo>
                  <a:lnTo>
                    <a:pt x="3004523" y="2401130"/>
                  </a:lnTo>
                  <a:lnTo>
                    <a:pt x="3012347" y="2401130"/>
                  </a:lnTo>
                  <a:lnTo>
                    <a:pt x="3020171" y="2401130"/>
                  </a:lnTo>
                  <a:lnTo>
                    <a:pt x="3027996" y="2401130"/>
                  </a:lnTo>
                  <a:lnTo>
                    <a:pt x="3035820" y="2401130"/>
                  </a:lnTo>
                  <a:lnTo>
                    <a:pt x="3043644" y="2401130"/>
                  </a:lnTo>
                  <a:lnTo>
                    <a:pt x="3051468" y="2401130"/>
                  </a:lnTo>
                  <a:lnTo>
                    <a:pt x="3059293" y="2401130"/>
                  </a:lnTo>
                  <a:lnTo>
                    <a:pt x="3067117" y="2401130"/>
                  </a:lnTo>
                  <a:lnTo>
                    <a:pt x="3074941" y="2401130"/>
                  </a:lnTo>
                  <a:lnTo>
                    <a:pt x="3082766" y="2401130"/>
                  </a:lnTo>
                  <a:lnTo>
                    <a:pt x="3090590" y="2401130"/>
                  </a:lnTo>
                  <a:lnTo>
                    <a:pt x="3098414" y="2401130"/>
                  </a:lnTo>
                  <a:lnTo>
                    <a:pt x="3106238" y="2401130"/>
                  </a:lnTo>
                  <a:lnTo>
                    <a:pt x="3114063" y="2401130"/>
                  </a:lnTo>
                  <a:lnTo>
                    <a:pt x="3121887" y="2401130"/>
                  </a:lnTo>
                  <a:lnTo>
                    <a:pt x="3129711" y="2401130"/>
                  </a:lnTo>
                  <a:lnTo>
                    <a:pt x="3137536" y="2401130"/>
                  </a:lnTo>
                  <a:lnTo>
                    <a:pt x="3145360" y="2401130"/>
                  </a:lnTo>
                  <a:lnTo>
                    <a:pt x="3153184" y="2401130"/>
                  </a:lnTo>
                  <a:lnTo>
                    <a:pt x="3161008" y="2401130"/>
                  </a:lnTo>
                  <a:lnTo>
                    <a:pt x="3168833" y="2401130"/>
                  </a:lnTo>
                  <a:lnTo>
                    <a:pt x="3176657" y="2401130"/>
                  </a:lnTo>
                  <a:lnTo>
                    <a:pt x="3184481" y="2401130"/>
                  </a:lnTo>
                  <a:lnTo>
                    <a:pt x="3192305" y="2401130"/>
                  </a:lnTo>
                  <a:lnTo>
                    <a:pt x="3200130" y="2401130"/>
                  </a:lnTo>
                  <a:lnTo>
                    <a:pt x="3207954" y="2401130"/>
                  </a:lnTo>
                  <a:lnTo>
                    <a:pt x="3215778" y="2401130"/>
                  </a:lnTo>
                  <a:lnTo>
                    <a:pt x="3223603" y="2401130"/>
                  </a:lnTo>
                  <a:lnTo>
                    <a:pt x="3231427" y="2401130"/>
                  </a:lnTo>
                  <a:lnTo>
                    <a:pt x="3239251" y="2401130"/>
                  </a:lnTo>
                  <a:lnTo>
                    <a:pt x="3247075" y="2401130"/>
                  </a:lnTo>
                  <a:lnTo>
                    <a:pt x="3254900" y="2401130"/>
                  </a:lnTo>
                  <a:lnTo>
                    <a:pt x="3262724" y="2401130"/>
                  </a:lnTo>
                  <a:lnTo>
                    <a:pt x="3270548" y="2401130"/>
                  </a:lnTo>
                  <a:lnTo>
                    <a:pt x="3278373" y="2401130"/>
                  </a:lnTo>
                  <a:lnTo>
                    <a:pt x="3286197" y="2401130"/>
                  </a:lnTo>
                  <a:lnTo>
                    <a:pt x="3294021" y="2401130"/>
                  </a:lnTo>
                  <a:lnTo>
                    <a:pt x="3301845" y="2401130"/>
                  </a:lnTo>
                  <a:lnTo>
                    <a:pt x="3309670" y="2401130"/>
                  </a:lnTo>
                  <a:lnTo>
                    <a:pt x="3317494" y="2401130"/>
                  </a:lnTo>
                  <a:lnTo>
                    <a:pt x="3325318" y="2401130"/>
                  </a:lnTo>
                  <a:lnTo>
                    <a:pt x="3333142" y="2401130"/>
                  </a:lnTo>
                  <a:lnTo>
                    <a:pt x="3340967" y="2401130"/>
                  </a:lnTo>
                  <a:lnTo>
                    <a:pt x="3348791" y="2401130"/>
                  </a:lnTo>
                  <a:lnTo>
                    <a:pt x="3356615" y="2401130"/>
                  </a:lnTo>
                  <a:lnTo>
                    <a:pt x="3364440" y="2401130"/>
                  </a:lnTo>
                  <a:lnTo>
                    <a:pt x="3372264" y="2401130"/>
                  </a:lnTo>
                  <a:lnTo>
                    <a:pt x="3380088" y="2401130"/>
                  </a:lnTo>
                  <a:lnTo>
                    <a:pt x="3387912" y="2401130"/>
                  </a:lnTo>
                  <a:lnTo>
                    <a:pt x="3395737" y="2401130"/>
                  </a:lnTo>
                  <a:lnTo>
                    <a:pt x="3403561" y="2401130"/>
                  </a:lnTo>
                  <a:lnTo>
                    <a:pt x="3411385" y="2401130"/>
                  </a:lnTo>
                  <a:lnTo>
                    <a:pt x="3419210" y="2401130"/>
                  </a:lnTo>
                  <a:lnTo>
                    <a:pt x="3427034" y="2401130"/>
                  </a:lnTo>
                  <a:lnTo>
                    <a:pt x="3434858" y="2401130"/>
                  </a:lnTo>
                  <a:lnTo>
                    <a:pt x="3442682" y="2401130"/>
                  </a:lnTo>
                  <a:lnTo>
                    <a:pt x="3450507" y="2401130"/>
                  </a:lnTo>
                  <a:lnTo>
                    <a:pt x="3458331" y="2401130"/>
                  </a:lnTo>
                  <a:lnTo>
                    <a:pt x="3466155" y="2401130"/>
                  </a:lnTo>
                  <a:lnTo>
                    <a:pt x="3473980" y="2401130"/>
                  </a:lnTo>
                  <a:lnTo>
                    <a:pt x="3481804" y="2401130"/>
                  </a:lnTo>
                  <a:lnTo>
                    <a:pt x="3489628" y="2401130"/>
                  </a:lnTo>
                  <a:lnTo>
                    <a:pt x="3497452" y="2401130"/>
                  </a:lnTo>
                  <a:lnTo>
                    <a:pt x="3505277" y="2401130"/>
                  </a:lnTo>
                  <a:lnTo>
                    <a:pt x="3513101" y="2401130"/>
                  </a:lnTo>
                  <a:lnTo>
                    <a:pt x="3520925" y="2401130"/>
                  </a:lnTo>
                  <a:lnTo>
                    <a:pt x="3528749" y="2401130"/>
                  </a:lnTo>
                  <a:lnTo>
                    <a:pt x="3536574" y="2401130"/>
                  </a:lnTo>
                  <a:lnTo>
                    <a:pt x="3544398" y="2401130"/>
                  </a:lnTo>
                  <a:lnTo>
                    <a:pt x="3552222" y="2401130"/>
                  </a:lnTo>
                  <a:lnTo>
                    <a:pt x="3560047" y="2401130"/>
                  </a:lnTo>
                  <a:lnTo>
                    <a:pt x="3567871" y="2401130"/>
                  </a:lnTo>
                  <a:lnTo>
                    <a:pt x="3575695" y="2401130"/>
                  </a:lnTo>
                  <a:lnTo>
                    <a:pt x="3583519" y="2401130"/>
                  </a:lnTo>
                  <a:lnTo>
                    <a:pt x="3591344" y="2401130"/>
                  </a:lnTo>
                  <a:lnTo>
                    <a:pt x="3599168" y="2401130"/>
                  </a:lnTo>
                  <a:lnTo>
                    <a:pt x="3606992" y="2401130"/>
                  </a:lnTo>
                  <a:lnTo>
                    <a:pt x="3614817" y="2401130"/>
                  </a:lnTo>
                  <a:lnTo>
                    <a:pt x="3622641" y="2401130"/>
                  </a:lnTo>
                  <a:lnTo>
                    <a:pt x="3630465" y="2401130"/>
                  </a:lnTo>
                  <a:lnTo>
                    <a:pt x="3638289" y="2401130"/>
                  </a:lnTo>
                  <a:lnTo>
                    <a:pt x="3646114" y="2401130"/>
                  </a:lnTo>
                  <a:lnTo>
                    <a:pt x="3653938" y="2401130"/>
                  </a:lnTo>
                  <a:lnTo>
                    <a:pt x="3661762" y="2401130"/>
                  </a:lnTo>
                  <a:lnTo>
                    <a:pt x="3669586" y="2401130"/>
                  </a:lnTo>
                  <a:lnTo>
                    <a:pt x="3677411" y="2401130"/>
                  </a:lnTo>
                  <a:lnTo>
                    <a:pt x="3685235" y="2401130"/>
                  </a:lnTo>
                  <a:lnTo>
                    <a:pt x="3693059" y="2401130"/>
                  </a:lnTo>
                  <a:lnTo>
                    <a:pt x="3700884" y="2401130"/>
                  </a:lnTo>
                  <a:lnTo>
                    <a:pt x="3708708" y="2401130"/>
                  </a:lnTo>
                  <a:lnTo>
                    <a:pt x="3716532" y="2401130"/>
                  </a:lnTo>
                  <a:lnTo>
                    <a:pt x="3724356" y="2401130"/>
                  </a:lnTo>
                  <a:lnTo>
                    <a:pt x="3732181" y="2401130"/>
                  </a:lnTo>
                  <a:lnTo>
                    <a:pt x="3740005" y="2401130"/>
                  </a:lnTo>
                  <a:lnTo>
                    <a:pt x="3747829" y="2401130"/>
                  </a:lnTo>
                  <a:lnTo>
                    <a:pt x="3755654" y="2401130"/>
                  </a:lnTo>
                  <a:lnTo>
                    <a:pt x="3763478" y="2401130"/>
                  </a:lnTo>
                  <a:lnTo>
                    <a:pt x="3771302" y="2401130"/>
                  </a:lnTo>
                  <a:lnTo>
                    <a:pt x="3779126" y="2401130"/>
                  </a:lnTo>
                  <a:lnTo>
                    <a:pt x="3786951" y="2401130"/>
                  </a:lnTo>
                  <a:lnTo>
                    <a:pt x="3794775" y="2401130"/>
                  </a:lnTo>
                  <a:lnTo>
                    <a:pt x="3802599" y="2401130"/>
                  </a:lnTo>
                  <a:lnTo>
                    <a:pt x="3810424" y="2401130"/>
                  </a:lnTo>
                  <a:lnTo>
                    <a:pt x="3818248" y="2401130"/>
                  </a:lnTo>
                  <a:lnTo>
                    <a:pt x="3826072" y="2401130"/>
                  </a:lnTo>
                  <a:lnTo>
                    <a:pt x="3833896" y="2401130"/>
                  </a:lnTo>
                  <a:lnTo>
                    <a:pt x="3841721" y="2401130"/>
                  </a:lnTo>
                  <a:lnTo>
                    <a:pt x="3849545" y="2401130"/>
                  </a:lnTo>
                  <a:lnTo>
                    <a:pt x="3857369" y="2401130"/>
                  </a:lnTo>
                  <a:lnTo>
                    <a:pt x="3865193" y="2401130"/>
                  </a:lnTo>
                  <a:lnTo>
                    <a:pt x="3873018" y="2401130"/>
                  </a:lnTo>
                  <a:lnTo>
                    <a:pt x="3880842" y="2401130"/>
                  </a:lnTo>
                  <a:lnTo>
                    <a:pt x="3888666" y="2401130"/>
                  </a:lnTo>
                  <a:lnTo>
                    <a:pt x="3896491" y="2401130"/>
                  </a:lnTo>
                  <a:lnTo>
                    <a:pt x="3904315" y="2401130"/>
                  </a:lnTo>
                  <a:lnTo>
                    <a:pt x="3912139" y="2401130"/>
                  </a:lnTo>
                  <a:lnTo>
                    <a:pt x="3919963" y="2401130"/>
                  </a:lnTo>
                  <a:lnTo>
                    <a:pt x="3927788" y="2401130"/>
                  </a:lnTo>
                  <a:lnTo>
                    <a:pt x="3935612" y="2401130"/>
                  </a:lnTo>
                  <a:lnTo>
                    <a:pt x="3943436" y="2401130"/>
                  </a:lnTo>
                  <a:lnTo>
                    <a:pt x="3951261" y="2401130"/>
                  </a:lnTo>
                  <a:lnTo>
                    <a:pt x="3959085" y="2401130"/>
                  </a:lnTo>
                  <a:lnTo>
                    <a:pt x="3966909" y="2401130"/>
                  </a:lnTo>
                  <a:lnTo>
                    <a:pt x="3974733" y="2401130"/>
                  </a:lnTo>
                  <a:lnTo>
                    <a:pt x="3982558" y="2401130"/>
                  </a:lnTo>
                  <a:lnTo>
                    <a:pt x="3990382" y="2401130"/>
                  </a:lnTo>
                  <a:lnTo>
                    <a:pt x="3998206" y="2401130"/>
                  </a:lnTo>
                  <a:lnTo>
                    <a:pt x="3990382" y="2401130"/>
                  </a:lnTo>
                  <a:lnTo>
                    <a:pt x="3982558" y="2401130"/>
                  </a:lnTo>
                  <a:lnTo>
                    <a:pt x="3974733" y="2401130"/>
                  </a:lnTo>
                  <a:lnTo>
                    <a:pt x="3966909" y="2401130"/>
                  </a:lnTo>
                  <a:lnTo>
                    <a:pt x="3959085" y="2401130"/>
                  </a:lnTo>
                  <a:lnTo>
                    <a:pt x="3951261" y="2401130"/>
                  </a:lnTo>
                  <a:lnTo>
                    <a:pt x="3943436" y="2401130"/>
                  </a:lnTo>
                  <a:lnTo>
                    <a:pt x="3935612" y="2401130"/>
                  </a:lnTo>
                  <a:lnTo>
                    <a:pt x="3927788" y="2401130"/>
                  </a:lnTo>
                  <a:lnTo>
                    <a:pt x="3919963" y="2401130"/>
                  </a:lnTo>
                  <a:lnTo>
                    <a:pt x="3912139" y="2401130"/>
                  </a:lnTo>
                  <a:lnTo>
                    <a:pt x="3904315" y="2401130"/>
                  </a:lnTo>
                  <a:lnTo>
                    <a:pt x="3896491" y="2401130"/>
                  </a:lnTo>
                  <a:lnTo>
                    <a:pt x="3888666" y="2401130"/>
                  </a:lnTo>
                  <a:lnTo>
                    <a:pt x="3880842" y="2401130"/>
                  </a:lnTo>
                  <a:lnTo>
                    <a:pt x="3873018" y="2401130"/>
                  </a:lnTo>
                  <a:lnTo>
                    <a:pt x="3865193" y="2401130"/>
                  </a:lnTo>
                  <a:lnTo>
                    <a:pt x="3857369" y="2401130"/>
                  </a:lnTo>
                  <a:lnTo>
                    <a:pt x="3849545" y="2401130"/>
                  </a:lnTo>
                  <a:lnTo>
                    <a:pt x="3841721" y="2401130"/>
                  </a:lnTo>
                  <a:lnTo>
                    <a:pt x="3833896" y="2401130"/>
                  </a:lnTo>
                  <a:lnTo>
                    <a:pt x="3826072" y="2401130"/>
                  </a:lnTo>
                  <a:lnTo>
                    <a:pt x="3818248" y="2401130"/>
                  </a:lnTo>
                  <a:lnTo>
                    <a:pt x="3810424" y="2401130"/>
                  </a:lnTo>
                  <a:lnTo>
                    <a:pt x="3802599" y="2401130"/>
                  </a:lnTo>
                  <a:lnTo>
                    <a:pt x="3794775" y="2401130"/>
                  </a:lnTo>
                  <a:lnTo>
                    <a:pt x="3786951" y="2401130"/>
                  </a:lnTo>
                  <a:lnTo>
                    <a:pt x="3779126" y="2401130"/>
                  </a:lnTo>
                  <a:lnTo>
                    <a:pt x="3771302" y="2401130"/>
                  </a:lnTo>
                  <a:lnTo>
                    <a:pt x="3763478" y="2401130"/>
                  </a:lnTo>
                  <a:lnTo>
                    <a:pt x="3755654" y="2401130"/>
                  </a:lnTo>
                  <a:lnTo>
                    <a:pt x="3747829" y="2401130"/>
                  </a:lnTo>
                  <a:lnTo>
                    <a:pt x="3740005" y="2401130"/>
                  </a:lnTo>
                  <a:lnTo>
                    <a:pt x="3732181" y="2401130"/>
                  </a:lnTo>
                  <a:lnTo>
                    <a:pt x="3724356" y="2401130"/>
                  </a:lnTo>
                  <a:lnTo>
                    <a:pt x="3716532" y="2401130"/>
                  </a:lnTo>
                  <a:lnTo>
                    <a:pt x="3708708" y="2401130"/>
                  </a:lnTo>
                  <a:lnTo>
                    <a:pt x="3700884" y="2401130"/>
                  </a:lnTo>
                  <a:lnTo>
                    <a:pt x="3693059" y="2401130"/>
                  </a:lnTo>
                  <a:lnTo>
                    <a:pt x="3685235" y="2401130"/>
                  </a:lnTo>
                  <a:lnTo>
                    <a:pt x="3677411" y="2401130"/>
                  </a:lnTo>
                  <a:lnTo>
                    <a:pt x="3669586" y="2401130"/>
                  </a:lnTo>
                  <a:lnTo>
                    <a:pt x="3661762" y="2401130"/>
                  </a:lnTo>
                  <a:lnTo>
                    <a:pt x="3653938" y="2401130"/>
                  </a:lnTo>
                  <a:lnTo>
                    <a:pt x="3646114" y="2401130"/>
                  </a:lnTo>
                  <a:lnTo>
                    <a:pt x="3638289" y="2401130"/>
                  </a:lnTo>
                  <a:lnTo>
                    <a:pt x="3630465" y="2401130"/>
                  </a:lnTo>
                  <a:lnTo>
                    <a:pt x="3622641" y="2401130"/>
                  </a:lnTo>
                  <a:lnTo>
                    <a:pt x="3614817" y="2401130"/>
                  </a:lnTo>
                  <a:lnTo>
                    <a:pt x="3606992" y="2401130"/>
                  </a:lnTo>
                  <a:lnTo>
                    <a:pt x="3599168" y="2401130"/>
                  </a:lnTo>
                  <a:lnTo>
                    <a:pt x="3591344" y="2401130"/>
                  </a:lnTo>
                  <a:lnTo>
                    <a:pt x="3583519" y="2401130"/>
                  </a:lnTo>
                  <a:lnTo>
                    <a:pt x="3575695" y="2401130"/>
                  </a:lnTo>
                  <a:lnTo>
                    <a:pt x="3567871" y="2401130"/>
                  </a:lnTo>
                  <a:lnTo>
                    <a:pt x="3560047" y="2401130"/>
                  </a:lnTo>
                  <a:lnTo>
                    <a:pt x="3552222" y="2401130"/>
                  </a:lnTo>
                  <a:lnTo>
                    <a:pt x="3544398" y="2401130"/>
                  </a:lnTo>
                  <a:lnTo>
                    <a:pt x="3536574" y="2401130"/>
                  </a:lnTo>
                  <a:lnTo>
                    <a:pt x="3528749" y="2401130"/>
                  </a:lnTo>
                  <a:lnTo>
                    <a:pt x="3520925" y="2401130"/>
                  </a:lnTo>
                  <a:lnTo>
                    <a:pt x="3513101" y="2401130"/>
                  </a:lnTo>
                  <a:lnTo>
                    <a:pt x="3505277" y="2401130"/>
                  </a:lnTo>
                  <a:lnTo>
                    <a:pt x="3497452" y="2401130"/>
                  </a:lnTo>
                  <a:lnTo>
                    <a:pt x="3489628" y="2401130"/>
                  </a:lnTo>
                  <a:lnTo>
                    <a:pt x="3481804" y="2401130"/>
                  </a:lnTo>
                  <a:lnTo>
                    <a:pt x="3473980" y="2401130"/>
                  </a:lnTo>
                  <a:lnTo>
                    <a:pt x="3466155" y="2401130"/>
                  </a:lnTo>
                  <a:lnTo>
                    <a:pt x="3458331" y="2401130"/>
                  </a:lnTo>
                  <a:lnTo>
                    <a:pt x="3450507" y="2401130"/>
                  </a:lnTo>
                  <a:lnTo>
                    <a:pt x="3442682" y="2401130"/>
                  </a:lnTo>
                  <a:lnTo>
                    <a:pt x="3434858" y="2401130"/>
                  </a:lnTo>
                  <a:lnTo>
                    <a:pt x="3427034" y="2401130"/>
                  </a:lnTo>
                  <a:lnTo>
                    <a:pt x="3419210" y="2401130"/>
                  </a:lnTo>
                  <a:lnTo>
                    <a:pt x="3411385" y="2401130"/>
                  </a:lnTo>
                  <a:lnTo>
                    <a:pt x="3403561" y="2401130"/>
                  </a:lnTo>
                  <a:lnTo>
                    <a:pt x="3395737" y="2401130"/>
                  </a:lnTo>
                  <a:lnTo>
                    <a:pt x="3387912" y="2401130"/>
                  </a:lnTo>
                  <a:lnTo>
                    <a:pt x="3380088" y="2401130"/>
                  </a:lnTo>
                  <a:lnTo>
                    <a:pt x="3372264" y="2401130"/>
                  </a:lnTo>
                  <a:lnTo>
                    <a:pt x="3364440" y="2401130"/>
                  </a:lnTo>
                  <a:lnTo>
                    <a:pt x="3356615" y="2401130"/>
                  </a:lnTo>
                  <a:lnTo>
                    <a:pt x="3348791" y="2401130"/>
                  </a:lnTo>
                  <a:lnTo>
                    <a:pt x="3340967" y="2401130"/>
                  </a:lnTo>
                  <a:lnTo>
                    <a:pt x="3333142" y="2401130"/>
                  </a:lnTo>
                  <a:lnTo>
                    <a:pt x="3325318" y="2401130"/>
                  </a:lnTo>
                  <a:lnTo>
                    <a:pt x="3317494" y="2401130"/>
                  </a:lnTo>
                  <a:lnTo>
                    <a:pt x="3309670" y="2401130"/>
                  </a:lnTo>
                  <a:lnTo>
                    <a:pt x="3301845" y="2401130"/>
                  </a:lnTo>
                  <a:lnTo>
                    <a:pt x="3294021" y="2401130"/>
                  </a:lnTo>
                  <a:lnTo>
                    <a:pt x="3286197" y="2401130"/>
                  </a:lnTo>
                  <a:lnTo>
                    <a:pt x="3278373" y="2401130"/>
                  </a:lnTo>
                  <a:lnTo>
                    <a:pt x="3270548" y="2401130"/>
                  </a:lnTo>
                  <a:lnTo>
                    <a:pt x="3262724" y="2401130"/>
                  </a:lnTo>
                  <a:lnTo>
                    <a:pt x="3254900" y="2401130"/>
                  </a:lnTo>
                  <a:lnTo>
                    <a:pt x="3247075" y="2401130"/>
                  </a:lnTo>
                  <a:lnTo>
                    <a:pt x="3239251" y="2401130"/>
                  </a:lnTo>
                  <a:lnTo>
                    <a:pt x="3231427" y="2401130"/>
                  </a:lnTo>
                  <a:lnTo>
                    <a:pt x="3223603" y="2401130"/>
                  </a:lnTo>
                  <a:lnTo>
                    <a:pt x="3215778" y="2401130"/>
                  </a:lnTo>
                  <a:lnTo>
                    <a:pt x="3207954" y="2401130"/>
                  </a:lnTo>
                  <a:lnTo>
                    <a:pt x="3200130" y="2401130"/>
                  </a:lnTo>
                  <a:lnTo>
                    <a:pt x="3192305" y="2401130"/>
                  </a:lnTo>
                  <a:lnTo>
                    <a:pt x="3184481" y="2401130"/>
                  </a:lnTo>
                  <a:lnTo>
                    <a:pt x="3176657" y="2401130"/>
                  </a:lnTo>
                  <a:lnTo>
                    <a:pt x="3168833" y="2401130"/>
                  </a:lnTo>
                  <a:lnTo>
                    <a:pt x="3161008" y="2401130"/>
                  </a:lnTo>
                  <a:lnTo>
                    <a:pt x="3153184" y="2401130"/>
                  </a:lnTo>
                  <a:lnTo>
                    <a:pt x="3145360" y="2401130"/>
                  </a:lnTo>
                  <a:lnTo>
                    <a:pt x="3137536" y="2401130"/>
                  </a:lnTo>
                  <a:lnTo>
                    <a:pt x="3129711" y="2401130"/>
                  </a:lnTo>
                  <a:lnTo>
                    <a:pt x="3121887" y="2401130"/>
                  </a:lnTo>
                  <a:lnTo>
                    <a:pt x="3114063" y="2401130"/>
                  </a:lnTo>
                  <a:lnTo>
                    <a:pt x="3106238" y="2401130"/>
                  </a:lnTo>
                  <a:lnTo>
                    <a:pt x="3098414" y="2401130"/>
                  </a:lnTo>
                  <a:lnTo>
                    <a:pt x="3090590" y="2401130"/>
                  </a:lnTo>
                  <a:lnTo>
                    <a:pt x="3082766" y="2401130"/>
                  </a:lnTo>
                  <a:lnTo>
                    <a:pt x="3074941" y="2401130"/>
                  </a:lnTo>
                  <a:lnTo>
                    <a:pt x="3067117" y="2401130"/>
                  </a:lnTo>
                  <a:lnTo>
                    <a:pt x="3059293" y="2401130"/>
                  </a:lnTo>
                  <a:lnTo>
                    <a:pt x="3051468" y="2401130"/>
                  </a:lnTo>
                  <a:lnTo>
                    <a:pt x="3043644" y="2401130"/>
                  </a:lnTo>
                  <a:lnTo>
                    <a:pt x="3035820" y="2401130"/>
                  </a:lnTo>
                  <a:lnTo>
                    <a:pt x="3027996" y="2401130"/>
                  </a:lnTo>
                  <a:lnTo>
                    <a:pt x="3020171" y="2401130"/>
                  </a:lnTo>
                  <a:lnTo>
                    <a:pt x="3012347" y="2401130"/>
                  </a:lnTo>
                  <a:lnTo>
                    <a:pt x="3004523" y="2401130"/>
                  </a:lnTo>
                  <a:lnTo>
                    <a:pt x="2996698" y="2401130"/>
                  </a:lnTo>
                  <a:lnTo>
                    <a:pt x="2988874" y="2401130"/>
                  </a:lnTo>
                  <a:lnTo>
                    <a:pt x="2981050" y="2401130"/>
                  </a:lnTo>
                  <a:lnTo>
                    <a:pt x="2973226" y="2401130"/>
                  </a:lnTo>
                  <a:lnTo>
                    <a:pt x="2965401" y="2401130"/>
                  </a:lnTo>
                  <a:lnTo>
                    <a:pt x="2957577" y="2401130"/>
                  </a:lnTo>
                  <a:lnTo>
                    <a:pt x="2949753" y="2401130"/>
                  </a:lnTo>
                  <a:lnTo>
                    <a:pt x="2941929" y="2401130"/>
                  </a:lnTo>
                  <a:lnTo>
                    <a:pt x="2934104" y="2401130"/>
                  </a:lnTo>
                  <a:lnTo>
                    <a:pt x="2926280" y="2401130"/>
                  </a:lnTo>
                  <a:lnTo>
                    <a:pt x="2918456" y="2401130"/>
                  </a:lnTo>
                  <a:lnTo>
                    <a:pt x="2910631" y="2401130"/>
                  </a:lnTo>
                  <a:lnTo>
                    <a:pt x="2902807" y="2401130"/>
                  </a:lnTo>
                  <a:lnTo>
                    <a:pt x="2894983" y="2401130"/>
                  </a:lnTo>
                  <a:lnTo>
                    <a:pt x="2887159" y="2401130"/>
                  </a:lnTo>
                  <a:lnTo>
                    <a:pt x="2879334" y="2401130"/>
                  </a:lnTo>
                  <a:lnTo>
                    <a:pt x="2871510" y="2401130"/>
                  </a:lnTo>
                  <a:lnTo>
                    <a:pt x="2863686" y="2401130"/>
                  </a:lnTo>
                  <a:lnTo>
                    <a:pt x="2855861" y="2401130"/>
                  </a:lnTo>
                  <a:lnTo>
                    <a:pt x="2848037" y="2401130"/>
                  </a:lnTo>
                  <a:lnTo>
                    <a:pt x="2840213" y="2401130"/>
                  </a:lnTo>
                  <a:lnTo>
                    <a:pt x="2832389" y="2401130"/>
                  </a:lnTo>
                  <a:lnTo>
                    <a:pt x="2824564" y="2401130"/>
                  </a:lnTo>
                  <a:lnTo>
                    <a:pt x="2816740" y="2401130"/>
                  </a:lnTo>
                  <a:lnTo>
                    <a:pt x="2808916" y="2401130"/>
                  </a:lnTo>
                  <a:lnTo>
                    <a:pt x="2801091" y="2401130"/>
                  </a:lnTo>
                  <a:lnTo>
                    <a:pt x="2793267" y="2401130"/>
                  </a:lnTo>
                  <a:lnTo>
                    <a:pt x="2785443" y="2401130"/>
                  </a:lnTo>
                  <a:lnTo>
                    <a:pt x="2777619" y="2401130"/>
                  </a:lnTo>
                  <a:lnTo>
                    <a:pt x="2769794" y="2401130"/>
                  </a:lnTo>
                  <a:lnTo>
                    <a:pt x="2761970" y="2401130"/>
                  </a:lnTo>
                  <a:lnTo>
                    <a:pt x="2754146" y="2401130"/>
                  </a:lnTo>
                  <a:lnTo>
                    <a:pt x="2746322" y="2401130"/>
                  </a:lnTo>
                  <a:lnTo>
                    <a:pt x="2738497" y="2401130"/>
                  </a:lnTo>
                  <a:lnTo>
                    <a:pt x="2730673" y="2401130"/>
                  </a:lnTo>
                  <a:lnTo>
                    <a:pt x="2722849" y="2401130"/>
                  </a:lnTo>
                  <a:lnTo>
                    <a:pt x="2715024" y="2401130"/>
                  </a:lnTo>
                  <a:lnTo>
                    <a:pt x="2707200" y="2401130"/>
                  </a:lnTo>
                  <a:lnTo>
                    <a:pt x="2699376" y="2401130"/>
                  </a:lnTo>
                  <a:lnTo>
                    <a:pt x="2691552" y="2401130"/>
                  </a:lnTo>
                  <a:lnTo>
                    <a:pt x="2683727" y="2401130"/>
                  </a:lnTo>
                  <a:lnTo>
                    <a:pt x="2675903" y="2401130"/>
                  </a:lnTo>
                  <a:lnTo>
                    <a:pt x="2668079" y="2401130"/>
                  </a:lnTo>
                  <a:lnTo>
                    <a:pt x="2660254" y="2401130"/>
                  </a:lnTo>
                  <a:lnTo>
                    <a:pt x="2652430" y="2401130"/>
                  </a:lnTo>
                  <a:lnTo>
                    <a:pt x="2644606" y="2401130"/>
                  </a:lnTo>
                  <a:lnTo>
                    <a:pt x="2636782" y="2401130"/>
                  </a:lnTo>
                  <a:lnTo>
                    <a:pt x="2628957" y="2401130"/>
                  </a:lnTo>
                  <a:lnTo>
                    <a:pt x="2621133" y="2401130"/>
                  </a:lnTo>
                  <a:lnTo>
                    <a:pt x="2613309" y="2401130"/>
                  </a:lnTo>
                  <a:lnTo>
                    <a:pt x="2605485" y="2401130"/>
                  </a:lnTo>
                  <a:lnTo>
                    <a:pt x="2597660" y="2401130"/>
                  </a:lnTo>
                  <a:lnTo>
                    <a:pt x="2589836" y="2401130"/>
                  </a:lnTo>
                  <a:lnTo>
                    <a:pt x="2582012" y="2401130"/>
                  </a:lnTo>
                  <a:lnTo>
                    <a:pt x="2574187" y="2401130"/>
                  </a:lnTo>
                  <a:lnTo>
                    <a:pt x="2566363" y="2401130"/>
                  </a:lnTo>
                  <a:lnTo>
                    <a:pt x="2558539" y="2401130"/>
                  </a:lnTo>
                  <a:lnTo>
                    <a:pt x="2550715" y="2401130"/>
                  </a:lnTo>
                  <a:lnTo>
                    <a:pt x="2542890" y="2401130"/>
                  </a:lnTo>
                  <a:lnTo>
                    <a:pt x="2535066" y="2401130"/>
                  </a:lnTo>
                  <a:lnTo>
                    <a:pt x="2527242" y="2401130"/>
                  </a:lnTo>
                  <a:lnTo>
                    <a:pt x="2519417" y="2401130"/>
                  </a:lnTo>
                  <a:lnTo>
                    <a:pt x="2511593" y="2401130"/>
                  </a:lnTo>
                  <a:lnTo>
                    <a:pt x="2503769" y="2401130"/>
                  </a:lnTo>
                  <a:lnTo>
                    <a:pt x="2495945" y="2401130"/>
                  </a:lnTo>
                  <a:lnTo>
                    <a:pt x="2488120" y="2401130"/>
                  </a:lnTo>
                  <a:lnTo>
                    <a:pt x="2480296" y="2401130"/>
                  </a:lnTo>
                  <a:lnTo>
                    <a:pt x="2472472" y="2401130"/>
                  </a:lnTo>
                  <a:lnTo>
                    <a:pt x="2464647" y="2401130"/>
                  </a:lnTo>
                  <a:lnTo>
                    <a:pt x="2456823" y="2401130"/>
                  </a:lnTo>
                  <a:lnTo>
                    <a:pt x="2448999" y="2401130"/>
                  </a:lnTo>
                  <a:lnTo>
                    <a:pt x="2441175" y="2401130"/>
                  </a:lnTo>
                  <a:lnTo>
                    <a:pt x="2433350" y="2401130"/>
                  </a:lnTo>
                  <a:lnTo>
                    <a:pt x="2425526" y="2401130"/>
                  </a:lnTo>
                  <a:lnTo>
                    <a:pt x="2417702" y="2401130"/>
                  </a:lnTo>
                  <a:lnTo>
                    <a:pt x="2409878" y="2401130"/>
                  </a:lnTo>
                  <a:lnTo>
                    <a:pt x="2402053" y="2401130"/>
                  </a:lnTo>
                  <a:lnTo>
                    <a:pt x="2394229" y="2401130"/>
                  </a:lnTo>
                  <a:lnTo>
                    <a:pt x="2386405" y="2401130"/>
                  </a:lnTo>
                  <a:lnTo>
                    <a:pt x="2378580" y="2401130"/>
                  </a:lnTo>
                  <a:lnTo>
                    <a:pt x="2370756" y="2401130"/>
                  </a:lnTo>
                  <a:lnTo>
                    <a:pt x="2362932" y="2401130"/>
                  </a:lnTo>
                  <a:lnTo>
                    <a:pt x="2355108" y="2401130"/>
                  </a:lnTo>
                  <a:lnTo>
                    <a:pt x="2347283" y="2401130"/>
                  </a:lnTo>
                  <a:lnTo>
                    <a:pt x="2339459" y="2401130"/>
                  </a:lnTo>
                  <a:lnTo>
                    <a:pt x="2331635" y="2401130"/>
                  </a:lnTo>
                  <a:lnTo>
                    <a:pt x="2323810" y="2401130"/>
                  </a:lnTo>
                  <a:lnTo>
                    <a:pt x="2315986" y="2401130"/>
                  </a:lnTo>
                  <a:lnTo>
                    <a:pt x="2308162" y="2401130"/>
                  </a:lnTo>
                  <a:lnTo>
                    <a:pt x="2300338" y="2401130"/>
                  </a:lnTo>
                  <a:lnTo>
                    <a:pt x="2292513" y="2401130"/>
                  </a:lnTo>
                  <a:lnTo>
                    <a:pt x="2284689" y="2401130"/>
                  </a:lnTo>
                  <a:lnTo>
                    <a:pt x="2276865" y="2401130"/>
                  </a:lnTo>
                  <a:lnTo>
                    <a:pt x="2269040" y="2401130"/>
                  </a:lnTo>
                  <a:lnTo>
                    <a:pt x="2261216" y="2401130"/>
                  </a:lnTo>
                  <a:lnTo>
                    <a:pt x="2253392" y="2401130"/>
                  </a:lnTo>
                  <a:lnTo>
                    <a:pt x="2245568" y="2401130"/>
                  </a:lnTo>
                  <a:lnTo>
                    <a:pt x="2237743" y="2401130"/>
                  </a:lnTo>
                  <a:lnTo>
                    <a:pt x="2229919" y="2401130"/>
                  </a:lnTo>
                  <a:lnTo>
                    <a:pt x="2222095" y="2401130"/>
                  </a:lnTo>
                  <a:lnTo>
                    <a:pt x="2214271" y="2401130"/>
                  </a:lnTo>
                  <a:lnTo>
                    <a:pt x="2206446" y="2401130"/>
                  </a:lnTo>
                  <a:lnTo>
                    <a:pt x="2198622" y="2401130"/>
                  </a:lnTo>
                  <a:lnTo>
                    <a:pt x="2190798" y="2401130"/>
                  </a:lnTo>
                  <a:lnTo>
                    <a:pt x="2182973" y="2401130"/>
                  </a:lnTo>
                  <a:lnTo>
                    <a:pt x="2175149" y="2401130"/>
                  </a:lnTo>
                  <a:lnTo>
                    <a:pt x="2167325" y="2401130"/>
                  </a:lnTo>
                  <a:lnTo>
                    <a:pt x="2159501" y="2401130"/>
                  </a:lnTo>
                  <a:lnTo>
                    <a:pt x="2151676" y="2401130"/>
                  </a:lnTo>
                  <a:lnTo>
                    <a:pt x="2143852" y="2401130"/>
                  </a:lnTo>
                  <a:lnTo>
                    <a:pt x="2136028" y="2401130"/>
                  </a:lnTo>
                  <a:lnTo>
                    <a:pt x="2128203" y="2401130"/>
                  </a:lnTo>
                  <a:lnTo>
                    <a:pt x="2120379" y="2401130"/>
                  </a:lnTo>
                  <a:lnTo>
                    <a:pt x="2112555" y="2401130"/>
                  </a:lnTo>
                  <a:lnTo>
                    <a:pt x="2104731" y="2401130"/>
                  </a:lnTo>
                  <a:lnTo>
                    <a:pt x="2096906" y="2401130"/>
                  </a:lnTo>
                  <a:lnTo>
                    <a:pt x="2089082" y="2401130"/>
                  </a:lnTo>
                  <a:lnTo>
                    <a:pt x="2081258" y="2401130"/>
                  </a:lnTo>
                  <a:lnTo>
                    <a:pt x="2073434" y="2401130"/>
                  </a:lnTo>
                  <a:lnTo>
                    <a:pt x="2065609" y="2401130"/>
                  </a:lnTo>
                  <a:lnTo>
                    <a:pt x="2057785" y="2401130"/>
                  </a:lnTo>
                  <a:lnTo>
                    <a:pt x="2049961" y="2401130"/>
                  </a:lnTo>
                  <a:lnTo>
                    <a:pt x="2042136" y="2401130"/>
                  </a:lnTo>
                  <a:lnTo>
                    <a:pt x="2034312" y="2401130"/>
                  </a:lnTo>
                  <a:lnTo>
                    <a:pt x="2026488" y="2401130"/>
                  </a:lnTo>
                  <a:lnTo>
                    <a:pt x="2018664" y="2401130"/>
                  </a:lnTo>
                  <a:lnTo>
                    <a:pt x="2010839" y="2401130"/>
                  </a:lnTo>
                  <a:lnTo>
                    <a:pt x="2003015" y="2401130"/>
                  </a:lnTo>
                  <a:lnTo>
                    <a:pt x="1995191" y="2401130"/>
                  </a:lnTo>
                  <a:lnTo>
                    <a:pt x="1987366" y="2401130"/>
                  </a:lnTo>
                  <a:lnTo>
                    <a:pt x="1979542" y="2401130"/>
                  </a:lnTo>
                  <a:lnTo>
                    <a:pt x="1971718" y="2401130"/>
                  </a:lnTo>
                  <a:lnTo>
                    <a:pt x="1963894" y="2401130"/>
                  </a:lnTo>
                  <a:lnTo>
                    <a:pt x="1956069" y="2401130"/>
                  </a:lnTo>
                  <a:lnTo>
                    <a:pt x="1948245" y="2401130"/>
                  </a:lnTo>
                  <a:lnTo>
                    <a:pt x="1940421" y="2401130"/>
                  </a:lnTo>
                  <a:lnTo>
                    <a:pt x="1932596" y="2401130"/>
                  </a:lnTo>
                  <a:lnTo>
                    <a:pt x="1924772" y="2401130"/>
                  </a:lnTo>
                  <a:lnTo>
                    <a:pt x="1916948" y="2401130"/>
                  </a:lnTo>
                  <a:lnTo>
                    <a:pt x="1909124" y="2401130"/>
                  </a:lnTo>
                  <a:lnTo>
                    <a:pt x="1901299" y="2401130"/>
                  </a:lnTo>
                  <a:lnTo>
                    <a:pt x="1893475" y="2401130"/>
                  </a:lnTo>
                  <a:lnTo>
                    <a:pt x="1885651" y="2401130"/>
                  </a:lnTo>
                  <a:lnTo>
                    <a:pt x="1877827" y="2401130"/>
                  </a:lnTo>
                  <a:lnTo>
                    <a:pt x="1870002" y="2401130"/>
                  </a:lnTo>
                  <a:lnTo>
                    <a:pt x="1862178" y="2401130"/>
                  </a:lnTo>
                  <a:lnTo>
                    <a:pt x="1854354" y="2401130"/>
                  </a:lnTo>
                  <a:lnTo>
                    <a:pt x="1846529" y="2401130"/>
                  </a:lnTo>
                  <a:lnTo>
                    <a:pt x="1838705" y="2401130"/>
                  </a:lnTo>
                  <a:lnTo>
                    <a:pt x="1830881" y="2401130"/>
                  </a:lnTo>
                  <a:lnTo>
                    <a:pt x="1823057" y="2401130"/>
                  </a:lnTo>
                  <a:lnTo>
                    <a:pt x="1815232" y="2401130"/>
                  </a:lnTo>
                  <a:lnTo>
                    <a:pt x="1807408" y="2401130"/>
                  </a:lnTo>
                  <a:lnTo>
                    <a:pt x="1799584" y="2401130"/>
                  </a:lnTo>
                  <a:lnTo>
                    <a:pt x="1791759" y="2401130"/>
                  </a:lnTo>
                  <a:lnTo>
                    <a:pt x="1783935" y="2401130"/>
                  </a:lnTo>
                  <a:lnTo>
                    <a:pt x="1776111" y="2401130"/>
                  </a:lnTo>
                  <a:lnTo>
                    <a:pt x="1768287" y="2401130"/>
                  </a:lnTo>
                  <a:lnTo>
                    <a:pt x="1760462" y="2401130"/>
                  </a:lnTo>
                  <a:lnTo>
                    <a:pt x="1752638" y="2401130"/>
                  </a:lnTo>
                  <a:lnTo>
                    <a:pt x="1744814" y="2401130"/>
                  </a:lnTo>
                  <a:lnTo>
                    <a:pt x="1736990" y="2401130"/>
                  </a:lnTo>
                  <a:lnTo>
                    <a:pt x="1729165" y="2401130"/>
                  </a:lnTo>
                  <a:lnTo>
                    <a:pt x="1721341" y="2401130"/>
                  </a:lnTo>
                  <a:lnTo>
                    <a:pt x="1713517" y="2401130"/>
                  </a:lnTo>
                  <a:lnTo>
                    <a:pt x="1705692" y="2401130"/>
                  </a:lnTo>
                  <a:lnTo>
                    <a:pt x="1697868" y="2401130"/>
                  </a:lnTo>
                  <a:lnTo>
                    <a:pt x="1690044" y="2401130"/>
                  </a:lnTo>
                  <a:lnTo>
                    <a:pt x="1682220" y="2401130"/>
                  </a:lnTo>
                  <a:lnTo>
                    <a:pt x="1674395" y="2401130"/>
                  </a:lnTo>
                  <a:lnTo>
                    <a:pt x="1666571" y="2401130"/>
                  </a:lnTo>
                  <a:lnTo>
                    <a:pt x="1658747" y="2401130"/>
                  </a:lnTo>
                  <a:lnTo>
                    <a:pt x="1650922" y="2401130"/>
                  </a:lnTo>
                  <a:lnTo>
                    <a:pt x="1643098" y="2401130"/>
                  </a:lnTo>
                  <a:lnTo>
                    <a:pt x="1635274" y="2401130"/>
                  </a:lnTo>
                  <a:lnTo>
                    <a:pt x="1627450" y="2401130"/>
                  </a:lnTo>
                  <a:lnTo>
                    <a:pt x="1619625" y="2401130"/>
                  </a:lnTo>
                  <a:lnTo>
                    <a:pt x="1611801" y="2401130"/>
                  </a:lnTo>
                  <a:lnTo>
                    <a:pt x="1603977" y="2401130"/>
                  </a:lnTo>
                  <a:lnTo>
                    <a:pt x="1596152" y="2401130"/>
                  </a:lnTo>
                  <a:lnTo>
                    <a:pt x="1588328" y="2401130"/>
                  </a:lnTo>
                  <a:lnTo>
                    <a:pt x="1580504" y="2401130"/>
                  </a:lnTo>
                  <a:lnTo>
                    <a:pt x="1572680" y="2401130"/>
                  </a:lnTo>
                  <a:lnTo>
                    <a:pt x="1564855" y="2401130"/>
                  </a:lnTo>
                  <a:lnTo>
                    <a:pt x="1557031" y="2401130"/>
                  </a:lnTo>
                  <a:lnTo>
                    <a:pt x="1549207" y="2401130"/>
                  </a:lnTo>
                  <a:lnTo>
                    <a:pt x="1541383" y="2401130"/>
                  </a:lnTo>
                  <a:lnTo>
                    <a:pt x="1533558" y="2401130"/>
                  </a:lnTo>
                  <a:lnTo>
                    <a:pt x="1525734" y="2401130"/>
                  </a:lnTo>
                  <a:lnTo>
                    <a:pt x="1517910" y="2401130"/>
                  </a:lnTo>
                  <a:lnTo>
                    <a:pt x="1510085" y="2401130"/>
                  </a:lnTo>
                  <a:lnTo>
                    <a:pt x="1502261" y="2401130"/>
                  </a:lnTo>
                  <a:lnTo>
                    <a:pt x="1494437" y="2401130"/>
                  </a:lnTo>
                  <a:lnTo>
                    <a:pt x="1486613" y="2401130"/>
                  </a:lnTo>
                  <a:lnTo>
                    <a:pt x="1478788" y="2401130"/>
                  </a:lnTo>
                  <a:lnTo>
                    <a:pt x="1470964" y="2401130"/>
                  </a:lnTo>
                  <a:lnTo>
                    <a:pt x="1463140" y="2401130"/>
                  </a:lnTo>
                  <a:lnTo>
                    <a:pt x="1455315" y="2401130"/>
                  </a:lnTo>
                  <a:lnTo>
                    <a:pt x="1447491" y="2401130"/>
                  </a:lnTo>
                  <a:lnTo>
                    <a:pt x="1439667" y="2401130"/>
                  </a:lnTo>
                  <a:lnTo>
                    <a:pt x="1431843" y="2401130"/>
                  </a:lnTo>
                  <a:lnTo>
                    <a:pt x="1424018" y="2401130"/>
                  </a:lnTo>
                  <a:lnTo>
                    <a:pt x="1416194" y="2401130"/>
                  </a:lnTo>
                  <a:lnTo>
                    <a:pt x="1408370" y="2401130"/>
                  </a:lnTo>
                  <a:lnTo>
                    <a:pt x="1400545" y="2401130"/>
                  </a:lnTo>
                  <a:lnTo>
                    <a:pt x="1392721" y="2401130"/>
                  </a:lnTo>
                  <a:lnTo>
                    <a:pt x="1384897" y="2401130"/>
                  </a:lnTo>
                  <a:lnTo>
                    <a:pt x="1377073" y="2401130"/>
                  </a:lnTo>
                  <a:lnTo>
                    <a:pt x="1369248" y="2401130"/>
                  </a:lnTo>
                  <a:lnTo>
                    <a:pt x="1361424" y="2401130"/>
                  </a:lnTo>
                  <a:lnTo>
                    <a:pt x="1353600" y="2401130"/>
                  </a:lnTo>
                  <a:lnTo>
                    <a:pt x="1345776" y="2401130"/>
                  </a:lnTo>
                  <a:lnTo>
                    <a:pt x="1337951" y="2401130"/>
                  </a:lnTo>
                  <a:lnTo>
                    <a:pt x="1330127" y="2401130"/>
                  </a:lnTo>
                  <a:lnTo>
                    <a:pt x="1322303" y="2401130"/>
                  </a:lnTo>
                  <a:lnTo>
                    <a:pt x="1314478" y="2401130"/>
                  </a:lnTo>
                  <a:lnTo>
                    <a:pt x="1306654" y="2401130"/>
                  </a:lnTo>
                  <a:lnTo>
                    <a:pt x="1298830" y="2401130"/>
                  </a:lnTo>
                  <a:lnTo>
                    <a:pt x="1291006" y="2401130"/>
                  </a:lnTo>
                  <a:lnTo>
                    <a:pt x="1283181" y="2401130"/>
                  </a:lnTo>
                  <a:lnTo>
                    <a:pt x="1275357" y="2401130"/>
                  </a:lnTo>
                  <a:lnTo>
                    <a:pt x="1267533" y="2401130"/>
                  </a:lnTo>
                  <a:lnTo>
                    <a:pt x="1259708" y="2401130"/>
                  </a:lnTo>
                  <a:lnTo>
                    <a:pt x="1251884" y="2401130"/>
                  </a:lnTo>
                  <a:lnTo>
                    <a:pt x="1244060" y="2401130"/>
                  </a:lnTo>
                  <a:lnTo>
                    <a:pt x="1236236" y="2401130"/>
                  </a:lnTo>
                  <a:lnTo>
                    <a:pt x="1228411" y="2401130"/>
                  </a:lnTo>
                  <a:lnTo>
                    <a:pt x="1220587" y="2401130"/>
                  </a:lnTo>
                  <a:lnTo>
                    <a:pt x="1212763" y="2401130"/>
                  </a:lnTo>
                  <a:lnTo>
                    <a:pt x="1204939" y="2401130"/>
                  </a:lnTo>
                  <a:lnTo>
                    <a:pt x="1197114" y="2401130"/>
                  </a:lnTo>
                  <a:lnTo>
                    <a:pt x="1189290" y="2401130"/>
                  </a:lnTo>
                  <a:lnTo>
                    <a:pt x="1181466" y="2401130"/>
                  </a:lnTo>
                  <a:lnTo>
                    <a:pt x="1173641" y="2401130"/>
                  </a:lnTo>
                  <a:lnTo>
                    <a:pt x="1165817" y="2401130"/>
                  </a:lnTo>
                  <a:lnTo>
                    <a:pt x="1157993" y="2401130"/>
                  </a:lnTo>
                  <a:lnTo>
                    <a:pt x="1150169" y="2401130"/>
                  </a:lnTo>
                  <a:lnTo>
                    <a:pt x="1142344" y="2401130"/>
                  </a:lnTo>
                  <a:lnTo>
                    <a:pt x="1134520" y="2401130"/>
                  </a:lnTo>
                  <a:lnTo>
                    <a:pt x="1126696" y="2401130"/>
                  </a:lnTo>
                  <a:lnTo>
                    <a:pt x="1118871" y="2401130"/>
                  </a:lnTo>
                  <a:lnTo>
                    <a:pt x="1111047" y="2401130"/>
                  </a:lnTo>
                  <a:lnTo>
                    <a:pt x="1103223" y="2401130"/>
                  </a:lnTo>
                  <a:lnTo>
                    <a:pt x="1095399" y="2401130"/>
                  </a:lnTo>
                  <a:lnTo>
                    <a:pt x="1087574" y="2401130"/>
                  </a:lnTo>
                  <a:lnTo>
                    <a:pt x="1079750" y="2401130"/>
                  </a:lnTo>
                  <a:lnTo>
                    <a:pt x="1071926" y="2401130"/>
                  </a:lnTo>
                  <a:lnTo>
                    <a:pt x="1064101" y="2401130"/>
                  </a:lnTo>
                  <a:lnTo>
                    <a:pt x="1056277" y="2401130"/>
                  </a:lnTo>
                  <a:lnTo>
                    <a:pt x="1048453" y="2401130"/>
                  </a:lnTo>
                  <a:lnTo>
                    <a:pt x="1040629" y="2401130"/>
                  </a:lnTo>
                  <a:lnTo>
                    <a:pt x="1032804" y="2401130"/>
                  </a:lnTo>
                  <a:lnTo>
                    <a:pt x="1024980" y="2401130"/>
                  </a:lnTo>
                  <a:lnTo>
                    <a:pt x="1017156" y="2401130"/>
                  </a:lnTo>
                  <a:lnTo>
                    <a:pt x="1009332" y="2401130"/>
                  </a:lnTo>
                  <a:lnTo>
                    <a:pt x="1001507" y="2401130"/>
                  </a:lnTo>
                  <a:lnTo>
                    <a:pt x="993683" y="2401130"/>
                  </a:lnTo>
                  <a:lnTo>
                    <a:pt x="985859" y="2401130"/>
                  </a:lnTo>
                  <a:lnTo>
                    <a:pt x="978034" y="2401130"/>
                  </a:lnTo>
                  <a:lnTo>
                    <a:pt x="970210" y="2401130"/>
                  </a:lnTo>
                  <a:lnTo>
                    <a:pt x="962386" y="2401130"/>
                  </a:lnTo>
                  <a:lnTo>
                    <a:pt x="954562" y="2401130"/>
                  </a:lnTo>
                  <a:lnTo>
                    <a:pt x="946737" y="2401130"/>
                  </a:lnTo>
                  <a:lnTo>
                    <a:pt x="938913" y="2401130"/>
                  </a:lnTo>
                  <a:lnTo>
                    <a:pt x="931089" y="2401130"/>
                  </a:lnTo>
                  <a:lnTo>
                    <a:pt x="923264" y="2401130"/>
                  </a:lnTo>
                  <a:lnTo>
                    <a:pt x="915440" y="2401130"/>
                  </a:lnTo>
                  <a:lnTo>
                    <a:pt x="907616" y="2401130"/>
                  </a:lnTo>
                  <a:lnTo>
                    <a:pt x="899792" y="2401130"/>
                  </a:lnTo>
                  <a:lnTo>
                    <a:pt x="891967" y="2401130"/>
                  </a:lnTo>
                  <a:lnTo>
                    <a:pt x="884143" y="2401130"/>
                  </a:lnTo>
                  <a:lnTo>
                    <a:pt x="876319" y="2401130"/>
                  </a:lnTo>
                  <a:lnTo>
                    <a:pt x="868495" y="2401130"/>
                  </a:lnTo>
                  <a:lnTo>
                    <a:pt x="860670" y="2401130"/>
                  </a:lnTo>
                  <a:lnTo>
                    <a:pt x="852846" y="2401130"/>
                  </a:lnTo>
                  <a:lnTo>
                    <a:pt x="845022" y="2401130"/>
                  </a:lnTo>
                  <a:lnTo>
                    <a:pt x="837197" y="2401130"/>
                  </a:lnTo>
                  <a:lnTo>
                    <a:pt x="829373" y="2401130"/>
                  </a:lnTo>
                  <a:lnTo>
                    <a:pt x="821549" y="2401130"/>
                  </a:lnTo>
                  <a:lnTo>
                    <a:pt x="813725" y="2401130"/>
                  </a:lnTo>
                  <a:lnTo>
                    <a:pt x="805900" y="2401130"/>
                  </a:lnTo>
                  <a:lnTo>
                    <a:pt x="798076" y="2401130"/>
                  </a:lnTo>
                  <a:lnTo>
                    <a:pt x="790252" y="2401130"/>
                  </a:lnTo>
                  <a:lnTo>
                    <a:pt x="782427" y="2401130"/>
                  </a:lnTo>
                  <a:lnTo>
                    <a:pt x="774603" y="2401130"/>
                  </a:lnTo>
                  <a:lnTo>
                    <a:pt x="766779" y="2401130"/>
                  </a:lnTo>
                  <a:lnTo>
                    <a:pt x="758955" y="2401130"/>
                  </a:lnTo>
                  <a:lnTo>
                    <a:pt x="751130" y="2401130"/>
                  </a:lnTo>
                  <a:lnTo>
                    <a:pt x="743306" y="2401130"/>
                  </a:lnTo>
                  <a:lnTo>
                    <a:pt x="735482" y="2401130"/>
                  </a:lnTo>
                  <a:lnTo>
                    <a:pt x="727657" y="2401130"/>
                  </a:lnTo>
                  <a:lnTo>
                    <a:pt x="719833" y="2401130"/>
                  </a:lnTo>
                  <a:lnTo>
                    <a:pt x="712009" y="2401130"/>
                  </a:lnTo>
                  <a:lnTo>
                    <a:pt x="704185" y="2401130"/>
                  </a:lnTo>
                  <a:lnTo>
                    <a:pt x="696360" y="2401130"/>
                  </a:lnTo>
                  <a:lnTo>
                    <a:pt x="688536" y="2401130"/>
                  </a:lnTo>
                  <a:lnTo>
                    <a:pt x="680712" y="2401130"/>
                  </a:lnTo>
                  <a:lnTo>
                    <a:pt x="672888" y="2401130"/>
                  </a:lnTo>
                  <a:lnTo>
                    <a:pt x="665063" y="2401130"/>
                  </a:lnTo>
                  <a:lnTo>
                    <a:pt x="657239" y="2401130"/>
                  </a:lnTo>
                  <a:lnTo>
                    <a:pt x="649415" y="2401130"/>
                  </a:lnTo>
                  <a:lnTo>
                    <a:pt x="641590" y="2401130"/>
                  </a:lnTo>
                  <a:lnTo>
                    <a:pt x="633766" y="2401130"/>
                  </a:lnTo>
                  <a:lnTo>
                    <a:pt x="625942" y="2401130"/>
                  </a:lnTo>
                  <a:lnTo>
                    <a:pt x="618118" y="2401130"/>
                  </a:lnTo>
                  <a:lnTo>
                    <a:pt x="610293" y="2401130"/>
                  </a:lnTo>
                  <a:lnTo>
                    <a:pt x="602469" y="2401130"/>
                  </a:lnTo>
                  <a:lnTo>
                    <a:pt x="594645" y="2401130"/>
                  </a:lnTo>
                  <a:lnTo>
                    <a:pt x="586820" y="2401130"/>
                  </a:lnTo>
                  <a:lnTo>
                    <a:pt x="578996" y="2401130"/>
                  </a:lnTo>
                  <a:lnTo>
                    <a:pt x="571172" y="2401130"/>
                  </a:lnTo>
                  <a:lnTo>
                    <a:pt x="563348" y="2401130"/>
                  </a:lnTo>
                  <a:lnTo>
                    <a:pt x="555523" y="2401130"/>
                  </a:lnTo>
                  <a:lnTo>
                    <a:pt x="547699" y="2401130"/>
                  </a:lnTo>
                  <a:lnTo>
                    <a:pt x="539875" y="2401130"/>
                  </a:lnTo>
                  <a:lnTo>
                    <a:pt x="532050" y="2401130"/>
                  </a:lnTo>
                  <a:lnTo>
                    <a:pt x="524226" y="2401130"/>
                  </a:lnTo>
                  <a:lnTo>
                    <a:pt x="516402" y="2401130"/>
                  </a:lnTo>
                  <a:lnTo>
                    <a:pt x="508578" y="2401130"/>
                  </a:lnTo>
                  <a:lnTo>
                    <a:pt x="500753" y="2401130"/>
                  </a:lnTo>
                  <a:lnTo>
                    <a:pt x="492929" y="2401130"/>
                  </a:lnTo>
                  <a:lnTo>
                    <a:pt x="485105" y="2401130"/>
                  </a:lnTo>
                  <a:lnTo>
                    <a:pt x="477281" y="2401130"/>
                  </a:lnTo>
                  <a:lnTo>
                    <a:pt x="469456" y="2401130"/>
                  </a:lnTo>
                  <a:lnTo>
                    <a:pt x="461632" y="2401130"/>
                  </a:lnTo>
                  <a:lnTo>
                    <a:pt x="453808" y="2401130"/>
                  </a:lnTo>
                  <a:lnTo>
                    <a:pt x="445983" y="2401130"/>
                  </a:lnTo>
                  <a:lnTo>
                    <a:pt x="438159" y="2401130"/>
                  </a:lnTo>
                  <a:lnTo>
                    <a:pt x="430335" y="2401130"/>
                  </a:lnTo>
                  <a:lnTo>
                    <a:pt x="422511" y="2401130"/>
                  </a:lnTo>
                  <a:lnTo>
                    <a:pt x="414686" y="2401130"/>
                  </a:lnTo>
                  <a:lnTo>
                    <a:pt x="406862" y="2401130"/>
                  </a:lnTo>
                  <a:lnTo>
                    <a:pt x="399038" y="2401130"/>
                  </a:lnTo>
                  <a:lnTo>
                    <a:pt x="391213" y="2401130"/>
                  </a:lnTo>
                  <a:lnTo>
                    <a:pt x="383389" y="2401130"/>
                  </a:lnTo>
                  <a:lnTo>
                    <a:pt x="375565" y="2401130"/>
                  </a:lnTo>
                  <a:lnTo>
                    <a:pt x="367741" y="2401130"/>
                  </a:lnTo>
                  <a:lnTo>
                    <a:pt x="359916" y="2401130"/>
                  </a:lnTo>
                  <a:lnTo>
                    <a:pt x="352092" y="2401130"/>
                  </a:lnTo>
                  <a:lnTo>
                    <a:pt x="344268" y="2401130"/>
                  </a:lnTo>
                  <a:lnTo>
                    <a:pt x="336444" y="2401130"/>
                  </a:lnTo>
                  <a:lnTo>
                    <a:pt x="328619" y="2401130"/>
                  </a:lnTo>
                  <a:lnTo>
                    <a:pt x="320795" y="2401130"/>
                  </a:lnTo>
                  <a:lnTo>
                    <a:pt x="312971" y="2401130"/>
                  </a:lnTo>
                  <a:lnTo>
                    <a:pt x="305146" y="2401130"/>
                  </a:lnTo>
                  <a:lnTo>
                    <a:pt x="297322" y="2401130"/>
                  </a:lnTo>
                  <a:lnTo>
                    <a:pt x="289498" y="2401130"/>
                  </a:lnTo>
                  <a:lnTo>
                    <a:pt x="281674" y="2401130"/>
                  </a:lnTo>
                  <a:lnTo>
                    <a:pt x="273849" y="2401130"/>
                  </a:lnTo>
                  <a:lnTo>
                    <a:pt x="266025" y="2401130"/>
                  </a:lnTo>
                  <a:lnTo>
                    <a:pt x="258201" y="2401130"/>
                  </a:lnTo>
                  <a:lnTo>
                    <a:pt x="250376" y="2401130"/>
                  </a:lnTo>
                  <a:lnTo>
                    <a:pt x="242552" y="2401130"/>
                  </a:lnTo>
                  <a:lnTo>
                    <a:pt x="234728" y="2401130"/>
                  </a:lnTo>
                  <a:lnTo>
                    <a:pt x="226904" y="2401130"/>
                  </a:lnTo>
                  <a:lnTo>
                    <a:pt x="219079" y="2401130"/>
                  </a:lnTo>
                  <a:lnTo>
                    <a:pt x="211255" y="2401130"/>
                  </a:lnTo>
                  <a:lnTo>
                    <a:pt x="203431" y="2401130"/>
                  </a:lnTo>
                  <a:lnTo>
                    <a:pt x="195606" y="2401130"/>
                  </a:lnTo>
                  <a:lnTo>
                    <a:pt x="187782" y="2401130"/>
                  </a:lnTo>
                  <a:lnTo>
                    <a:pt x="179958" y="2401130"/>
                  </a:lnTo>
                  <a:lnTo>
                    <a:pt x="172134" y="2401130"/>
                  </a:lnTo>
                  <a:lnTo>
                    <a:pt x="164309" y="2401130"/>
                  </a:lnTo>
                  <a:lnTo>
                    <a:pt x="156485" y="2401130"/>
                  </a:lnTo>
                  <a:lnTo>
                    <a:pt x="148661" y="2401130"/>
                  </a:lnTo>
                  <a:lnTo>
                    <a:pt x="140837" y="2401130"/>
                  </a:lnTo>
                  <a:lnTo>
                    <a:pt x="133012" y="2401130"/>
                  </a:lnTo>
                  <a:lnTo>
                    <a:pt x="125188" y="2401130"/>
                  </a:lnTo>
                  <a:lnTo>
                    <a:pt x="117364" y="2401130"/>
                  </a:lnTo>
                  <a:lnTo>
                    <a:pt x="109539" y="2401130"/>
                  </a:lnTo>
                  <a:lnTo>
                    <a:pt x="101715" y="2401130"/>
                  </a:lnTo>
                  <a:lnTo>
                    <a:pt x="93891" y="2401130"/>
                  </a:lnTo>
                  <a:lnTo>
                    <a:pt x="86067" y="2401130"/>
                  </a:lnTo>
                  <a:lnTo>
                    <a:pt x="78242" y="2401130"/>
                  </a:lnTo>
                  <a:lnTo>
                    <a:pt x="70418" y="2401130"/>
                  </a:lnTo>
                  <a:lnTo>
                    <a:pt x="62594" y="2401130"/>
                  </a:lnTo>
                  <a:lnTo>
                    <a:pt x="54769" y="2401130"/>
                  </a:lnTo>
                  <a:lnTo>
                    <a:pt x="46945" y="2401130"/>
                  </a:lnTo>
                  <a:lnTo>
                    <a:pt x="39121" y="2401130"/>
                  </a:lnTo>
                  <a:lnTo>
                    <a:pt x="31297" y="2401130"/>
                  </a:lnTo>
                  <a:lnTo>
                    <a:pt x="23472" y="2401130"/>
                  </a:lnTo>
                  <a:lnTo>
                    <a:pt x="15648" y="2401130"/>
                  </a:lnTo>
                  <a:lnTo>
                    <a:pt x="7824" y="240113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7848093" y="2393601"/>
              <a:ext cx="3998206" cy="2401130"/>
            </a:xfrm>
            <a:custGeom>
              <a:avLst/>
              <a:pathLst>
                <a:path w="3998206" h="2401130">
                  <a:moveTo>
                    <a:pt x="0" y="2401130"/>
                  </a:moveTo>
                  <a:lnTo>
                    <a:pt x="7824" y="2401130"/>
                  </a:lnTo>
                  <a:lnTo>
                    <a:pt x="15648" y="2401130"/>
                  </a:lnTo>
                  <a:lnTo>
                    <a:pt x="23472" y="2401130"/>
                  </a:lnTo>
                  <a:lnTo>
                    <a:pt x="31297" y="2401130"/>
                  </a:lnTo>
                  <a:lnTo>
                    <a:pt x="39121" y="2401130"/>
                  </a:lnTo>
                  <a:lnTo>
                    <a:pt x="46945" y="2401130"/>
                  </a:lnTo>
                  <a:lnTo>
                    <a:pt x="54769" y="2401130"/>
                  </a:lnTo>
                  <a:lnTo>
                    <a:pt x="62594" y="2401130"/>
                  </a:lnTo>
                  <a:lnTo>
                    <a:pt x="70418" y="2401130"/>
                  </a:lnTo>
                  <a:lnTo>
                    <a:pt x="78242" y="2401130"/>
                  </a:lnTo>
                  <a:lnTo>
                    <a:pt x="86067" y="2401130"/>
                  </a:lnTo>
                  <a:lnTo>
                    <a:pt x="93891" y="2401130"/>
                  </a:lnTo>
                  <a:lnTo>
                    <a:pt x="101715" y="2401130"/>
                  </a:lnTo>
                  <a:lnTo>
                    <a:pt x="109539" y="2401130"/>
                  </a:lnTo>
                  <a:lnTo>
                    <a:pt x="117364" y="2401130"/>
                  </a:lnTo>
                  <a:lnTo>
                    <a:pt x="125188" y="2401130"/>
                  </a:lnTo>
                  <a:lnTo>
                    <a:pt x="133012" y="2401130"/>
                  </a:lnTo>
                  <a:lnTo>
                    <a:pt x="140837" y="2401130"/>
                  </a:lnTo>
                  <a:lnTo>
                    <a:pt x="148661" y="2401130"/>
                  </a:lnTo>
                  <a:lnTo>
                    <a:pt x="156485" y="2401130"/>
                  </a:lnTo>
                  <a:lnTo>
                    <a:pt x="164309" y="2401130"/>
                  </a:lnTo>
                  <a:lnTo>
                    <a:pt x="172134" y="2401130"/>
                  </a:lnTo>
                  <a:lnTo>
                    <a:pt x="179958" y="2401130"/>
                  </a:lnTo>
                  <a:lnTo>
                    <a:pt x="187782" y="2401130"/>
                  </a:lnTo>
                  <a:lnTo>
                    <a:pt x="195606" y="2401130"/>
                  </a:lnTo>
                  <a:lnTo>
                    <a:pt x="203431" y="2401130"/>
                  </a:lnTo>
                  <a:lnTo>
                    <a:pt x="211255" y="2401130"/>
                  </a:lnTo>
                  <a:lnTo>
                    <a:pt x="219079" y="2401130"/>
                  </a:lnTo>
                  <a:lnTo>
                    <a:pt x="226904" y="2401130"/>
                  </a:lnTo>
                  <a:lnTo>
                    <a:pt x="234728" y="2401130"/>
                  </a:lnTo>
                  <a:lnTo>
                    <a:pt x="242552" y="2401130"/>
                  </a:lnTo>
                  <a:lnTo>
                    <a:pt x="250376" y="2401130"/>
                  </a:lnTo>
                  <a:lnTo>
                    <a:pt x="258201" y="2401130"/>
                  </a:lnTo>
                  <a:lnTo>
                    <a:pt x="266025" y="2401130"/>
                  </a:lnTo>
                  <a:lnTo>
                    <a:pt x="273849" y="2401130"/>
                  </a:lnTo>
                  <a:lnTo>
                    <a:pt x="281674" y="2401130"/>
                  </a:lnTo>
                  <a:lnTo>
                    <a:pt x="289498" y="2401130"/>
                  </a:lnTo>
                  <a:lnTo>
                    <a:pt x="297322" y="2401130"/>
                  </a:lnTo>
                  <a:lnTo>
                    <a:pt x="305146" y="2401130"/>
                  </a:lnTo>
                  <a:lnTo>
                    <a:pt x="312971" y="2401130"/>
                  </a:lnTo>
                  <a:lnTo>
                    <a:pt x="320795" y="2401130"/>
                  </a:lnTo>
                  <a:lnTo>
                    <a:pt x="328619" y="2401130"/>
                  </a:lnTo>
                  <a:lnTo>
                    <a:pt x="336444" y="2401130"/>
                  </a:lnTo>
                  <a:lnTo>
                    <a:pt x="344268" y="2401130"/>
                  </a:lnTo>
                  <a:lnTo>
                    <a:pt x="352092" y="2401129"/>
                  </a:lnTo>
                  <a:lnTo>
                    <a:pt x="359916" y="2401129"/>
                  </a:lnTo>
                  <a:lnTo>
                    <a:pt x="367741" y="2401128"/>
                  </a:lnTo>
                  <a:lnTo>
                    <a:pt x="375565" y="2401127"/>
                  </a:lnTo>
                  <a:lnTo>
                    <a:pt x="383389" y="2401126"/>
                  </a:lnTo>
                  <a:lnTo>
                    <a:pt x="391213" y="2401125"/>
                  </a:lnTo>
                  <a:lnTo>
                    <a:pt x="399038" y="2401123"/>
                  </a:lnTo>
                  <a:lnTo>
                    <a:pt x="406862" y="2401120"/>
                  </a:lnTo>
                  <a:lnTo>
                    <a:pt x="414686" y="2401117"/>
                  </a:lnTo>
                  <a:lnTo>
                    <a:pt x="422511" y="2401112"/>
                  </a:lnTo>
                  <a:lnTo>
                    <a:pt x="430335" y="2401106"/>
                  </a:lnTo>
                  <a:lnTo>
                    <a:pt x="438159" y="2401099"/>
                  </a:lnTo>
                  <a:lnTo>
                    <a:pt x="445983" y="2401089"/>
                  </a:lnTo>
                  <a:lnTo>
                    <a:pt x="453808" y="2401077"/>
                  </a:lnTo>
                  <a:lnTo>
                    <a:pt x="461632" y="2401061"/>
                  </a:lnTo>
                  <a:lnTo>
                    <a:pt x="469456" y="2401041"/>
                  </a:lnTo>
                  <a:lnTo>
                    <a:pt x="477281" y="2401016"/>
                  </a:lnTo>
                  <a:lnTo>
                    <a:pt x="485105" y="2400986"/>
                  </a:lnTo>
                  <a:lnTo>
                    <a:pt x="492929" y="2400948"/>
                  </a:lnTo>
                  <a:lnTo>
                    <a:pt x="500753" y="2400900"/>
                  </a:lnTo>
                  <a:lnTo>
                    <a:pt x="508578" y="2400842"/>
                  </a:lnTo>
                  <a:lnTo>
                    <a:pt x="516402" y="2400771"/>
                  </a:lnTo>
                  <a:lnTo>
                    <a:pt x="524226" y="2400686"/>
                  </a:lnTo>
                  <a:lnTo>
                    <a:pt x="532050" y="2400584"/>
                  </a:lnTo>
                  <a:lnTo>
                    <a:pt x="539875" y="2400460"/>
                  </a:lnTo>
                  <a:lnTo>
                    <a:pt x="547699" y="2400310"/>
                  </a:lnTo>
                  <a:lnTo>
                    <a:pt x="555523" y="2400134"/>
                  </a:lnTo>
                  <a:lnTo>
                    <a:pt x="563348" y="2399928"/>
                  </a:lnTo>
                  <a:lnTo>
                    <a:pt x="571172" y="2399688"/>
                  </a:lnTo>
                  <a:lnTo>
                    <a:pt x="578996" y="2399411"/>
                  </a:lnTo>
                  <a:lnTo>
                    <a:pt x="586820" y="2399079"/>
                  </a:lnTo>
                  <a:lnTo>
                    <a:pt x="594645" y="2398699"/>
                  </a:lnTo>
                  <a:lnTo>
                    <a:pt x="602469" y="2398267"/>
                  </a:lnTo>
                  <a:lnTo>
                    <a:pt x="610293" y="2397778"/>
                  </a:lnTo>
                  <a:lnTo>
                    <a:pt x="618118" y="2397229"/>
                  </a:lnTo>
                  <a:lnTo>
                    <a:pt x="625942" y="2396608"/>
                  </a:lnTo>
                  <a:lnTo>
                    <a:pt x="633766" y="2395903"/>
                  </a:lnTo>
                  <a:lnTo>
                    <a:pt x="641590" y="2395125"/>
                  </a:lnTo>
                  <a:lnTo>
                    <a:pt x="649415" y="2394270"/>
                  </a:lnTo>
                  <a:lnTo>
                    <a:pt x="657239" y="2393335"/>
                  </a:lnTo>
                  <a:lnTo>
                    <a:pt x="665063" y="2392321"/>
                  </a:lnTo>
                  <a:lnTo>
                    <a:pt x="672888" y="2391211"/>
                  </a:lnTo>
                  <a:lnTo>
                    <a:pt x="680712" y="2390015"/>
                  </a:lnTo>
                  <a:lnTo>
                    <a:pt x="688536" y="2388741"/>
                  </a:lnTo>
                  <a:lnTo>
                    <a:pt x="696360" y="2387394"/>
                  </a:lnTo>
                  <a:lnTo>
                    <a:pt x="704185" y="2385977"/>
                  </a:lnTo>
                  <a:lnTo>
                    <a:pt x="712009" y="2384498"/>
                  </a:lnTo>
                  <a:lnTo>
                    <a:pt x="719833" y="2382950"/>
                  </a:lnTo>
                  <a:lnTo>
                    <a:pt x="727657" y="2381361"/>
                  </a:lnTo>
                  <a:lnTo>
                    <a:pt x="735482" y="2379741"/>
                  </a:lnTo>
                  <a:lnTo>
                    <a:pt x="743306" y="2378102"/>
                  </a:lnTo>
                  <a:lnTo>
                    <a:pt x="751130" y="2376456"/>
                  </a:lnTo>
                  <a:lnTo>
                    <a:pt x="758955" y="2374818"/>
                  </a:lnTo>
                  <a:lnTo>
                    <a:pt x="766779" y="2373212"/>
                  </a:lnTo>
                  <a:lnTo>
                    <a:pt x="774603" y="2371651"/>
                  </a:lnTo>
                  <a:lnTo>
                    <a:pt x="782427" y="2370149"/>
                  </a:lnTo>
                  <a:lnTo>
                    <a:pt x="790252" y="2368720"/>
                  </a:lnTo>
                  <a:lnTo>
                    <a:pt x="798076" y="2367379"/>
                  </a:lnTo>
                  <a:lnTo>
                    <a:pt x="805900" y="2366160"/>
                  </a:lnTo>
                  <a:lnTo>
                    <a:pt x="813725" y="2365073"/>
                  </a:lnTo>
                  <a:lnTo>
                    <a:pt x="821549" y="2364118"/>
                  </a:lnTo>
                  <a:lnTo>
                    <a:pt x="829373" y="2363302"/>
                  </a:lnTo>
                  <a:lnTo>
                    <a:pt x="837197" y="2362632"/>
                  </a:lnTo>
                  <a:lnTo>
                    <a:pt x="845022" y="2362113"/>
                  </a:lnTo>
                  <a:lnTo>
                    <a:pt x="852846" y="2361790"/>
                  </a:lnTo>
                  <a:lnTo>
                    <a:pt x="860670" y="2361620"/>
                  </a:lnTo>
                  <a:lnTo>
                    <a:pt x="868495" y="2361599"/>
                  </a:lnTo>
                  <a:lnTo>
                    <a:pt x="876319" y="2361721"/>
                  </a:lnTo>
                  <a:lnTo>
                    <a:pt x="884143" y="2361977"/>
                  </a:lnTo>
                  <a:lnTo>
                    <a:pt x="891967" y="2362366"/>
                  </a:lnTo>
                  <a:lnTo>
                    <a:pt x="899792" y="2362880"/>
                  </a:lnTo>
                  <a:lnTo>
                    <a:pt x="907616" y="2363479"/>
                  </a:lnTo>
                  <a:lnTo>
                    <a:pt x="915440" y="2364147"/>
                  </a:lnTo>
                  <a:lnTo>
                    <a:pt x="923264" y="2364866"/>
                  </a:lnTo>
                  <a:lnTo>
                    <a:pt x="931089" y="2365616"/>
                  </a:lnTo>
                  <a:lnTo>
                    <a:pt x="938913" y="2366374"/>
                  </a:lnTo>
                  <a:lnTo>
                    <a:pt x="946737" y="2367112"/>
                  </a:lnTo>
                  <a:lnTo>
                    <a:pt x="954562" y="2367809"/>
                  </a:lnTo>
                  <a:lnTo>
                    <a:pt x="962386" y="2368447"/>
                  </a:lnTo>
                  <a:lnTo>
                    <a:pt x="970210" y="2369009"/>
                  </a:lnTo>
                  <a:lnTo>
                    <a:pt x="978034" y="2369479"/>
                  </a:lnTo>
                  <a:lnTo>
                    <a:pt x="985859" y="2369811"/>
                  </a:lnTo>
                  <a:lnTo>
                    <a:pt x="993683" y="2370017"/>
                  </a:lnTo>
                  <a:lnTo>
                    <a:pt x="1001507" y="2370091"/>
                  </a:lnTo>
                  <a:lnTo>
                    <a:pt x="1009332" y="2370027"/>
                  </a:lnTo>
                  <a:lnTo>
                    <a:pt x="1017156" y="2369823"/>
                  </a:lnTo>
                  <a:lnTo>
                    <a:pt x="1024980" y="2369467"/>
                  </a:lnTo>
                  <a:lnTo>
                    <a:pt x="1032804" y="2368947"/>
                  </a:lnTo>
                  <a:lnTo>
                    <a:pt x="1040629" y="2368299"/>
                  </a:lnTo>
                  <a:lnTo>
                    <a:pt x="1048453" y="2367531"/>
                  </a:lnTo>
                  <a:lnTo>
                    <a:pt x="1056277" y="2366654"/>
                  </a:lnTo>
                  <a:lnTo>
                    <a:pt x="1064101" y="2365680"/>
                  </a:lnTo>
                  <a:lnTo>
                    <a:pt x="1071926" y="2364613"/>
                  </a:lnTo>
                  <a:lnTo>
                    <a:pt x="1079750" y="2363479"/>
                  </a:lnTo>
                  <a:lnTo>
                    <a:pt x="1087574" y="2362303"/>
                  </a:lnTo>
                  <a:lnTo>
                    <a:pt x="1095399" y="2361101"/>
                  </a:lnTo>
                  <a:lnTo>
                    <a:pt x="1103223" y="2359886"/>
                  </a:lnTo>
                  <a:lnTo>
                    <a:pt x="1111047" y="2358674"/>
                  </a:lnTo>
                  <a:lnTo>
                    <a:pt x="1118871" y="2357484"/>
                  </a:lnTo>
                  <a:lnTo>
                    <a:pt x="1126696" y="2356327"/>
                  </a:lnTo>
                  <a:lnTo>
                    <a:pt x="1134520" y="2355209"/>
                  </a:lnTo>
                  <a:lnTo>
                    <a:pt x="1142344" y="2354134"/>
                  </a:lnTo>
                  <a:lnTo>
                    <a:pt x="1150169" y="2353105"/>
                  </a:lnTo>
                  <a:lnTo>
                    <a:pt x="1157993" y="2352124"/>
                  </a:lnTo>
                  <a:lnTo>
                    <a:pt x="1165817" y="2351191"/>
                  </a:lnTo>
                  <a:lnTo>
                    <a:pt x="1173641" y="2350287"/>
                  </a:lnTo>
                  <a:lnTo>
                    <a:pt x="1181466" y="2349402"/>
                  </a:lnTo>
                  <a:lnTo>
                    <a:pt x="1189290" y="2348522"/>
                  </a:lnTo>
                  <a:lnTo>
                    <a:pt x="1197114" y="2347633"/>
                  </a:lnTo>
                  <a:lnTo>
                    <a:pt x="1204939" y="2346710"/>
                  </a:lnTo>
                  <a:lnTo>
                    <a:pt x="1212763" y="2345725"/>
                  </a:lnTo>
                  <a:lnTo>
                    <a:pt x="1220587" y="2344663"/>
                  </a:lnTo>
                  <a:lnTo>
                    <a:pt x="1228411" y="2343503"/>
                  </a:lnTo>
                  <a:lnTo>
                    <a:pt x="1236236" y="2342227"/>
                  </a:lnTo>
                  <a:lnTo>
                    <a:pt x="1244060" y="2340814"/>
                  </a:lnTo>
                  <a:lnTo>
                    <a:pt x="1251884" y="2339200"/>
                  </a:lnTo>
                  <a:lnTo>
                    <a:pt x="1259708" y="2337401"/>
                  </a:lnTo>
                  <a:lnTo>
                    <a:pt x="1267533" y="2335406"/>
                  </a:lnTo>
                  <a:lnTo>
                    <a:pt x="1275357" y="2333203"/>
                  </a:lnTo>
                  <a:lnTo>
                    <a:pt x="1283181" y="2330782"/>
                  </a:lnTo>
                  <a:lnTo>
                    <a:pt x="1291006" y="2328121"/>
                  </a:lnTo>
                  <a:lnTo>
                    <a:pt x="1298830" y="2325183"/>
                  </a:lnTo>
                  <a:lnTo>
                    <a:pt x="1306654" y="2322012"/>
                  </a:lnTo>
                  <a:lnTo>
                    <a:pt x="1314478" y="2318611"/>
                  </a:lnTo>
                  <a:lnTo>
                    <a:pt x="1322303" y="2314983"/>
                  </a:lnTo>
                  <a:lnTo>
                    <a:pt x="1330127" y="2311133"/>
                  </a:lnTo>
                  <a:lnTo>
                    <a:pt x="1337951" y="2307036"/>
                  </a:lnTo>
                  <a:lnTo>
                    <a:pt x="1345776" y="2302715"/>
                  </a:lnTo>
                  <a:lnTo>
                    <a:pt x="1353600" y="2298203"/>
                  </a:lnTo>
                  <a:lnTo>
                    <a:pt x="1361424" y="2293510"/>
                  </a:lnTo>
                  <a:lnTo>
                    <a:pt x="1369248" y="2288646"/>
                  </a:lnTo>
                  <a:lnTo>
                    <a:pt x="1377073" y="2283622"/>
                  </a:lnTo>
                  <a:lnTo>
                    <a:pt x="1384897" y="2278411"/>
                  </a:lnTo>
                  <a:lnTo>
                    <a:pt x="1392721" y="2273060"/>
                  </a:lnTo>
                  <a:lnTo>
                    <a:pt x="1400545" y="2267577"/>
                  </a:lnTo>
                  <a:lnTo>
                    <a:pt x="1408370" y="2261968"/>
                  </a:lnTo>
                  <a:lnTo>
                    <a:pt x="1416194" y="2256238"/>
                  </a:lnTo>
                  <a:lnTo>
                    <a:pt x="1424018" y="2250381"/>
                  </a:lnTo>
                  <a:lnTo>
                    <a:pt x="1431843" y="2244381"/>
                  </a:lnTo>
                  <a:lnTo>
                    <a:pt x="1439667" y="2238261"/>
                  </a:lnTo>
                  <a:lnTo>
                    <a:pt x="1447491" y="2232018"/>
                  </a:lnTo>
                  <a:lnTo>
                    <a:pt x="1455315" y="2225649"/>
                  </a:lnTo>
                  <a:lnTo>
                    <a:pt x="1463140" y="2219147"/>
                  </a:lnTo>
                  <a:lnTo>
                    <a:pt x="1470964" y="2212486"/>
                  </a:lnTo>
                  <a:lnTo>
                    <a:pt x="1478788" y="2205659"/>
                  </a:lnTo>
                  <a:lnTo>
                    <a:pt x="1486613" y="2198677"/>
                  </a:lnTo>
                  <a:lnTo>
                    <a:pt x="1494437" y="2191533"/>
                  </a:lnTo>
                  <a:lnTo>
                    <a:pt x="1502261" y="2184221"/>
                  </a:lnTo>
                  <a:lnTo>
                    <a:pt x="1510085" y="2176736"/>
                  </a:lnTo>
                  <a:lnTo>
                    <a:pt x="1517910" y="2169027"/>
                  </a:lnTo>
                  <a:lnTo>
                    <a:pt x="1525734" y="2161129"/>
                  </a:lnTo>
                  <a:lnTo>
                    <a:pt x="1533558" y="2153046"/>
                  </a:lnTo>
                  <a:lnTo>
                    <a:pt x="1541383" y="2144780"/>
                  </a:lnTo>
                  <a:lnTo>
                    <a:pt x="1549207" y="2136332"/>
                  </a:lnTo>
                  <a:lnTo>
                    <a:pt x="1557031" y="2127695"/>
                  </a:lnTo>
                  <a:lnTo>
                    <a:pt x="1564855" y="2118851"/>
                  </a:lnTo>
                  <a:lnTo>
                    <a:pt x="1572680" y="2109845"/>
                  </a:lnTo>
                  <a:lnTo>
                    <a:pt x="1580504" y="2100686"/>
                  </a:lnTo>
                  <a:lnTo>
                    <a:pt x="1588328" y="2091380"/>
                  </a:lnTo>
                  <a:lnTo>
                    <a:pt x="1596152" y="2081937"/>
                  </a:lnTo>
                  <a:lnTo>
                    <a:pt x="1603977" y="2072347"/>
                  </a:lnTo>
                  <a:lnTo>
                    <a:pt x="1611801" y="2062622"/>
                  </a:lnTo>
                  <a:lnTo>
                    <a:pt x="1619625" y="2052780"/>
                  </a:lnTo>
                  <a:lnTo>
                    <a:pt x="1627450" y="2042821"/>
                  </a:lnTo>
                  <a:lnTo>
                    <a:pt x="1635274" y="2032740"/>
                  </a:lnTo>
                  <a:lnTo>
                    <a:pt x="1643098" y="2022530"/>
                  </a:lnTo>
                  <a:lnTo>
                    <a:pt x="1650922" y="2012134"/>
                  </a:lnTo>
                  <a:lnTo>
                    <a:pt x="1658747" y="2001551"/>
                  </a:lnTo>
                  <a:lnTo>
                    <a:pt x="1666571" y="1990751"/>
                  </a:lnTo>
                  <a:lnTo>
                    <a:pt x="1674395" y="1979695"/>
                  </a:lnTo>
                  <a:lnTo>
                    <a:pt x="1682220" y="1968336"/>
                  </a:lnTo>
                  <a:lnTo>
                    <a:pt x="1690044" y="1956594"/>
                  </a:lnTo>
                  <a:lnTo>
                    <a:pt x="1697868" y="1944300"/>
                  </a:lnTo>
                  <a:lnTo>
                    <a:pt x="1705692" y="1931452"/>
                  </a:lnTo>
                  <a:lnTo>
                    <a:pt x="1713517" y="1917964"/>
                  </a:lnTo>
                  <a:lnTo>
                    <a:pt x="1721341" y="1903743"/>
                  </a:lnTo>
                  <a:lnTo>
                    <a:pt x="1729165" y="1888691"/>
                  </a:lnTo>
                  <a:lnTo>
                    <a:pt x="1736990" y="1872545"/>
                  </a:lnTo>
                  <a:lnTo>
                    <a:pt x="1744814" y="1855152"/>
                  </a:lnTo>
                  <a:lnTo>
                    <a:pt x="1752638" y="1836521"/>
                  </a:lnTo>
                  <a:lnTo>
                    <a:pt x="1760462" y="1816540"/>
                  </a:lnTo>
                  <a:lnTo>
                    <a:pt x="1768287" y="1795097"/>
                  </a:lnTo>
                  <a:lnTo>
                    <a:pt x="1776111" y="1772085"/>
                  </a:lnTo>
                  <a:lnTo>
                    <a:pt x="1783935" y="1746968"/>
                  </a:lnTo>
                  <a:lnTo>
                    <a:pt x="1791759" y="1719949"/>
                  </a:lnTo>
                  <a:lnTo>
                    <a:pt x="1799584" y="1691014"/>
                  </a:lnTo>
                  <a:lnTo>
                    <a:pt x="1807408" y="1660094"/>
                  </a:lnTo>
                  <a:lnTo>
                    <a:pt x="1815232" y="1627132"/>
                  </a:lnTo>
                  <a:lnTo>
                    <a:pt x="1823057" y="1591974"/>
                  </a:lnTo>
                  <a:lnTo>
                    <a:pt x="1830881" y="1554227"/>
                  </a:lnTo>
                  <a:lnTo>
                    <a:pt x="1838705" y="1514360"/>
                  </a:lnTo>
                  <a:lnTo>
                    <a:pt x="1846529" y="1472398"/>
                  </a:lnTo>
                  <a:lnTo>
                    <a:pt x="1854354" y="1428379"/>
                  </a:lnTo>
                  <a:lnTo>
                    <a:pt x="1862178" y="1382358"/>
                  </a:lnTo>
                  <a:lnTo>
                    <a:pt x="1870002" y="1334159"/>
                  </a:lnTo>
                  <a:lnTo>
                    <a:pt x="1877827" y="1283955"/>
                  </a:lnTo>
                  <a:lnTo>
                    <a:pt x="1885651" y="1232126"/>
                  </a:lnTo>
                  <a:lnTo>
                    <a:pt x="1893475" y="1178814"/>
                  </a:lnTo>
                  <a:lnTo>
                    <a:pt x="1901299" y="1124174"/>
                  </a:lnTo>
                  <a:lnTo>
                    <a:pt x="1909124" y="1068373"/>
                  </a:lnTo>
                  <a:lnTo>
                    <a:pt x="1916948" y="1011438"/>
                  </a:lnTo>
                  <a:lnTo>
                    <a:pt x="1924772" y="953826"/>
                  </a:lnTo>
                  <a:lnTo>
                    <a:pt x="1932596" y="895782"/>
                  </a:lnTo>
                  <a:lnTo>
                    <a:pt x="1940421" y="837521"/>
                  </a:lnTo>
                  <a:lnTo>
                    <a:pt x="1948245" y="779260"/>
                  </a:lnTo>
                  <a:lnTo>
                    <a:pt x="1956069" y="721246"/>
                  </a:lnTo>
                  <a:lnTo>
                    <a:pt x="1963894" y="663897"/>
                  </a:lnTo>
                  <a:lnTo>
                    <a:pt x="1971718" y="607384"/>
                  </a:lnTo>
                  <a:lnTo>
                    <a:pt x="1979542" y="551931"/>
                  </a:lnTo>
                  <a:lnTo>
                    <a:pt x="1987366" y="497755"/>
                  </a:lnTo>
                  <a:lnTo>
                    <a:pt x="1995191" y="445075"/>
                  </a:lnTo>
                  <a:lnTo>
                    <a:pt x="2003015" y="394381"/>
                  </a:lnTo>
                  <a:lnTo>
                    <a:pt x="2010839" y="345995"/>
                  </a:lnTo>
                  <a:lnTo>
                    <a:pt x="2018664" y="299876"/>
                  </a:lnTo>
                  <a:lnTo>
                    <a:pt x="2026488" y="256214"/>
                  </a:lnTo>
                  <a:lnTo>
                    <a:pt x="2034312" y="215195"/>
                  </a:lnTo>
                  <a:lnTo>
                    <a:pt x="2042136" y="176998"/>
                  </a:lnTo>
                  <a:lnTo>
                    <a:pt x="2049961" y="142530"/>
                  </a:lnTo>
                  <a:lnTo>
                    <a:pt x="2057785" y="111473"/>
                  </a:lnTo>
                  <a:lnTo>
                    <a:pt x="2065609" y="83827"/>
                  </a:lnTo>
                  <a:lnTo>
                    <a:pt x="2073434" y="59727"/>
                  </a:lnTo>
                  <a:lnTo>
                    <a:pt x="2081258" y="39297"/>
                  </a:lnTo>
                  <a:lnTo>
                    <a:pt x="2089082" y="22820"/>
                  </a:lnTo>
                  <a:lnTo>
                    <a:pt x="2096906" y="11167"/>
                  </a:lnTo>
                  <a:lnTo>
                    <a:pt x="2104731" y="3541"/>
                  </a:lnTo>
                  <a:lnTo>
                    <a:pt x="2112555" y="0"/>
                  </a:lnTo>
                  <a:lnTo>
                    <a:pt x="2120379" y="588"/>
                  </a:lnTo>
                  <a:lnTo>
                    <a:pt x="2128203" y="5339"/>
                  </a:lnTo>
                  <a:lnTo>
                    <a:pt x="2136028" y="14817"/>
                  </a:lnTo>
                  <a:lnTo>
                    <a:pt x="2143852" y="29042"/>
                  </a:lnTo>
                  <a:lnTo>
                    <a:pt x="2151676" y="47388"/>
                  </a:lnTo>
                  <a:lnTo>
                    <a:pt x="2159501" y="69798"/>
                  </a:lnTo>
                  <a:lnTo>
                    <a:pt x="2167325" y="96201"/>
                  </a:lnTo>
                  <a:lnTo>
                    <a:pt x="2175149" y="126512"/>
                  </a:lnTo>
                  <a:lnTo>
                    <a:pt x="2182973" y="161422"/>
                  </a:lnTo>
                  <a:lnTo>
                    <a:pt x="2190798" y="200100"/>
                  </a:lnTo>
                  <a:lnTo>
                    <a:pt x="2198622" y="242200"/>
                  </a:lnTo>
                  <a:lnTo>
                    <a:pt x="2206446" y="287556"/>
                  </a:lnTo>
                  <a:lnTo>
                    <a:pt x="2214271" y="335990"/>
                  </a:lnTo>
                  <a:lnTo>
                    <a:pt x="2222095" y="387411"/>
                  </a:lnTo>
                  <a:lnTo>
                    <a:pt x="2229919" y="442038"/>
                  </a:lnTo>
                  <a:lnTo>
                    <a:pt x="2237743" y="498976"/>
                  </a:lnTo>
                  <a:lnTo>
                    <a:pt x="2245568" y="557999"/>
                  </a:lnTo>
                  <a:lnTo>
                    <a:pt x="2253392" y="618877"/>
                  </a:lnTo>
                  <a:lnTo>
                    <a:pt x="2261216" y="681376"/>
                  </a:lnTo>
                  <a:lnTo>
                    <a:pt x="2269040" y="745391"/>
                  </a:lnTo>
                  <a:lnTo>
                    <a:pt x="2276865" y="810569"/>
                  </a:lnTo>
                  <a:lnTo>
                    <a:pt x="2284689" y="876480"/>
                  </a:lnTo>
                  <a:lnTo>
                    <a:pt x="2292513" y="942892"/>
                  </a:lnTo>
                  <a:lnTo>
                    <a:pt x="2300338" y="1009574"/>
                  </a:lnTo>
                  <a:lnTo>
                    <a:pt x="2308162" y="1076302"/>
                  </a:lnTo>
                  <a:lnTo>
                    <a:pt x="2315986" y="1142742"/>
                  </a:lnTo>
                  <a:lnTo>
                    <a:pt x="2323810" y="1208631"/>
                  </a:lnTo>
                  <a:lnTo>
                    <a:pt x="2331635" y="1273789"/>
                  </a:lnTo>
                  <a:lnTo>
                    <a:pt x="2339459" y="1338028"/>
                  </a:lnTo>
                  <a:lnTo>
                    <a:pt x="2347283" y="1401173"/>
                  </a:lnTo>
                  <a:lnTo>
                    <a:pt x="2355108" y="1463005"/>
                  </a:lnTo>
                  <a:lnTo>
                    <a:pt x="2362932" y="1523008"/>
                  </a:lnTo>
                  <a:lnTo>
                    <a:pt x="2370756" y="1581354"/>
                  </a:lnTo>
                  <a:lnTo>
                    <a:pt x="2378580" y="1637926"/>
                  </a:lnTo>
                  <a:lnTo>
                    <a:pt x="2386405" y="1692616"/>
                  </a:lnTo>
                  <a:lnTo>
                    <a:pt x="2394229" y="1745329"/>
                  </a:lnTo>
                  <a:lnTo>
                    <a:pt x="2402053" y="1795713"/>
                  </a:lnTo>
                  <a:lnTo>
                    <a:pt x="2409878" y="1843615"/>
                  </a:lnTo>
                  <a:lnTo>
                    <a:pt x="2417702" y="1889300"/>
                  </a:lnTo>
                  <a:lnTo>
                    <a:pt x="2425526" y="1932739"/>
                  </a:lnTo>
                  <a:lnTo>
                    <a:pt x="2433350" y="1973909"/>
                  </a:lnTo>
                  <a:lnTo>
                    <a:pt x="2441175" y="2012801"/>
                  </a:lnTo>
                  <a:lnTo>
                    <a:pt x="2448999" y="2048937"/>
                  </a:lnTo>
                  <a:lnTo>
                    <a:pt x="2456823" y="2082693"/>
                  </a:lnTo>
                  <a:lnTo>
                    <a:pt x="2464647" y="2114238"/>
                  </a:lnTo>
                  <a:lnTo>
                    <a:pt x="2472472" y="2143616"/>
                  </a:lnTo>
                  <a:lnTo>
                    <a:pt x="2480296" y="2170875"/>
                  </a:lnTo>
                  <a:lnTo>
                    <a:pt x="2488120" y="2196014"/>
                  </a:lnTo>
                  <a:lnTo>
                    <a:pt x="2495945" y="2218709"/>
                  </a:lnTo>
                  <a:lnTo>
                    <a:pt x="2503769" y="2239534"/>
                  </a:lnTo>
                  <a:lnTo>
                    <a:pt x="2511593" y="2258572"/>
                  </a:lnTo>
                  <a:lnTo>
                    <a:pt x="2519417" y="2275905"/>
                  </a:lnTo>
                  <a:lnTo>
                    <a:pt x="2527242" y="2291620"/>
                  </a:lnTo>
                  <a:lnTo>
                    <a:pt x="2535066" y="2305639"/>
                  </a:lnTo>
                  <a:lnTo>
                    <a:pt x="2542890" y="2318051"/>
                  </a:lnTo>
                  <a:lnTo>
                    <a:pt x="2550715" y="2329179"/>
                  </a:lnTo>
                  <a:lnTo>
                    <a:pt x="2558539" y="2339110"/>
                  </a:lnTo>
                  <a:lnTo>
                    <a:pt x="2566363" y="2347933"/>
                  </a:lnTo>
                  <a:lnTo>
                    <a:pt x="2574187" y="2355732"/>
                  </a:lnTo>
                  <a:lnTo>
                    <a:pt x="2582012" y="2362422"/>
                  </a:lnTo>
                  <a:lnTo>
                    <a:pt x="2589836" y="2368248"/>
                  </a:lnTo>
                  <a:lnTo>
                    <a:pt x="2597660" y="2373343"/>
                  </a:lnTo>
                  <a:lnTo>
                    <a:pt x="2605485" y="2377774"/>
                  </a:lnTo>
                  <a:lnTo>
                    <a:pt x="2613309" y="2381607"/>
                  </a:lnTo>
                  <a:lnTo>
                    <a:pt x="2621133" y="2384893"/>
                  </a:lnTo>
                  <a:lnTo>
                    <a:pt x="2628957" y="2387609"/>
                  </a:lnTo>
                  <a:lnTo>
                    <a:pt x="2636782" y="2389934"/>
                  </a:lnTo>
                  <a:lnTo>
                    <a:pt x="2644606" y="2391914"/>
                  </a:lnTo>
                  <a:lnTo>
                    <a:pt x="2652430" y="2393590"/>
                  </a:lnTo>
                  <a:lnTo>
                    <a:pt x="2660254" y="2394999"/>
                  </a:lnTo>
                  <a:lnTo>
                    <a:pt x="2668079" y="2396155"/>
                  </a:lnTo>
                  <a:lnTo>
                    <a:pt x="2675903" y="2397095"/>
                  </a:lnTo>
                  <a:lnTo>
                    <a:pt x="2683727" y="2397878"/>
                  </a:lnTo>
                  <a:lnTo>
                    <a:pt x="2691552" y="2398527"/>
                  </a:lnTo>
                  <a:lnTo>
                    <a:pt x="2699376" y="2399060"/>
                  </a:lnTo>
                  <a:lnTo>
                    <a:pt x="2707200" y="2399495"/>
                  </a:lnTo>
                  <a:lnTo>
                    <a:pt x="2715024" y="2399835"/>
                  </a:lnTo>
                  <a:lnTo>
                    <a:pt x="2722849" y="2400108"/>
                  </a:lnTo>
                  <a:lnTo>
                    <a:pt x="2730673" y="2400330"/>
                  </a:lnTo>
                  <a:lnTo>
                    <a:pt x="2738497" y="2400508"/>
                  </a:lnTo>
                  <a:lnTo>
                    <a:pt x="2746322" y="2400650"/>
                  </a:lnTo>
                  <a:lnTo>
                    <a:pt x="2754146" y="2400762"/>
                  </a:lnTo>
                  <a:lnTo>
                    <a:pt x="2761970" y="2400845"/>
                  </a:lnTo>
                  <a:lnTo>
                    <a:pt x="2769794" y="2400912"/>
                  </a:lnTo>
                  <a:lnTo>
                    <a:pt x="2777619" y="2400964"/>
                  </a:lnTo>
                  <a:lnTo>
                    <a:pt x="2785443" y="2401005"/>
                  </a:lnTo>
                  <a:lnTo>
                    <a:pt x="2793267" y="2401037"/>
                  </a:lnTo>
                  <a:lnTo>
                    <a:pt x="2801091" y="2401060"/>
                  </a:lnTo>
                  <a:lnTo>
                    <a:pt x="2808916" y="2401078"/>
                  </a:lnTo>
                  <a:lnTo>
                    <a:pt x="2816740" y="2401091"/>
                  </a:lnTo>
                  <a:lnTo>
                    <a:pt x="2824564" y="2401101"/>
                  </a:lnTo>
                  <a:lnTo>
                    <a:pt x="2832389" y="2401109"/>
                  </a:lnTo>
                  <a:lnTo>
                    <a:pt x="2840213" y="2401115"/>
                  </a:lnTo>
                  <a:lnTo>
                    <a:pt x="2848037" y="2401119"/>
                  </a:lnTo>
                  <a:lnTo>
                    <a:pt x="2855861" y="2401122"/>
                  </a:lnTo>
                  <a:lnTo>
                    <a:pt x="2863686" y="2401125"/>
                  </a:lnTo>
                  <a:lnTo>
                    <a:pt x="2871510" y="2401126"/>
                  </a:lnTo>
                  <a:lnTo>
                    <a:pt x="2879334" y="2401127"/>
                  </a:lnTo>
                  <a:lnTo>
                    <a:pt x="2887159" y="2401128"/>
                  </a:lnTo>
                  <a:lnTo>
                    <a:pt x="2894983" y="2401129"/>
                  </a:lnTo>
                  <a:lnTo>
                    <a:pt x="2902807" y="2401129"/>
                  </a:lnTo>
                  <a:lnTo>
                    <a:pt x="2910631" y="2401130"/>
                  </a:lnTo>
                  <a:lnTo>
                    <a:pt x="2918456" y="2401130"/>
                  </a:lnTo>
                  <a:lnTo>
                    <a:pt x="2926280" y="2401130"/>
                  </a:lnTo>
                  <a:lnTo>
                    <a:pt x="2934104" y="2401130"/>
                  </a:lnTo>
                  <a:lnTo>
                    <a:pt x="2941929" y="2401130"/>
                  </a:lnTo>
                  <a:lnTo>
                    <a:pt x="2949753" y="2401130"/>
                  </a:lnTo>
                  <a:lnTo>
                    <a:pt x="2957577" y="2401130"/>
                  </a:lnTo>
                  <a:lnTo>
                    <a:pt x="2965401" y="2401130"/>
                  </a:lnTo>
                  <a:lnTo>
                    <a:pt x="2973226" y="2401130"/>
                  </a:lnTo>
                  <a:lnTo>
                    <a:pt x="2981050" y="2401130"/>
                  </a:lnTo>
                  <a:lnTo>
                    <a:pt x="2988874" y="2401130"/>
                  </a:lnTo>
                  <a:lnTo>
                    <a:pt x="2996698" y="2401130"/>
                  </a:lnTo>
                  <a:lnTo>
                    <a:pt x="3004523" y="2401130"/>
                  </a:lnTo>
                  <a:lnTo>
                    <a:pt x="3012347" y="2401130"/>
                  </a:lnTo>
                  <a:lnTo>
                    <a:pt x="3020171" y="2401130"/>
                  </a:lnTo>
                  <a:lnTo>
                    <a:pt x="3027996" y="2401130"/>
                  </a:lnTo>
                  <a:lnTo>
                    <a:pt x="3035820" y="2401130"/>
                  </a:lnTo>
                  <a:lnTo>
                    <a:pt x="3043644" y="2401130"/>
                  </a:lnTo>
                  <a:lnTo>
                    <a:pt x="3051468" y="2401130"/>
                  </a:lnTo>
                  <a:lnTo>
                    <a:pt x="3059293" y="2401130"/>
                  </a:lnTo>
                  <a:lnTo>
                    <a:pt x="3067117" y="2401130"/>
                  </a:lnTo>
                  <a:lnTo>
                    <a:pt x="3074941" y="2401130"/>
                  </a:lnTo>
                  <a:lnTo>
                    <a:pt x="3082766" y="2401130"/>
                  </a:lnTo>
                  <a:lnTo>
                    <a:pt x="3090590" y="2401130"/>
                  </a:lnTo>
                  <a:lnTo>
                    <a:pt x="3098414" y="2401130"/>
                  </a:lnTo>
                  <a:lnTo>
                    <a:pt x="3106238" y="2401130"/>
                  </a:lnTo>
                  <a:lnTo>
                    <a:pt x="3114063" y="2401130"/>
                  </a:lnTo>
                  <a:lnTo>
                    <a:pt x="3121887" y="2401130"/>
                  </a:lnTo>
                  <a:lnTo>
                    <a:pt x="3129711" y="2401130"/>
                  </a:lnTo>
                  <a:lnTo>
                    <a:pt x="3137536" y="2401130"/>
                  </a:lnTo>
                  <a:lnTo>
                    <a:pt x="3145360" y="2401130"/>
                  </a:lnTo>
                  <a:lnTo>
                    <a:pt x="3153184" y="2401130"/>
                  </a:lnTo>
                  <a:lnTo>
                    <a:pt x="3161008" y="2401130"/>
                  </a:lnTo>
                  <a:lnTo>
                    <a:pt x="3168833" y="2401130"/>
                  </a:lnTo>
                  <a:lnTo>
                    <a:pt x="3176657" y="2401130"/>
                  </a:lnTo>
                  <a:lnTo>
                    <a:pt x="3184481" y="2401130"/>
                  </a:lnTo>
                  <a:lnTo>
                    <a:pt x="3192305" y="2401130"/>
                  </a:lnTo>
                  <a:lnTo>
                    <a:pt x="3200130" y="2401130"/>
                  </a:lnTo>
                  <a:lnTo>
                    <a:pt x="3207954" y="2401130"/>
                  </a:lnTo>
                  <a:lnTo>
                    <a:pt x="3215778" y="2401130"/>
                  </a:lnTo>
                  <a:lnTo>
                    <a:pt x="3223603" y="2401130"/>
                  </a:lnTo>
                  <a:lnTo>
                    <a:pt x="3231427" y="2401130"/>
                  </a:lnTo>
                  <a:lnTo>
                    <a:pt x="3239251" y="2401130"/>
                  </a:lnTo>
                  <a:lnTo>
                    <a:pt x="3247075" y="2401130"/>
                  </a:lnTo>
                  <a:lnTo>
                    <a:pt x="3254900" y="2401130"/>
                  </a:lnTo>
                  <a:lnTo>
                    <a:pt x="3262724" y="2401130"/>
                  </a:lnTo>
                  <a:lnTo>
                    <a:pt x="3270548" y="2401130"/>
                  </a:lnTo>
                  <a:lnTo>
                    <a:pt x="3278373" y="2401130"/>
                  </a:lnTo>
                  <a:lnTo>
                    <a:pt x="3286197" y="2401130"/>
                  </a:lnTo>
                  <a:lnTo>
                    <a:pt x="3294021" y="2401130"/>
                  </a:lnTo>
                  <a:lnTo>
                    <a:pt x="3301845" y="2401130"/>
                  </a:lnTo>
                  <a:lnTo>
                    <a:pt x="3309670" y="2401130"/>
                  </a:lnTo>
                  <a:lnTo>
                    <a:pt x="3317494" y="2401130"/>
                  </a:lnTo>
                  <a:lnTo>
                    <a:pt x="3325318" y="2401130"/>
                  </a:lnTo>
                  <a:lnTo>
                    <a:pt x="3333142" y="2401130"/>
                  </a:lnTo>
                  <a:lnTo>
                    <a:pt x="3340967" y="2401130"/>
                  </a:lnTo>
                  <a:lnTo>
                    <a:pt x="3348791" y="2401130"/>
                  </a:lnTo>
                  <a:lnTo>
                    <a:pt x="3356615" y="2401130"/>
                  </a:lnTo>
                  <a:lnTo>
                    <a:pt x="3364440" y="2401130"/>
                  </a:lnTo>
                  <a:lnTo>
                    <a:pt x="3372264" y="2401130"/>
                  </a:lnTo>
                  <a:lnTo>
                    <a:pt x="3380088" y="2401130"/>
                  </a:lnTo>
                  <a:lnTo>
                    <a:pt x="3387912" y="2401130"/>
                  </a:lnTo>
                  <a:lnTo>
                    <a:pt x="3395737" y="2401130"/>
                  </a:lnTo>
                  <a:lnTo>
                    <a:pt x="3403561" y="2401130"/>
                  </a:lnTo>
                  <a:lnTo>
                    <a:pt x="3411385" y="2401130"/>
                  </a:lnTo>
                  <a:lnTo>
                    <a:pt x="3419210" y="2401130"/>
                  </a:lnTo>
                  <a:lnTo>
                    <a:pt x="3427034" y="2401130"/>
                  </a:lnTo>
                  <a:lnTo>
                    <a:pt x="3434858" y="2401130"/>
                  </a:lnTo>
                  <a:lnTo>
                    <a:pt x="3442682" y="2401130"/>
                  </a:lnTo>
                  <a:lnTo>
                    <a:pt x="3450507" y="2401130"/>
                  </a:lnTo>
                  <a:lnTo>
                    <a:pt x="3458331" y="2401130"/>
                  </a:lnTo>
                  <a:lnTo>
                    <a:pt x="3466155" y="2401130"/>
                  </a:lnTo>
                  <a:lnTo>
                    <a:pt x="3473980" y="2401130"/>
                  </a:lnTo>
                  <a:lnTo>
                    <a:pt x="3481804" y="2401130"/>
                  </a:lnTo>
                  <a:lnTo>
                    <a:pt x="3489628" y="2401130"/>
                  </a:lnTo>
                  <a:lnTo>
                    <a:pt x="3497452" y="2401130"/>
                  </a:lnTo>
                  <a:lnTo>
                    <a:pt x="3505277" y="2401130"/>
                  </a:lnTo>
                  <a:lnTo>
                    <a:pt x="3513101" y="2401130"/>
                  </a:lnTo>
                  <a:lnTo>
                    <a:pt x="3520925" y="2401130"/>
                  </a:lnTo>
                  <a:lnTo>
                    <a:pt x="3528749" y="2401130"/>
                  </a:lnTo>
                  <a:lnTo>
                    <a:pt x="3536574" y="2401130"/>
                  </a:lnTo>
                  <a:lnTo>
                    <a:pt x="3544398" y="2401130"/>
                  </a:lnTo>
                  <a:lnTo>
                    <a:pt x="3552222" y="2401130"/>
                  </a:lnTo>
                  <a:lnTo>
                    <a:pt x="3560047" y="2401130"/>
                  </a:lnTo>
                  <a:lnTo>
                    <a:pt x="3567871" y="2401130"/>
                  </a:lnTo>
                  <a:lnTo>
                    <a:pt x="3575695" y="2401130"/>
                  </a:lnTo>
                  <a:lnTo>
                    <a:pt x="3583519" y="2401130"/>
                  </a:lnTo>
                  <a:lnTo>
                    <a:pt x="3591344" y="2401130"/>
                  </a:lnTo>
                  <a:lnTo>
                    <a:pt x="3599168" y="2401130"/>
                  </a:lnTo>
                  <a:lnTo>
                    <a:pt x="3606992" y="2401130"/>
                  </a:lnTo>
                  <a:lnTo>
                    <a:pt x="3614817" y="2401130"/>
                  </a:lnTo>
                  <a:lnTo>
                    <a:pt x="3622641" y="2401130"/>
                  </a:lnTo>
                  <a:lnTo>
                    <a:pt x="3630465" y="2401130"/>
                  </a:lnTo>
                  <a:lnTo>
                    <a:pt x="3638289" y="2401130"/>
                  </a:lnTo>
                  <a:lnTo>
                    <a:pt x="3646114" y="2401130"/>
                  </a:lnTo>
                  <a:lnTo>
                    <a:pt x="3653938" y="2401130"/>
                  </a:lnTo>
                  <a:lnTo>
                    <a:pt x="3661762" y="2401130"/>
                  </a:lnTo>
                  <a:lnTo>
                    <a:pt x="3669586" y="2401130"/>
                  </a:lnTo>
                  <a:lnTo>
                    <a:pt x="3677411" y="2401130"/>
                  </a:lnTo>
                  <a:lnTo>
                    <a:pt x="3685235" y="2401130"/>
                  </a:lnTo>
                  <a:lnTo>
                    <a:pt x="3693059" y="2401130"/>
                  </a:lnTo>
                  <a:lnTo>
                    <a:pt x="3700884" y="2401130"/>
                  </a:lnTo>
                  <a:lnTo>
                    <a:pt x="3708708" y="2401130"/>
                  </a:lnTo>
                  <a:lnTo>
                    <a:pt x="3716532" y="2401130"/>
                  </a:lnTo>
                  <a:lnTo>
                    <a:pt x="3724356" y="2401130"/>
                  </a:lnTo>
                  <a:lnTo>
                    <a:pt x="3732181" y="2401130"/>
                  </a:lnTo>
                  <a:lnTo>
                    <a:pt x="3740005" y="2401130"/>
                  </a:lnTo>
                  <a:lnTo>
                    <a:pt x="3747829" y="2401130"/>
                  </a:lnTo>
                  <a:lnTo>
                    <a:pt x="3755654" y="2401130"/>
                  </a:lnTo>
                  <a:lnTo>
                    <a:pt x="3763478" y="2401130"/>
                  </a:lnTo>
                  <a:lnTo>
                    <a:pt x="3771302" y="2401130"/>
                  </a:lnTo>
                  <a:lnTo>
                    <a:pt x="3779126" y="2401130"/>
                  </a:lnTo>
                  <a:lnTo>
                    <a:pt x="3786951" y="2401130"/>
                  </a:lnTo>
                  <a:lnTo>
                    <a:pt x="3794775" y="2401130"/>
                  </a:lnTo>
                  <a:lnTo>
                    <a:pt x="3802599" y="2401130"/>
                  </a:lnTo>
                  <a:lnTo>
                    <a:pt x="3810424" y="2401130"/>
                  </a:lnTo>
                  <a:lnTo>
                    <a:pt x="3818248" y="2401130"/>
                  </a:lnTo>
                  <a:lnTo>
                    <a:pt x="3826072" y="2401130"/>
                  </a:lnTo>
                  <a:lnTo>
                    <a:pt x="3833896" y="2401130"/>
                  </a:lnTo>
                  <a:lnTo>
                    <a:pt x="3841721" y="2401130"/>
                  </a:lnTo>
                  <a:lnTo>
                    <a:pt x="3849545" y="2401130"/>
                  </a:lnTo>
                  <a:lnTo>
                    <a:pt x="3857369" y="2401130"/>
                  </a:lnTo>
                  <a:lnTo>
                    <a:pt x="3865193" y="2401130"/>
                  </a:lnTo>
                  <a:lnTo>
                    <a:pt x="3873018" y="2401130"/>
                  </a:lnTo>
                  <a:lnTo>
                    <a:pt x="3880842" y="2401130"/>
                  </a:lnTo>
                  <a:lnTo>
                    <a:pt x="3888666" y="2401130"/>
                  </a:lnTo>
                  <a:lnTo>
                    <a:pt x="3896491" y="2401130"/>
                  </a:lnTo>
                  <a:lnTo>
                    <a:pt x="3904315" y="2401130"/>
                  </a:lnTo>
                  <a:lnTo>
                    <a:pt x="3912139" y="2401130"/>
                  </a:lnTo>
                  <a:lnTo>
                    <a:pt x="3919963" y="2401130"/>
                  </a:lnTo>
                  <a:lnTo>
                    <a:pt x="3927788" y="2401130"/>
                  </a:lnTo>
                  <a:lnTo>
                    <a:pt x="3935612" y="2401130"/>
                  </a:lnTo>
                  <a:lnTo>
                    <a:pt x="3943436" y="2401130"/>
                  </a:lnTo>
                  <a:lnTo>
                    <a:pt x="3951261" y="2401130"/>
                  </a:lnTo>
                  <a:lnTo>
                    <a:pt x="3959085" y="2401130"/>
                  </a:lnTo>
                  <a:lnTo>
                    <a:pt x="3966909" y="2401130"/>
                  </a:lnTo>
                  <a:lnTo>
                    <a:pt x="3974733" y="2401130"/>
                  </a:lnTo>
                  <a:lnTo>
                    <a:pt x="3982558" y="2401130"/>
                  </a:lnTo>
                  <a:lnTo>
                    <a:pt x="3990382" y="2401130"/>
                  </a:lnTo>
                  <a:lnTo>
                    <a:pt x="3998206" y="24011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3"/>
            <p:cNvSpPr/>
            <p:nvPr/>
          </p:nvSpPr>
          <p:spPr>
            <a:xfrm>
              <a:off x="7848093" y="4603117"/>
              <a:ext cx="3998206" cy="191614"/>
            </a:xfrm>
            <a:custGeom>
              <a:avLst/>
              <a:pathLst>
                <a:path w="3998206" h="191614">
                  <a:moveTo>
                    <a:pt x="0" y="191614"/>
                  </a:moveTo>
                  <a:lnTo>
                    <a:pt x="7824" y="191614"/>
                  </a:lnTo>
                  <a:lnTo>
                    <a:pt x="15648" y="191614"/>
                  </a:lnTo>
                  <a:lnTo>
                    <a:pt x="23472" y="191614"/>
                  </a:lnTo>
                  <a:lnTo>
                    <a:pt x="31297" y="191614"/>
                  </a:lnTo>
                  <a:lnTo>
                    <a:pt x="39121" y="191614"/>
                  </a:lnTo>
                  <a:lnTo>
                    <a:pt x="46945" y="191614"/>
                  </a:lnTo>
                  <a:lnTo>
                    <a:pt x="54769" y="191614"/>
                  </a:lnTo>
                  <a:lnTo>
                    <a:pt x="62594" y="191614"/>
                  </a:lnTo>
                  <a:lnTo>
                    <a:pt x="70418" y="191614"/>
                  </a:lnTo>
                  <a:lnTo>
                    <a:pt x="78242" y="191614"/>
                  </a:lnTo>
                  <a:lnTo>
                    <a:pt x="86067" y="191614"/>
                  </a:lnTo>
                  <a:lnTo>
                    <a:pt x="93891" y="191614"/>
                  </a:lnTo>
                  <a:lnTo>
                    <a:pt x="101715" y="191614"/>
                  </a:lnTo>
                  <a:lnTo>
                    <a:pt x="109539" y="191614"/>
                  </a:lnTo>
                  <a:lnTo>
                    <a:pt x="117364" y="191614"/>
                  </a:lnTo>
                  <a:lnTo>
                    <a:pt x="125188" y="191614"/>
                  </a:lnTo>
                  <a:lnTo>
                    <a:pt x="133012" y="191614"/>
                  </a:lnTo>
                  <a:lnTo>
                    <a:pt x="140837" y="191614"/>
                  </a:lnTo>
                  <a:lnTo>
                    <a:pt x="148661" y="191614"/>
                  </a:lnTo>
                  <a:lnTo>
                    <a:pt x="156485" y="191614"/>
                  </a:lnTo>
                  <a:lnTo>
                    <a:pt x="164309" y="191614"/>
                  </a:lnTo>
                  <a:lnTo>
                    <a:pt x="172134" y="191614"/>
                  </a:lnTo>
                  <a:lnTo>
                    <a:pt x="179958" y="191614"/>
                  </a:lnTo>
                  <a:lnTo>
                    <a:pt x="187782" y="191614"/>
                  </a:lnTo>
                  <a:lnTo>
                    <a:pt x="195606" y="191614"/>
                  </a:lnTo>
                  <a:lnTo>
                    <a:pt x="203431" y="191614"/>
                  </a:lnTo>
                  <a:lnTo>
                    <a:pt x="211255" y="191614"/>
                  </a:lnTo>
                  <a:lnTo>
                    <a:pt x="219079" y="191614"/>
                  </a:lnTo>
                  <a:lnTo>
                    <a:pt x="226904" y="191614"/>
                  </a:lnTo>
                  <a:lnTo>
                    <a:pt x="234728" y="191614"/>
                  </a:lnTo>
                  <a:lnTo>
                    <a:pt x="242552" y="191614"/>
                  </a:lnTo>
                  <a:lnTo>
                    <a:pt x="250376" y="191614"/>
                  </a:lnTo>
                  <a:lnTo>
                    <a:pt x="258201" y="191614"/>
                  </a:lnTo>
                  <a:lnTo>
                    <a:pt x="266025" y="191614"/>
                  </a:lnTo>
                  <a:lnTo>
                    <a:pt x="273849" y="191614"/>
                  </a:lnTo>
                  <a:lnTo>
                    <a:pt x="281674" y="191614"/>
                  </a:lnTo>
                  <a:lnTo>
                    <a:pt x="289498" y="191614"/>
                  </a:lnTo>
                  <a:lnTo>
                    <a:pt x="297322" y="191614"/>
                  </a:lnTo>
                  <a:lnTo>
                    <a:pt x="305146" y="191614"/>
                  </a:lnTo>
                  <a:lnTo>
                    <a:pt x="312971" y="191614"/>
                  </a:lnTo>
                  <a:lnTo>
                    <a:pt x="320795" y="191614"/>
                  </a:lnTo>
                  <a:lnTo>
                    <a:pt x="328619" y="191614"/>
                  </a:lnTo>
                  <a:lnTo>
                    <a:pt x="336444" y="191614"/>
                  </a:lnTo>
                  <a:lnTo>
                    <a:pt x="344268" y="191614"/>
                  </a:lnTo>
                  <a:lnTo>
                    <a:pt x="352092" y="191614"/>
                  </a:lnTo>
                  <a:lnTo>
                    <a:pt x="359916" y="191614"/>
                  </a:lnTo>
                  <a:lnTo>
                    <a:pt x="367741" y="191614"/>
                  </a:lnTo>
                  <a:lnTo>
                    <a:pt x="375565" y="191614"/>
                  </a:lnTo>
                  <a:lnTo>
                    <a:pt x="383389" y="191614"/>
                  </a:lnTo>
                  <a:lnTo>
                    <a:pt x="391213" y="191614"/>
                  </a:lnTo>
                  <a:lnTo>
                    <a:pt x="399038" y="191614"/>
                  </a:lnTo>
                  <a:lnTo>
                    <a:pt x="406862" y="191614"/>
                  </a:lnTo>
                  <a:lnTo>
                    <a:pt x="414686" y="191614"/>
                  </a:lnTo>
                  <a:lnTo>
                    <a:pt x="422511" y="191614"/>
                  </a:lnTo>
                  <a:lnTo>
                    <a:pt x="430335" y="191614"/>
                  </a:lnTo>
                  <a:lnTo>
                    <a:pt x="438159" y="191614"/>
                  </a:lnTo>
                  <a:lnTo>
                    <a:pt x="445983" y="191614"/>
                  </a:lnTo>
                  <a:lnTo>
                    <a:pt x="453808" y="191614"/>
                  </a:lnTo>
                  <a:lnTo>
                    <a:pt x="461632" y="191614"/>
                  </a:lnTo>
                  <a:lnTo>
                    <a:pt x="469456" y="191614"/>
                  </a:lnTo>
                  <a:lnTo>
                    <a:pt x="477281" y="191614"/>
                  </a:lnTo>
                  <a:lnTo>
                    <a:pt x="485105" y="191614"/>
                  </a:lnTo>
                  <a:lnTo>
                    <a:pt x="492929" y="191614"/>
                  </a:lnTo>
                  <a:lnTo>
                    <a:pt x="500753" y="191614"/>
                  </a:lnTo>
                  <a:lnTo>
                    <a:pt x="508578" y="191614"/>
                  </a:lnTo>
                  <a:lnTo>
                    <a:pt x="516402" y="191614"/>
                  </a:lnTo>
                  <a:lnTo>
                    <a:pt x="524226" y="191614"/>
                  </a:lnTo>
                  <a:lnTo>
                    <a:pt x="532050" y="191614"/>
                  </a:lnTo>
                  <a:lnTo>
                    <a:pt x="539875" y="191614"/>
                  </a:lnTo>
                  <a:lnTo>
                    <a:pt x="547699" y="191614"/>
                  </a:lnTo>
                  <a:lnTo>
                    <a:pt x="555523" y="191614"/>
                  </a:lnTo>
                  <a:lnTo>
                    <a:pt x="563348" y="191614"/>
                  </a:lnTo>
                  <a:lnTo>
                    <a:pt x="571172" y="191614"/>
                  </a:lnTo>
                  <a:lnTo>
                    <a:pt x="578996" y="191614"/>
                  </a:lnTo>
                  <a:lnTo>
                    <a:pt x="586820" y="191614"/>
                  </a:lnTo>
                  <a:lnTo>
                    <a:pt x="594645" y="191614"/>
                  </a:lnTo>
                  <a:lnTo>
                    <a:pt x="602469" y="191614"/>
                  </a:lnTo>
                  <a:lnTo>
                    <a:pt x="610293" y="191614"/>
                  </a:lnTo>
                  <a:lnTo>
                    <a:pt x="618118" y="191614"/>
                  </a:lnTo>
                  <a:lnTo>
                    <a:pt x="625942" y="191614"/>
                  </a:lnTo>
                  <a:lnTo>
                    <a:pt x="633766" y="191614"/>
                  </a:lnTo>
                  <a:lnTo>
                    <a:pt x="641590" y="191614"/>
                  </a:lnTo>
                  <a:lnTo>
                    <a:pt x="649415" y="191614"/>
                  </a:lnTo>
                  <a:lnTo>
                    <a:pt x="657239" y="191614"/>
                  </a:lnTo>
                  <a:lnTo>
                    <a:pt x="665063" y="191614"/>
                  </a:lnTo>
                  <a:lnTo>
                    <a:pt x="672888" y="191614"/>
                  </a:lnTo>
                  <a:lnTo>
                    <a:pt x="680712" y="191614"/>
                  </a:lnTo>
                  <a:lnTo>
                    <a:pt x="688536" y="191614"/>
                  </a:lnTo>
                  <a:lnTo>
                    <a:pt x="696360" y="191614"/>
                  </a:lnTo>
                  <a:lnTo>
                    <a:pt x="704185" y="191614"/>
                  </a:lnTo>
                  <a:lnTo>
                    <a:pt x="712009" y="191614"/>
                  </a:lnTo>
                  <a:lnTo>
                    <a:pt x="719833" y="191614"/>
                  </a:lnTo>
                  <a:lnTo>
                    <a:pt x="727657" y="191614"/>
                  </a:lnTo>
                  <a:lnTo>
                    <a:pt x="735482" y="191614"/>
                  </a:lnTo>
                  <a:lnTo>
                    <a:pt x="743306" y="191614"/>
                  </a:lnTo>
                  <a:lnTo>
                    <a:pt x="751130" y="191614"/>
                  </a:lnTo>
                  <a:lnTo>
                    <a:pt x="758955" y="191614"/>
                  </a:lnTo>
                  <a:lnTo>
                    <a:pt x="766779" y="191614"/>
                  </a:lnTo>
                  <a:lnTo>
                    <a:pt x="774603" y="191614"/>
                  </a:lnTo>
                  <a:lnTo>
                    <a:pt x="782427" y="191614"/>
                  </a:lnTo>
                  <a:lnTo>
                    <a:pt x="790252" y="191614"/>
                  </a:lnTo>
                  <a:lnTo>
                    <a:pt x="798076" y="191614"/>
                  </a:lnTo>
                  <a:lnTo>
                    <a:pt x="805900" y="191614"/>
                  </a:lnTo>
                  <a:lnTo>
                    <a:pt x="813725" y="191614"/>
                  </a:lnTo>
                  <a:lnTo>
                    <a:pt x="821549" y="191614"/>
                  </a:lnTo>
                  <a:lnTo>
                    <a:pt x="829373" y="191614"/>
                  </a:lnTo>
                  <a:lnTo>
                    <a:pt x="837197" y="191614"/>
                  </a:lnTo>
                  <a:lnTo>
                    <a:pt x="845022" y="191614"/>
                  </a:lnTo>
                  <a:lnTo>
                    <a:pt x="852846" y="191614"/>
                  </a:lnTo>
                  <a:lnTo>
                    <a:pt x="860670" y="191614"/>
                  </a:lnTo>
                  <a:lnTo>
                    <a:pt x="868495" y="191614"/>
                  </a:lnTo>
                  <a:lnTo>
                    <a:pt x="876319" y="191614"/>
                  </a:lnTo>
                  <a:lnTo>
                    <a:pt x="884143" y="191614"/>
                  </a:lnTo>
                  <a:lnTo>
                    <a:pt x="891967" y="191614"/>
                  </a:lnTo>
                  <a:lnTo>
                    <a:pt x="899792" y="191614"/>
                  </a:lnTo>
                  <a:lnTo>
                    <a:pt x="907616" y="191614"/>
                  </a:lnTo>
                  <a:lnTo>
                    <a:pt x="915440" y="191614"/>
                  </a:lnTo>
                  <a:lnTo>
                    <a:pt x="923264" y="191614"/>
                  </a:lnTo>
                  <a:lnTo>
                    <a:pt x="931089" y="191614"/>
                  </a:lnTo>
                  <a:lnTo>
                    <a:pt x="938913" y="191614"/>
                  </a:lnTo>
                  <a:lnTo>
                    <a:pt x="946737" y="191614"/>
                  </a:lnTo>
                  <a:lnTo>
                    <a:pt x="954562" y="191614"/>
                  </a:lnTo>
                  <a:lnTo>
                    <a:pt x="962386" y="191614"/>
                  </a:lnTo>
                  <a:lnTo>
                    <a:pt x="970210" y="191614"/>
                  </a:lnTo>
                  <a:lnTo>
                    <a:pt x="978034" y="191614"/>
                  </a:lnTo>
                  <a:lnTo>
                    <a:pt x="985859" y="191614"/>
                  </a:lnTo>
                  <a:lnTo>
                    <a:pt x="993683" y="191614"/>
                  </a:lnTo>
                  <a:lnTo>
                    <a:pt x="1001507" y="191614"/>
                  </a:lnTo>
                  <a:lnTo>
                    <a:pt x="1009332" y="191614"/>
                  </a:lnTo>
                  <a:lnTo>
                    <a:pt x="1017156" y="191614"/>
                  </a:lnTo>
                  <a:lnTo>
                    <a:pt x="1024980" y="191614"/>
                  </a:lnTo>
                  <a:lnTo>
                    <a:pt x="1032804" y="191614"/>
                  </a:lnTo>
                  <a:lnTo>
                    <a:pt x="1040629" y="191614"/>
                  </a:lnTo>
                  <a:lnTo>
                    <a:pt x="1048453" y="191614"/>
                  </a:lnTo>
                  <a:lnTo>
                    <a:pt x="1056277" y="191614"/>
                  </a:lnTo>
                  <a:lnTo>
                    <a:pt x="1064101" y="191614"/>
                  </a:lnTo>
                  <a:lnTo>
                    <a:pt x="1071926" y="191614"/>
                  </a:lnTo>
                  <a:lnTo>
                    <a:pt x="1079750" y="191614"/>
                  </a:lnTo>
                  <a:lnTo>
                    <a:pt x="1087574" y="191614"/>
                  </a:lnTo>
                  <a:lnTo>
                    <a:pt x="1095399" y="191614"/>
                  </a:lnTo>
                  <a:lnTo>
                    <a:pt x="1103223" y="191614"/>
                  </a:lnTo>
                  <a:lnTo>
                    <a:pt x="1111047" y="191614"/>
                  </a:lnTo>
                  <a:lnTo>
                    <a:pt x="1118871" y="191614"/>
                  </a:lnTo>
                  <a:lnTo>
                    <a:pt x="1126696" y="191614"/>
                  </a:lnTo>
                  <a:lnTo>
                    <a:pt x="1134520" y="191614"/>
                  </a:lnTo>
                  <a:lnTo>
                    <a:pt x="1142344" y="191614"/>
                  </a:lnTo>
                  <a:lnTo>
                    <a:pt x="1150169" y="191614"/>
                  </a:lnTo>
                  <a:lnTo>
                    <a:pt x="1157993" y="191614"/>
                  </a:lnTo>
                  <a:lnTo>
                    <a:pt x="1165817" y="191614"/>
                  </a:lnTo>
                  <a:lnTo>
                    <a:pt x="1173641" y="191614"/>
                  </a:lnTo>
                  <a:lnTo>
                    <a:pt x="1181466" y="191614"/>
                  </a:lnTo>
                  <a:lnTo>
                    <a:pt x="1189290" y="191614"/>
                  </a:lnTo>
                  <a:lnTo>
                    <a:pt x="1197114" y="191614"/>
                  </a:lnTo>
                  <a:lnTo>
                    <a:pt x="1204939" y="191614"/>
                  </a:lnTo>
                  <a:lnTo>
                    <a:pt x="1212763" y="191614"/>
                  </a:lnTo>
                  <a:lnTo>
                    <a:pt x="1220587" y="191614"/>
                  </a:lnTo>
                  <a:lnTo>
                    <a:pt x="1228411" y="191614"/>
                  </a:lnTo>
                  <a:lnTo>
                    <a:pt x="1236236" y="191614"/>
                  </a:lnTo>
                  <a:lnTo>
                    <a:pt x="1244060" y="191614"/>
                  </a:lnTo>
                  <a:lnTo>
                    <a:pt x="1251884" y="191614"/>
                  </a:lnTo>
                  <a:lnTo>
                    <a:pt x="1259708" y="191614"/>
                  </a:lnTo>
                  <a:lnTo>
                    <a:pt x="1267533" y="191614"/>
                  </a:lnTo>
                  <a:lnTo>
                    <a:pt x="1275357" y="191614"/>
                  </a:lnTo>
                  <a:lnTo>
                    <a:pt x="1283181" y="191614"/>
                  </a:lnTo>
                  <a:lnTo>
                    <a:pt x="1291006" y="191614"/>
                  </a:lnTo>
                  <a:lnTo>
                    <a:pt x="1298830" y="191614"/>
                  </a:lnTo>
                  <a:lnTo>
                    <a:pt x="1306654" y="191614"/>
                  </a:lnTo>
                  <a:lnTo>
                    <a:pt x="1314478" y="191614"/>
                  </a:lnTo>
                  <a:lnTo>
                    <a:pt x="1322303" y="191614"/>
                  </a:lnTo>
                  <a:lnTo>
                    <a:pt x="1330127" y="191614"/>
                  </a:lnTo>
                  <a:lnTo>
                    <a:pt x="1337951" y="191614"/>
                  </a:lnTo>
                  <a:lnTo>
                    <a:pt x="1345776" y="191614"/>
                  </a:lnTo>
                  <a:lnTo>
                    <a:pt x="1353600" y="191614"/>
                  </a:lnTo>
                  <a:lnTo>
                    <a:pt x="1361424" y="191614"/>
                  </a:lnTo>
                  <a:lnTo>
                    <a:pt x="1369248" y="191614"/>
                  </a:lnTo>
                  <a:lnTo>
                    <a:pt x="1377073" y="191614"/>
                  </a:lnTo>
                  <a:lnTo>
                    <a:pt x="1384897" y="191614"/>
                  </a:lnTo>
                  <a:lnTo>
                    <a:pt x="1392721" y="191614"/>
                  </a:lnTo>
                  <a:lnTo>
                    <a:pt x="1400545" y="191614"/>
                  </a:lnTo>
                  <a:lnTo>
                    <a:pt x="1408370" y="191614"/>
                  </a:lnTo>
                  <a:lnTo>
                    <a:pt x="1416194" y="191614"/>
                  </a:lnTo>
                  <a:lnTo>
                    <a:pt x="1424018" y="191614"/>
                  </a:lnTo>
                  <a:lnTo>
                    <a:pt x="1431843" y="191614"/>
                  </a:lnTo>
                  <a:lnTo>
                    <a:pt x="1439667" y="191614"/>
                  </a:lnTo>
                  <a:lnTo>
                    <a:pt x="1447491" y="191614"/>
                  </a:lnTo>
                  <a:lnTo>
                    <a:pt x="1455315" y="191614"/>
                  </a:lnTo>
                  <a:lnTo>
                    <a:pt x="1463140" y="191614"/>
                  </a:lnTo>
                  <a:lnTo>
                    <a:pt x="1470964" y="191614"/>
                  </a:lnTo>
                  <a:lnTo>
                    <a:pt x="1478788" y="191614"/>
                  </a:lnTo>
                  <a:lnTo>
                    <a:pt x="1486613" y="191614"/>
                  </a:lnTo>
                  <a:lnTo>
                    <a:pt x="1494437" y="191614"/>
                  </a:lnTo>
                  <a:lnTo>
                    <a:pt x="1502261" y="191614"/>
                  </a:lnTo>
                  <a:lnTo>
                    <a:pt x="1510085" y="191614"/>
                  </a:lnTo>
                  <a:lnTo>
                    <a:pt x="1517910" y="191614"/>
                  </a:lnTo>
                  <a:lnTo>
                    <a:pt x="1525734" y="191614"/>
                  </a:lnTo>
                  <a:lnTo>
                    <a:pt x="1533558" y="191614"/>
                  </a:lnTo>
                  <a:lnTo>
                    <a:pt x="1541383" y="191614"/>
                  </a:lnTo>
                  <a:lnTo>
                    <a:pt x="1549207" y="191614"/>
                  </a:lnTo>
                  <a:lnTo>
                    <a:pt x="1557031" y="191614"/>
                  </a:lnTo>
                  <a:lnTo>
                    <a:pt x="1564855" y="191614"/>
                  </a:lnTo>
                  <a:lnTo>
                    <a:pt x="1572680" y="191614"/>
                  </a:lnTo>
                  <a:lnTo>
                    <a:pt x="1580504" y="191614"/>
                  </a:lnTo>
                  <a:lnTo>
                    <a:pt x="1588328" y="191614"/>
                  </a:lnTo>
                  <a:lnTo>
                    <a:pt x="1596152" y="191614"/>
                  </a:lnTo>
                  <a:lnTo>
                    <a:pt x="1603977" y="191614"/>
                  </a:lnTo>
                  <a:lnTo>
                    <a:pt x="1611801" y="191614"/>
                  </a:lnTo>
                  <a:lnTo>
                    <a:pt x="1619625" y="191614"/>
                  </a:lnTo>
                  <a:lnTo>
                    <a:pt x="1627450" y="191614"/>
                  </a:lnTo>
                  <a:lnTo>
                    <a:pt x="1635274" y="191614"/>
                  </a:lnTo>
                  <a:lnTo>
                    <a:pt x="1643098" y="191614"/>
                  </a:lnTo>
                  <a:lnTo>
                    <a:pt x="1650922" y="191614"/>
                  </a:lnTo>
                  <a:lnTo>
                    <a:pt x="1658747" y="191614"/>
                  </a:lnTo>
                  <a:lnTo>
                    <a:pt x="1666571" y="191614"/>
                  </a:lnTo>
                  <a:lnTo>
                    <a:pt x="1674395" y="191614"/>
                  </a:lnTo>
                  <a:lnTo>
                    <a:pt x="1682220" y="191614"/>
                  </a:lnTo>
                  <a:lnTo>
                    <a:pt x="1690044" y="191614"/>
                  </a:lnTo>
                  <a:lnTo>
                    <a:pt x="1697868" y="191614"/>
                  </a:lnTo>
                  <a:lnTo>
                    <a:pt x="1705692" y="191614"/>
                  </a:lnTo>
                  <a:lnTo>
                    <a:pt x="1713517" y="191614"/>
                  </a:lnTo>
                  <a:lnTo>
                    <a:pt x="1721341" y="191614"/>
                  </a:lnTo>
                  <a:lnTo>
                    <a:pt x="1729165" y="191614"/>
                  </a:lnTo>
                  <a:lnTo>
                    <a:pt x="1736990" y="191614"/>
                  </a:lnTo>
                  <a:lnTo>
                    <a:pt x="1744814" y="191614"/>
                  </a:lnTo>
                  <a:lnTo>
                    <a:pt x="1752638" y="191614"/>
                  </a:lnTo>
                  <a:lnTo>
                    <a:pt x="1760462" y="191614"/>
                  </a:lnTo>
                  <a:lnTo>
                    <a:pt x="1768287" y="191614"/>
                  </a:lnTo>
                  <a:lnTo>
                    <a:pt x="1776111" y="191614"/>
                  </a:lnTo>
                  <a:lnTo>
                    <a:pt x="1783935" y="191614"/>
                  </a:lnTo>
                  <a:lnTo>
                    <a:pt x="1791759" y="191614"/>
                  </a:lnTo>
                  <a:lnTo>
                    <a:pt x="1799584" y="191614"/>
                  </a:lnTo>
                  <a:lnTo>
                    <a:pt x="1807408" y="191614"/>
                  </a:lnTo>
                  <a:lnTo>
                    <a:pt x="1815232" y="191614"/>
                  </a:lnTo>
                  <a:lnTo>
                    <a:pt x="1823057" y="191614"/>
                  </a:lnTo>
                  <a:lnTo>
                    <a:pt x="1830881" y="191614"/>
                  </a:lnTo>
                  <a:lnTo>
                    <a:pt x="1838705" y="191614"/>
                  </a:lnTo>
                  <a:lnTo>
                    <a:pt x="1846529" y="191614"/>
                  </a:lnTo>
                  <a:lnTo>
                    <a:pt x="1854354" y="191614"/>
                  </a:lnTo>
                  <a:lnTo>
                    <a:pt x="1862178" y="191614"/>
                  </a:lnTo>
                  <a:lnTo>
                    <a:pt x="1870002" y="191614"/>
                  </a:lnTo>
                  <a:lnTo>
                    <a:pt x="1877827" y="191614"/>
                  </a:lnTo>
                  <a:lnTo>
                    <a:pt x="1885651" y="191614"/>
                  </a:lnTo>
                  <a:lnTo>
                    <a:pt x="1893475" y="191614"/>
                  </a:lnTo>
                  <a:lnTo>
                    <a:pt x="1901299" y="191614"/>
                  </a:lnTo>
                  <a:lnTo>
                    <a:pt x="1909124" y="191614"/>
                  </a:lnTo>
                  <a:lnTo>
                    <a:pt x="1916948" y="191614"/>
                  </a:lnTo>
                  <a:lnTo>
                    <a:pt x="1924772" y="191614"/>
                  </a:lnTo>
                  <a:lnTo>
                    <a:pt x="1932596" y="191614"/>
                  </a:lnTo>
                  <a:lnTo>
                    <a:pt x="1940421" y="191613"/>
                  </a:lnTo>
                  <a:lnTo>
                    <a:pt x="1948245" y="191613"/>
                  </a:lnTo>
                  <a:lnTo>
                    <a:pt x="1956069" y="191612"/>
                  </a:lnTo>
                  <a:lnTo>
                    <a:pt x="1963894" y="191611"/>
                  </a:lnTo>
                  <a:lnTo>
                    <a:pt x="1971718" y="191610"/>
                  </a:lnTo>
                  <a:lnTo>
                    <a:pt x="1979542" y="191608"/>
                  </a:lnTo>
                  <a:lnTo>
                    <a:pt x="1987366" y="191605"/>
                  </a:lnTo>
                  <a:lnTo>
                    <a:pt x="1995191" y="191602"/>
                  </a:lnTo>
                  <a:lnTo>
                    <a:pt x="2003015" y="191598"/>
                  </a:lnTo>
                  <a:lnTo>
                    <a:pt x="2010839" y="191592"/>
                  </a:lnTo>
                  <a:lnTo>
                    <a:pt x="2018664" y="191584"/>
                  </a:lnTo>
                  <a:lnTo>
                    <a:pt x="2026488" y="191573"/>
                  </a:lnTo>
                  <a:lnTo>
                    <a:pt x="2034312" y="191560"/>
                  </a:lnTo>
                  <a:lnTo>
                    <a:pt x="2042136" y="191542"/>
                  </a:lnTo>
                  <a:lnTo>
                    <a:pt x="2049961" y="191519"/>
                  </a:lnTo>
                  <a:lnTo>
                    <a:pt x="2057785" y="191489"/>
                  </a:lnTo>
                  <a:lnTo>
                    <a:pt x="2065609" y="191450"/>
                  </a:lnTo>
                  <a:lnTo>
                    <a:pt x="2073434" y="191402"/>
                  </a:lnTo>
                  <a:lnTo>
                    <a:pt x="2081258" y="191341"/>
                  </a:lnTo>
                  <a:lnTo>
                    <a:pt x="2089082" y="191265"/>
                  </a:lnTo>
                  <a:lnTo>
                    <a:pt x="2096906" y="191166"/>
                  </a:lnTo>
                  <a:lnTo>
                    <a:pt x="2104731" y="191042"/>
                  </a:lnTo>
                  <a:lnTo>
                    <a:pt x="2112555" y="190890"/>
                  </a:lnTo>
                  <a:lnTo>
                    <a:pt x="2120379" y="190704"/>
                  </a:lnTo>
                  <a:lnTo>
                    <a:pt x="2128203" y="190479"/>
                  </a:lnTo>
                  <a:lnTo>
                    <a:pt x="2136028" y="190206"/>
                  </a:lnTo>
                  <a:lnTo>
                    <a:pt x="2143852" y="189863"/>
                  </a:lnTo>
                  <a:lnTo>
                    <a:pt x="2151676" y="189452"/>
                  </a:lnTo>
                  <a:lnTo>
                    <a:pt x="2159501" y="188962"/>
                  </a:lnTo>
                  <a:lnTo>
                    <a:pt x="2167325" y="188383"/>
                  </a:lnTo>
                  <a:lnTo>
                    <a:pt x="2175149" y="187703"/>
                  </a:lnTo>
                  <a:lnTo>
                    <a:pt x="2182973" y="186897"/>
                  </a:lnTo>
                  <a:lnTo>
                    <a:pt x="2190798" y="185933"/>
                  </a:lnTo>
                  <a:lnTo>
                    <a:pt x="2198622" y="184816"/>
                  </a:lnTo>
                  <a:lnTo>
                    <a:pt x="2206446" y="183528"/>
                  </a:lnTo>
                  <a:lnTo>
                    <a:pt x="2214271" y="182055"/>
                  </a:lnTo>
                  <a:lnTo>
                    <a:pt x="2222095" y="180378"/>
                  </a:lnTo>
                  <a:lnTo>
                    <a:pt x="2229919" y="178445"/>
                  </a:lnTo>
                  <a:lnTo>
                    <a:pt x="2237743" y="176235"/>
                  </a:lnTo>
                  <a:lnTo>
                    <a:pt x="2245568" y="173759"/>
                  </a:lnTo>
                  <a:lnTo>
                    <a:pt x="2253392" y="170999"/>
                  </a:lnTo>
                  <a:lnTo>
                    <a:pt x="2261216" y="167943"/>
                  </a:lnTo>
                  <a:lnTo>
                    <a:pt x="2269040" y="164575"/>
                  </a:lnTo>
                  <a:lnTo>
                    <a:pt x="2276865" y="160816"/>
                  </a:lnTo>
                  <a:lnTo>
                    <a:pt x="2284689" y="156699"/>
                  </a:lnTo>
                  <a:lnTo>
                    <a:pt x="2292513" y="152240"/>
                  </a:lnTo>
                  <a:lnTo>
                    <a:pt x="2300338" y="147438"/>
                  </a:lnTo>
                  <a:lnTo>
                    <a:pt x="2308162" y="142295"/>
                  </a:lnTo>
                  <a:lnTo>
                    <a:pt x="2315986" y="136815"/>
                  </a:lnTo>
                  <a:lnTo>
                    <a:pt x="2323810" y="130931"/>
                  </a:lnTo>
                  <a:lnTo>
                    <a:pt x="2331635" y="124744"/>
                  </a:lnTo>
                  <a:lnTo>
                    <a:pt x="2339459" y="118280"/>
                  </a:lnTo>
                  <a:lnTo>
                    <a:pt x="2347283" y="111564"/>
                  </a:lnTo>
                  <a:lnTo>
                    <a:pt x="2355108" y="104627"/>
                  </a:lnTo>
                  <a:lnTo>
                    <a:pt x="2362932" y="97497"/>
                  </a:lnTo>
                  <a:lnTo>
                    <a:pt x="2370756" y="90207"/>
                  </a:lnTo>
                  <a:lnTo>
                    <a:pt x="2378580" y="82845"/>
                  </a:lnTo>
                  <a:lnTo>
                    <a:pt x="2386405" y="75457"/>
                  </a:lnTo>
                  <a:lnTo>
                    <a:pt x="2394229" y="68094"/>
                  </a:lnTo>
                  <a:lnTo>
                    <a:pt x="2402053" y="60809"/>
                  </a:lnTo>
                  <a:lnTo>
                    <a:pt x="2409878" y="53676"/>
                  </a:lnTo>
                  <a:lnTo>
                    <a:pt x="2417702" y="46788"/>
                  </a:lnTo>
                  <a:lnTo>
                    <a:pt x="2425526" y="40176"/>
                  </a:lnTo>
                  <a:lnTo>
                    <a:pt x="2433350" y="33892"/>
                  </a:lnTo>
                  <a:lnTo>
                    <a:pt x="2441175" y="27986"/>
                  </a:lnTo>
                  <a:lnTo>
                    <a:pt x="2448999" y="22504"/>
                  </a:lnTo>
                  <a:lnTo>
                    <a:pt x="2456823" y="17575"/>
                  </a:lnTo>
                  <a:lnTo>
                    <a:pt x="2464647" y="13229"/>
                  </a:lnTo>
                  <a:lnTo>
                    <a:pt x="2472472" y="9448"/>
                  </a:lnTo>
                  <a:lnTo>
                    <a:pt x="2480296" y="6255"/>
                  </a:lnTo>
                  <a:lnTo>
                    <a:pt x="2488120" y="3671"/>
                  </a:lnTo>
                  <a:lnTo>
                    <a:pt x="2495945" y="1712"/>
                  </a:lnTo>
                  <a:lnTo>
                    <a:pt x="2503769" y="523"/>
                  </a:lnTo>
                  <a:lnTo>
                    <a:pt x="2511593" y="0"/>
                  </a:lnTo>
                  <a:lnTo>
                    <a:pt x="2519417" y="102"/>
                  </a:lnTo>
                  <a:lnTo>
                    <a:pt x="2527242" y="817"/>
                  </a:lnTo>
                  <a:lnTo>
                    <a:pt x="2535066" y="2128"/>
                  </a:lnTo>
                  <a:lnTo>
                    <a:pt x="2542890" y="4016"/>
                  </a:lnTo>
                  <a:lnTo>
                    <a:pt x="2550715" y="6581"/>
                  </a:lnTo>
                  <a:lnTo>
                    <a:pt x="2558539" y="9639"/>
                  </a:lnTo>
                  <a:lnTo>
                    <a:pt x="2566363" y="13157"/>
                  </a:lnTo>
                  <a:lnTo>
                    <a:pt x="2574187" y="17098"/>
                  </a:lnTo>
                  <a:lnTo>
                    <a:pt x="2582012" y="21424"/>
                  </a:lnTo>
                  <a:lnTo>
                    <a:pt x="2589836" y="26113"/>
                  </a:lnTo>
                  <a:lnTo>
                    <a:pt x="2597660" y="31150"/>
                  </a:lnTo>
                  <a:lnTo>
                    <a:pt x="2605485" y="36428"/>
                  </a:lnTo>
                  <a:lnTo>
                    <a:pt x="2613309" y="41909"/>
                  </a:lnTo>
                  <a:lnTo>
                    <a:pt x="2621133" y="47555"/>
                  </a:lnTo>
                  <a:lnTo>
                    <a:pt x="2628957" y="53334"/>
                  </a:lnTo>
                  <a:lnTo>
                    <a:pt x="2636782" y="59216"/>
                  </a:lnTo>
                  <a:lnTo>
                    <a:pt x="2644606" y="65157"/>
                  </a:lnTo>
                  <a:lnTo>
                    <a:pt x="2652430" y="71117"/>
                  </a:lnTo>
                  <a:lnTo>
                    <a:pt x="2660254" y="77070"/>
                  </a:lnTo>
                  <a:lnTo>
                    <a:pt x="2668079" y="82994"/>
                  </a:lnTo>
                  <a:lnTo>
                    <a:pt x="2675903" y="88866"/>
                  </a:lnTo>
                  <a:lnTo>
                    <a:pt x="2683727" y="94649"/>
                  </a:lnTo>
                  <a:lnTo>
                    <a:pt x="2691552" y="100326"/>
                  </a:lnTo>
                  <a:lnTo>
                    <a:pt x="2699376" y="105887"/>
                  </a:lnTo>
                  <a:lnTo>
                    <a:pt x="2707200" y="111321"/>
                  </a:lnTo>
                  <a:lnTo>
                    <a:pt x="2715024" y="116615"/>
                  </a:lnTo>
                  <a:lnTo>
                    <a:pt x="2722849" y="121758"/>
                  </a:lnTo>
                  <a:lnTo>
                    <a:pt x="2730673" y="126702"/>
                  </a:lnTo>
                  <a:lnTo>
                    <a:pt x="2738497" y="131465"/>
                  </a:lnTo>
                  <a:lnTo>
                    <a:pt x="2746322" y="136048"/>
                  </a:lnTo>
                  <a:lnTo>
                    <a:pt x="2754146" y="140444"/>
                  </a:lnTo>
                  <a:lnTo>
                    <a:pt x="2761970" y="144649"/>
                  </a:lnTo>
                  <a:lnTo>
                    <a:pt x="2769794" y="148654"/>
                  </a:lnTo>
                  <a:lnTo>
                    <a:pt x="2777619" y="152411"/>
                  </a:lnTo>
                  <a:lnTo>
                    <a:pt x="2785443" y="155965"/>
                  </a:lnTo>
                  <a:lnTo>
                    <a:pt x="2793267" y="159316"/>
                  </a:lnTo>
                  <a:lnTo>
                    <a:pt x="2801091" y="162464"/>
                  </a:lnTo>
                  <a:lnTo>
                    <a:pt x="2808916" y="165411"/>
                  </a:lnTo>
                  <a:lnTo>
                    <a:pt x="2816740" y="168142"/>
                  </a:lnTo>
                  <a:lnTo>
                    <a:pt x="2824564" y="170640"/>
                  </a:lnTo>
                  <a:lnTo>
                    <a:pt x="2832389" y="172946"/>
                  </a:lnTo>
                  <a:lnTo>
                    <a:pt x="2840213" y="175065"/>
                  </a:lnTo>
                  <a:lnTo>
                    <a:pt x="2848037" y="177002"/>
                  </a:lnTo>
                  <a:lnTo>
                    <a:pt x="2855861" y="178764"/>
                  </a:lnTo>
                  <a:lnTo>
                    <a:pt x="2863686" y="180334"/>
                  </a:lnTo>
                  <a:lnTo>
                    <a:pt x="2871510" y="181723"/>
                  </a:lnTo>
                  <a:lnTo>
                    <a:pt x="2879334" y="182960"/>
                  </a:lnTo>
                  <a:lnTo>
                    <a:pt x="2887159" y="184052"/>
                  </a:lnTo>
                  <a:lnTo>
                    <a:pt x="2894983" y="185007"/>
                  </a:lnTo>
                  <a:lnTo>
                    <a:pt x="2902807" y="185829"/>
                  </a:lnTo>
                  <a:lnTo>
                    <a:pt x="2910631" y="186506"/>
                  </a:lnTo>
                  <a:lnTo>
                    <a:pt x="2918456" y="187059"/>
                  </a:lnTo>
                  <a:lnTo>
                    <a:pt x="2926280" y="187503"/>
                  </a:lnTo>
                  <a:lnTo>
                    <a:pt x="2934104" y="187844"/>
                  </a:lnTo>
                  <a:lnTo>
                    <a:pt x="2941929" y="188086"/>
                  </a:lnTo>
                  <a:lnTo>
                    <a:pt x="2949753" y="188234"/>
                  </a:lnTo>
                  <a:lnTo>
                    <a:pt x="2957577" y="188271"/>
                  </a:lnTo>
                  <a:lnTo>
                    <a:pt x="2965401" y="188221"/>
                  </a:lnTo>
                  <a:lnTo>
                    <a:pt x="2973226" y="188090"/>
                  </a:lnTo>
                  <a:lnTo>
                    <a:pt x="2981050" y="187879"/>
                  </a:lnTo>
                  <a:lnTo>
                    <a:pt x="2988874" y="187591"/>
                  </a:lnTo>
                  <a:lnTo>
                    <a:pt x="2996698" y="187226"/>
                  </a:lnTo>
                  <a:lnTo>
                    <a:pt x="3004523" y="186774"/>
                  </a:lnTo>
                  <a:lnTo>
                    <a:pt x="3012347" y="186253"/>
                  </a:lnTo>
                  <a:lnTo>
                    <a:pt x="3020171" y="185668"/>
                  </a:lnTo>
                  <a:lnTo>
                    <a:pt x="3027996" y="185021"/>
                  </a:lnTo>
                  <a:lnTo>
                    <a:pt x="3035820" y="184316"/>
                  </a:lnTo>
                  <a:lnTo>
                    <a:pt x="3043644" y="183554"/>
                  </a:lnTo>
                  <a:lnTo>
                    <a:pt x="3051468" y="182737"/>
                  </a:lnTo>
                  <a:lnTo>
                    <a:pt x="3059293" y="181882"/>
                  </a:lnTo>
                  <a:lnTo>
                    <a:pt x="3067117" y="180995"/>
                  </a:lnTo>
                  <a:lnTo>
                    <a:pt x="3074941" y="180085"/>
                  </a:lnTo>
                  <a:lnTo>
                    <a:pt x="3082766" y="179159"/>
                  </a:lnTo>
                  <a:lnTo>
                    <a:pt x="3090590" y="178227"/>
                  </a:lnTo>
                  <a:lnTo>
                    <a:pt x="3098414" y="177305"/>
                  </a:lnTo>
                  <a:lnTo>
                    <a:pt x="3106238" y="176402"/>
                  </a:lnTo>
                  <a:lnTo>
                    <a:pt x="3114063" y="175530"/>
                  </a:lnTo>
                  <a:lnTo>
                    <a:pt x="3121887" y="174699"/>
                  </a:lnTo>
                  <a:lnTo>
                    <a:pt x="3129711" y="173918"/>
                  </a:lnTo>
                  <a:lnTo>
                    <a:pt x="3137536" y="173215"/>
                  </a:lnTo>
                  <a:lnTo>
                    <a:pt x="3145360" y="172592"/>
                  </a:lnTo>
                  <a:lnTo>
                    <a:pt x="3153184" y="172055"/>
                  </a:lnTo>
                  <a:lnTo>
                    <a:pt x="3161008" y="171611"/>
                  </a:lnTo>
                  <a:lnTo>
                    <a:pt x="3168833" y="171266"/>
                  </a:lnTo>
                  <a:lnTo>
                    <a:pt x="3176657" y="171025"/>
                  </a:lnTo>
                  <a:lnTo>
                    <a:pt x="3184481" y="170920"/>
                  </a:lnTo>
                  <a:lnTo>
                    <a:pt x="3192305" y="170927"/>
                  </a:lnTo>
                  <a:lnTo>
                    <a:pt x="3200130" y="171045"/>
                  </a:lnTo>
                  <a:lnTo>
                    <a:pt x="3207954" y="171271"/>
                  </a:lnTo>
                  <a:lnTo>
                    <a:pt x="3215778" y="171603"/>
                  </a:lnTo>
                  <a:lnTo>
                    <a:pt x="3223603" y="172040"/>
                  </a:lnTo>
                  <a:lnTo>
                    <a:pt x="3231427" y="172590"/>
                  </a:lnTo>
                  <a:lnTo>
                    <a:pt x="3239251" y="173224"/>
                  </a:lnTo>
                  <a:lnTo>
                    <a:pt x="3247075" y="173931"/>
                  </a:lnTo>
                  <a:lnTo>
                    <a:pt x="3254900" y="174704"/>
                  </a:lnTo>
                  <a:lnTo>
                    <a:pt x="3262724" y="175533"/>
                  </a:lnTo>
                  <a:lnTo>
                    <a:pt x="3270548" y="176409"/>
                  </a:lnTo>
                  <a:lnTo>
                    <a:pt x="3278373" y="177321"/>
                  </a:lnTo>
                  <a:lnTo>
                    <a:pt x="3286197" y="178251"/>
                  </a:lnTo>
                  <a:lnTo>
                    <a:pt x="3294021" y="179190"/>
                  </a:lnTo>
                  <a:lnTo>
                    <a:pt x="3301845" y="180127"/>
                  </a:lnTo>
                  <a:lnTo>
                    <a:pt x="3309670" y="181056"/>
                  </a:lnTo>
                  <a:lnTo>
                    <a:pt x="3317494" y="181962"/>
                  </a:lnTo>
                  <a:lnTo>
                    <a:pt x="3325318" y="182837"/>
                  </a:lnTo>
                  <a:lnTo>
                    <a:pt x="3333142" y="183678"/>
                  </a:lnTo>
                  <a:lnTo>
                    <a:pt x="3340967" y="184480"/>
                  </a:lnTo>
                  <a:lnTo>
                    <a:pt x="3348791" y="185239"/>
                  </a:lnTo>
                  <a:lnTo>
                    <a:pt x="3356615" y="185952"/>
                  </a:lnTo>
                  <a:lnTo>
                    <a:pt x="3364440" y="186606"/>
                  </a:lnTo>
                  <a:lnTo>
                    <a:pt x="3372264" y="187209"/>
                  </a:lnTo>
                  <a:lnTo>
                    <a:pt x="3380088" y="187762"/>
                  </a:lnTo>
                  <a:lnTo>
                    <a:pt x="3387912" y="188266"/>
                  </a:lnTo>
                  <a:lnTo>
                    <a:pt x="3395737" y="188723"/>
                  </a:lnTo>
                  <a:lnTo>
                    <a:pt x="3403561" y="189134"/>
                  </a:lnTo>
                  <a:lnTo>
                    <a:pt x="3411385" y="189490"/>
                  </a:lnTo>
                  <a:lnTo>
                    <a:pt x="3419210" y="189807"/>
                  </a:lnTo>
                  <a:lnTo>
                    <a:pt x="3427034" y="190086"/>
                  </a:lnTo>
                  <a:lnTo>
                    <a:pt x="3434858" y="190331"/>
                  </a:lnTo>
                  <a:lnTo>
                    <a:pt x="3442682" y="190543"/>
                  </a:lnTo>
                  <a:lnTo>
                    <a:pt x="3450507" y="190726"/>
                  </a:lnTo>
                  <a:lnTo>
                    <a:pt x="3458331" y="190878"/>
                  </a:lnTo>
                  <a:lnTo>
                    <a:pt x="3466155" y="191008"/>
                  </a:lnTo>
                  <a:lnTo>
                    <a:pt x="3473980" y="191119"/>
                  </a:lnTo>
                  <a:lnTo>
                    <a:pt x="3481804" y="191212"/>
                  </a:lnTo>
                  <a:lnTo>
                    <a:pt x="3489628" y="191290"/>
                  </a:lnTo>
                  <a:lnTo>
                    <a:pt x="3497452" y="191354"/>
                  </a:lnTo>
                  <a:lnTo>
                    <a:pt x="3505277" y="191406"/>
                  </a:lnTo>
                  <a:lnTo>
                    <a:pt x="3513101" y="191448"/>
                  </a:lnTo>
                  <a:lnTo>
                    <a:pt x="3520925" y="191483"/>
                  </a:lnTo>
                  <a:lnTo>
                    <a:pt x="3528749" y="191511"/>
                  </a:lnTo>
                  <a:lnTo>
                    <a:pt x="3536574" y="191534"/>
                  </a:lnTo>
                  <a:lnTo>
                    <a:pt x="3544398" y="191552"/>
                  </a:lnTo>
                  <a:lnTo>
                    <a:pt x="3552222" y="191566"/>
                  </a:lnTo>
                  <a:lnTo>
                    <a:pt x="3560047" y="191577"/>
                  </a:lnTo>
                  <a:lnTo>
                    <a:pt x="3567871" y="191586"/>
                  </a:lnTo>
                  <a:lnTo>
                    <a:pt x="3575695" y="191593"/>
                  </a:lnTo>
                  <a:lnTo>
                    <a:pt x="3583519" y="191598"/>
                  </a:lnTo>
                  <a:lnTo>
                    <a:pt x="3591344" y="191602"/>
                  </a:lnTo>
                  <a:lnTo>
                    <a:pt x="3599168" y="191605"/>
                  </a:lnTo>
                  <a:lnTo>
                    <a:pt x="3606992" y="191608"/>
                  </a:lnTo>
                  <a:lnTo>
                    <a:pt x="3614817" y="191609"/>
                  </a:lnTo>
                  <a:lnTo>
                    <a:pt x="3622641" y="191611"/>
                  </a:lnTo>
                  <a:lnTo>
                    <a:pt x="3630465" y="191612"/>
                  </a:lnTo>
                  <a:lnTo>
                    <a:pt x="3638289" y="191612"/>
                  </a:lnTo>
                  <a:lnTo>
                    <a:pt x="3646114" y="191613"/>
                  </a:lnTo>
                  <a:lnTo>
                    <a:pt x="3653938" y="191613"/>
                  </a:lnTo>
                  <a:lnTo>
                    <a:pt x="3661762" y="191614"/>
                  </a:lnTo>
                  <a:lnTo>
                    <a:pt x="3669586" y="191614"/>
                  </a:lnTo>
                  <a:lnTo>
                    <a:pt x="3677411" y="191614"/>
                  </a:lnTo>
                  <a:lnTo>
                    <a:pt x="3685235" y="191614"/>
                  </a:lnTo>
                  <a:lnTo>
                    <a:pt x="3693059" y="191614"/>
                  </a:lnTo>
                  <a:lnTo>
                    <a:pt x="3700884" y="191614"/>
                  </a:lnTo>
                  <a:lnTo>
                    <a:pt x="3708708" y="191614"/>
                  </a:lnTo>
                  <a:lnTo>
                    <a:pt x="3716532" y="191614"/>
                  </a:lnTo>
                  <a:lnTo>
                    <a:pt x="3724356" y="191614"/>
                  </a:lnTo>
                  <a:lnTo>
                    <a:pt x="3732181" y="191614"/>
                  </a:lnTo>
                  <a:lnTo>
                    <a:pt x="3740005" y="191614"/>
                  </a:lnTo>
                  <a:lnTo>
                    <a:pt x="3747829" y="191614"/>
                  </a:lnTo>
                  <a:lnTo>
                    <a:pt x="3755654" y="191614"/>
                  </a:lnTo>
                  <a:lnTo>
                    <a:pt x="3763478" y="191614"/>
                  </a:lnTo>
                  <a:lnTo>
                    <a:pt x="3771302" y="191614"/>
                  </a:lnTo>
                  <a:lnTo>
                    <a:pt x="3779126" y="191614"/>
                  </a:lnTo>
                  <a:lnTo>
                    <a:pt x="3786951" y="191614"/>
                  </a:lnTo>
                  <a:lnTo>
                    <a:pt x="3794775" y="191614"/>
                  </a:lnTo>
                  <a:lnTo>
                    <a:pt x="3802599" y="191614"/>
                  </a:lnTo>
                  <a:lnTo>
                    <a:pt x="3810424" y="191614"/>
                  </a:lnTo>
                  <a:lnTo>
                    <a:pt x="3818248" y="191614"/>
                  </a:lnTo>
                  <a:lnTo>
                    <a:pt x="3826072" y="191614"/>
                  </a:lnTo>
                  <a:lnTo>
                    <a:pt x="3833896" y="191614"/>
                  </a:lnTo>
                  <a:lnTo>
                    <a:pt x="3841721" y="191614"/>
                  </a:lnTo>
                  <a:lnTo>
                    <a:pt x="3849545" y="191614"/>
                  </a:lnTo>
                  <a:lnTo>
                    <a:pt x="3857369" y="191614"/>
                  </a:lnTo>
                  <a:lnTo>
                    <a:pt x="3865193" y="191614"/>
                  </a:lnTo>
                  <a:lnTo>
                    <a:pt x="3873018" y="191614"/>
                  </a:lnTo>
                  <a:lnTo>
                    <a:pt x="3880842" y="191614"/>
                  </a:lnTo>
                  <a:lnTo>
                    <a:pt x="3888666" y="191614"/>
                  </a:lnTo>
                  <a:lnTo>
                    <a:pt x="3896491" y="191614"/>
                  </a:lnTo>
                  <a:lnTo>
                    <a:pt x="3904315" y="191614"/>
                  </a:lnTo>
                  <a:lnTo>
                    <a:pt x="3912139" y="191614"/>
                  </a:lnTo>
                  <a:lnTo>
                    <a:pt x="3919963" y="191614"/>
                  </a:lnTo>
                  <a:lnTo>
                    <a:pt x="3927788" y="191614"/>
                  </a:lnTo>
                  <a:lnTo>
                    <a:pt x="3935612" y="191614"/>
                  </a:lnTo>
                  <a:lnTo>
                    <a:pt x="3943436" y="191614"/>
                  </a:lnTo>
                  <a:lnTo>
                    <a:pt x="3951261" y="191614"/>
                  </a:lnTo>
                  <a:lnTo>
                    <a:pt x="3959085" y="191614"/>
                  </a:lnTo>
                  <a:lnTo>
                    <a:pt x="3966909" y="191614"/>
                  </a:lnTo>
                  <a:lnTo>
                    <a:pt x="3974733" y="191614"/>
                  </a:lnTo>
                  <a:lnTo>
                    <a:pt x="3982558" y="191614"/>
                  </a:lnTo>
                  <a:lnTo>
                    <a:pt x="3990382" y="191614"/>
                  </a:lnTo>
                  <a:lnTo>
                    <a:pt x="3998206" y="191614"/>
                  </a:lnTo>
                  <a:lnTo>
                    <a:pt x="3990382" y="191614"/>
                  </a:lnTo>
                  <a:lnTo>
                    <a:pt x="3982558" y="191614"/>
                  </a:lnTo>
                  <a:lnTo>
                    <a:pt x="3974733" y="191614"/>
                  </a:lnTo>
                  <a:lnTo>
                    <a:pt x="3966909" y="191614"/>
                  </a:lnTo>
                  <a:lnTo>
                    <a:pt x="3959085" y="191614"/>
                  </a:lnTo>
                  <a:lnTo>
                    <a:pt x="3951261" y="191614"/>
                  </a:lnTo>
                  <a:lnTo>
                    <a:pt x="3943436" y="191614"/>
                  </a:lnTo>
                  <a:lnTo>
                    <a:pt x="3935612" y="191614"/>
                  </a:lnTo>
                  <a:lnTo>
                    <a:pt x="3927788" y="191614"/>
                  </a:lnTo>
                  <a:lnTo>
                    <a:pt x="3919963" y="191614"/>
                  </a:lnTo>
                  <a:lnTo>
                    <a:pt x="3912139" y="191614"/>
                  </a:lnTo>
                  <a:lnTo>
                    <a:pt x="3904315" y="191614"/>
                  </a:lnTo>
                  <a:lnTo>
                    <a:pt x="3896491" y="191614"/>
                  </a:lnTo>
                  <a:lnTo>
                    <a:pt x="3888666" y="191614"/>
                  </a:lnTo>
                  <a:lnTo>
                    <a:pt x="3880842" y="191614"/>
                  </a:lnTo>
                  <a:lnTo>
                    <a:pt x="3873018" y="191614"/>
                  </a:lnTo>
                  <a:lnTo>
                    <a:pt x="3865193" y="191614"/>
                  </a:lnTo>
                  <a:lnTo>
                    <a:pt x="3857369" y="191614"/>
                  </a:lnTo>
                  <a:lnTo>
                    <a:pt x="3849545" y="191614"/>
                  </a:lnTo>
                  <a:lnTo>
                    <a:pt x="3841721" y="191614"/>
                  </a:lnTo>
                  <a:lnTo>
                    <a:pt x="3833896" y="191614"/>
                  </a:lnTo>
                  <a:lnTo>
                    <a:pt x="3826072" y="191614"/>
                  </a:lnTo>
                  <a:lnTo>
                    <a:pt x="3818248" y="191614"/>
                  </a:lnTo>
                  <a:lnTo>
                    <a:pt x="3810424" y="191614"/>
                  </a:lnTo>
                  <a:lnTo>
                    <a:pt x="3802599" y="191614"/>
                  </a:lnTo>
                  <a:lnTo>
                    <a:pt x="3794775" y="191614"/>
                  </a:lnTo>
                  <a:lnTo>
                    <a:pt x="3786951" y="191614"/>
                  </a:lnTo>
                  <a:lnTo>
                    <a:pt x="3779126" y="191614"/>
                  </a:lnTo>
                  <a:lnTo>
                    <a:pt x="3771302" y="191614"/>
                  </a:lnTo>
                  <a:lnTo>
                    <a:pt x="3763478" y="191614"/>
                  </a:lnTo>
                  <a:lnTo>
                    <a:pt x="3755654" y="191614"/>
                  </a:lnTo>
                  <a:lnTo>
                    <a:pt x="3747829" y="191614"/>
                  </a:lnTo>
                  <a:lnTo>
                    <a:pt x="3740005" y="191614"/>
                  </a:lnTo>
                  <a:lnTo>
                    <a:pt x="3732181" y="191614"/>
                  </a:lnTo>
                  <a:lnTo>
                    <a:pt x="3724356" y="191614"/>
                  </a:lnTo>
                  <a:lnTo>
                    <a:pt x="3716532" y="191614"/>
                  </a:lnTo>
                  <a:lnTo>
                    <a:pt x="3708708" y="191614"/>
                  </a:lnTo>
                  <a:lnTo>
                    <a:pt x="3700884" y="191614"/>
                  </a:lnTo>
                  <a:lnTo>
                    <a:pt x="3693059" y="191614"/>
                  </a:lnTo>
                  <a:lnTo>
                    <a:pt x="3685235" y="191614"/>
                  </a:lnTo>
                  <a:lnTo>
                    <a:pt x="3677411" y="191614"/>
                  </a:lnTo>
                  <a:lnTo>
                    <a:pt x="3669586" y="191614"/>
                  </a:lnTo>
                  <a:lnTo>
                    <a:pt x="3661762" y="191614"/>
                  </a:lnTo>
                  <a:lnTo>
                    <a:pt x="3653938" y="191614"/>
                  </a:lnTo>
                  <a:lnTo>
                    <a:pt x="3646114" y="191614"/>
                  </a:lnTo>
                  <a:lnTo>
                    <a:pt x="3638289" y="191614"/>
                  </a:lnTo>
                  <a:lnTo>
                    <a:pt x="3630465" y="191614"/>
                  </a:lnTo>
                  <a:lnTo>
                    <a:pt x="3622641" y="191614"/>
                  </a:lnTo>
                  <a:lnTo>
                    <a:pt x="3614817" y="191614"/>
                  </a:lnTo>
                  <a:lnTo>
                    <a:pt x="3606992" y="191614"/>
                  </a:lnTo>
                  <a:lnTo>
                    <a:pt x="3599168" y="191614"/>
                  </a:lnTo>
                  <a:lnTo>
                    <a:pt x="3591344" y="191614"/>
                  </a:lnTo>
                  <a:lnTo>
                    <a:pt x="3583519" y="191614"/>
                  </a:lnTo>
                  <a:lnTo>
                    <a:pt x="3575695" y="191614"/>
                  </a:lnTo>
                  <a:lnTo>
                    <a:pt x="3567871" y="191614"/>
                  </a:lnTo>
                  <a:lnTo>
                    <a:pt x="3560047" y="191614"/>
                  </a:lnTo>
                  <a:lnTo>
                    <a:pt x="3552222" y="191614"/>
                  </a:lnTo>
                  <a:lnTo>
                    <a:pt x="3544398" y="191614"/>
                  </a:lnTo>
                  <a:lnTo>
                    <a:pt x="3536574" y="191614"/>
                  </a:lnTo>
                  <a:lnTo>
                    <a:pt x="3528749" y="191614"/>
                  </a:lnTo>
                  <a:lnTo>
                    <a:pt x="3520925" y="191614"/>
                  </a:lnTo>
                  <a:lnTo>
                    <a:pt x="3513101" y="191614"/>
                  </a:lnTo>
                  <a:lnTo>
                    <a:pt x="3505277" y="191614"/>
                  </a:lnTo>
                  <a:lnTo>
                    <a:pt x="3497452" y="191614"/>
                  </a:lnTo>
                  <a:lnTo>
                    <a:pt x="3489628" y="191614"/>
                  </a:lnTo>
                  <a:lnTo>
                    <a:pt x="3481804" y="191614"/>
                  </a:lnTo>
                  <a:lnTo>
                    <a:pt x="3473980" y="191614"/>
                  </a:lnTo>
                  <a:lnTo>
                    <a:pt x="3466155" y="191614"/>
                  </a:lnTo>
                  <a:lnTo>
                    <a:pt x="3458331" y="191614"/>
                  </a:lnTo>
                  <a:lnTo>
                    <a:pt x="3450507" y="191614"/>
                  </a:lnTo>
                  <a:lnTo>
                    <a:pt x="3442682" y="191614"/>
                  </a:lnTo>
                  <a:lnTo>
                    <a:pt x="3434858" y="191614"/>
                  </a:lnTo>
                  <a:lnTo>
                    <a:pt x="3427034" y="191614"/>
                  </a:lnTo>
                  <a:lnTo>
                    <a:pt x="3419210" y="191614"/>
                  </a:lnTo>
                  <a:lnTo>
                    <a:pt x="3411385" y="191614"/>
                  </a:lnTo>
                  <a:lnTo>
                    <a:pt x="3403561" y="191614"/>
                  </a:lnTo>
                  <a:lnTo>
                    <a:pt x="3395737" y="191614"/>
                  </a:lnTo>
                  <a:lnTo>
                    <a:pt x="3387912" y="191614"/>
                  </a:lnTo>
                  <a:lnTo>
                    <a:pt x="3380088" y="191614"/>
                  </a:lnTo>
                  <a:lnTo>
                    <a:pt x="3372264" y="191614"/>
                  </a:lnTo>
                  <a:lnTo>
                    <a:pt x="3364440" y="191614"/>
                  </a:lnTo>
                  <a:lnTo>
                    <a:pt x="3356615" y="191614"/>
                  </a:lnTo>
                  <a:lnTo>
                    <a:pt x="3348791" y="191614"/>
                  </a:lnTo>
                  <a:lnTo>
                    <a:pt x="3340967" y="191614"/>
                  </a:lnTo>
                  <a:lnTo>
                    <a:pt x="3333142" y="191614"/>
                  </a:lnTo>
                  <a:lnTo>
                    <a:pt x="3325318" y="191614"/>
                  </a:lnTo>
                  <a:lnTo>
                    <a:pt x="3317494" y="191614"/>
                  </a:lnTo>
                  <a:lnTo>
                    <a:pt x="3309670" y="191614"/>
                  </a:lnTo>
                  <a:lnTo>
                    <a:pt x="3301845" y="191614"/>
                  </a:lnTo>
                  <a:lnTo>
                    <a:pt x="3294021" y="191614"/>
                  </a:lnTo>
                  <a:lnTo>
                    <a:pt x="3286197" y="191614"/>
                  </a:lnTo>
                  <a:lnTo>
                    <a:pt x="3278373" y="191614"/>
                  </a:lnTo>
                  <a:lnTo>
                    <a:pt x="3270548" y="191614"/>
                  </a:lnTo>
                  <a:lnTo>
                    <a:pt x="3262724" y="191614"/>
                  </a:lnTo>
                  <a:lnTo>
                    <a:pt x="3254900" y="191614"/>
                  </a:lnTo>
                  <a:lnTo>
                    <a:pt x="3247075" y="191614"/>
                  </a:lnTo>
                  <a:lnTo>
                    <a:pt x="3239251" y="191614"/>
                  </a:lnTo>
                  <a:lnTo>
                    <a:pt x="3231427" y="191614"/>
                  </a:lnTo>
                  <a:lnTo>
                    <a:pt x="3223603" y="191614"/>
                  </a:lnTo>
                  <a:lnTo>
                    <a:pt x="3215778" y="191614"/>
                  </a:lnTo>
                  <a:lnTo>
                    <a:pt x="3207954" y="191614"/>
                  </a:lnTo>
                  <a:lnTo>
                    <a:pt x="3200130" y="191614"/>
                  </a:lnTo>
                  <a:lnTo>
                    <a:pt x="3192305" y="191614"/>
                  </a:lnTo>
                  <a:lnTo>
                    <a:pt x="3184481" y="191614"/>
                  </a:lnTo>
                  <a:lnTo>
                    <a:pt x="3176657" y="191614"/>
                  </a:lnTo>
                  <a:lnTo>
                    <a:pt x="3168833" y="191614"/>
                  </a:lnTo>
                  <a:lnTo>
                    <a:pt x="3161008" y="191614"/>
                  </a:lnTo>
                  <a:lnTo>
                    <a:pt x="3153184" y="191614"/>
                  </a:lnTo>
                  <a:lnTo>
                    <a:pt x="3145360" y="191614"/>
                  </a:lnTo>
                  <a:lnTo>
                    <a:pt x="3137536" y="191614"/>
                  </a:lnTo>
                  <a:lnTo>
                    <a:pt x="3129711" y="191614"/>
                  </a:lnTo>
                  <a:lnTo>
                    <a:pt x="3121887" y="191614"/>
                  </a:lnTo>
                  <a:lnTo>
                    <a:pt x="3114063" y="191614"/>
                  </a:lnTo>
                  <a:lnTo>
                    <a:pt x="3106238" y="191614"/>
                  </a:lnTo>
                  <a:lnTo>
                    <a:pt x="3098414" y="191614"/>
                  </a:lnTo>
                  <a:lnTo>
                    <a:pt x="3090590" y="191614"/>
                  </a:lnTo>
                  <a:lnTo>
                    <a:pt x="3082766" y="191614"/>
                  </a:lnTo>
                  <a:lnTo>
                    <a:pt x="3074941" y="191614"/>
                  </a:lnTo>
                  <a:lnTo>
                    <a:pt x="3067117" y="191614"/>
                  </a:lnTo>
                  <a:lnTo>
                    <a:pt x="3059293" y="191614"/>
                  </a:lnTo>
                  <a:lnTo>
                    <a:pt x="3051468" y="191614"/>
                  </a:lnTo>
                  <a:lnTo>
                    <a:pt x="3043644" y="191614"/>
                  </a:lnTo>
                  <a:lnTo>
                    <a:pt x="3035820" y="191614"/>
                  </a:lnTo>
                  <a:lnTo>
                    <a:pt x="3027996" y="191614"/>
                  </a:lnTo>
                  <a:lnTo>
                    <a:pt x="3020171" y="191614"/>
                  </a:lnTo>
                  <a:lnTo>
                    <a:pt x="3012347" y="191614"/>
                  </a:lnTo>
                  <a:lnTo>
                    <a:pt x="3004523" y="191614"/>
                  </a:lnTo>
                  <a:lnTo>
                    <a:pt x="2996698" y="191614"/>
                  </a:lnTo>
                  <a:lnTo>
                    <a:pt x="2988874" y="191614"/>
                  </a:lnTo>
                  <a:lnTo>
                    <a:pt x="2981050" y="191614"/>
                  </a:lnTo>
                  <a:lnTo>
                    <a:pt x="2973226" y="191614"/>
                  </a:lnTo>
                  <a:lnTo>
                    <a:pt x="2965401" y="191614"/>
                  </a:lnTo>
                  <a:lnTo>
                    <a:pt x="2957577" y="191614"/>
                  </a:lnTo>
                  <a:lnTo>
                    <a:pt x="2949753" y="191614"/>
                  </a:lnTo>
                  <a:lnTo>
                    <a:pt x="2941929" y="191614"/>
                  </a:lnTo>
                  <a:lnTo>
                    <a:pt x="2934104" y="191614"/>
                  </a:lnTo>
                  <a:lnTo>
                    <a:pt x="2926280" y="191614"/>
                  </a:lnTo>
                  <a:lnTo>
                    <a:pt x="2918456" y="191614"/>
                  </a:lnTo>
                  <a:lnTo>
                    <a:pt x="2910631" y="191614"/>
                  </a:lnTo>
                  <a:lnTo>
                    <a:pt x="2902807" y="191614"/>
                  </a:lnTo>
                  <a:lnTo>
                    <a:pt x="2894983" y="191614"/>
                  </a:lnTo>
                  <a:lnTo>
                    <a:pt x="2887159" y="191614"/>
                  </a:lnTo>
                  <a:lnTo>
                    <a:pt x="2879334" y="191614"/>
                  </a:lnTo>
                  <a:lnTo>
                    <a:pt x="2871510" y="191614"/>
                  </a:lnTo>
                  <a:lnTo>
                    <a:pt x="2863686" y="191614"/>
                  </a:lnTo>
                  <a:lnTo>
                    <a:pt x="2855861" y="191614"/>
                  </a:lnTo>
                  <a:lnTo>
                    <a:pt x="2848037" y="191614"/>
                  </a:lnTo>
                  <a:lnTo>
                    <a:pt x="2840213" y="191614"/>
                  </a:lnTo>
                  <a:lnTo>
                    <a:pt x="2832389" y="191614"/>
                  </a:lnTo>
                  <a:lnTo>
                    <a:pt x="2824564" y="191614"/>
                  </a:lnTo>
                  <a:lnTo>
                    <a:pt x="2816740" y="191614"/>
                  </a:lnTo>
                  <a:lnTo>
                    <a:pt x="2808916" y="191614"/>
                  </a:lnTo>
                  <a:lnTo>
                    <a:pt x="2801091" y="191614"/>
                  </a:lnTo>
                  <a:lnTo>
                    <a:pt x="2793267" y="191614"/>
                  </a:lnTo>
                  <a:lnTo>
                    <a:pt x="2785443" y="191614"/>
                  </a:lnTo>
                  <a:lnTo>
                    <a:pt x="2777619" y="191614"/>
                  </a:lnTo>
                  <a:lnTo>
                    <a:pt x="2769794" y="191614"/>
                  </a:lnTo>
                  <a:lnTo>
                    <a:pt x="2761970" y="191614"/>
                  </a:lnTo>
                  <a:lnTo>
                    <a:pt x="2754146" y="191614"/>
                  </a:lnTo>
                  <a:lnTo>
                    <a:pt x="2746322" y="191614"/>
                  </a:lnTo>
                  <a:lnTo>
                    <a:pt x="2738497" y="191614"/>
                  </a:lnTo>
                  <a:lnTo>
                    <a:pt x="2730673" y="191614"/>
                  </a:lnTo>
                  <a:lnTo>
                    <a:pt x="2722849" y="191614"/>
                  </a:lnTo>
                  <a:lnTo>
                    <a:pt x="2715024" y="191614"/>
                  </a:lnTo>
                  <a:lnTo>
                    <a:pt x="2707200" y="191614"/>
                  </a:lnTo>
                  <a:lnTo>
                    <a:pt x="2699376" y="191614"/>
                  </a:lnTo>
                  <a:lnTo>
                    <a:pt x="2691552" y="191614"/>
                  </a:lnTo>
                  <a:lnTo>
                    <a:pt x="2683727" y="191614"/>
                  </a:lnTo>
                  <a:lnTo>
                    <a:pt x="2675903" y="191614"/>
                  </a:lnTo>
                  <a:lnTo>
                    <a:pt x="2668079" y="191614"/>
                  </a:lnTo>
                  <a:lnTo>
                    <a:pt x="2660254" y="191614"/>
                  </a:lnTo>
                  <a:lnTo>
                    <a:pt x="2652430" y="191614"/>
                  </a:lnTo>
                  <a:lnTo>
                    <a:pt x="2644606" y="191614"/>
                  </a:lnTo>
                  <a:lnTo>
                    <a:pt x="2636782" y="191614"/>
                  </a:lnTo>
                  <a:lnTo>
                    <a:pt x="2628957" y="191614"/>
                  </a:lnTo>
                  <a:lnTo>
                    <a:pt x="2621133" y="191614"/>
                  </a:lnTo>
                  <a:lnTo>
                    <a:pt x="2613309" y="191614"/>
                  </a:lnTo>
                  <a:lnTo>
                    <a:pt x="2605485" y="191614"/>
                  </a:lnTo>
                  <a:lnTo>
                    <a:pt x="2597660" y="191614"/>
                  </a:lnTo>
                  <a:lnTo>
                    <a:pt x="2589836" y="191614"/>
                  </a:lnTo>
                  <a:lnTo>
                    <a:pt x="2582012" y="191614"/>
                  </a:lnTo>
                  <a:lnTo>
                    <a:pt x="2574187" y="191614"/>
                  </a:lnTo>
                  <a:lnTo>
                    <a:pt x="2566363" y="191614"/>
                  </a:lnTo>
                  <a:lnTo>
                    <a:pt x="2558539" y="191614"/>
                  </a:lnTo>
                  <a:lnTo>
                    <a:pt x="2550715" y="191614"/>
                  </a:lnTo>
                  <a:lnTo>
                    <a:pt x="2542890" y="191614"/>
                  </a:lnTo>
                  <a:lnTo>
                    <a:pt x="2535066" y="191614"/>
                  </a:lnTo>
                  <a:lnTo>
                    <a:pt x="2527242" y="191614"/>
                  </a:lnTo>
                  <a:lnTo>
                    <a:pt x="2519417" y="191614"/>
                  </a:lnTo>
                  <a:lnTo>
                    <a:pt x="2511593" y="191614"/>
                  </a:lnTo>
                  <a:lnTo>
                    <a:pt x="2503769" y="191614"/>
                  </a:lnTo>
                  <a:lnTo>
                    <a:pt x="2495945" y="191614"/>
                  </a:lnTo>
                  <a:lnTo>
                    <a:pt x="2488120" y="191614"/>
                  </a:lnTo>
                  <a:lnTo>
                    <a:pt x="2480296" y="191614"/>
                  </a:lnTo>
                  <a:lnTo>
                    <a:pt x="2472472" y="191614"/>
                  </a:lnTo>
                  <a:lnTo>
                    <a:pt x="2464647" y="191614"/>
                  </a:lnTo>
                  <a:lnTo>
                    <a:pt x="2456823" y="191614"/>
                  </a:lnTo>
                  <a:lnTo>
                    <a:pt x="2448999" y="191614"/>
                  </a:lnTo>
                  <a:lnTo>
                    <a:pt x="2441175" y="191614"/>
                  </a:lnTo>
                  <a:lnTo>
                    <a:pt x="2433350" y="191614"/>
                  </a:lnTo>
                  <a:lnTo>
                    <a:pt x="2425526" y="191614"/>
                  </a:lnTo>
                  <a:lnTo>
                    <a:pt x="2417702" y="191614"/>
                  </a:lnTo>
                  <a:lnTo>
                    <a:pt x="2409878" y="191614"/>
                  </a:lnTo>
                  <a:lnTo>
                    <a:pt x="2402053" y="191614"/>
                  </a:lnTo>
                  <a:lnTo>
                    <a:pt x="2394229" y="191614"/>
                  </a:lnTo>
                  <a:lnTo>
                    <a:pt x="2386405" y="191614"/>
                  </a:lnTo>
                  <a:lnTo>
                    <a:pt x="2378580" y="191614"/>
                  </a:lnTo>
                  <a:lnTo>
                    <a:pt x="2370756" y="191614"/>
                  </a:lnTo>
                  <a:lnTo>
                    <a:pt x="2362932" y="191614"/>
                  </a:lnTo>
                  <a:lnTo>
                    <a:pt x="2355108" y="191614"/>
                  </a:lnTo>
                  <a:lnTo>
                    <a:pt x="2347283" y="191614"/>
                  </a:lnTo>
                  <a:lnTo>
                    <a:pt x="2339459" y="191614"/>
                  </a:lnTo>
                  <a:lnTo>
                    <a:pt x="2331635" y="191614"/>
                  </a:lnTo>
                  <a:lnTo>
                    <a:pt x="2323810" y="191614"/>
                  </a:lnTo>
                  <a:lnTo>
                    <a:pt x="2315986" y="191614"/>
                  </a:lnTo>
                  <a:lnTo>
                    <a:pt x="2308162" y="191614"/>
                  </a:lnTo>
                  <a:lnTo>
                    <a:pt x="2300338" y="191614"/>
                  </a:lnTo>
                  <a:lnTo>
                    <a:pt x="2292513" y="191614"/>
                  </a:lnTo>
                  <a:lnTo>
                    <a:pt x="2284689" y="191614"/>
                  </a:lnTo>
                  <a:lnTo>
                    <a:pt x="2276865" y="191614"/>
                  </a:lnTo>
                  <a:lnTo>
                    <a:pt x="2269040" y="191614"/>
                  </a:lnTo>
                  <a:lnTo>
                    <a:pt x="2261216" y="191614"/>
                  </a:lnTo>
                  <a:lnTo>
                    <a:pt x="2253392" y="191614"/>
                  </a:lnTo>
                  <a:lnTo>
                    <a:pt x="2245568" y="191614"/>
                  </a:lnTo>
                  <a:lnTo>
                    <a:pt x="2237743" y="191614"/>
                  </a:lnTo>
                  <a:lnTo>
                    <a:pt x="2229919" y="191614"/>
                  </a:lnTo>
                  <a:lnTo>
                    <a:pt x="2222095" y="191614"/>
                  </a:lnTo>
                  <a:lnTo>
                    <a:pt x="2214271" y="191614"/>
                  </a:lnTo>
                  <a:lnTo>
                    <a:pt x="2206446" y="191614"/>
                  </a:lnTo>
                  <a:lnTo>
                    <a:pt x="2198622" y="191614"/>
                  </a:lnTo>
                  <a:lnTo>
                    <a:pt x="2190798" y="191614"/>
                  </a:lnTo>
                  <a:lnTo>
                    <a:pt x="2182973" y="191614"/>
                  </a:lnTo>
                  <a:lnTo>
                    <a:pt x="2175149" y="191614"/>
                  </a:lnTo>
                  <a:lnTo>
                    <a:pt x="2167325" y="191614"/>
                  </a:lnTo>
                  <a:lnTo>
                    <a:pt x="2159501" y="191614"/>
                  </a:lnTo>
                  <a:lnTo>
                    <a:pt x="2151676" y="191614"/>
                  </a:lnTo>
                  <a:lnTo>
                    <a:pt x="2143852" y="191614"/>
                  </a:lnTo>
                  <a:lnTo>
                    <a:pt x="2136028" y="191614"/>
                  </a:lnTo>
                  <a:lnTo>
                    <a:pt x="2128203" y="191614"/>
                  </a:lnTo>
                  <a:lnTo>
                    <a:pt x="2120379" y="191614"/>
                  </a:lnTo>
                  <a:lnTo>
                    <a:pt x="2112555" y="191614"/>
                  </a:lnTo>
                  <a:lnTo>
                    <a:pt x="2104731" y="191614"/>
                  </a:lnTo>
                  <a:lnTo>
                    <a:pt x="2096906" y="191614"/>
                  </a:lnTo>
                  <a:lnTo>
                    <a:pt x="2089082" y="191614"/>
                  </a:lnTo>
                  <a:lnTo>
                    <a:pt x="2081258" y="191614"/>
                  </a:lnTo>
                  <a:lnTo>
                    <a:pt x="2073434" y="191614"/>
                  </a:lnTo>
                  <a:lnTo>
                    <a:pt x="2065609" y="191614"/>
                  </a:lnTo>
                  <a:lnTo>
                    <a:pt x="2057785" y="191614"/>
                  </a:lnTo>
                  <a:lnTo>
                    <a:pt x="2049961" y="191614"/>
                  </a:lnTo>
                  <a:lnTo>
                    <a:pt x="2042136" y="191614"/>
                  </a:lnTo>
                  <a:lnTo>
                    <a:pt x="2034312" y="191614"/>
                  </a:lnTo>
                  <a:lnTo>
                    <a:pt x="2026488" y="191614"/>
                  </a:lnTo>
                  <a:lnTo>
                    <a:pt x="2018664" y="191614"/>
                  </a:lnTo>
                  <a:lnTo>
                    <a:pt x="2010839" y="191614"/>
                  </a:lnTo>
                  <a:lnTo>
                    <a:pt x="2003015" y="191614"/>
                  </a:lnTo>
                  <a:lnTo>
                    <a:pt x="1995191" y="191614"/>
                  </a:lnTo>
                  <a:lnTo>
                    <a:pt x="1987366" y="191614"/>
                  </a:lnTo>
                  <a:lnTo>
                    <a:pt x="1979542" y="191614"/>
                  </a:lnTo>
                  <a:lnTo>
                    <a:pt x="1971718" y="191614"/>
                  </a:lnTo>
                  <a:lnTo>
                    <a:pt x="1963894" y="191614"/>
                  </a:lnTo>
                  <a:lnTo>
                    <a:pt x="1956069" y="191614"/>
                  </a:lnTo>
                  <a:lnTo>
                    <a:pt x="1948245" y="191614"/>
                  </a:lnTo>
                  <a:lnTo>
                    <a:pt x="1940421" y="191614"/>
                  </a:lnTo>
                  <a:lnTo>
                    <a:pt x="1932596" y="191614"/>
                  </a:lnTo>
                  <a:lnTo>
                    <a:pt x="1924772" y="191614"/>
                  </a:lnTo>
                  <a:lnTo>
                    <a:pt x="1916948" y="191614"/>
                  </a:lnTo>
                  <a:lnTo>
                    <a:pt x="1909124" y="191614"/>
                  </a:lnTo>
                  <a:lnTo>
                    <a:pt x="1901299" y="191614"/>
                  </a:lnTo>
                  <a:lnTo>
                    <a:pt x="1893475" y="191614"/>
                  </a:lnTo>
                  <a:lnTo>
                    <a:pt x="1885651" y="191614"/>
                  </a:lnTo>
                  <a:lnTo>
                    <a:pt x="1877827" y="191614"/>
                  </a:lnTo>
                  <a:lnTo>
                    <a:pt x="1870002" y="191614"/>
                  </a:lnTo>
                  <a:lnTo>
                    <a:pt x="1862178" y="191614"/>
                  </a:lnTo>
                  <a:lnTo>
                    <a:pt x="1854354" y="191614"/>
                  </a:lnTo>
                  <a:lnTo>
                    <a:pt x="1846529" y="191614"/>
                  </a:lnTo>
                  <a:lnTo>
                    <a:pt x="1838705" y="191614"/>
                  </a:lnTo>
                  <a:lnTo>
                    <a:pt x="1830881" y="191614"/>
                  </a:lnTo>
                  <a:lnTo>
                    <a:pt x="1823057" y="191614"/>
                  </a:lnTo>
                  <a:lnTo>
                    <a:pt x="1815232" y="191614"/>
                  </a:lnTo>
                  <a:lnTo>
                    <a:pt x="1807408" y="191614"/>
                  </a:lnTo>
                  <a:lnTo>
                    <a:pt x="1799584" y="191614"/>
                  </a:lnTo>
                  <a:lnTo>
                    <a:pt x="1791759" y="191614"/>
                  </a:lnTo>
                  <a:lnTo>
                    <a:pt x="1783935" y="191614"/>
                  </a:lnTo>
                  <a:lnTo>
                    <a:pt x="1776111" y="191614"/>
                  </a:lnTo>
                  <a:lnTo>
                    <a:pt x="1768287" y="191614"/>
                  </a:lnTo>
                  <a:lnTo>
                    <a:pt x="1760462" y="191614"/>
                  </a:lnTo>
                  <a:lnTo>
                    <a:pt x="1752638" y="191614"/>
                  </a:lnTo>
                  <a:lnTo>
                    <a:pt x="1744814" y="191614"/>
                  </a:lnTo>
                  <a:lnTo>
                    <a:pt x="1736990" y="191614"/>
                  </a:lnTo>
                  <a:lnTo>
                    <a:pt x="1729165" y="191614"/>
                  </a:lnTo>
                  <a:lnTo>
                    <a:pt x="1721341" y="191614"/>
                  </a:lnTo>
                  <a:lnTo>
                    <a:pt x="1713517" y="191614"/>
                  </a:lnTo>
                  <a:lnTo>
                    <a:pt x="1705692" y="191614"/>
                  </a:lnTo>
                  <a:lnTo>
                    <a:pt x="1697868" y="191614"/>
                  </a:lnTo>
                  <a:lnTo>
                    <a:pt x="1690044" y="191614"/>
                  </a:lnTo>
                  <a:lnTo>
                    <a:pt x="1682220" y="191614"/>
                  </a:lnTo>
                  <a:lnTo>
                    <a:pt x="1674395" y="191614"/>
                  </a:lnTo>
                  <a:lnTo>
                    <a:pt x="1666571" y="191614"/>
                  </a:lnTo>
                  <a:lnTo>
                    <a:pt x="1658747" y="191614"/>
                  </a:lnTo>
                  <a:lnTo>
                    <a:pt x="1650922" y="191614"/>
                  </a:lnTo>
                  <a:lnTo>
                    <a:pt x="1643098" y="191614"/>
                  </a:lnTo>
                  <a:lnTo>
                    <a:pt x="1635274" y="191614"/>
                  </a:lnTo>
                  <a:lnTo>
                    <a:pt x="1627450" y="191614"/>
                  </a:lnTo>
                  <a:lnTo>
                    <a:pt x="1619625" y="191614"/>
                  </a:lnTo>
                  <a:lnTo>
                    <a:pt x="1611801" y="191614"/>
                  </a:lnTo>
                  <a:lnTo>
                    <a:pt x="1603977" y="191614"/>
                  </a:lnTo>
                  <a:lnTo>
                    <a:pt x="1596152" y="191614"/>
                  </a:lnTo>
                  <a:lnTo>
                    <a:pt x="1588328" y="191614"/>
                  </a:lnTo>
                  <a:lnTo>
                    <a:pt x="1580504" y="191614"/>
                  </a:lnTo>
                  <a:lnTo>
                    <a:pt x="1572680" y="191614"/>
                  </a:lnTo>
                  <a:lnTo>
                    <a:pt x="1564855" y="191614"/>
                  </a:lnTo>
                  <a:lnTo>
                    <a:pt x="1557031" y="191614"/>
                  </a:lnTo>
                  <a:lnTo>
                    <a:pt x="1549207" y="191614"/>
                  </a:lnTo>
                  <a:lnTo>
                    <a:pt x="1541383" y="191614"/>
                  </a:lnTo>
                  <a:lnTo>
                    <a:pt x="1533558" y="191614"/>
                  </a:lnTo>
                  <a:lnTo>
                    <a:pt x="1525734" y="191614"/>
                  </a:lnTo>
                  <a:lnTo>
                    <a:pt x="1517910" y="191614"/>
                  </a:lnTo>
                  <a:lnTo>
                    <a:pt x="1510085" y="191614"/>
                  </a:lnTo>
                  <a:lnTo>
                    <a:pt x="1502261" y="191614"/>
                  </a:lnTo>
                  <a:lnTo>
                    <a:pt x="1494437" y="191614"/>
                  </a:lnTo>
                  <a:lnTo>
                    <a:pt x="1486613" y="191614"/>
                  </a:lnTo>
                  <a:lnTo>
                    <a:pt x="1478788" y="191614"/>
                  </a:lnTo>
                  <a:lnTo>
                    <a:pt x="1470964" y="191614"/>
                  </a:lnTo>
                  <a:lnTo>
                    <a:pt x="1463140" y="191614"/>
                  </a:lnTo>
                  <a:lnTo>
                    <a:pt x="1455315" y="191614"/>
                  </a:lnTo>
                  <a:lnTo>
                    <a:pt x="1447491" y="191614"/>
                  </a:lnTo>
                  <a:lnTo>
                    <a:pt x="1439667" y="191614"/>
                  </a:lnTo>
                  <a:lnTo>
                    <a:pt x="1431843" y="191614"/>
                  </a:lnTo>
                  <a:lnTo>
                    <a:pt x="1424018" y="191614"/>
                  </a:lnTo>
                  <a:lnTo>
                    <a:pt x="1416194" y="191614"/>
                  </a:lnTo>
                  <a:lnTo>
                    <a:pt x="1408370" y="191614"/>
                  </a:lnTo>
                  <a:lnTo>
                    <a:pt x="1400545" y="191614"/>
                  </a:lnTo>
                  <a:lnTo>
                    <a:pt x="1392721" y="191614"/>
                  </a:lnTo>
                  <a:lnTo>
                    <a:pt x="1384897" y="191614"/>
                  </a:lnTo>
                  <a:lnTo>
                    <a:pt x="1377073" y="191614"/>
                  </a:lnTo>
                  <a:lnTo>
                    <a:pt x="1369248" y="191614"/>
                  </a:lnTo>
                  <a:lnTo>
                    <a:pt x="1361424" y="191614"/>
                  </a:lnTo>
                  <a:lnTo>
                    <a:pt x="1353600" y="191614"/>
                  </a:lnTo>
                  <a:lnTo>
                    <a:pt x="1345776" y="191614"/>
                  </a:lnTo>
                  <a:lnTo>
                    <a:pt x="1337951" y="191614"/>
                  </a:lnTo>
                  <a:lnTo>
                    <a:pt x="1330127" y="191614"/>
                  </a:lnTo>
                  <a:lnTo>
                    <a:pt x="1322303" y="191614"/>
                  </a:lnTo>
                  <a:lnTo>
                    <a:pt x="1314478" y="191614"/>
                  </a:lnTo>
                  <a:lnTo>
                    <a:pt x="1306654" y="191614"/>
                  </a:lnTo>
                  <a:lnTo>
                    <a:pt x="1298830" y="191614"/>
                  </a:lnTo>
                  <a:lnTo>
                    <a:pt x="1291006" y="191614"/>
                  </a:lnTo>
                  <a:lnTo>
                    <a:pt x="1283181" y="191614"/>
                  </a:lnTo>
                  <a:lnTo>
                    <a:pt x="1275357" y="191614"/>
                  </a:lnTo>
                  <a:lnTo>
                    <a:pt x="1267533" y="191614"/>
                  </a:lnTo>
                  <a:lnTo>
                    <a:pt x="1259708" y="191614"/>
                  </a:lnTo>
                  <a:lnTo>
                    <a:pt x="1251884" y="191614"/>
                  </a:lnTo>
                  <a:lnTo>
                    <a:pt x="1244060" y="191614"/>
                  </a:lnTo>
                  <a:lnTo>
                    <a:pt x="1236236" y="191614"/>
                  </a:lnTo>
                  <a:lnTo>
                    <a:pt x="1228411" y="191614"/>
                  </a:lnTo>
                  <a:lnTo>
                    <a:pt x="1220587" y="191614"/>
                  </a:lnTo>
                  <a:lnTo>
                    <a:pt x="1212763" y="191614"/>
                  </a:lnTo>
                  <a:lnTo>
                    <a:pt x="1204939" y="191614"/>
                  </a:lnTo>
                  <a:lnTo>
                    <a:pt x="1197114" y="191614"/>
                  </a:lnTo>
                  <a:lnTo>
                    <a:pt x="1189290" y="191614"/>
                  </a:lnTo>
                  <a:lnTo>
                    <a:pt x="1181466" y="191614"/>
                  </a:lnTo>
                  <a:lnTo>
                    <a:pt x="1173641" y="191614"/>
                  </a:lnTo>
                  <a:lnTo>
                    <a:pt x="1165817" y="191614"/>
                  </a:lnTo>
                  <a:lnTo>
                    <a:pt x="1157993" y="191614"/>
                  </a:lnTo>
                  <a:lnTo>
                    <a:pt x="1150169" y="191614"/>
                  </a:lnTo>
                  <a:lnTo>
                    <a:pt x="1142344" y="191614"/>
                  </a:lnTo>
                  <a:lnTo>
                    <a:pt x="1134520" y="191614"/>
                  </a:lnTo>
                  <a:lnTo>
                    <a:pt x="1126696" y="191614"/>
                  </a:lnTo>
                  <a:lnTo>
                    <a:pt x="1118871" y="191614"/>
                  </a:lnTo>
                  <a:lnTo>
                    <a:pt x="1111047" y="191614"/>
                  </a:lnTo>
                  <a:lnTo>
                    <a:pt x="1103223" y="191614"/>
                  </a:lnTo>
                  <a:lnTo>
                    <a:pt x="1095399" y="191614"/>
                  </a:lnTo>
                  <a:lnTo>
                    <a:pt x="1087574" y="191614"/>
                  </a:lnTo>
                  <a:lnTo>
                    <a:pt x="1079750" y="191614"/>
                  </a:lnTo>
                  <a:lnTo>
                    <a:pt x="1071926" y="191614"/>
                  </a:lnTo>
                  <a:lnTo>
                    <a:pt x="1064101" y="191614"/>
                  </a:lnTo>
                  <a:lnTo>
                    <a:pt x="1056277" y="191614"/>
                  </a:lnTo>
                  <a:lnTo>
                    <a:pt x="1048453" y="191614"/>
                  </a:lnTo>
                  <a:lnTo>
                    <a:pt x="1040629" y="191614"/>
                  </a:lnTo>
                  <a:lnTo>
                    <a:pt x="1032804" y="191614"/>
                  </a:lnTo>
                  <a:lnTo>
                    <a:pt x="1024980" y="191614"/>
                  </a:lnTo>
                  <a:lnTo>
                    <a:pt x="1017156" y="191614"/>
                  </a:lnTo>
                  <a:lnTo>
                    <a:pt x="1009332" y="191614"/>
                  </a:lnTo>
                  <a:lnTo>
                    <a:pt x="1001507" y="191614"/>
                  </a:lnTo>
                  <a:lnTo>
                    <a:pt x="993683" y="191614"/>
                  </a:lnTo>
                  <a:lnTo>
                    <a:pt x="985859" y="191614"/>
                  </a:lnTo>
                  <a:lnTo>
                    <a:pt x="978034" y="191614"/>
                  </a:lnTo>
                  <a:lnTo>
                    <a:pt x="970210" y="191614"/>
                  </a:lnTo>
                  <a:lnTo>
                    <a:pt x="962386" y="191614"/>
                  </a:lnTo>
                  <a:lnTo>
                    <a:pt x="954562" y="191614"/>
                  </a:lnTo>
                  <a:lnTo>
                    <a:pt x="946737" y="191614"/>
                  </a:lnTo>
                  <a:lnTo>
                    <a:pt x="938913" y="191614"/>
                  </a:lnTo>
                  <a:lnTo>
                    <a:pt x="931089" y="191614"/>
                  </a:lnTo>
                  <a:lnTo>
                    <a:pt x="923264" y="191614"/>
                  </a:lnTo>
                  <a:lnTo>
                    <a:pt x="915440" y="191614"/>
                  </a:lnTo>
                  <a:lnTo>
                    <a:pt x="907616" y="191614"/>
                  </a:lnTo>
                  <a:lnTo>
                    <a:pt x="899792" y="191614"/>
                  </a:lnTo>
                  <a:lnTo>
                    <a:pt x="891967" y="191614"/>
                  </a:lnTo>
                  <a:lnTo>
                    <a:pt x="884143" y="191614"/>
                  </a:lnTo>
                  <a:lnTo>
                    <a:pt x="876319" y="191614"/>
                  </a:lnTo>
                  <a:lnTo>
                    <a:pt x="868495" y="191614"/>
                  </a:lnTo>
                  <a:lnTo>
                    <a:pt x="860670" y="191614"/>
                  </a:lnTo>
                  <a:lnTo>
                    <a:pt x="852846" y="191614"/>
                  </a:lnTo>
                  <a:lnTo>
                    <a:pt x="845022" y="191614"/>
                  </a:lnTo>
                  <a:lnTo>
                    <a:pt x="837197" y="191614"/>
                  </a:lnTo>
                  <a:lnTo>
                    <a:pt x="829373" y="191614"/>
                  </a:lnTo>
                  <a:lnTo>
                    <a:pt x="821549" y="191614"/>
                  </a:lnTo>
                  <a:lnTo>
                    <a:pt x="813725" y="191614"/>
                  </a:lnTo>
                  <a:lnTo>
                    <a:pt x="805900" y="191614"/>
                  </a:lnTo>
                  <a:lnTo>
                    <a:pt x="798076" y="191614"/>
                  </a:lnTo>
                  <a:lnTo>
                    <a:pt x="790252" y="191614"/>
                  </a:lnTo>
                  <a:lnTo>
                    <a:pt x="782427" y="191614"/>
                  </a:lnTo>
                  <a:lnTo>
                    <a:pt x="774603" y="191614"/>
                  </a:lnTo>
                  <a:lnTo>
                    <a:pt x="766779" y="191614"/>
                  </a:lnTo>
                  <a:lnTo>
                    <a:pt x="758955" y="191614"/>
                  </a:lnTo>
                  <a:lnTo>
                    <a:pt x="751130" y="191614"/>
                  </a:lnTo>
                  <a:lnTo>
                    <a:pt x="743306" y="191614"/>
                  </a:lnTo>
                  <a:lnTo>
                    <a:pt x="735482" y="191614"/>
                  </a:lnTo>
                  <a:lnTo>
                    <a:pt x="727657" y="191614"/>
                  </a:lnTo>
                  <a:lnTo>
                    <a:pt x="719833" y="191614"/>
                  </a:lnTo>
                  <a:lnTo>
                    <a:pt x="712009" y="191614"/>
                  </a:lnTo>
                  <a:lnTo>
                    <a:pt x="704185" y="191614"/>
                  </a:lnTo>
                  <a:lnTo>
                    <a:pt x="696360" y="191614"/>
                  </a:lnTo>
                  <a:lnTo>
                    <a:pt x="688536" y="191614"/>
                  </a:lnTo>
                  <a:lnTo>
                    <a:pt x="680712" y="191614"/>
                  </a:lnTo>
                  <a:lnTo>
                    <a:pt x="672888" y="191614"/>
                  </a:lnTo>
                  <a:lnTo>
                    <a:pt x="665063" y="191614"/>
                  </a:lnTo>
                  <a:lnTo>
                    <a:pt x="657239" y="191614"/>
                  </a:lnTo>
                  <a:lnTo>
                    <a:pt x="649415" y="191614"/>
                  </a:lnTo>
                  <a:lnTo>
                    <a:pt x="641590" y="191614"/>
                  </a:lnTo>
                  <a:lnTo>
                    <a:pt x="633766" y="191614"/>
                  </a:lnTo>
                  <a:lnTo>
                    <a:pt x="625942" y="191614"/>
                  </a:lnTo>
                  <a:lnTo>
                    <a:pt x="618118" y="191614"/>
                  </a:lnTo>
                  <a:lnTo>
                    <a:pt x="610293" y="191614"/>
                  </a:lnTo>
                  <a:lnTo>
                    <a:pt x="602469" y="191614"/>
                  </a:lnTo>
                  <a:lnTo>
                    <a:pt x="594645" y="191614"/>
                  </a:lnTo>
                  <a:lnTo>
                    <a:pt x="586820" y="191614"/>
                  </a:lnTo>
                  <a:lnTo>
                    <a:pt x="578996" y="191614"/>
                  </a:lnTo>
                  <a:lnTo>
                    <a:pt x="571172" y="191614"/>
                  </a:lnTo>
                  <a:lnTo>
                    <a:pt x="563348" y="191614"/>
                  </a:lnTo>
                  <a:lnTo>
                    <a:pt x="555523" y="191614"/>
                  </a:lnTo>
                  <a:lnTo>
                    <a:pt x="547699" y="191614"/>
                  </a:lnTo>
                  <a:lnTo>
                    <a:pt x="539875" y="191614"/>
                  </a:lnTo>
                  <a:lnTo>
                    <a:pt x="532050" y="191614"/>
                  </a:lnTo>
                  <a:lnTo>
                    <a:pt x="524226" y="191614"/>
                  </a:lnTo>
                  <a:lnTo>
                    <a:pt x="516402" y="191614"/>
                  </a:lnTo>
                  <a:lnTo>
                    <a:pt x="508578" y="191614"/>
                  </a:lnTo>
                  <a:lnTo>
                    <a:pt x="500753" y="191614"/>
                  </a:lnTo>
                  <a:lnTo>
                    <a:pt x="492929" y="191614"/>
                  </a:lnTo>
                  <a:lnTo>
                    <a:pt x="485105" y="191614"/>
                  </a:lnTo>
                  <a:lnTo>
                    <a:pt x="477281" y="191614"/>
                  </a:lnTo>
                  <a:lnTo>
                    <a:pt x="469456" y="191614"/>
                  </a:lnTo>
                  <a:lnTo>
                    <a:pt x="461632" y="191614"/>
                  </a:lnTo>
                  <a:lnTo>
                    <a:pt x="453808" y="191614"/>
                  </a:lnTo>
                  <a:lnTo>
                    <a:pt x="445983" y="191614"/>
                  </a:lnTo>
                  <a:lnTo>
                    <a:pt x="438159" y="191614"/>
                  </a:lnTo>
                  <a:lnTo>
                    <a:pt x="430335" y="191614"/>
                  </a:lnTo>
                  <a:lnTo>
                    <a:pt x="422511" y="191614"/>
                  </a:lnTo>
                  <a:lnTo>
                    <a:pt x="414686" y="191614"/>
                  </a:lnTo>
                  <a:lnTo>
                    <a:pt x="406862" y="191614"/>
                  </a:lnTo>
                  <a:lnTo>
                    <a:pt x="399038" y="191614"/>
                  </a:lnTo>
                  <a:lnTo>
                    <a:pt x="391213" y="191614"/>
                  </a:lnTo>
                  <a:lnTo>
                    <a:pt x="383389" y="191614"/>
                  </a:lnTo>
                  <a:lnTo>
                    <a:pt x="375565" y="191614"/>
                  </a:lnTo>
                  <a:lnTo>
                    <a:pt x="367741" y="191614"/>
                  </a:lnTo>
                  <a:lnTo>
                    <a:pt x="359916" y="191614"/>
                  </a:lnTo>
                  <a:lnTo>
                    <a:pt x="352092" y="191614"/>
                  </a:lnTo>
                  <a:lnTo>
                    <a:pt x="344268" y="191614"/>
                  </a:lnTo>
                  <a:lnTo>
                    <a:pt x="336444" y="191614"/>
                  </a:lnTo>
                  <a:lnTo>
                    <a:pt x="328619" y="191614"/>
                  </a:lnTo>
                  <a:lnTo>
                    <a:pt x="320795" y="191614"/>
                  </a:lnTo>
                  <a:lnTo>
                    <a:pt x="312971" y="191614"/>
                  </a:lnTo>
                  <a:lnTo>
                    <a:pt x="305146" y="191614"/>
                  </a:lnTo>
                  <a:lnTo>
                    <a:pt x="297322" y="191614"/>
                  </a:lnTo>
                  <a:lnTo>
                    <a:pt x="289498" y="191614"/>
                  </a:lnTo>
                  <a:lnTo>
                    <a:pt x="281674" y="191614"/>
                  </a:lnTo>
                  <a:lnTo>
                    <a:pt x="273849" y="191614"/>
                  </a:lnTo>
                  <a:lnTo>
                    <a:pt x="266025" y="191614"/>
                  </a:lnTo>
                  <a:lnTo>
                    <a:pt x="258201" y="191614"/>
                  </a:lnTo>
                  <a:lnTo>
                    <a:pt x="250376" y="191614"/>
                  </a:lnTo>
                  <a:lnTo>
                    <a:pt x="242552" y="191614"/>
                  </a:lnTo>
                  <a:lnTo>
                    <a:pt x="234728" y="191614"/>
                  </a:lnTo>
                  <a:lnTo>
                    <a:pt x="226904" y="191614"/>
                  </a:lnTo>
                  <a:lnTo>
                    <a:pt x="219079" y="191614"/>
                  </a:lnTo>
                  <a:lnTo>
                    <a:pt x="211255" y="191614"/>
                  </a:lnTo>
                  <a:lnTo>
                    <a:pt x="203431" y="191614"/>
                  </a:lnTo>
                  <a:lnTo>
                    <a:pt x="195606" y="191614"/>
                  </a:lnTo>
                  <a:lnTo>
                    <a:pt x="187782" y="191614"/>
                  </a:lnTo>
                  <a:lnTo>
                    <a:pt x="179958" y="191614"/>
                  </a:lnTo>
                  <a:lnTo>
                    <a:pt x="172134" y="191614"/>
                  </a:lnTo>
                  <a:lnTo>
                    <a:pt x="164309" y="191614"/>
                  </a:lnTo>
                  <a:lnTo>
                    <a:pt x="156485" y="191614"/>
                  </a:lnTo>
                  <a:lnTo>
                    <a:pt x="148661" y="191614"/>
                  </a:lnTo>
                  <a:lnTo>
                    <a:pt x="140837" y="191614"/>
                  </a:lnTo>
                  <a:lnTo>
                    <a:pt x="133012" y="191614"/>
                  </a:lnTo>
                  <a:lnTo>
                    <a:pt x="125188" y="191614"/>
                  </a:lnTo>
                  <a:lnTo>
                    <a:pt x="117364" y="191614"/>
                  </a:lnTo>
                  <a:lnTo>
                    <a:pt x="109539" y="191614"/>
                  </a:lnTo>
                  <a:lnTo>
                    <a:pt x="101715" y="191614"/>
                  </a:lnTo>
                  <a:lnTo>
                    <a:pt x="93891" y="191614"/>
                  </a:lnTo>
                  <a:lnTo>
                    <a:pt x="86067" y="191614"/>
                  </a:lnTo>
                  <a:lnTo>
                    <a:pt x="78242" y="191614"/>
                  </a:lnTo>
                  <a:lnTo>
                    <a:pt x="70418" y="191614"/>
                  </a:lnTo>
                  <a:lnTo>
                    <a:pt x="62594" y="191614"/>
                  </a:lnTo>
                  <a:lnTo>
                    <a:pt x="54769" y="191614"/>
                  </a:lnTo>
                  <a:lnTo>
                    <a:pt x="46945" y="191614"/>
                  </a:lnTo>
                  <a:lnTo>
                    <a:pt x="39121" y="191614"/>
                  </a:lnTo>
                  <a:lnTo>
                    <a:pt x="31297" y="191614"/>
                  </a:lnTo>
                  <a:lnTo>
                    <a:pt x="23472" y="191614"/>
                  </a:lnTo>
                  <a:lnTo>
                    <a:pt x="15648" y="191614"/>
                  </a:lnTo>
                  <a:lnTo>
                    <a:pt x="7824" y="19161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7848093" y="4603117"/>
              <a:ext cx="3998206" cy="191614"/>
            </a:xfrm>
            <a:custGeom>
              <a:avLst/>
              <a:pathLst>
                <a:path w="3998206" h="191614">
                  <a:moveTo>
                    <a:pt x="0" y="191614"/>
                  </a:moveTo>
                  <a:lnTo>
                    <a:pt x="7824" y="191614"/>
                  </a:lnTo>
                  <a:lnTo>
                    <a:pt x="15648" y="191614"/>
                  </a:lnTo>
                  <a:lnTo>
                    <a:pt x="23472" y="191614"/>
                  </a:lnTo>
                  <a:lnTo>
                    <a:pt x="31297" y="191614"/>
                  </a:lnTo>
                  <a:lnTo>
                    <a:pt x="39121" y="191614"/>
                  </a:lnTo>
                  <a:lnTo>
                    <a:pt x="46945" y="191614"/>
                  </a:lnTo>
                  <a:lnTo>
                    <a:pt x="54769" y="191614"/>
                  </a:lnTo>
                  <a:lnTo>
                    <a:pt x="62594" y="191614"/>
                  </a:lnTo>
                  <a:lnTo>
                    <a:pt x="70418" y="191614"/>
                  </a:lnTo>
                  <a:lnTo>
                    <a:pt x="78242" y="191614"/>
                  </a:lnTo>
                  <a:lnTo>
                    <a:pt x="86067" y="191614"/>
                  </a:lnTo>
                  <a:lnTo>
                    <a:pt x="93891" y="191614"/>
                  </a:lnTo>
                  <a:lnTo>
                    <a:pt x="101715" y="191614"/>
                  </a:lnTo>
                  <a:lnTo>
                    <a:pt x="109539" y="191614"/>
                  </a:lnTo>
                  <a:lnTo>
                    <a:pt x="117364" y="191614"/>
                  </a:lnTo>
                  <a:lnTo>
                    <a:pt x="125188" y="191614"/>
                  </a:lnTo>
                  <a:lnTo>
                    <a:pt x="133012" y="191614"/>
                  </a:lnTo>
                  <a:lnTo>
                    <a:pt x="140837" y="191614"/>
                  </a:lnTo>
                  <a:lnTo>
                    <a:pt x="148661" y="191614"/>
                  </a:lnTo>
                  <a:lnTo>
                    <a:pt x="156485" y="191614"/>
                  </a:lnTo>
                  <a:lnTo>
                    <a:pt x="164309" y="191614"/>
                  </a:lnTo>
                  <a:lnTo>
                    <a:pt x="172134" y="191614"/>
                  </a:lnTo>
                  <a:lnTo>
                    <a:pt x="179958" y="191614"/>
                  </a:lnTo>
                  <a:lnTo>
                    <a:pt x="187782" y="191614"/>
                  </a:lnTo>
                  <a:lnTo>
                    <a:pt x="195606" y="191614"/>
                  </a:lnTo>
                  <a:lnTo>
                    <a:pt x="203431" y="191614"/>
                  </a:lnTo>
                  <a:lnTo>
                    <a:pt x="211255" y="191614"/>
                  </a:lnTo>
                  <a:lnTo>
                    <a:pt x="219079" y="191614"/>
                  </a:lnTo>
                  <a:lnTo>
                    <a:pt x="226904" y="191614"/>
                  </a:lnTo>
                  <a:lnTo>
                    <a:pt x="234728" y="191614"/>
                  </a:lnTo>
                  <a:lnTo>
                    <a:pt x="242552" y="191614"/>
                  </a:lnTo>
                  <a:lnTo>
                    <a:pt x="250376" y="191614"/>
                  </a:lnTo>
                  <a:lnTo>
                    <a:pt x="258201" y="191614"/>
                  </a:lnTo>
                  <a:lnTo>
                    <a:pt x="266025" y="191614"/>
                  </a:lnTo>
                  <a:lnTo>
                    <a:pt x="273849" y="191614"/>
                  </a:lnTo>
                  <a:lnTo>
                    <a:pt x="281674" y="191614"/>
                  </a:lnTo>
                  <a:lnTo>
                    <a:pt x="289498" y="191614"/>
                  </a:lnTo>
                  <a:lnTo>
                    <a:pt x="297322" y="191614"/>
                  </a:lnTo>
                  <a:lnTo>
                    <a:pt x="305146" y="191614"/>
                  </a:lnTo>
                  <a:lnTo>
                    <a:pt x="312971" y="191614"/>
                  </a:lnTo>
                  <a:lnTo>
                    <a:pt x="320795" y="191614"/>
                  </a:lnTo>
                  <a:lnTo>
                    <a:pt x="328619" y="191614"/>
                  </a:lnTo>
                  <a:lnTo>
                    <a:pt x="336444" y="191614"/>
                  </a:lnTo>
                  <a:lnTo>
                    <a:pt x="344268" y="191614"/>
                  </a:lnTo>
                  <a:lnTo>
                    <a:pt x="352092" y="191614"/>
                  </a:lnTo>
                  <a:lnTo>
                    <a:pt x="359916" y="191614"/>
                  </a:lnTo>
                  <a:lnTo>
                    <a:pt x="367741" y="191614"/>
                  </a:lnTo>
                  <a:lnTo>
                    <a:pt x="375565" y="191614"/>
                  </a:lnTo>
                  <a:lnTo>
                    <a:pt x="383389" y="191614"/>
                  </a:lnTo>
                  <a:lnTo>
                    <a:pt x="391213" y="191614"/>
                  </a:lnTo>
                  <a:lnTo>
                    <a:pt x="399038" y="191614"/>
                  </a:lnTo>
                  <a:lnTo>
                    <a:pt x="406862" y="191614"/>
                  </a:lnTo>
                  <a:lnTo>
                    <a:pt x="414686" y="191614"/>
                  </a:lnTo>
                  <a:lnTo>
                    <a:pt x="422511" y="191614"/>
                  </a:lnTo>
                  <a:lnTo>
                    <a:pt x="430335" y="191614"/>
                  </a:lnTo>
                  <a:lnTo>
                    <a:pt x="438159" y="191614"/>
                  </a:lnTo>
                  <a:lnTo>
                    <a:pt x="445983" y="191614"/>
                  </a:lnTo>
                  <a:lnTo>
                    <a:pt x="453808" y="191614"/>
                  </a:lnTo>
                  <a:lnTo>
                    <a:pt x="461632" y="191614"/>
                  </a:lnTo>
                  <a:lnTo>
                    <a:pt x="469456" y="191614"/>
                  </a:lnTo>
                  <a:lnTo>
                    <a:pt x="477281" y="191614"/>
                  </a:lnTo>
                  <a:lnTo>
                    <a:pt x="485105" y="191614"/>
                  </a:lnTo>
                  <a:lnTo>
                    <a:pt x="492929" y="191614"/>
                  </a:lnTo>
                  <a:lnTo>
                    <a:pt x="500753" y="191614"/>
                  </a:lnTo>
                  <a:lnTo>
                    <a:pt x="508578" y="191614"/>
                  </a:lnTo>
                  <a:lnTo>
                    <a:pt x="516402" y="191614"/>
                  </a:lnTo>
                  <a:lnTo>
                    <a:pt x="524226" y="191614"/>
                  </a:lnTo>
                  <a:lnTo>
                    <a:pt x="532050" y="191614"/>
                  </a:lnTo>
                  <a:lnTo>
                    <a:pt x="539875" y="191614"/>
                  </a:lnTo>
                  <a:lnTo>
                    <a:pt x="547699" y="191614"/>
                  </a:lnTo>
                  <a:lnTo>
                    <a:pt x="555523" y="191614"/>
                  </a:lnTo>
                  <a:lnTo>
                    <a:pt x="563348" y="191614"/>
                  </a:lnTo>
                  <a:lnTo>
                    <a:pt x="571172" y="191614"/>
                  </a:lnTo>
                  <a:lnTo>
                    <a:pt x="578996" y="191614"/>
                  </a:lnTo>
                  <a:lnTo>
                    <a:pt x="586820" y="191614"/>
                  </a:lnTo>
                  <a:lnTo>
                    <a:pt x="594645" y="191614"/>
                  </a:lnTo>
                  <a:lnTo>
                    <a:pt x="602469" y="191614"/>
                  </a:lnTo>
                  <a:lnTo>
                    <a:pt x="610293" y="191614"/>
                  </a:lnTo>
                  <a:lnTo>
                    <a:pt x="618118" y="191614"/>
                  </a:lnTo>
                  <a:lnTo>
                    <a:pt x="625942" y="191614"/>
                  </a:lnTo>
                  <a:lnTo>
                    <a:pt x="633766" y="191614"/>
                  </a:lnTo>
                  <a:lnTo>
                    <a:pt x="641590" y="191614"/>
                  </a:lnTo>
                  <a:lnTo>
                    <a:pt x="649415" y="191614"/>
                  </a:lnTo>
                  <a:lnTo>
                    <a:pt x="657239" y="191614"/>
                  </a:lnTo>
                  <a:lnTo>
                    <a:pt x="665063" y="191614"/>
                  </a:lnTo>
                  <a:lnTo>
                    <a:pt x="672888" y="191614"/>
                  </a:lnTo>
                  <a:lnTo>
                    <a:pt x="680712" y="191614"/>
                  </a:lnTo>
                  <a:lnTo>
                    <a:pt x="688536" y="191614"/>
                  </a:lnTo>
                  <a:lnTo>
                    <a:pt x="696360" y="191614"/>
                  </a:lnTo>
                  <a:lnTo>
                    <a:pt x="704185" y="191614"/>
                  </a:lnTo>
                  <a:lnTo>
                    <a:pt x="712009" y="191614"/>
                  </a:lnTo>
                  <a:lnTo>
                    <a:pt x="719833" y="191614"/>
                  </a:lnTo>
                  <a:lnTo>
                    <a:pt x="727657" y="191614"/>
                  </a:lnTo>
                  <a:lnTo>
                    <a:pt x="735482" y="191614"/>
                  </a:lnTo>
                  <a:lnTo>
                    <a:pt x="743306" y="191614"/>
                  </a:lnTo>
                  <a:lnTo>
                    <a:pt x="751130" y="191614"/>
                  </a:lnTo>
                  <a:lnTo>
                    <a:pt x="758955" y="191614"/>
                  </a:lnTo>
                  <a:lnTo>
                    <a:pt x="766779" y="191614"/>
                  </a:lnTo>
                  <a:lnTo>
                    <a:pt x="774603" y="191614"/>
                  </a:lnTo>
                  <a:lnTo>
                    <a:pt x="782427" y="191614"/>
                  </a:lnTo>
                  <a:lnTo>
                    <a:pt x="790252" y="191614"/>
                  </a:lnTo>
                  <a:lnTo>
                    <a:pt x="798076" y="191614"/>
                  </a:lnTo>
                  <a:lnTo>
                    <a:pt x="805900" y="191614"/>
                  </a:lnTo>
                  <a:lnTo>
                    <a:pt x="813725" y="191614"/>
                  </a:lnTo>
                  <a:lnTo>
                    <a:pt x="821549" y="191614"/>
                  </a:lnTo>
                  <a:lnTo>
                    <a:pt x="829373" y="191614"/>
                  </a:lnTo>
                  <a:lnTo>
                    <a:pt x="837197" y="191614"/>
                  </a:lnTo>
                  <a:lnTo>
                    <a:pt x="845022" y="191614"/>
                  </a:lnTo>
                  <a:lnTo>
                    <a:pt x="852846" y="191614"/>
                  </a:lnTo>
                  <a:lnTo>
                    <a:pt x="860670" y="191614"/>
                  </a:lnTo>
                  <a:lnTo>
                    <a:pt x="868495" y="191614"/>
                  </a:lnTo>
                  <a:lnTo>
                    <a:pt x="876319" y="191614"/>
                  </a:lnTo>
                  <a:lnTo>
                    <a:pt x="884143" y="191614"/>
                  </a:lnTo>
                  <a:lnTo>
                    <a:pt x="891967" y="191614"/>
                  </a:lnTo>
                  <a:lnTo>
                    <a:pt x="899792" y="191614"/>
                  </a:lnTo>
                  <a:lnTo>
                    <a:pt x="907616" y="191614"/>
                  </a:lnTo>
                  <a:lnTo>
                    <a:pt x="915440" y="191614"/>
                  </a:lnTo>
                  <a:lnTo>
                    <a:pt x="923264" y="191614"/>
                  </a:lnTo>
                  <a:lnTo>
                    <a:pt x="931089" y="191614"/>
                  </a:lnTo>
                  <a:lnTo>
                    <a:pt x="938913" y="191614"/>
                  </a:lnTo>
                  <a:lnTo>
                    <a:pt x="946737" y="191614"/>
                  </a:lnTo>
                  <a:lnTo>
                    <a:pt x="954562" y="191614"/>
                  </a:lnTo>
                  <a:lnTo>
                    <a:pt x="962386" y="191614"/>
                  </a:lnTo>
                  <a:lnTo>
                    <a:pt x="970210" y="191614"/>
                  </a:lnTo>
                  <a:lnTo>
                    <a:pt x="978034" y="191614"/>
                  </a:lnTo>
                  <a:lnTo>
                    <a:pt x="985859" y="191614"/>
                  </a:lnTo>
                  <a:lnTo>
                    <a:pt x="993683" y="191614"/>
                  </a:lnTo>
                  <a:lnTo>
                    <a:pt x="1001507" y="191614"/>
                  </a:lnTo>
                  <a:lnTo>
                    <a:pt x="1009332" y="191614"/>
                  </a:lnTo>
                  <a:lnTo>
                    <a:pt x="1017156" y="191614"/>
                  </a:lnTo>
                  <a:lnTo>
                    <a:pt x="1024980" y="191614"/>
                  </a:lnTo>
                  <a:lnTo>
                    <a:pt x="1032804" y="191614"/>
                  </a:lnTo>
                  <a:lnTo>
                    <a:pt x="1040629" y="191614"/>
                  </a:lnTo>
                  <a:lnTo>
                    <a:pt x="1048453" y="191614"/>
                  </a:lnTo>
                  <a:lnTo>
                    <a:pt x="1056277" y="191614"/>
                  </a:lnTo>
                  <a:lnTo>
                    <a:pt x="1064101" y="191614"/>
                  </a:lnTo>
                  <a:lnTo>
                    <a:pt x="1071926" y="191614"/>
                  </a:lnTo>
                  <a:lnTo>
                    <a:pt x="1079750" y="191614"/>
                  </a:lnTo>
                  <a:lnTo>
                    <a:pt x="1087574" y="191614"/>
                  </a:lnTo>
                  <a:lnTo>
                    <a:pt x="1095399" y="191614"/>
                  </a:lnTo>
                  <a:lnTo>
                    <a:pt x="1103223" y="191614"/>
                  </a:lnTo>
                  <a:lnTo>
                    <a:pt x="1111047" y="191614"/>
                  </a:lnTo>
                  <a:lnTo>
                    <a:pt x="1118871" y="191614"/>
                  </a:lnTo>
                  <a:lnTo>
                    <a:pt x="1126696" y="191614"/>
                  </a:lnTo>
                  <a:lnTo>
                    <a:pt x="1134520" y="191614"/>
                  </a:lnTo>
                  <a:lnTo>
                    <a:pt x="1142344" y="191614"/>
                  </a:lnTo>
                  <a:lnTo>
                    <a:pt x="1150169" y="191614"/>
                  </a:lnTo>
                  <a:lnTo>
                    <a:pt x="1157993" y="191614"/>
                  </a:lnTo>
                  <a:lnTo>
                    <a:pt x="1165817" y="191614"/>
                  </a:lnTo>
                  <a:lnTo>
                    <a:pt x="1173641" y="191614"/>
                  </a:lnTo>
                  <a:lnTo>
                    <a:pt x="1181466" y="191614"/>
                  </a:lnTo>
                  <a:lnTo>
                    <a:pt x="1189290" y="191614"/>
                  </a:lnTo>
                  <a:lnTo>
                    <a:pt x="1197114" y="191614"/>
                  </a:lnTo>
                  <a:lnTo>
                    <a:pt x="1204939" y="191614"/>
                  </a:lnTo>
                  <a:lnTo>
                    <a:pt x="1212763" y="191614"/>
                  </a:lnTo>
                  <a:lnTo>
                    <a:pt x="1220587" y="191614"/>
                  </a:lnTo>
                  <a:lnTo>
                    <a:pt x="1228411" y="191614"/>
                  </a:lnTo>
                  <a:lnTo>
                    <a:pt x="1236236" y="191614"/>
                  </a:lnTo>
                  <a:lnTo>
                    <a:pt x="1244060" y="191614"/>
                  </a:lnTo>
                  <a:lnTo>
                    <a:pt x="1251884" y="191614"/>
                  </a:lnTo>
                  <a:lnTo>
                    <a:pt x="1259708" y="191614"/>
                  </a:lnTo>
                  <a:lnTo>
                    <a:pt x="1267533" y="191614"/>
                  </a:lnTo>
                  <a:lnTo>
                    <a:pt x="1275357" y="191614"/>
                  </a:lnTo>
                  <a:lnTo>
                    <a:pt x="1283181" y="191614"/>
                  </a:lnTo>
                  <a:lnTo>
                    <a:pt x="1291006" y="191614"/>
                  </a:lnTo>
                  <a:lnTo>
                    <a:pt x="1298830" y="191614"/>
                  </a:lnTo>
                  <a:lnTo>
                    <a:pt x="1306654" y="191614"/>
                  </a:lnTo>
                  <a:lnTo>
                    <a:pt x="1314478" y="191614"/>
                  </a:lnTo>
                  <a:lnTo>
                    <a:pt x="1322303" y="191614"/>
                  </a:lnTo>
                  <a:lnTo>
                    <a:pt x="1330127" y="191614"/>
                  </a:lnTo>
                  <a:lnTo>
                    <a:pt x="1337951" y="191614"/>
                  </a:lnTo>
                  <a:lnTo>
                    <a:pt x="1345776" y="191614"/>
                  </a:lnTo>
                  <a:lnTo>
                    <a:pt x="1353600" y="191614"/>
                  </a:lnTo>
                  <a:lnTo>
                    <a:pt x="1361424" y="191614"/>
                  </a:lnTo>
                  <a:lnTo>
                    <a:pt x="1369248" y="191614"/>
                  </a:lnTo>
                  <a:lnTo>
                    <a:pt x="1377073" y="191614"/>
                  </a:lnTo>
                  <a:lnTo>
                    <a:pt x="1384897" y="191614"/>
                  </a:lnTo>
                  <a:lnTo>
                    <a:pt x="1392721" y="191614"/>
                  </a:lnTo>
                  <a:lnTo>
                    <a:pt x="1400545" y="191614"/>
                  </a:lnTo>
                  <a:lnTo>
                    <a:pt x="1408370" y="191614"/>
                  </a:lnTo>
                  <a:lnTo>
                    <a:pt x="1416194" y="191614"/>
                  </a:lnTo>
                  <a:lnTo>
                    <a:pt x="1424018" y="191614"/>
                  </a:lnTo>
                  <a:lnTo>
                    <a:pt x="1431843" y="191614"/>
                  </a:lnTo>
                  <a:lnTo>
                    <a:pt x="1439667" y="191614"/>
                  </a:lnTo>
                  <a:lnTo>
                    <a:pt x="1447491" y="191614"/>
                  </a:lnTo>
                  <a:lnTo>
                    <a:pt x="1455315" y="191614"/>
                  </a:lnTo>
                  <a:lnTo>
                    <a:pt x="1463140" y="191614"/>
                  </a:lnTo>
                  <a:lnTo>
                    <a:pt x="1470964" y="191614"/>
                  </a:lnTo>
                  <a:lnTo>
                    <a:pt x="1478788" y="191614"/>
                  </a:lnTo>
                  <a:lnTo>
                    <a:pt x="1486613" y="191614"/>
                  </a:lnTo>
                  <a:lnTo>
                    <a:pt x="1494437" y="191614"/>
                  </a:lnTo>
                  <a:lnTo>
                    <a:pt x="1502261" y="191614"/>
                  </a:lnTo>
                  <a:lnTo>
                    <a:pt x="1510085" y="191614"/>
                  </a:lnTo>
                  <a:lnTo>
                    <a:pt x="1517910" y="191614"/>
                  </a:lnTo>
                  <a:lnTo>
                    <a:pt x="1525734" y="191614"/>
                  </a:lnTo>
                  <a:lnTo>
                    <a:pt x="1533558" y="191614"/>
                  </a:lnTo>
                  <a:lnTo>
                    <a:pt x="1541383" y="191614"/>
                  </a:lnTo>
                  <a:lnTo>
                    <a:pt x="1549207" y="191614"/>
                  </a:lnTo>
                  <a:lnTo>
                    <a:pt x="1557031" y="191614"/>
                  </a:lnTo>
                  <a:lnTo>
                    <a:pt x="1564855" y="191614"/>
                  </a:lnTo>
                  <a:lnTo>
                    <a:pt x="1572680" y="191614"/>
                  </a:lnTo>
                  <a:lnTo>
                    <a:pt x="1580504" y="191614"/>
                  </a:lnTo>
                  <a:lnTo>
                    <a:pt x="1588328" y="191614"/>
                  </a:lnTo>
                  <a:lnTo>
                    <a:pt x="1596152" y="191614"/>
                  </a:lnTo>
                  <a:lnTo>
                    <a:pt x="1603977" y="191614"/>
                  </a:lnTo>
                  <a:lnTo>
                    <a:pt x="1611801" y="191614"/>
                  </a:lnTo>
                  <a:lnTo>
                    <a:pt x="1619625" y="191614"/>
                  </a:lnTo>
                  <a:lnTo>
                    <a:pt x="1627450" y="191614"/>
                  </a:lnTo>
                  <a:lnTo>
                    <a:pt x="1635274" y="191614"/>
                  </a:lnTo>
                  <a:lnTo>
                    <a:pt x="1643098" y="191614"/>
                  </a:lnTo>
                  <a:lnTo>
                    <a:pt x="1650922" y="191614"/>
                  </a:lnTo>
                  <a:lnTo>
                    <a:pt x="1658747" y="191614"/>
                  </a:lnTo>
                  <a:lnTo>
                    <a:pt x="1666571" y="191614"/>
                  </a:lnTo>
                  <a:lnTo>
                    <a:pt x="1674395" y="191614"/>
                  </a:lnTo>
                  <a:lnTo>
                    <a:pt x="1682220" y="191614"/>
                  </a:lnTo>
                  <a:lnTo>
                    <a:pt x="1690044" y="191614"/>
                  </a:lnTo>
                  <a:lnTo>
                    <a:pt x="1697868" y="191614"/>
                  </a:lnTo>
                  <a:lnTo>
                    <a:pt x="1705692" y="191614"/>
                  </a:lnTo>
                  <a:lnTo>
                    <a:pt x="1713517" y="191614"/>
                  </a:lnTo>
                  <a:lnTo>
                    <a:pt x="1721341" y="191614"/>
                  </a:lnTo>
                  <a:lnTo>
                    <a:pt x="1729165" y="191614"/>
                  </a:lnTo>
                  <a:lnTo>
                    <a:pt x="1736990" y="191614"/>
                  </a:lnTo>
                  <a:lnTo>
                    <a:pt x="1744814" y="191614"/>
                  </a:lnTo>
                  <a:lnTo>
                    <a:pt x="1752638" y="191614"/>
                  </a:lnTo>
                  <a:lnTo>
                    <a:pt x="1760462" y="191614"/>
                  </a:lnTo>
                  <a:lnTo>
                    <a:pt x="1768287" y="191614"/>
                  </a:lnTo>
                  <a:lnTo>
                    <a:pt x="1776111" y="191614"/>
                  </a:lnTo>
                  <a:lnTo>
                    <a:pt x="1783935" y="191614"/>
                  </a:lnTo>
                  <a:lnTo>
                    <a:pt x="1791759" y="191614"/>
                  </a:lnTo>
                  <a:lnTo>
                    <a:pt x="1799584" y="191614"/>
                  </a:lnTo>
                  <a:lnTo>
                    <a:pt x="1807408" y="191614"/>
                  </a:lnTo>
                  <a:lnTo>
                    <a:pt x="1815232" y="191614"/>
                  </a:lnTo>
                  <a:lnTo>
                    <a:pt x="1823057" y="191614"/>
                  </a:lnTo>
                  <a:lnTo>
                    <a:pt x="1830881" y="191614"/>
                  </a:lnTo>
                  <a:lnTo>
                    <a:pt x="1838705" y="191614"/>
                  </a:lnTo>
                  <a:lnTo>
                    <a:pt x="1846529" y="191614"/>
                  </a:lnTo>
                  <a:lnTo>
                    <a:pt x="1854354" y="191614"/>
                  </a:lnTo>
                  <a:lnTo>
                    <a:pt x="1862178" y="191614"/>
                  </a:lnTo>
                  <a:lnTo>
                    <a:pt x="1870002" y="191614"/>
                  </a:lnTo>
                  <a:lnTo>
                    <a:pt x="1877827" y="191614"/>
                  </a:lnTo>
                  <a:lnTo>
                    <a:pt x="1885651" y="191614"/>
                  </a:lnTo>
                  <a:lnTo>
                    <a:pt x="1893475" y="191614"/>
                  </a:lnTo>
                  <a:lnTo>
                    <a:pt x="1901299" y="191614"/>
                  </a:lnTo>
                  <a:lnTo>
                    <a:pt x="1909124" y="191614"/>
                  </a:lnTo>
                  <a:lnTo>
                    <a:pt x="1916948" y="191614"/>
                  </a:lnTo>
                  <a:lnTo>
                    <a:pt x="1924772" y="191614"/>
                  </a:lnTo>
                  <a:lnTo>
                    <a:pt x="1932596" y="191614"/>
                  </a:lnTo>
                  <a:lnTo>
                    <a:pt x="1940421" y="191613"/>
                  </a:lnTo>
                  <a:lnTo>
                    <a:pt x="1948245" y="191613"/>
                  </a:lnTo>
                  <a:lnTo>
                    <a:pt x="1956069" y="191612"/>
                  </a:lnTo>
                  <a:lnTo>
                    <a:pt x="1963894" y="191611"/>
                  </a:lnTo>
                  <a:lnTo>
                    <a:pt x="1971718" y="191610"/>
                  </a:lnTo>
                  <a:lnTo>
                    <a:pt x="1979542" y="191608"/>
                  </a:lnTo>
                  <a:lnTo>
                    <a:pt x="1987366" y="191605"/>
                  </a:lnTo>
                  <a:lnTo>
                    <a:pt x="1995191" y="191602"/>
                  </a:lnTo>
                  <a:lnTo>
                    <a:pt x="2003015" y="191598"/>
                  </a:lnTo>
                  <a:lnTo>
                    <a:pt x="2010839" y="191592"/>
                  </a:lnTo>
                  <a:lnTo>
                    <a:pt x="2018664" y="191584"/>
                  </a:lnTo>
                  <a:lnTo>
                    <a:pt x="2026488" y="191573"/>
                  </a:lnTo>
                  <a:lnTo>
                    <a:pt x="2034312" y="191560"/>
                  </a:lnTo>
                  <a:lnTo>
                    <a:pt x="2042136" y="191542"/>
                  </a:lnTo>
                  <a:lnTo>
                    <a:pt x="2049961" y="191519"/>
                  </a:lnTo>
                  <a:lnTo>
                    <a:pt x="2057785" y="191489"/>
                  </a:lnTo>
                  <a:lnTo>
                    <a:pt x="2065609" y="191450"/>
                  </a:lnTo>
                  <a:lnTo>
                    <a:pt x="2073434" y="191402"/>
                  </a:lnTo>
                  <a:lnTo>
                    <a:pt x="2081258" y="191341"/>
                  </a:lnTo>
                  <a:lnTo>
                    <a:pt x="2089082" y="191265"/>
                  </a:lnTo>
                  <a:lnTo>
                    <a:pt x="2096906" y="191166"/>
                  </a:lnTo>
                  <a:lnTo>
                    <a:pt x="2104731" y="191042"/>
                  </a:lnTo>
                  <a:lnTo>
                    <a:pt x="2112555" y="190890"/>
                  </a:lnTo>
                  <a:lnTo>
                    <a:pt x="2120379" y="190704"/>
                  </a:lnTo>
                  <a:lnTo>
                    <a:pt x="2128203" y="190479"/>
                  </a:lnTo>
                  <a:lnTo>
                    <a:pt x="2136028" y="190206"/>
                  </a:lnTo>
                  <a:lnTo>
                    <a:pt x="2143852" y="189863"/>
                  </a:lnTo>
                  <a:lnTo>
                    <a:pt x="2151676" y="189452"/>
                  </a:lnTo>
                  <a:lnTo>
                    <a:pt x="2159501" y="188962"/>
                  </a:lnTo>
                  <a:lnTo>
                    <a:pt x="2167325" y="188383"/>
                  </a:lnTo>
                  <a:lnTo>
                    <a:pt x="2175149" y="187703"/>
                  </a:lnTo>
                  <a:lnTo>
                    <a:pt x="2182973" y="186897"/>
                  </a:lnTo>
                  <a:lnTo>
                    <a:pt x="2190798" y="185933"/>
                  </a:lnTo>
                  <a:lnTo>
                    <a:pt x="2198622" y="184816"/>
                  </a:lnTo>
                  <a:lnTo>
                    <a:pt x="2206446" y="183528"/>
                  </a:lnTo>
                  <a:lnTo>
                    <a:pt x="2214271" y="182055"/>
                  </a:lnTo>
                  <a:lnTo>
                    <a:pt x="2222095" y="180378"/>
                  </a:lnTo>
                  <a:lnTo>
                    <a:pt x="2229919" y="178445"/>
                  </a:lnTo>
                  <a:lnTo>
                    <a:pt x="2237743" y="176235"/>
                  </a:lnTo>
                  <a:lnTo>
                    <a:pt x="2245568" y="173759"/>
                  </a:lnTo>
                  <a:lnTo>
                    <a:pt x="2253392" y="170999"/>
                  </a:lnTo>
                  <a:lnTo>
                    <a:pt x="2261216" y="167943"/>
                  </a:lnTo>
                  <a:lnTo>
                    <a:pt x="2269040" y="164575"/>
                  </a:lnTo>
                  <a:lnTo>
                    <a:pt x="2276865" y="160816"/>
                  </a:lnTo>
                  <a:lnTo>
                    <a:pt x="2284689" y="156699"/>
                  </a:lnTo>
                  <a:lnTo>
                    <a:pt x="2292513" y="152240"/>
                  </a:lnTo>
                  <a:lnTo>
                    <a:pt x="2300338" y="147438"/>
                  </a:lnTo>
                  <a:lnTo>
                    <a:pt x="2308162" y="142295"/>
                  </a:lnTo>
                  <a:lnTo>
                    <a:pt x="2315986" y="136815"/>
                  </a:lnTo>
                  <a:lnTo>
                    <a:pt x="2323810" y="130931"/>
                  </a:lnTo>
                  <a:lnTo>
                    <a:pt x="2331635" y="124744"/>
                  </a:lnTo>
                  <a:lnTo>
                    <a:pt x="2339459" y="118280"/>
                  </a:lnTo>
                  <a:lnTo>
                    <a:pt x="2347283" y="111564"/>
                  </a:lnTo>
                  <a:lnTo>
                    <a:pt x="2355108" y="104627"/>
                  </a:lnTo>
                  <a:lnTo>
                    <a:pt x="2362932" y="97497"/>
                  </a:lnTo>
                  <a:lnTo>
                    <a:pt x="2370756" y="90207"/>
                  </a:lnTo>
                  <a:lnTo>
                    <a:pt x="2378580" y="82845"/>
                  </a:lnTo>
                  <a:lnTo>
                    <a:pt x="2386405" y="75457"/>
                  </a:lnTo>
                  <a:lnTo>
                    <a:pt x="2394229" y="68094"/>
                  </a:lnTo>
                  <a:lnTo>
                    <a:pt x="2402053" y="60809"/>
                  </a:lnTo>
                  <a:lnTo>
                    <a:pt x="2409878" y="53676"/>
                  </a:lnTo>
                  <a:lnTo>
                    <a:pt x="2417702" y="46788"/>
                  </a:lnTo>
                  <a:lnTo>
                    <a:pt x="2425526" y="40176"/>
                  </a:lnTo>
                  <a:lnTo>
                    <a:pt x="2433350" y="33892"/>
                  </a:lnTo>
                  <a:lnTo>
                    <a:pt x="2441175" y="27986"/>
                  </a:lnTo>
                  <a:lnTo>
                    <a:pt x="2448999" y="22504"/>
                  </a:lnTo>
                  <a:lnTo>
                    <a:pt x="2456823" y="17575"/>
                  </a:lnTo>
                  <a:lnTo>
                    <a:pt x="2464647" y="13229"/>
                  </a:lnTo>
                  <a:lnTo>
                    <a:pt x="2472472" y="9448"/>
                  </a:lnTo>
                  <a:lnTo>
                    <a:pt x="2480296" y="6255"/>
                  </a:lnTo>
                  <a:lnTo>
                    <a:pt x="2488120" y="3671"/>
                  </a:lnTo>
                  <a:lnTo>
                    <a:pt x="2495945" y="1712"/>
                  </a:lnTo>
                  <a:lnTo>
                    <a:pt x="2503769" y="523"/>
                  </a:lnTo>
                  <a:lnTo>
                    <a:pt x="2511593" y="0"/>
                  </a:lnTo>
                  <a:lnTo>
                    <a:pt x="2519417" y="102"/>
                  </a:lnTo>
                  <a:lnTo>
                    <a:pt x="2527242" y="817"/>
                  </a:lnTo>
                  <a:lnTo>
                    <a:pt x="2535066" y="2128"/>
                  </a:lnTo>
                  <a:lnTo>
                    <a:pt x="2542890" y="4016"/>
                  </a:lnTo>
                  <a:lnTo>
                    <a:pt x="2550715" y="6581"/>
                  </a:lnTo>
                  <a:lnTo>
                    <a:pt x="2558539" y="9639"/>
                  </a:lnTo>
                  <a:lnTo>
                    <a:pt x="2566363" y="13157"/>
                  </a:lnTo>
                  <a:lnTo>
                    <a:pt x="2574187" y="17098"/>
                  </a:lnTo>
                  <a:lnTo>
                    <a:pt x="2582012" y="21424"/>
                  </a:lnTo>
                  <a:lnTo>
                    <a:pt x="2589836" y="26113"/>
                  </a:lnTo>
                  <a:lnTo>
                    <a:pt x="2597660" y="31150"/>
                  </a:lnTo>
                  <a:lnTo>
                    <a:pt x="2605485" y="36428"/>
                  </a:lnTo>
                  <a:lnTo>
                    <a:pt x="2613309" y="41909"/>
                  </a:lnTo>
                  <a:lnTo>
                    <a:pt x="2621133" y="47555"/>
                  </a:lnTo>
                  <a:lnTo>
                    <a:pt x="2628957" y="53334"/>
                  </a:lnTo>
                  <a:lnTo>
                    <a:pt x="2636782" y="59216"/>
                  </a:lnTo>
                  <a:lnTo>
                    <a:pt x="2644606" y="65157"/>
                  </a:lnTo>
                  <a:lnTo>
                    <a:pt x="2652430" y="71117"/>
                  </a:lnTo>
                  <a:lnTo>
                    <a:pt x="2660254" y="77070"/>
                  </a:lnTo>
                  <a:lnTo>
                    <a:pt x="2668079" y="82994"/>
                  </a:lnTo>
                  <a:lnTo>
                    <a:pt x="2675903" y="88866"/>
                  </a:lnTo>
                  <a:lnTo>
                    <a:pt x="2683727" y="94649"/>
                  </a:lnTo>
                  <a:lnTo>
                    <a:pt x="2691552" y="100326"/>
                  </a:lnTo>
                  <a:lnTo>
                    <a:pt x="2699376" y="105887"/>
                  </a:lnTo>
                  <a:lnTo>
                    <a:pt x="2707200" y="111321"/>
                  </a:lnTo>
                  <a:lnTo>
                    <a:pt x="2715024" y="116615"/>
                  </a:lnTo>
                  <a:lnTo>
                    <a:pt x="2722849" y="121758"/>
                  </a:lnTo>
                  <a:lnTo>
                    <a:pt x="2730673" y="126702"/>
                  </a:lnTo>
                  <a:lnTo>
                    <a:pt x="2738497" y="131465"/>
                  </a:lnTo>
                  <a:lnTo>
                    <a:pt x="2746322" y="136048"/>
                  </a:lnTo>
                  <a:lnTo>
                    <a:pt x="2754146" y="140444"/>
                  </a:lnTo>
                  <a:lnTo>
                    <a:pt x="2761970" y="144649"/>
                  </a:lnTo>
                  <a:lnTo>
                    <a:pt x="2769794" y="148654"/>
                  </a:lnTo>
                  <a:lnTo>
                    <a:pt x="2777619" y="152411"/>
                  </a:lnTo>
                  <a:lnTo>
                    <a:pt x="2785443" y="155965"/>
                  </a:lnTo>
                  <a:lnTo>
                    <a:pt x="2793267" y="159316"/>
                  </a:lnTo>
                  <a:lnTo>
                    <a:pt x="2801091" y="162464"/>
                  </a:lnTo>
                  <a:lnTo>
                    <a:pt x="2808916" y="165411"/>
                  </a:lnTo>
                  <a:lnTo>
                    <a:pt x="2816740" y="168142"/>
                  </a:lnTo>
                  <a:lnTo>
                    <a:pt x="2824564" y="170640"/>
                  </a:lnTo>
                  <a:lnTo>
                    <a:pt x="2832389" y="172946"/>
                  </a:lnTo>
                  <a:lnTo>
                    <a:pt x="2840213" y="175065"/>
                  </a:lnTo>
                  <a:lnTo>
                    <a:pt x="2848037" y="177002"/>
                  </a:lnTo>
                  <a:lnTo>
                    <a:pt x="2855861" y="178764"/>
                  </a:lnTo>
                  <a:lnTo>
                    <a:pt x="2863686" y="180334"/>
                  </a:lnTo>
                  <a:lnTo>
                    <a:pt x="2871510" y="181723"/>
                  </a:lnTo>
                  <a:lnTo>
                    <a:pt x="2879334" y="182960"/>
                  </a:lnTo>
                  <a:lnTo>
                    <a:pt x="2887159" y="184052"/>
                  </a:lnTo>
                  <a:lnTo>
                    <a:pt x="2894983" y="185007"/>
                  </a:lnTo>
                  <a:lnTo>
                    <a:pt x="2902807" y="185829"/>
                  </a:lnTo>
                  <a:lnTo>
                    <a:pt x="2910631" y="186506"/>
                  </a:lnTo>
                  <a:lnTo>
                    <a:pt x="2918456" y="187059"/>
                  </a:lnTo>
                  <a:lnTo>
                    <a:pt x="2926280" y="187503"/>
                  </a:lnTo>
                  <a:lnTo>
                    <a:pt x="2934104" y="187844"/>
                  </a:lnTo>
                  <a:lnTo>
                    <a:pt x="2941929" y="188086"/>
                  </a:lnTo>
                  <a:lnTo>
                    <a:pt x="2949753" y="188234"/>
                  </a:lnTo>
                  <a:lnTo>
                    <a:pt x="2957577" y="188271"/>
                  </a:lnTo>
                  <a:lnTo>
                    <a:pt x="2965401" y="188221"/>
                  </a:lnTo>
                  <a:lnTo>
                    <a:pt x="2973226" y="188090"/>
                  </a:lnTo>
                  <a:lnTo>
                    <a:pt x="2981050" y="187879"/>
                  </a:lnTo>
                  <a:lnTo>
                    <a:pt x="2988874" y="187591"/>
                  </a:lnTo>
                  <a:lnTo>
                    <a:pt x="2996698" y="187226"/>
                  </a:lnTo>
                  <a:lnTo>
                    <a:pt x="3004523" y="186774"/>
                  </a:lnTo>
                  <a:lnTo>
                    <a:pt x="3012347" y="186253"/>
                  </a:lnTo>
                  <a:lnTo>
                    <a:pt x="3020171" y="185668"/>
                  </a:lnTo>
                  <a:lnTo>
                    <a:pt x="3027996" y="185021"/>
                  </a:lnTo>
                  <a:lnTo>
                    <a:pt x="3035820" y="184316"/>
                  </a:lnTo>
                  <a:lnTo>
                    <a:pt x="3043644" y="183554"/>
                  </a:lnTo>
                  <a:lnTo>
                    <a:pt x="3051468" y="182737"/>
                  </a:lnTo>
                  <a:lnTo>
                    <a:pt x="3059293" y="181882"/>
                  </a:lnTo>
                  <a:lnTo>
                    <a:pt x="3067117" y="180995"/>
                  </a:lnTo>
                  <a:lnTo>
                    <a:pt x="3074941" y="180085"/>
                  </a:lnTo>
                  <a:lnTo>
                    <a:pt x="3082766" y="179159"/>
                  </a:lnTo>
                  <a:lnTo>
                    <a:pt x="3090590" y="178227"/>
                  </a:lnTo>
                  <a:lnTo>
                    <a:pt x="3098414" y="177305"/>
                  </a:lnTo>
                  <a:lnTo>
                    <a:pt x="3106238" y="176402"/>
                  </a:lnTo>
                  <a:lnTo>
                    <a:pt x="3114063" y="175530"/>
                  </a:lnTo>
                  <a:lnTo>
                    <a:pt x="3121887" y="174699"/>
                  </a:lnTo>
                  <a:lnTo>
                    <a:pt x="3129711" y="173918"/>
                  </a:lnTo>
                  <a:lnTo>
                    <a:pt x="3137536" y="173215"/>
                  </a:lnTo>
                  <a:lnTo>
                    <a:pt x="3145360" y="172592"/>
                  </a:lnTo>
                  <a:lnTo>
                    <a:pt x="3153184" y="172055"/>
                  </a:lnTo>
                  <a:lnTo>
                    <a:pt x="3161008" y="171611"/>
                  </a:lnTo>
                  <a:lnTo>
                    <a:pt x="3168833" y="171266"/>
                  </a:lnTo>
                  <a:lnTo>
                    <a:pt x="3176657" y="171025"/>
                  </a:lnTo>
                  <a:lnTo>
                    <a:pt x="3184481" y="170920"/>
                  </a:lnTo>
                  <a:lnTo>
                    <a:pt x="3192305" y="170927"/>
                  </a:lnTo>
                  <a:lnTo>
                    <a:pt x="3200130" y="171045"/>
                  </a:lnTo>
                  <a:lnTo>
                    <a:pt x="3207954" y="171271"/>
                  </a:lnTo>
                  <a:lnTo>
                    <a:pt x="3215778" y="171603"/>
                  </a:lnTo>
                  <a:lnTo>
                    <a:pt x="3223603" y="172040"/>
                  </a:lnTo>
                  <a:lnTo>
                    <a:pt x="3231427" y="172590"/>
                  </a:lnTo>
                  <a:lnTo>
                    <a:pt x="3239251" y="173224"/>
                  </a:lnTo>
                  <a:lnTo>
                    <a:pt x="3247075" y="173931"/>
                  </a:lnTo>
                  <a:lnTo>
                    <a:pt x="3254900" y="174704"/>
                  </a:lnTo>
                  <a:lnTo>
                    <a:pt x="3262724" y="175533"/>
                  </a:lnTo>
                  <a:lnTo>
                    <a:pt x="3270548" y="176409"/>
                  </a:lnTo>
                  <a:lnTo>
                    <a:pt x="3278373" y="177321"/>
                  </a:lnTo>
                  <a:lnTo>
                    <a:pt x="3286197" y="178251"/>
                  </a:lnTo>
                  <a:lnTo>
                    <a:pt x="3294021" y="179190"/>
                  </a:lnTo>
                  <a:lnTo>
                    <a:pt x="3301845" y="180127"/>
                  </a:lnTo>
                  <a:lnTo>
                    <a:pt x="3309670" y="181056"/>
                  </a:lnTo>
                  <a:lnTo>
                    <a:pt x="3317494" y="181962"/>
                  </a:lnTo>
                  <a:lnTo>
                    <a:pt x="3325318" y="182837"/>
                  </a:lnTo>
                  <a:lnTo>
                    <a:pt x="3333142" y="183678"/>
                  </a:lnTo>
                  <a:lnTo>
                    <a:pt x="3340967" y="184480"/>
                  </a:lnTo>
                  <a:lnTo>
                    <a:pt x="3348791" y="185239"/>
                  </a:lnTo>
                  <a:lnTo>
                    <a:pt x="3356615" y="185952"/>
                  </a:lnTo>
                  <a:lnTo>
                    <a:pt x="3364440" y="186606"/>
                  </a:lnTo>
                  <a:lnTo>
                    <a:pt x="3372264" y="187209"/>
                  </a:lnTo>
                  <a:lnTo>
                    <a:pt x="3380088" y="187762"/>
                  </a:lnTo>
                  <a:lnTo>
                    <a:pt x="3387912" y="188266"/>
                  </a:lnTo>
                  <a:lnTo>
                    <a:pt x="3395737" y="188723"/>
                  </a:lnTo>
                  <a:lnTo>
                    <a:pt x="3403561" y="189134"/>
                  </a:lnTo>
                  <a:lnTo>
                    <a:pt x="3411385" y="189490"/>
                  </a:lnTo>
                  <a:lnTo>
                    <a:pt x="3419210" y="189807"/>
                  </a:lnTo>
                  <a:lnTo>
                    <a:pt x="3427034" y="190086"/>
                  </a:lnTo>
                  <a:lnTo>
                    <a:pt x="3434858" y="190331"/>
                  </a:lnTo>
                  <a:lnTo>
                    <a:pt x="3442682" y="190543"/>
                  </a:lnTo>
                  <a:lnTo>
                    <a:pt x="3450507" y="190726"/>
                  </a:lnTo>
                  <a:lnTo>
                    <a:pt x="3458331" y="190878"/>
                  </a:lnTo>
                  <a:lnTo>
                    <a:pt x="3466155" y="191008"/>
                  </a:lnTo>
                  <a:lnTo>
                    <a:pt x="3473980" y="191119"/>
                  </a:lnTo>
                  <a:lnTo>
                    <a:pt x="3481804" y="191212"/>
                  </a:lnTo>
                  <a:lnTo>
                    <a:pt x="3489628" y="191290"/>
                  </a:lnTo>
                  <a:lnTo>
                    <a:pt x="3497452" y="191354"/>
                  </a:lnTo>
                  <a:lnTo>
                    <a:pt x="3505277" y="191406"/>
                  </a:lnTo>
                  <a:lnTo>
                    <a:pt x="3513101" y="191448"/>
                  </a:lnTo>
                  <a:lnTo>
                    <a:pt x="3520925" y="191483"/>
                  </a:lnTo>
                  <a:lnTo>
                    <a:pt x="3528749" y="191511"/>
                  </a:lnTo>
                  <a:lnTo>
                    <a:pt x="3536574" y="191534"/>
                  </a:lnTo>
                  <a:lnTo>
                    <a:pt x="3544398" y="191552"/>
                  </a:lnTo>
                  <a:lnTo>
                    <a:pt x="3552222" y="191566"/>
                  </a:lnTo>
                  <a:lnTo>
                    <a:pt x="3560047" y="191577"/>
                  </a:lnTo>
                  <a:lnTo>
                    <a:pt x="3567871" y="191586"/>
                  </a:lnTo>
                  <a:lnTo>
                    <a:pt x="3575695" y="191593"/>
                  </a:lnTo>
                  <a:lnTo>
                    <a:pt x="3583519" y="191598"/>
                  </a:lnTo>
                  <a:lnTo>
                    <a:pt x="3591344" y="191602"/>
                  </a:lnTo>
                  <a:lnTo>
                    <a:pt x="3599168" y="191605"/>
                  </a:lnTo>
                  <a:lnTo>
                    <a:pt x="3606992" y="191608"/>
                  </a:lnTo>
                  <a:lnTo>
                    <a:pt x="3614817" y="191609"/>
                  </a:lnTo>
                  <a:lnTo>
                    <a:pt x="3622641" y="191611"/>
                  </a:lnTo>
                  <a:lnTo>
                    <a:pt x="3630465" y="191612"/>
                  </a:lnTo>
                  <a:lnTo>
                    <a:pt x="3638289" y="191612"/>
                  </a:lnTo>
                  <a:lnTo>
                    <a:pt x="3646114" y="191613"/>
                  </a:lnTo>
                  <a:lnTo>
                    <a:pt x="3653938" y="191613"/>
                  </a:lnTo>
                  <a:lnTo>
                    <a:pt x="3661762" y="191614"/>
                  </a:lnTo>
                  <a:lnTo>
                    <a:pt x="3669586" y="191614"/>
                  </a:lnTo>
                  <a:lnTo>
                    <a:pt x="3677411" y="191614"/>
                  </a:lnTo>
                  <a:lnTo>
                    <a:pt x="3685235" y="191614"/>
                  </a:lnTo>
                  <a:lnTo>
                    <a:pt x="3693059" y="191614"/>
                  </a:lnTo>
                  <a:lnTo>
                    <a:pt x="3700884" y="191614"/>
                  </a:lnTo>
                  <a:lnTo>
                    <a:pt x="3708708" y="191614"/>
                  </a:lnTo>
                  <a:lnTo>
                    <a:pt x="3716532" y="191614"/>
                  </a:lnTo>
                  <a:lnTo>
                    <a:pt x="3724356" y="191614"/>
                  </a:lnTo>
                  <a:lnTo>
                    <a:pt x="3732181" y="191614"/>
                  </a:lnTo>
                  <a:lnTo>
                    <a:pt x="3740005" y="191614"/>
                  </a:lnTo>
                  <a:lnTo>
                    <a:pt x="3747829" y="191614"/>
                  </a:lnTo>
                  <a:lnTo>
                    <a:pt x="3755654" y="191614"/>
                  </a:lnTo>
                  <a:lnTo>
                    <a:pt x="3763478" y="191614"/>
                  </a:lnTo>
                  <a:lnTo>
                    <a:pt x="3771302" y="191614"/>
                  </a:lnTo>
                  <a:lnTo>
                    <a:pt x="3779126" y="191614"/>
                  </a:lnTo>
                  <a:lnTo>
                    <a:pt x="3786951" y="191614"/>
                  </a:lnTo>
                  <a:lnTo>
                    <a:pt x="3794775" y="191614"/>
                  </a:lnTo>
                  <a:lnTo>
                    <a:pt x="3802599" y="191614"/>
                  </a:lnTo>
                  <a:lnTo>
                    <a:pt x="3810424" y="191614"/>
                  </a:lnTo>
                  <a:lnTo>
                    <a:pt x="3818248" y="191614"/>
                  </a:lnTo>
                  <a:lnTo>
                    <a:pt x="3826072" y="191614"/>
                  </a:lnTo>
                  <a:lnTo>
                    <a:pt x="3833896" y="191614"/>
                  </a:lnTo>
                  <a:lnTo>
                    <a:pt x="3841721" y="191614"/>
                  </a:lnTo>
                  <a:lnTo>
                    <a:pt x="3849545" y="191614"/>
                  </a:lnTo>
                  <a:lnTo>
                    <a:pt x="3857369" y="191614"/>
                  </a:lnTo>
                  <a:lnTo>
                    <a:pt x="3865193" y="191614"/>
                  </a:lnTo>
                  <a:lnTo>
                    <a:pt x="3873018" y="191614"/>
                  </a:lnTo>
                  <a:lnTo>
                    <a:pt x="3880842" y="191614"/>
                  </a:lnTo>
                  <a:lnTo>
                    <a:pt x="3888666" y="191614"/>
                  </a:lnTo>
                  <a:lnTo>
                    <a:pt x="3896491" y="191614"/>
                  </a:lnTo>
                  <a:lnTo>
                    <a:pt x="3904315" y="191614"/>
                  </a:lnTo>
                  <a:lnTo>
                    <a:pt x="3912139" y="191614"/>
                  </a:lnTo>
                  <a:lnTo>
                    <a:pt x="3919963" y="191614"/>
                  </a:lnTo>
                  <a:lnTo>
                    <a:pt x="3927788" y="191614"/>
                  </a:lnTo>
                  <a:lnTo>
                    <a:pt x="3935612" y="191614"/>
                  </a:lnTo>
                  <a:lnTo>
                    <a:pt x="3943436" y="191614"/>
                  </a:lnTo>
                  <a:lnTo>
                    <a:pt x="3951261" y="191614"/>
                  </a:lnTo>
                  <a:lnTo>
                    <a:pt x="3959085" y="191614"/>
                  </a:lnTo>
                  <a:lnTo>
                    <a:pt x="3966909" y="191614"/>
                  </a:lnTo>
                  <a:lnTo>
                    <a:pt x="3974733" y="191614"/>
                  </a:lnTo>
                  <a:lnTo>
                    <a:pt x="3982558" y="191614"/>
                  </a:lnTo>
                  <a:lnTo>
                    <a:pt x="3990382" y="191614"/>
                  </a:lnTo>
                  <a:lnTo>
                    <a:pt x="3998206" y="19161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tx1101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02" name="tx1102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03" name="tx1103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4" name="tx1104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05" name="tx1105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06" name="tx1106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1107" name="rc1107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3372163" y="848416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3372163" y="750634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3372163" y="6528532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3372163" y="5550718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340864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387961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435057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482154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529250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576347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3372163" y="7995254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3372163" y="701743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3372163" y="6039625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364412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411509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458606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505702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552799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5121125" y="69050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5177019" y="80110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4536631" y="66547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5586444" y="70045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4592582" y="64819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5286010" y="6737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4677080" y="70761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5348082" y="70842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4969322" y="6677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453092" y="67570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5604414" y="77325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4406766" y="66971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4575822" y="68595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4251625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4637322" y="69271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4854000" y="6982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4394654" y="68595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4782193" y="75224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5164815" y="7129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137005" y="67015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4486664" y="67770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5459846" y="7229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300510" y="68970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4284090" y="67158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4794117" y="67896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5808201" y="7084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4707809" y="7215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5482830" y="69672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4885077" y="68255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5405521" y="69572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5701204" y="71179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4875036" y="66987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557273" y="66591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101818" y="71504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4090912" y="69532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4467565" y="74018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4012671" y="68008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4451495" y="69327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533920" y="67096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5110685" y="70814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4619748" y="68339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5494762" y="6948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5128126" y="70828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815951" y="67628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4043345" y="6606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4338717" y="66268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5399866" y="80314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4335337" y="6848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4489786" y="6912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5080734" y="69542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4927810" y="68980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4284467" y="67995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4802865" y="75721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3562749" y="73863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4259571" y="68323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4699105" y="72865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661459" y="6909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5546006" y="70906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4199129" y="70607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4681353" y="68030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4646031" y="6641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4267661" y="67313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4766687" y="6871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4924175" y="66713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4681334" y="6917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5347262" y="76053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4319424" y="6938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4545205" y="646984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4304757" y="6605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4766223" y="68781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716012" y="67890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5253526" y="73808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4426050" y="6814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4487001" y="67335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792481" y="70723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4389653" y="65158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4626521" y="635222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4777117" y="63394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5356504" y="73902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4327767" y="62472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5105588" y="7519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4983649" y="7110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4436797" y="67333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066033" y="6748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4921897" y="70170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5136775" y="70656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5412452" y="69274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4661562" y="68708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5619252" y="77906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4775056" y="69838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4442717" y="6669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4806733" y="70080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4717894" y="70569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4575681" y="72704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995290" y="67801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4944865" y="67138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4789469" y="6691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4362821" y="6769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4005776" y="67460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491272" y="6876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577039" y="69328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4166031" y="67791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5175177" y="67452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5116142" y="7065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4557066" y="6971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4328107" y="66729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4438415" y="61922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4090033" y="6675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4166779" y="68999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3648684" y="6970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5002025" y="6752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5016161" y="67845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4958411" y="72252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4346921" y="65680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5336061" y="6619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4986619" y="6804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4212888" y="68119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5148588" y="69775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5227824" y="6945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5318975" y="71005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4896573" y="68076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4254245" y="6935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4799618" y="6545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5229460" y="70322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4249185" y="65724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5546029" y="69895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4763739" y="68636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3852627" y="6632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4279994" y="68990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4784091" y="68823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3877461" y="7001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4521714" y="66905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5314163" y="70250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4416675" y="68307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4794766" y="69147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4401432" y="63059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4365544" y="6405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4421175" y="6699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3464521" y="65864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119261" y="6871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570319" y="7007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4734441" y="68003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4801309" y="67597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4366079" y="68220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4650914" y="68046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4768130" y="66570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4073838" y="68031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3842014" y="6554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5310375" y="83496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4626490" y="67212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4538214" y="6872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4374365" y="68341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5067796" y="7182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5153282" y="6865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4199199" y="68684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5253113" y="70469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5281518" y="72314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4829397" y="70372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3899108" y="6976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4983373" y="70168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4891628" y="69158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5155778" y="72121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4549396" y="66576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4265625" y="67224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4972499" y="6861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4784148" y="69414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4793338" y="70047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4241154" y="6833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5094336" y="67939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5235259" y="68128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4371674" y="67769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4868997" y="6961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5298055" y="76942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5025142" y="70428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4367708" y="68661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4798985" y="66576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4168423" y="6774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4866112" y="67049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5074729" y="6983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4877388" y="643074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4545075" y="67833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4368706" y="63464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4764589" y="61285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4689035" y="68088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4018113" y="6929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4761183" y="70045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5572748" y="6554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4968612" y="6981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4189926" y="65318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4647756" y="68137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4798354" y="6791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4600534" y="70602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5500843" y="7485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4449579" y="68676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3754732" y="67287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4977758" y="68244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4302523" y="66720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4896047" y="67916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4648784" y="6785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4661099" y="70584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5286184" y="73375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4400362" y="64969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5224014" y="66288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4287693" y="65463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5006209" y="7241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5684011" y="76610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4900419" y="69391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5607381" y="69555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4506988" y="70212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5169563" y="68712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5050600" y="70625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5178587" y="73582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4505306" y="7000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4172562" y="66953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4981458" y="73909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5633362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4515292" y="70155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5163325" y="75448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663773" y="7307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5181189" y="6686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4615195" y="68893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4733299" y="68237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5019581" y="72214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4499371" y="64022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4212076" y="66865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3913820" y="68772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341035" y="74015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4838649" y="7365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4637503" y="68593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4312722" y="71100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3754306" y="6619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4918161" y="68330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4827844" y="65877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5060542" y="74049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5204749" y="70699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4640546" y="6869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4854120" y="68447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372163" y="652175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g1365"/>
            <p:cNvSpPr/>
            <p:nvPr/>
          </p:nvSpPr>
          <p:spPr>
            <a:xfrm>
              <a:off x="3489347" y="6606057"/>
              <a:ext cx="2343679" cy="1012713"/>
            </a:xfrm>
            <a:custGeom>
              <a:avLst/>
              <a:pathLst>
                <a:path w="2343679" h="1012713">
                  <a:moveTo>
                    <a:pt x="0" y="0"/>
                  </a:moveTo>
                  <a:lnTo>
                    <a:pt x="29666" y="6427"/>
                  </a:lnTo>
                  <a:lnTo>
                    <a:pt x="59333" y="12691"/>
                  </a:lnTo>
                  <a:lnTo>
                    <a:pt x="89000" y="18766"/>
                  </a:lnTo>
                  <a:lnTo>
                    <a:pt x="118667" y="24622"/>
                  </a:lnTo>
                  <a:lnTo>
                    <a:pt x="148334" y="30230"/>
                  </a:lnTo>
                  <a:lnTo>
                    <a:pt x="178000" y="35564"/>
                  </a:lnTo>
                  <a:lnTo>
                    <a:pt x="207667" y="40595"/>
                  </a:lnTo>
                  <a:lnTo>
                    <a:pt x="237334" y="45299"/>
                  </a:lnTo>
                  <a:lnTo>
                    <a:pt x="267001" y="49652"/>
                  </a:lnTo>
                  <a:lnTo>
                    <a:pt x="296668" y="53637"/>
                  </a:lnTo>
                  <a:lnTo>
                    <a:pt x="326335" y="57240"/>
                  </a:lnTo>
                  <a:lnTo>
                    <a:pt x="356001" y="60459"/>
                  </a:lnTo>
                  <a:lnTo>
                    <a:pt x="385668" y="63299"/>
                  </a:lnTo>
                  <a:lnTo>
                    <a:pt x="415335" y="65779"/>
                  </a:lnTo>
                  <a:lnTo>
                    <a:pt x="445002" y="67935"/>
                  </a:lnTo>
                  <a:lnTo>
                    <a:pt x="474669" y="69816"/>
                  </a:lnTo>
                  <a:lnTo>
                    <a:pt x="504336" y="71489"/>
                  </a:lnTo>
                  <a:lnTo>
                    <a:pt x="534002" y="73036"/>
                  </a:lnTo>
                  <a:lnTo>
                    <a:pt x="563669" y="74548"/>
                  </a:lnTo>
                  <a:lnTo>
                    <a:pt x="593336" y="76125"/>
                  </a:lnTo>
                  <a:lnTo>
                    <a:pt x="623003" y="77865"/>
                  </a:lnTo>
                  <a:lnTo>
                    <a:pt x="652670" y="79859"/>
                  </a:lnTo>
                  <a:lnTo>
                    <a:pt x="682336" y="82179"/>
                  </a:lnTo>
                  <a:lnTo>
                    <a:pt x="712003" y="84871"/>
                  </a:lnTo>
                  <a:lnTo>
                    <a:pt x="741670" y="87939"/>
                  </a:lnTo>
                  <a:lnTo>
                    <a:pt x="771337" y="91332"/>
                  </a:lnTo>
                  <a:lnTo>
                    <a:pt x="801004" y="94951"/>
                  </a:lnTo>
                  <a:lnTo>
                    <a:pt x="830671" y="98768"/>
                  </a:lnTo>
                  <a:lnTo>
                    <a:pt x="860337" y="102893"/>
                  </a:lnTo>
                  <a:lnTo>
                    <a:pt x="890004" y="107566"/>
                  </a:lnTo>
                  <a:lnTo>
                    <a:pt x="919671" y="113069"/>
                  </a:lnTo>
                  <a:lnTo>
                    <a:pt x="949338" y="119437"/>
                  </a:lnTo>
                  <a:lnTo>
                    <a:pt x="979005" y="126461"/>
                  </a:lnTo>
                  <a:lnTo>
                    <a:pt x="1008672" y="133996"/>
                  </a:lnTo>
                  <a:lnTo>
                    <a:pt x="1038338" y="142032"/>
                  </a:lnTo>
                  <a:lnTo>
                    <a:pt x="1068005" y="150663"/>
                  </a:lnTo>
                  <a:lnTo>
                    <a:pt x="1097672" y="159921"/>
                  </a:lnTo>
                  <a:lnTo>
                    <a:pt x="1127339" y="169631"/>
                  </a:lnTo>
                  <a:lnTo>
                    <a:pt x="1157006" y="179671"/>
                  </a:lnTo>
                  <a:lnTo>
                    <a:pt x="1186673" y="190081"/>
                  </a:lnTo>
                  <a:lnTo>
                    <a:pt x="1216339" y="200993"/>
                  </a:lnTo>
                  <a:lnTo>
                    <a:pt x="1246006" y="212362"/>
                  </a:lnTo>
                  <a:lnTo>
                    <a:pt x="1275673" y="224044"/>
                  </a:lnTo>
                  <a:lnTo>
                    <a:pt x="1305340" y="236024"/>
                  </a:lnTo>
                  <a:lnTo>
                    <a:pt x="1335007" y="248450"/>
                  </a:lnTo>
                  <a:lnTo>
                    <a:pt x="1364673" y="261439"/>
                  </a:lnTo>
                  <a:lnTo>
                    <a:pt x="1394340" y="274863"/>
                  </a:lnTo>
                  <a:lnTo>
                    <a:pt x="1424007" y="288589"/>
                  </a:lnTo>
                  <a:lnTo>
                    <a:pt x="1453674" y="302613"/>
                  </a:lnTo>
                  <a:lnTo>
                    <a:pt x="1483341" y="317062"/>
                  </a:lnTo>
                  <a:lnTo>
                    <a:pt x="1513008" y="332052"/>
                  </a:lnTo>
                  <a:lnTo>
                    <a:pt x="1542674" y="347433"/>
                  </a:lnTo>
                  <a:lnTo>
                    <a:pt x="1572341" y="362984"/>
                  </a:lnTo>
                  <a:lnTo>
                    <a:pt x="1602008" y="378571"/>
                  </a:lnTo>
                  <a:lnTo>
                    <a:pt x="1631675" y="394184"/>
                  </a:lnTo>
                  <a:lnTo>
                    <a:pt x="1661342" y="409902"/>
                  </a:lnTo>
                  <a:lnTo>
                    <a:pt x="1691009" y="425749"/>
                  </a:lnTo>
                  <a:lnTo>
                    <a:pt x="1720675" y="441555"/>
                  </a:lnTo>
                  <a:lnTo>
                    <a:pt x="1750342" y="457107"/>
                  </a:lnTo>
                  <a:lnTo>
                    <a:pt x="1780009" y="472245"/>
                  </a:lnTo>
                  <a:lnTo>
                    <a:pt x="1809676" y="486895"/>
                  </a:lnTo>
                  <a:lnTo>
                    <a:pt x="1839343" y="501078"/>
                  </a:lnTo>
                  <a:lnTo>
                    <a:pt x="1869010" y="514871"/>
                  </a:lnTo>
                  <a:lnTo>
                    <a:pt x="1898676" y="528304"/>
                  </a:lnTo>
                  <a:lnTo>
                    <a:pt x="1928343" y="541328"/>
                  </a:lnTo>
                  <a:lnTo>
                    <a:pt x="1958010" y="553848"/>
                  </a:lnTo>
                  <a:lnTo>
                    <a:pt x="1987677" y="565753"/>
                  </a:lnTo>
                  <a:lnTo>
                    <a:pt x="2017344" y="576932"/>
                  </a:lnTo>
                  <a:lnTo>
                    <a:pt x="2047010" y="587294"/>
                  </a:lnTo>
                  <a:lnTo>
                    <a:pt x="2076677" y="596776"/>
                  </a:lnTo>
                  <a:lnTo>
                    <a:pt x="2106344" y="605350"/>
                  </a:lnTo>
                  <a:lnTo>
                    <a:pt x="2136011" y="613021"/>
                  </a:lnTo>
                  <a:lnTo>
                    <a:pt x="2165678" y="619828"/>
                  </a:lnTo>
                  <a:lnTo>
                    <a:pt x="2195345" y="625829"/>
                  </a:lnTo>
                  <a:lnTo>
                    <a:pt x="2225011" y="631102"/>
                  </a:lnTo>
                  <a:lnTo>
                    <a:pt x="2254678" y="635738"/>
                  </a:lnTo>
                  <a:lnTo>
                    <a:pt x="2284345" y="639833"/>
                  </a:lnTo>
                  <a:lnTo>
                    <a:pt x="2314012" y="643486"/>
                  </a:lnTo>
                  <a:lnTo>
                    <a:pt x="2343679" y="646800"/>
                  </a:lnTo>
                  <a:lnTo>
                    <a:pt x="2343679" y="1012713"/>
                  </a:lnTo>
                  <a:lnTo>
                    <a:pt x="2314012" y="986334"/>
                  </a:lnTo>
                  <a:lnTo>
                    <a:pt x="2284345" y="960275"/>
                  </a:lnTo>
                  <a:lnTo>
                    <a:pt x="2254678" y="934614"/>
                  </a:lnTo>
                  <a:lnTo>
                    <a:pt x="2225011" y="909434"/>
                  </a:lnTo>
                  <a:lnTo>
                    <a:pt x="2195345" y="884808"/>
                  </a:lnTo>
                  <a:lnTo>
                    <a:pt x="2165678" y="860807"/>
                  </a:lnTo>
                  <a:lnTo>
                    <a:pt x="2136011" y="837487"/>
                  </a:lnTo>
                  <a:lnTo>
                    <a:pt x="2106344" y="814888"/>
                  </a:lnTo>
                  <a:lnTo>
                    <a:pt x="2076677" y="793027"/>
                  </a:lnTo>
                  <a:lnTo>
                    <a:pt x="2047010" y="771887"/>
                  </a:lnTo>
                  <a:lnTo>
                    <a:pt x="2017344" y="751421"/>
                  </a:lnTo>
                  <a:lnTo>
                    <a:pt x="1987677" y="731546"/>
                  </a:lnTo>
                  <a:lnTo>
                    <a:pt x="1958010" y="712149"/>
                  </a:lnTo>
                  <a:lnTo>
                    <a:pt x="1928343" y="693099"/>
                  </a:lnTo>
                  <a:lnTo>
                    <a:pt x="1898676" y="674263"/>
                  </a:lnTo>
                  <a:lnTo>
                    <a:pt x="1869010" y="655528"/>
                  </a:lnTo>
                  <a:lnTo>
                    <a:pt x="1839343" y="636822"/>
                  </a:lnTo>
                  <a:lnTo>
                    <a:pt x="1809676" y="618188"/>
                  </a:lnTo>
                  <a:lnTo>
                    <a:pt x="1780009" y="599764"/>
                  </a:lnTo>
                  <a:lnTo>
                    <a:pt x="1750342" y="581635"/>
                  </a:lnTo>
                  <a:lnTo>
                    <a:pt x="1720675" y="563795"/>
                  </a:lnTo>
                  <a:lnTo>
                    <a:pt x="1691009" y="546148"/>
                  </a:lnTo>
                  <a:lnTo>
                    <a:pt x="1661342" y="528547"/>
                  </a:lnTo>
                  <a:lnTo>
                    <a:pt x="1631675" y="510896"/>
                  </a:lnTo>
                  <a:lnTo>
                    <a:pt x="1602008" y="493334"/>
                  </a:lnTo>
                  <a:lnTo>
                    <a:pt x="1572341" y="476076"/>
                  </a:lnTo>
                  <a:lnTo>
                    <a:pt x="1542674" y="459248"/>
                  </a:lnTo>
                  <a:lnTo>
                    <a:pt x="1513008" y="442856"/>
                  </a:lnTo>
                  <a:lnTo>
                    <a:pt x="1483341" y="426812"/>
                  </a:lnTo>
                  <a:lnTo>
                    <a:pt x="1453674" y="411084"/>
                  </a:lnTo>
                  <a:lnTo>
                    <a:pt x="1424007" y="395834"/>
                  </a:lnTo>
                  <a:lnTo>
                    <a:pt x="1394340" y="381220"/>
                  </a:lnTo>
                  <a:lnTo>
                    <a:pt x="1364673" y="367270"/>
                  </a:lnTo>
                  <a:lnTo>
                    <a:pt x="1335007" y="353884"/>
                  </a:lnTo>
                  <a:lnTo>
                    <a:pt x="1305340" y="340958"/>
                  </a:lnTo>
                  <a:lnTo>
                    <a:pt x="1275673" y="328589"/>
                  </a:lnTo>
                  <a:lnTo>
                    <a:pt x="1246006" y="316887"/>
                  </a:lnTo>
                  <a:lnTo>
                    <a:pt x="1216339" y="305801"/>
                  </a:lnTo>
                  <a:lnTo>
                    <a:pt x="1186673" y="295152"/>
                  </a:lnTo>
                  <a:lnTo>
                    <a:pt x="1157006" y="284895"/>
                  </a:lnTo>
                  <a:lnTo>
                    <a:pt x="1127339" y="275219"/>
                  </a:lnTo>
                  <a:lnTo>
                    <a:pt x="1097672" y="266229"/>
                  </a:lnTo>
                  <a:lnTo>
                    <a:pt x="1068005" y="257862"/>
                  </a:lnTo>
                  <a:lnTo>
                    <a:pt x="1038338" y="250015"/>
                  </a:lnTo>
                  <a:lnTo>
                    <a:pt x="1008672" y="242839"/>
                  </a:lnTo>
                  <a:lnTo>
                    <a:pt x="979005" y="236560"/>
                  </a:lnTo>
                  <a:lnTo>
                    <a:pt x="949338" y="231303"/>
                  </a:lnTo>
                  <a:lnTo>
                    <a:pt x="919671" y="227053"/>
                  </a:lnTo>
                  <a:lnTo>
                    <a:pt x="890004" y="223730"/>
                  </a:lnTo>
                  <a:lnTo>
                    <a:pt x="860337" y="221344"/>
                  </a:lnTo>
                  <a:lnTo>
                    <a:pt x="830671" y="220015"/>
                  </a:lnTo>
                  <a:lnTo>
                    <a:pt x="801004" y="219813"/>
                  </a:lnTo>
                  <a:lnTo>
                    <a:pt x="771337" y="220681"/>
                  </a:lnTo>
                  <a:lnTo>
                    <a:pt x="741670" y="222421"/>
                  </a:lnTo>
                  <a:lnTo>
                    <a:pt x="712003" y="224826"/>
                  </a:lnTo>
                  <a:lnTo>
                    <a:pt x="682336" y="227801"/>
                  </a:lnTo>
                  <a:lnTo>
                    <a:pt x="652670" y="231310"/>
                  </a:lnTo>
                  <a:lnTo>
                    <a:pt x="623003" y="235359"/>
                  </a:lnTo>
                  <a:lnTo>
                    <a:pt x="593336" y="239982"/>
                  </a:lnTo>
                  <a:lnTo>
                    <a:pt x="563669" y="245231"/>
                  </a:lnTo>
                  <a:lnTo>
                    <a:pt x="534002" y="251164"/>
                  </a:lnTo>
                  <a:lnTo>
                    <a:pt x="504336" y="257840"/>
                  </a:lnTo>
                  <a:lnTo>
                    <a:pt x="474669" y="265313"/>
                  </a:lnTo>
                  <a:lnTo>
                    <a:pt x="445002" y="273625"/>
                  </a:lnTo>
                  <a:lnTo>
                    <a:pt x="415335" y="282802"/>
                  </a:lnTo>
                  <a:lnTo>
                    <a:pt x="385668" y="292856"/>
                  </a:lnTo>
                  <a:lnTo>
                    <a:pt x="356001" y="303781"/>
                  </a:lnTo>
                  <a:lnTo>
                    <a:pt x="326335" y="315558"/>
                  </a:lnTo>
                  <a:lnTo>
                    <a:pt x="296668" y="328153"/>
                  </a:lnTo>
                  <a:lnTo>
                    <a:pt x="267001" y="341524"/>
                  </a:lnTo>
                  <a:lnTo>
                    <a:pt x="237334" y="355618"/>
                  </a:lnTo>
                  <a:lnTo>
                    <a:pt x="207667" y="370378"/>
                  </a:lnTo>
                  <a:lnTo>
                    <a:pt x="178000" y="385741"/>
                  </a:lnTo>
                  <a:lnTo>
                    <a:pt x="148334" y="401643"/>
                  </a:lnTo>
                  <a:lnTo>
                    <a:pt x="118667" y="418017"/>
                  </a:lnTo>
                  <a:lnTo>
                    <a:pt x="89000" y="434796"/>
                  </a:lnTo>
                  <a:lnTo>
                    <a:pt x="59333" y="451912"/>
                  </a:lnTo>
                  <a:lnTo>
                    <a:pt x="29666" y="469297"/>
                  </a:lnTo>
                  <a:lnTo>
                    <a:pt x="0" y="48688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489347" y="6606057"/>
              <a:ext cx="2343679" cy="646800"/>
            </a:xfrm>
            <a:custGeom>
              <a:avLst/>
              <a:pathLst>
                <a:path w="2343679" h="646800">
                  <a:moveTo>
                    <a:pt x="0" y="0"/>
                  </a:moveTo>
                  <a:lnTo>
                    <a:pt x="29666" y="6427"/>
                  </a:lnTo>
                  <a:lnTo>
                    <a:pt x="59333" y="12691"/>
                  </a:lnTo>
                  <a:lnTo>
                    <a:pt x="89000" y="18766"/>
                  </a:lnTo>
                  <a:lnTo>
                    <a:pt x="118667" y="24622"/>
                  </a:lnTo>
                  <a:lnTo>
                    <a:pt x="148334" y="30230"/>
                  </a:lnTo>
                  <a:lnTo>
                    <a:pt x="178000" y="35564"/>
                  </a:lnTo>
                  <a:lnTo>
                    <a:pt x="207667" y="40595"/>
                  </a:lnTo>
                  <a:lnTo>
                    <a:pt x="237334" y="45299"/>
                  </a:lnTo>
                  <a:lnTo>
                    <a:pt x="267001" y="49652"/>
                  </a:lnTo>
                  <a:lnTo>
                    <a:pt x="296668" y="53637"/>
                  </a:lnTo>
                  <a:lnTo>
                    <a:pt x="326335" y="57240"/>
                  </a:lnTo>
                  <a:lnTo>
                    <a:pt x="356001" y="60459"/>
                  </a:lnTo>
                  <a:lnTo>
                    <a:pt x="385668" y="63299"/>
                  </a:lnTo>
                  <a:lnTo>
                    <a:pt x="415335" y="65779"/>
                  </a:lnTo>
                  <a:lnTo>
                    <a:pt x="445002" y="67935"/>
                  </a:lnTo>
                  <a:lnTo>
                    <a:pt x="474669" y="69816"/>
                  </a:lnTo>
                  <a:lnTo>
                    <a:pt x="504336" y="71489"/>
                  </a:lnTo>
                  <a:lnTo>
                    <a:pt x="534002" y="73036"/>
                  </a:lnTo>
                  <a:lnTo>
                    <a:pt x="563669" y="74548"/>
                  </a:lnTo>
                  <a:lnTo>
                    <a:pt x="593336" y="76125"/>
                  </a:lnTo>
                  <a:lnTo>
                    <a:pt x="623003" y="77865"/>
                  </a:lnTo>
                  <a:lnTo>
                    <a:pt x="652670" y="79859"/>
                  </a:lnTo>
                  <a:lnTo>
                    <a:pt x="682336" y="82179"/>
                  </a:lnTo>
                  <a:lnTo>
                    <a:pt x="712003" y="84871"/>
                  </a:lnTo>
                  <a:lnTo>
                    <a:pt x="741670" y="87939"/>
                  </a:lnTo>
                  <a:lnTo>
                    <a:pt x="771337" y="91332"/>
                  </a:lnTo>
                  <a:lnTo>
                    <a:pt x="801004" y="94951"/>
                  </a:lnTo>
                  <a:lnTo>
                    <a:pt x="830671" y="98768"/>
                  </a:lnTo>
                  <a:lnTo>
                    <a:pt x="860337" y="102893"/>
                  </a:lnTo>
                  <a:lnTo>
                    <a:pt x="890004" y="107566"/>
                  </a:lnTo>
                  <a:lnTo>
                    <a:pt x="919671" y="113069"/>
                  </a:lnTo>
                  <a:lnTo>
                    <a:pt x="949338" y="119437"/>
                  </a:lnTo>
                  <a:lnTo>
                    <a:pt x="979005" y="126461"/>
                  </a:lnTo>
                  <a:lnTo>
                    <a:pt x="1008672" y="133996"/>
                  </a:lnTo>
                  <a:lnTo>
                    <a:pt x="1038338" y="142032"/>
                  </a:lnTo>
                  <a:lnTo>
                    <a:pt x="1068005" y="150663"/>
                  </a:lnTo>
                  <a:lnTo>
                    <a:pt x="1097672" y="159921"/>
                  </a:lnTo>
                  <a:lnTo>
                    <a:pt x="1127339" y="169631"/>
                  </a:lnTo>
                  <a:lnTo>
                    <a:pt x="1157006" y="179671"/>
                  </a:lnTo>
                  <a:lnTo>
                    <a:pt x="1186673" y="190081"/>
                  </a:lnTo>
                  <a:lnTo>
                    <a:pt x="1216339" y="200993"/>
                  </a:lnTo>
                  <a:lnTo>
                    <a:pt x="1246006" y="212362"/>
                  </a:lnTo>
                  <a:lnTo>
                    <a:pt x="1275673" y="224044"/>
                  </a:lnTo>
                  <a:lnTo>
                    <a:pt x="1305340" y="236024"/>
                  </a:lnTo>
                  <a:lnTo>
                    <a:pt x="1335007" y="248450"/>
                  </a:lnTo>
                  <a:lnTo>
                    <a:pt x="1364673" y="261439"/>
                  </a:lnTo>
                  <a:lnTo>
                    <a:pt x="1394340" y="274863"/>
                  </a:lnTo>
                  <a:lnTo>
                    <a:pt x="1424007" y="288589"/>
                  </a:lnTo>
                  <a:lnTo>
                    <a:pt x="1453674" y="302613"/>
                  </a:lnTo>
                  <a:lnTo>
                    <a:pt x="1483341" y="317062"/>
                  </a:lnTo>
                  <a:lnTo>
                    <a:pt x="1513008" y="332052"/>
                  </a:lnTo>
                  <a:lnTo>
                    <a:pt x="1542674" y="347433"/>
                  </a:lnTo>
                  <a:lnTo>
                    <a:pt x="1572341" y="362984"/>
                  </a:lnTo>
                  <a:lnTo>
                    <a:pt x="1602008" y="378571"/>
                  </a:lnTo>
                  <a:lnTo>
                    <a:pt x="1631675" y="394184"/>
                  </a:lnTo>
                  <a:lnTo>
                    <a:pt x="1661342" y="409902"/>
                  </a:lnTo>
                  <a:lnTo>
                    <a:pt x="1691009" y="425749"/>
                  </a:lnTo>
                  <a:lnTo>
                    <a:pt x="1720675" y="441555"/>
                  </a:lnTo>
                  <a:lnTo>
                    <a:pt x="1750342" y="457107"/>
                  </a:lnTo>
                  <a:lnTo>
                    <a:pt x="1780009" y="472245"/>
                  </a:lnTo>
                  <a:lnTo>
                    <a:pt x="1809676" y="486895"/>
                  </a:lnTo>
                  <a:lnTo>
                    <a:pt x="1839343" y="501078"/>
                  </a:lnTo>
                  <a:lnTo>
                    <a:pt x="1869010" y="514871"/>
                  </a:lnTo>
                  <a:lnTo>
                    <a:pt x="1898676" y="528304"/>
                  </a:lnTo>
                  <a:lnTo>
                    <a:pt x="1928343" y="541328"/>
                  </a:lnTo>
                  <a:lnTo>
                    <a:pt x="1958010" y="553848"/>
                  </a:lnTo>
                  <a:lnTo>
                    <a:pt x="1987677" y="565753"/>
                  </a:lnTo>
                  <a:lnTo>
                    <a:pt x="2017344" y="576932"/>
                  </a:lnTo>
                  <a:lnTo>
                    <a:pt x="2047010" y="587294"/>
                  </a:lnTo>
                  <a:lnTo>
                    <a:pt x="2076677" y="596776"/>
                  </a:lnTo>
                  <a:lnTo>
                    <a:pt x="2106344" y="605350"/>
                  </a:lnTo>
                  <a:lnTo>
                    <a:pt x="2136011" y="613021"/>
                  </a:lnTo>
                  <a:lnTo>
                    <a:pt x="2165678" y="619828"/>
                  </a:lnTo>
                  <a:lnTo>
                    <a:pt x="2195345" y="625829"/>
                  </a:lnTo>
                  <a:lnTo>
                    <a:pt x="2225011" y="631102"/>
                  </a:lnTo>
                  <a:lnTo>
                    <a:pt x="2254678" y="635738"/>
                  </a:lnTo>
                  <a:lnTo>
                    <a:pt x="2284345" y="639833"/>
                  </a:lnTo>
                  <a:lnTo>
                    <a:pt x="2314012" y="643486"/>
                  </a:lnTo>
                  <a:lnTo>
                    <a:pt x="2343679" y="6468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489347" y="6825871"/>
              <a:ext cx="2343679" cy="792899"/>
            </a:xfrm>
            <a:custGeom>
              <a:avLst/>
              <a:pathLst>
                <a:path w="2343679" h="792899">
                  <a:moveTo>
                    <a:pt x="2343679" y="792899"/>
                  </a:moveTo>
                  <a:lnTo>
                    <a:pt x="2314012" y="766520"/>
                  </a:lnTo>
                  <a:lnTo>
                    <a:pt x="2284345" y="740461"/>
                  </a:lnTo>
                  <a:lnTo>
                    <a:pt x="2254678" y="714800"/>
                  </a:lnTo>
                  <a:lnTo>
                    <a:pt x="2225011" y="689620"/>
                  </a:lnTo>
                  <a:lnTo>
                    <a:pt x="2195345" y="664994"/>
                  </a:lnTo>
                  <a:lnTo>
                    <a:pt x="2165678" y="640993"/>
                  </a:lnTo>
                  <a:lnTo>
                    <a:pt x="2136011" y="617673"/>
                  </a:lnTo>
                  <a:lnTo>
                    <a:pt x="2106344" y="595074"/>
                  </a:lnTo>
                  <a:lnTo>
                    <a:pt x="2076677" y="573213"/>
                  </a:lnTo>
                  <a:lnTo>
                    <a:pt x="2047010" y="552073"/>
                  </a:lnTo>
                  <a:lnTo>
                    <a:pt x="2017344" y="531607"/>
                  </a:lnTo>
                  <a:lnTo>
                    <a:pt x="1987677" y="511732"/>
                  </a:lnTo>
                  <a:lnTo>
                    <a:pt x="1958010" y="492335"/>
                  </a:lnTo>
                  <a:lnTo>
                    <a:pt x="1928343" y="473285"/>
                  </a:lnTo>
                  <a:lnTo>
                    <a:pt x="1898676" y="454449"/>
                  </a:lnTo>
                  <a:lnTo>
                    <a:pt x="1869010" y="435714"/>
                  </a:lnTo>
                  <a:lnTo>
                    <a:pt x="1839343" y="417008"/>
                  </a:lnTo>
                  <a:lnTo>
                    <a:pt x="1809676" y="398374"/>
                  </a:lnTo>
                  <a:lnTo>
                    <a:pt x="1780009" y="379950"/>
                  </a:lnTo>
                  <a:lnTo>
                    <a:pt x="1750342" y="361821"/>
                  </a:lnTo>
                  <a:lnTo>
                    <a:pt x="1720675" y="343981"/>
                  </a:lnTo>
                  <a:lnTo>
                    <a:pt x="1691009" y="326334"/>
                  </a:lnTo>
                  <a:lnTo>
                    <a:pt x="1661342" y="308733"/>
                  </a:lnTo>
                  <a:lnTo>
                    <a:pt x="1631675" y="291082"/>
                  </a:lnTo>
                  <a:lnTo>
                    <a:pt x="1602008" y="273520"/>
                  </a:lnTo>
                  <a:lnTo>
                    <a:pt x="1572341" y="256262"/>
                  </a:lnTo>
                  <a:lnTo>
                    <a:pt x="1542674" y="239434"/>
                  </a:lnTo>
                  <a:lnTo>
                    <a:pt x="1513008" y="223042"/>
                  </a:lnTo>
                  <a:lnTo>
                    <a:pt x="1483341" y="206998"/>
                  </a:lnTo>
                  <a:lnTo>
                    <a:pt x="1453674" y="191270"/>
                  </a:lnTo>
                  <a:lnTo>
                    <a:pt x="1424007" y="176020"/>
                  </a:lnTo>
                  <a:lnTo>
                    <a:pt x="1394340" y="161406"/>
                  </a:lnTo>
                  <a:lnTo>
                    <a:pt x="1364673" y="147456"/>
                  </a:lnTo>
                  <a:lnTo>
                    <a:pt x="1335007" y="134070"/>
                  </a:lnTo>
                  <a:lnTo>
                    <a:pt x="1305340" y="121144"/>
                  </a:lnTo>
                  <a:lnTo>
                    <a:pt x="1275673" y="108775"/>
                  </a:lnTo>
                  <a:lnTo>
                    <a:pt x="1246006" y="97073"/>
                  </a:lnTo>
                  <a:lnTo>
                    <a:pt x="1216339" y="85987"/>
                  </a:lnTo>
                  <a:lnTo>
                    <a:pt x="1186673" y="75338"/>
                  </a:lnTo>
                  <a:lnTo>
                    <a:pt x="1157006" y="65081"/>
                  </a:lnTo>
                  <a:lnTo>
                    <a:pt x="1127339" y="55405"/>
                  </a:lnTo>
                  <a:lnTo>
                    <a:pt x="1097672" y="46415"/>
                  </a:lnTo>
                  <a:lnTo>
                    <a:pt x="1068005" y="38048"/>
                  </a:lnTo>
                  <a:lnTo>
                    <a:pt x="1038338" y="30201"/>
                  </a:lnTo>
                  <a:lnTo>
                    <a:pt x="1008672" y="23025"/>
                  </a:lnTo>
                  <a:lnTo>
                    <a:pt x="979005" y="16746"/>
                  </a:lnTo>
                  <a:lnTo>
                    <a:pt x="949338" y="11489"/>
                  </a:lnTo>
                  <a:lnTo>
                    <a:pt x="919671" y="7239"/>
                  </a:lnTo>
                  <a:lnTo>
                    <a:pt x="890004" y="3916"/>
                  </a:lnTo>
                  <a:lnTo>
                    <a:pt x="860337" y="1530"/>
                  </a:lnTo>
                  <a:lnTo>
                    <a:pt x="830671" y="201"/>
                  </a:lnTo>
                  <a:lnTo>
                    <a:pt x="801004" y="0"/>
                  </a:lnTo>
                  <a:lnTo>
                    <a:pt x="771337" y="867"/>
                  </a:lnTo>
                  <a:lnTo>
                    <a:pt x="741670" y="2607"/>
                  </a:lnTo>
                  <a:lnTo>
                    <a:pt x="712003" y="5012"/>
                  </a:lnTo>
                  <a:lnTo>
                    <a:pt x="682336" y="7987"/>
                  </a:lnTo>
                  <a:lnTo>
                    <a:pt x="652670" y="11496"/>
                  </a:lnTo>
                  <a:lnTo>
                    <a:pt x="623003" y="15545"/>
                  </a:lnTo>
                  <a:lnTo>
                    <a:pt x="593336" y="20168"/>
                  </a:lnTo>
                  <a:lnTo>
                    <a:pt x="563669" y="25417"/>
                  </a:lnTo>
                  <a:lnTo>
                    <a:pt x="534002" y="31350"/>
                  </a:lnTo>
                  <a:lnTo>
                    <a:pt x="504336" y="38026"/>
                  </a:lnTo>
                  <a:lnTo>
                    <a:pt x="474669" y="45499"/>
                  </a:lnTo>
                  <a:lnTo>
                    <a:pt x="445002" y="53811"/>
                  </a:lnTo>
                  <a:lnTo>
                    <a:pt x="415335" y="62988"/>
                  </a:lnTo>
                  <a:lnTo>
                    <a:pt x="385668" y="73042"/>
                  </a:lnTo>
                  <a:lnTo>
                    <a:pt x="356001" y="83967"/>
                  </a:lnTo>
                  <a:lnTo>
                    <a:pt x="326335" y="95744"/>
                  </a:lnTo>
                  <a:lnTo>
                    <a:pt x="296668" y="108339"/>
                  </a:lnTo>
                  <a:lnTo>
                    <a:pt x="267001" y="121710"/>
                  </a:lnTo>
                  <a:lnTo>
                    <a:pt x="237334" y="135804"/>
                  </a:lnTo>
                  <a:lnTo>
                    <a:pt x="207667" y="150564"/>
                  </a:lnTo>
                  <a:lnTo>
                    <a:pt x="178000" y="165927"/>
                  </a:lnTo>
                  <a:lnTo>
                    <a:pt x="148334" y="181829"/>
                  </a:lnTo>
                  <a:lnTo>
                    <a:pt x="118667" y="198203"/>
                  </a:lnTo>
                  <a:lnTo>
                    <a:pt x="89000" y="214982"/>
                  </a:lnTo>
                  <a:lnTo>
                    <a:pt x="59333" y="232098"/>
                  </a:lnTo>
                  <a:lnTo>
                    <a:pt x="29666" y="249483"/>
                  </a:lnTo>
                  <a:lnTo>
                    <a:pt x="0" y="2670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489347" y="6760906"/>
              <a:ext cx="2343679" cy="674908"/>
            </a:xfrm>
            <a:custGeom>
              <a:avLst/>
              <a:pathLst>
                <a:path w="2343679" h="674908">
                  <a:moveTo>
                    <a:pt x="0" y="88593"/>
                  </a:moveTo>
                  <a:lnTo>
                    <a:pt x="29666" y="83013"/>
                  </a:lnTo>
                  <a:lnTo>
                    <a:pt x="59333" y="77453"/>
                  </a:lnTo>
                  <a:lnTo>
                    <a:pt x="89000" y="71932"/>
                  </a:lnTo>
                  <a:lnTo>
                    <a:pt x="118667" y="66471"/>
                  </a:lnTo>
                  <a:lnTo>
                    <a:pt x="148334" y="61088"/>
                  </a:lnTo>
                  <a:lnTo>
                    <a:pt x="178000" y="55804"/>
                  </a:lnTo>
                  <a:lnTo>
                    <a:pt x="207667" y="50638"/>
                  </a:lnTo>
                  <a:lnTo>
                    <a:pt x="237334" y="45610"/>
                  </a:lnTo>
                  <a:lnTo>
                    <a:pt x="267001" y="40739"/>
                  </a:lnTo>
                  <a:lnTo>
                    <a:pt x="296668" y="36046"/>
                  </a:lnTo>
                  <a:lnTo>
                    <a:pt x="326335" y="31550"/>
                  </a:lnTo>
                  <a:lnTo>
                    <a:pt x="356001" y="27271"/>
                  </a:lnTo>
                  <a:lnTo>
                    <a:pt x="385668" y="23228"/>
                  </a:lnTo>
                  <a:lnTo>
                    <a:pt x="415335" y="19442"/>
                  </a:lnTo>
                  <a:lnTo>
                    <a:pt x="445002" y="15931"/>
                  </a:lnTo>
                  <a:lnTo>
                    <a:pt x="474669" y="12716"/>
                  </a:lnTo>
                  <a:lnTo>
                    <a:pt x="504336" y="9816"/>
                  </a:lnTo>
                  <a:lnTo>
                    <a:pt x="534002" y="7251"/>
                  </a:lnTo>
                  <a:lnTo>
                    <a:pt x="563669" y="5041"/>
                  </a:lnTo>
                  <a:lnTo>
                    <a:pt x="593336" y="3205"/>
                  </a:lnTo>
                  <a:lnTo>
                    <a:pt x="623003" y="1763"/>
                  </a:lnTo>
                  <a:lnTo>
                    <a:pt x="652670" y="735"/>
                  </a:lnTo>
                  <a:lnTo>
                    <a:pt x="682336" y="141"/>
                  </a:lnTo>
                  <a:lnTo>
                    <a:pt x="712003" y="0"/>
                  </a:lnTo>
                  <a:lnTo>
                    <a:pt x="741670" y="331"/>
                  </a:lnTo>
                  <a:lnTo>
                    <a:pt x="771337" y="1158"/>
                  </a:lnTo>
                  <a:lnTo>
                    <a:pt x="801004" y="2533"/>
                  </a:lnTo>
                  <a:lnTo>
                    <a:pt x="830671" y="4543"/>
                  </a:lnTo>
                  <a:lnTo>
                    <a:pt x="860337" y="7270"/>
                  </a:lnTo>
                  <a:lnTo>
                    <a:pt x="890004" y="10799"/>
                  </a:lnTo>
                  <a:lnTo>
                    <a:pt x="919671" y="15212"/>
                  </a:lnTo>
                  <a:lnTo>
                    <a:pt x="949338" y="20521"/>
                  </a:lnTo>
                  <a:lnTo>
                    <a:pt x="979005" y="26662"/>
                  </a:lnTo>
                  <a:lnTo>
                    <a:pt x="1008672" y="33569"/>
                  </a:lnTo>
                  <a:lnTo>
                    <a:pt x="1038338" y="41175"/>
                  </a:lnTo>
                  <a:lnTo>
                    <a:pt x="1068005" y="49413"/>
                  </a:lnTo>
                  <a:lnTo>
                    <a:pt x="1097672" y="58226"/>
                  </a:lnTo>
                  <a:lnTo>
                    <a:pt x="1127339" y="67576"/>
                  </a:lnTo>
                  <a:lnTo>
                    <a:pt x="1157006" y="77434"/>
                  </a:lnTo>
                  <a:lnTo>
                    <a:pt x="1186673" y="87768"/>
                  </a:lnTo>
                  <a:lnTo>
                    <a:pt x="1216339" y="98548"/>
                  </a:lnTo>
                  <a:lnTo>
                    <a:pt x="1246006" y="109775"/>
                  </a:lnTo>
                  <a:lnTo>
                    <a:pt x="1275673" y="121467"/>
                  </a:lnTo>
                  <a:lnTo>
                    <a:pt x="1305340" y="133642"/>
                  </a:lnTo>
                  <a:lnTo>
                    <a:pt x="1335007" y="146318"/>
                  </a:lnTo>
                  <a:lnTo>
                    <a:pt x="1364673" y="159506"/>
                  </a:lnTo>
                  <a:lnTo>
                    <a:pt x="1394340" y="173192"/>
                  </a:lnTo>
                  <a:lnTo>
                    <a:pt x="1424007" y="187362"/>
                  </a:lnTo>
                  <a:lnTo>
                    <a:pt x="1453674" y="201999"/>
                  </a:lnTo>
                  <a:lnTo>
                    <a:pt x="1483341" y="217088"/>
                  </a:lnTo>
                  <a:lnTo>
                    <a:pt x="1513008" y="232605"/>
                  </a:lnTo>
                  <a:lnTo>
                    <a:pt x="1542674" y="248492"/>
                  </a:lnTo>
                  <a:lnTo>
                    <a:pt x="1572341" y="264681"/>
                  </a:lnTo>
                  <a:lnTo>
                    <a:pt x="1602008" y="281103"/>
                  </a:lnTo>
                  <a:lnTo>
                    <a:pt x="1631675" y="297691"/>
                  </a:lnTo>
                  <a:lnTo>
                    <a:pt x="1661342" y="314376"/>
                  </a:lnTo>
                  <a:lnTo>
                    <a:pt x="1691009" y="331100"/>
                  </a:lnTo>
                  <a:lnTo>
                    <a:pt x="1720675" y="347826"/>
                  </a:lnTo>
                  <a:lnTo>
                    <a:pt x="1750342" y="364522"/>
                  </a:lnTo>
                  <a:lnTo>
                    <a:pt x="1780009" y="381155"/>
                  </a:lnTo>
                  <a:lnTo>
                    <a:pt x="1809676" y="397693"/>
                  </a:lnTo>
                  <a:lnTo>
                    <a:pt x="1839343" y="414101"/>
                  </a:lnTo>
                  <a:lnTo>
                    <a:pt x="1869010" y="430350"/>
                  </a:lnTo>
                  <a:lnTo>
                    <a:pt x="1898676" y="446435"/>
                  </a:lnTo>
                  <a:lnTo>
                    <a:pt x="1928343" y="462364"/>
                  </a:lnTo>
                  <a:lnTo>
                    <a:pt x="1958010" y="478149"/>
                  </a:lnTo>
                  <a:lnTo>
                    <a:pt x="1987677" y="493800"/>
                  </a:lnTo>
                  <a:lnTo>
                    <a:pt x="2017344" y="509328"/>
                  </a:lnTo>
                  <a:lnTo>
                    <a:pt x="2047010" y="524742"/>
                  </a:lnTo>
                  <a:lnTo>
                    <a:pt x="2076677" y="540052"/>
                  </a:lnTo>
                  <a:lnTo>
                    <a:pt x="2106344" y="555270"/>
                  </a:lnTo>
                  <a:lnTo>
                    <a:pt x="2136011" y="570405"/>
                  </a:lnTo>
                  <a:lnTo>
                    <a:pt x="2165678" y="585468"/>
                  </a:lnTo>
                  <a:lnTo>
                    <a:pt x="2195345" y="600469"/>
                  </a:lnTo>
                  <a:lnTo>
                    <a:pt x="2225011" y="615419"/>
                  </a:lnTo>
                  <a:lnTo>
                    <a:pt x="2254678" y="630327"/>
                  </a:lnTo>
                  <a:lnTo>
                    <a:pt x="2284345" y="645205"/>
                  </a:lnTo>
                  <a:lnTo>
                    <a:pt x="2314012" y="660061"/>
                  </a:lnTo>
                  <a:lnTo>
                    <a:pt x="2343679" y="674908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tx1370"/>
            <p:cNvSpPr/>
            <p:nvPr/>
          </p:nvSpPr>
          <p:spPr>
            <a:xfrm>
              <a:off x="3210161" y="795492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71" name="tx1371"/>
            <p:cNvSpPr/>
            <p:nvPr/>
          </p:nvSpPr>
          <p:spPr>
            <a:xfrm>
              <a:off x="3247378" y="697574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72" name="tx1372"/>
            <p:cNvSpPr/>
            <p:nvPr/>
          </p:nvSpPr>
          <p:spPr>
            <a:xfrm>
              <a:off x="3247378" y="599929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73" name="pl1373"/>
            <p:cNvSpPr/>
            <p:nvPr/>
          </p:nvSpPr>
          <p:spPr>
            <a:xfrm>
              <a:off x="3337369" y="7995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337369" y="70174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337369" y="60396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64412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411509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458606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505702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552799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tx1381"/>
            <p:cNvSpPr/>
            <p:nvPr/>
          </p:nvSpPr>
          <p:spPr>
            <a:xfrm>
              <a:off x="3594442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382" name="tx1382"/>
            <p:cNvSpPr/>
            <p:nvPr/>
          </p:nvSpPr>
          <p:spPr>
            <a:xfrm>
              <a:off x="4065408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383" name="tx1383"/>
            <p:cNvSpPr/>
            <p:nvPr/>
          </p:nvSpPr>
          <p:spPr>
            <a:xfrm>
              <a:off x="4554982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84" name="tx1384"/>
            <p:cNvSpPr/>
            <p:nvPr/>
          </p:nvSpPr>
          <p:spPr>
            <a:xfrm>
              <a:off x="5025948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85" name="tx1385"/>
            <p:cNvSpPr/>
            <p:nvPr/>
          </p:nvSpPr>
          <p:spPr>
            <a:xfrm>
              <a:off x="5496913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86" name="tx1386"/>
            <p:cNvSpPr/>
            <p:nvPr/>
          </p:nvSpPr>
          <p:spPr>
            <a:xfrm>
              <a:off x="3589733" y="8777412"/>
              <a:ext cx="214290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CSF Alamar pTau217 (Z)</a:t>
              </a:r>
            </a:p>
          </p:txBody>
        </p:sp>
        <p:sp>
          <p:nvSpPr>
            <p:cNvPr id="1387" name="tx1387"/>
            <p:cNvSpPr/>
            <p:nvPr/>
          </p:nvSpPr>
          <p:spPr>
            <a:xfrm rot="-5400000">
              <a:off x="1969559" y="6942179"/>
              <a:ext cx="221255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CSF Alamar pTau217 (Z/year)</a:t>
              </a:r>
            </a:p>
          </p:txBody>
        </p:sp>
        <p:sp>
          <p:nvSpPr>
            <p:cNvPr id="1388" name="pl1388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0" y="2094965"/>
                  </a:lnTo>
                  <a:lnTo>
                    <a:pt x="0" y="2085571"/>
                  </a:lnTo>
                  <a:lnTo>
                    <a:pt x="0" y="2076176"/>
                  </a:lnTo>
                  <a:lnTo>
                    <a:pt x="0" y="2066782"/>
                  </a:lnTo>
                  <a:lnTo>
                    <a:pt x="0" y="2057388"/>
                  </a:lnTo>
                  <a:lnTo>
                    <a:pt x="0" y="2047993"/>
                  </a:lnTo>
                  <a:lnTo>
                    <a:pt x="0" y="2038599"/>
                  </a:lnTo>
                  <a:lnTo>
                    <a:pt x="0" y="2029204"/>
                  </a:lnTo>
                  <a:lnTo>
                    <a:pt x="0" y="2019810"/>
                  </a:lnTo>
                  <a:lnTo>
                    <a:pt x="0" y="2010415"/>
                  </a:lnTo>
                  <a:lnTo>
                    <a:pt x="0" y="2001021"/>
                  </a:lnTo>
                  <a:lnTo>
                    <a:pt x="0" y="1991626"/>
                  </a:lnTo>
                  <a:lnTo>
                    <a:pt x="0" y="1982232"/>
                  </a:lnTo>
                  <a:lnTo>
                    <a:pt x="0" y="1972837"/>
                  </a:lnTo>
                  <a:lnTo>
                    <a:pt x="0" y="1963443"/>
                  </a:lnTo>
                  <a:lnTo>
                    <a:pt x="0" y="1954048"/>
                  </a:lnTo>
                  <a:lnTo>
                    <a:pt x="0" y="1944654"/>
                  </a:lnTo>
                  <a:lnTo>
                    <a:pt x="0" y="1935259"/>
                  </a:lnTo>
                  <a:lnTo>
                    <a:pt x="0" y="1925865"/>
                  </a:lnTo>
                  <a:lnTo>
                    <a:pt x="0" y="1916471"/>
                  </a:lnTo>
                  <a:lnTo>
                    <a:pt x="0" y="1907076"/>
                  </a:lnTo>
                  <a:lnTo>
                    <a:pt x="0" y="1897682"/>
                  </a:lnTo>
                  <a:lnTo>
                    <a:pt x="0" y="1888287"/>
                  </a:lnTo>
                  <a:lnTo>
                    <a:pt x="0" y="1878893"/>
                  </a:lnTo>
                  <a:lnTo>
                    <a:pt x="0" y="1869498"/>
                  </a:lnTo>
                  <a:lnTo>
                    <a:pt x="0" y="1860104"/>
                  </a:lnTo>
                  <a:lnTo>
                    <a:pt x="0" y="1850709"/>
                  </a:lnTo>
                  <a:lnTo>
                    <a:pt x="0" y="1841315"/>
                  </a:lnTo>
                  <a:lnTo>
                    <a:pt x="0" y="1831920"/>
                  </a:lnTo>
                  <a:lnTo>
                    <a:pt x="0" y="1822526"/>
                  </a:lnTo>
                  <a:lnTo>
                    <a:pt x="0" y="1813131"/>
                  </a:lnTo>
                  <a:lnTo>
                    <a:pt x="0" y="1803737"/>
                  </a:lnTo>
                  <a:lnTo>
                    <a:pt x="0" y="1794342"/>
                  </a:lnTo>
                  <a:lnTo>
                    <a:pt x="0" y="1784948"/>
                  </a:lnTo>
                  <a:lnTo>
                    <a:pt x="0" y="1775554"/>
                  </a:lnTo>
                  <a:lnTo>
                    <a:pt x="0" y="1766159"/>
                  </a:lnTo>
                  <a:lnTo>
                    <a:pt x="0" y="1756765"/>
                  </a:lnTo>
                  <a:lnTo>
                    <a:pt x="0" y="1747370"/>
                  </a:lnTo>
                  <a:lnTo>
                    <a:pt x="0" y="1737976"/>
                  </a:lnTo>
                  <a:lnTo>
                    <a:pt x="0" y="1728581"/>
                  </a:lnTo>
                  <a:lnTo>
                    <a:pt x="0" y="1719187"/>
                  </a:lnTo>
                  <a:lnTo>
                    <a:pt x="0" y="1709792"/>
                  </a:lnTo>
                  <a:lnTo>
                    <a:pt x="0" y="1700398"/>
                  </a:lnTo>
                  <a:lnTo>
                    <a:pt x="0" y="1691003"/>
                  </a:lnTo>
                  <a:lnTo>
                    <a:pt x="0" y="1681609"/>
                  </a:lnTo>
                  <a:lnTo>
                    <a:pt x="0" y="1672214"/>
                  </a:lnTo>
                  <a:lnTo>
                    <a:pt x="0" y="1662820"/>
                  </a:lnTo>
                  <a:lnTo>
                    <a:pt x="0" y="1653425"/>
                  </a:lnTo>
                  <a:lnTo>
                    <a:pt x="0" y="1644031"/>
                  </a:lnTo>
                  <a:lnTo>
                    <a:pt x="0" y="1634637"/>
                  </a:lnTo>
                  <a:lnTo>
                    <a:pt x="0" y="1625242"/>
                  </a:lnTo>
                  <a:lnTo>
                    <a:pt x="0" y="1615848"/>
                  </a:lnTo>
                  <a:lnTo>
                    <a:pt x="0" y="1606453"/>
                  </a:lnTo>
                  <a:lnTo>
                    <a:pt x="0" y="1597059"/>
                  </a:lnTo>
                  <a:lnTo>
                    <a:pt x="0" y="1587664"/>
                  </a:lnTo>
                  <a:lnTo>
                    <a:pt x="0" y="1578270"/>
                  </a:lnTo>
                  <a:lnTo>
                    <a:pt x="0" y="1568875"/>
                  </a:lnTo>
                  <a:lnTo>
                    <a:pt x="0" y="1559481"/>
                  </a:lnTo>
                  <a:lnTo>
                    <a:pt x="0" y="1550086"/>
                  </a:lnTo>
                  <a:lnTo>
                    <a:pt x="0" y="1540692"/>
                  </a:lnTo>
                  <a:lnTo>
                    <a:pt x="0" y="1531297"/>
                  </a:lnTo>
                  <a:lnTo>
                    <a:pt x="0" y="1521903"/>
                  </a:lnTo>
                  <a:lnTo>
                    <a:pt x="0" y="1512509"/>
                  </a:lnTo>
                  <a:lnTo>
                    <a:pt x="0" y="1503114"/>
                  </a:lnTo>
                  <a:lnTo>
                    <a:pt x="0" y="1493720"/>
                  </a:lnTo>
                  <a:lnTo>
                    <a:pt x="0" y="1484325"/>
                  </a:lnTo>
                  <a:lnTo>
                    <a:pt x="0" y="1474931"/>
                  </a:lnTo>
                  <a:lnTo>
                    <a:pt x="0" y="1465536"/>
                  </a:lnTo>
                  <a:lnTo>
                    <a:pt x="0" y="1456142"/>
                  </a:lnTo>
                  <a:lnTo>
                    <a:pt x="0" y="1446747"/>
                  </a:lnTo>
                  <a:lnTo>
                    <a:pt x="0" y="1437353"/>
                  </a:lnTo>
                  <a:lnTo>
                    <a:pt x="0" y="1427958"/>
                  </a:lnTo>
                  <a:lnTo>
                    <a:pt x="0" y="1418564"/>
                  </a:lnTo>
                  <a:lnTo>
                    <a:pt x="0" y="1409169"/>
                  </a:lnTo>
                  <a:lnTo>
                    <a:pt x="0" y="1399775"/>
                  </a:lnTo>
                  <a:lnTo>
                    <a:pt x="0" y="1390380"/>
                  </a:lnTo>
                  <a:lnTo>
                    <a:pt x="0" y="1380986"/>
                  </a:lnTo>
                  <a:lnTo>
                    <a:pt x="0" y="1371592"/>
                  </a:lnTo>
                  <a:lnTo>
                    <a:pt x="0" y="1362197"/>
                  </a:lnTo>
                  <a:lnTo>
                    <a:pt x="0" y="1352803"/>
                  </a:lnTo>
                  <a:lnTo>
                    <a:pt x="0" y="1343408"/>
                  </a:lnTo>
                  <a:lnTo>
                    <a:pt x="0" y="1334014"/>
                  </a:lnTo>
                  <a:lnTo>
                    <a:pt x="0" y="1324619"/>
                  </a:lnTo>
                  <a:lnTo>
                    <a:pt x="0" y="1315225"/>
                  </a:lnTo>
                  <a:lnTo>
                    <a:pt x="0" y="1305830"/>
                  </a:lnTo>
                  <a:lnTo>
                    <a:pt x="0" y="1296436"/>
                  </a:lnTo>
                  <a:lnTo>
                    <a:pt x="0" y="1287041"/>
                  </a:lnTo>
                  <a:lnTo>
                    <a:pt x="0" y="1277647"/>
                  </a:lnTo>
                  <a:lnTo>
                    <a:pt x="0" y="1268252"/>
                  </a:lnTo>
                  <a:lnTo>
                    <a:pt x="161873" y="1268252"/>
                  </a:lnTo>
                  <a:lnTo>
                    <a:pt x="161873" y="1258858"/>
                  </a:lnTo>
                  <a:lnTo>
                    <a:pt x="161873" y="1249463"/>
                  </a:lnTo>
                  <a:lnTo>
                    <a:pt x="161873" y="1240069"/>
                  </a:lnTo>
                  <a:lnTo>
                    <a:pt x="161873" y="1230675"/>
                  </a:lnTo>
                  <a:lnTo>
                    <a:pt x="161873" y="1221280"/>
                  </a:lnTo>
                  <a:lnTo>
                    <a:pt x="161873" y="1211886"/>
                  </a:lnTo>
                  <a:lnTo>
                    <a:pt x="161873" y="1202491"/>
                  </a:lnTo>
                  <a:lnTo>
                    <a:pt x="161873" y="1193097"/>
                  </a:lnTo>
                  <a:lnTo>
                    <a:pt x="161873" y="1183702"/>
                  </a:lnTo>
                  <a:lnTo>
                    <a:pt x="161873" y="1174308"/>
                  </a:lnTo>
                  <a:lnTo>
                    <a:pt x="161873" y="1164913"/>
                  </a:lnTo>
                  <a:lnTo>
                    <a:pt x="161873" y="1155519"/>
                  </a:lnTo>
                  <a:lnTo>
                    <a:pt x="161873" y="1146124"/>
                  </a:lnTo>
                  <a:lnTo>
                    <a:pt x="161873" y="1136730"/>
                  </a:lnTo>
                  <a:lnTo>
                    <a:pt x="161873" y="1127335"/>
                  </a:lnTo>
                  <a:lnTo>
                    <a:pt x="161873" y="1117941"/>
                  </a:lnTo>
                  <a:lnTo>
                    <a:pt x="161873" y="1108546"/>
                  </a:lnTo>
                  <a:lnTo>
                    <a:pt x="161873" y="1099152"/>
                  </a:lnTo>
                  <a:lnTo>
                    <a:pt x="161873" y="1089758"/>
                  </a:lnTo>
                  <a:lnTo>
                    <a:pt x="161873" y="1080363"/>
                  </a:lnTo>
                  <a:lnTo>
                    <a:pt x="161873" y="1070969"/>
                  </a:lnTo>
                  <a:lnTo>
                    <a:pt x="161873" y="1061574"/>
                  </a:lnTo>
                  <a:lnTo>
                    <a:pt x="161873" y="1052180"/>
                  </a:lnTo>
                  <a:lnTo>
                    <a:pt x="323747" y="1052180"/>
                  </a:lnTo>
                  <a:lnTo>
                    <a:pt x="323747" y="1042785"/>
                  </a:lnTo>
                  <a:lnTo>
                    <a:pt x="323747" y="1033391"/>
                  </a:lnTo>
                  <a:lnTo>
                    <a:pt x="323747" y="1023996"/>
                  </a:lnTo>
                  <a:lnTo>
                    <a:pt x="323747" y="1014602"/>
                  </a:lnTo>
                  <a:lnTo>
                    <a:pt x="485621" y="1014602"/>
                  </a:lnTo>
                  <a:lnTo>
                    <a:pt x="485621" y="1005207"/>
                  </a:lnTo>
                  <a:lnTo>
                    <a:pt x="485621" y="995813"/>
                  </a:lnTo>
                  <a:lnTo>
                    <a:pt x="485621" y="986418"/>
                  </a:lnTo>
                  <a:lnTo>
                    <a:pt x="485621" y="977024"/>
                  </a:lnTo>
                  <a:lnTo>
                    <a:pt x="485621" y="967629"/>
                  </a:lnTo>
                  <a:lnTo>
                    <a:pt x="485621" y="958235"/>
                  </a:lnTo>
                  <a:lnTo>
                    <a:pt x="485621" y="948841"/>
                  </a:lnTo>
                  <a:lnTo>
                    <a:pt x="485621" y="939446"/>
                  </a:lnTo>
                  <a:lnTo>
                    <a:pt x="485621" y="930052"/>
                  </a:lnTo>
                  <a:lnTo>
                    <a:pt x="485621" y="920657"/>
                  </a:lnTo>
                  <a:lnTo>
                    <a:pt x="485621" y="911263"/>
                  </a:lnTo>
                  <a:lnTo>
                    <a:pt x="485621" y="901868"/>
                  </a:lnTo>
                  <a:lnTo>
                    <a:pt x="485621" y="892474"/>
                  </a:lnTo>
                  <a:lnTo>
                    <a:pt x="485621" y="883079"/>
                  </a:lnTo>
                  <a:lnTo>
                    <a:pt x="485621" y="873685"/>
                  </a:lnTo>
                  <a:lnTo>
                    <a:pt x="485621" y="864290"/>
                  </a:lnTo>
                  <a:lnTo>
                    <a:pt x="485621" y="854896"/>
                  </a:lnTo>
                  <a:lnTo>
                    <a:pt x="485621" y="845501"/>
                  </a:lnTo>
                  <a:lnTo>
                    <a:pt x="485621" y="836107"/>
                  </a:lnTo>
                  <a:lnTo>
                    <a:pt x="485621" y="826712"/>
                  </a:lnTo>
                  <a:lnTo>
                    <a:pt x="485621" y="817318"/>
                  </a:lnTo>
                  <a:lnTo>
                    <a:pt x="485621" y="807924"/>
                  </a:lnTo>
                  <a:lnTo>
                    <a:pt x="647495" y="807924"/>
                  </a:lnTo>
                  <a:lnTo>
                    <a:pt x="647495" y="798529"/>
                  </a:lnTo>
                  <a:lnTo>
                    <a:pt x="647495" y="789135"/>
                  </a:lnTo>
                  <a:lnTo>
                    <a:pt x="647495" y="779740"/>
                  </a:lnTo>
                  <a:lnTo>
                    <a:pt x="647495" y="770346"/>
                  </a:lnTo>
                  <a:lnTo>
                    <a:pt x="809369" y="770346"/>
                  </a:lnTo>
                  <a:lnTo>
                    <a:pt x="809369" y="760951"/>
                  </a:lnTo>
                  <a:lnTo>
                    <a:pt x="809369" y="751557"/>
                  </a:lnTo>
                  <a:lnTo>
                    <a:pt x="809369" y="742162"/>
                  </a:lnTo>
                  <a:lnTo>
                    <a:pt x="809369" y="732768"/>
                  </a:lnTo>
                  <a:lnTo>
                    <a:pt x="809369" y="723373"/>
                  </a:lnTo>
                  <a:lnTo>
                    <a:pt x="809369" y="713979"/>
                  </a:lnTo>
                  <a:lnTo>
                    <a:pt x="971243" y="713979"/>
                  </a:lnTo>
                  <a:lnTo>
                    <a:pt x="971243" y="704584"/>
                  </a:lnTo>
                  <a:lnTo>
                    <a:pt x="971243" y="695190"/>
                  </a:lnTo>
                  <a:lnTo>
                    <a:pt x="971243" y="685796"/>
                  </a:lnTo>
                  <a:lnTo>
                    <a:pt x="971243" y="676401"/>
                  </a:lnTo>
                  <a:lnTo>
                    <a:pt x="971243" y="667007"/>
                  </a:lnTo>
                  <a:lnTo>
                    <a:pt x="971243" y="657612"/>
                  </a:lnTo>
                  <a:lnTo>
                    <a:pt x="971243" y="648218"/>
                  </a:lnTo>
                  <a:lnTo>
                    <a:pt x="971243" y="638823"/>
                  </a:lnTo>
                  <a:lnTo>
                    <a:pt x="1133117" y="638823"/>
                  </a:lnTo>
                  <a:lnTo>
                    <a:pt x="1133117" y="629429"/>
                  </a:lnTo>
                  <a:lnTo>
                    <a:pt x="1133117" y="620034"/>
                  </a:lnTo>
                  <a:lnTo>
                    <a:pt x="1133117" y="610640"/>
                  </a:lnTo>
                  <a:lnTo>
                    <a:pt x="1133117" y="601245"/>
                  </a:lnTo>
                  <a:lnTo>
                    <a:pt x="1133117" y="591851"/>
                  </a:lnTo>
                  <a:lnTo>
                    <a:pt x="1133117" y="582456"/>
                  </a:lnTo>
                  <a:lnTo>
                    <a:pt x="1133117" y="573062"/>
                  </a:lnTo>
                  <a:lnTo>
                    <a:pt x="1133117" y="563667"/>
                  </a:lnTo>
                  <a:lnTo>
                    <a:pt x="1133117" y="554273"/>
                  </a:lnTo>
                  <a:lnTo>
                    <a:pt x="1294990" y="554273"/>
                  </a:lnTo>
                  <a:lnTo>
                    <a:pt x="1294990" y="544879"/>
                  </a:lnTo>
                  <a:lnTo>
                    <a:pt x="1294990" y="535484"/>
                  </a:lnTo>
                  <a:lnTo>
                    <a:pt x="1294990" y="526090"/>
                  </a:lnTo>
                  <a:lnTo>
                    <a:pt x="1294990" y="516695"/>
                  </a:lnTo>
                  <a:lnTo>
                    <a:pt x="1294990" y="507301"/>
                  </a:lnTo>
                  <a:lnTo>
                    <a:pt x="1456864" y="507301"/>
                  </a:lnTo>
                  <a:lnTo>
                    <a:pt x="1456864" y="497906"/>
                  </a:lnTo>
                  <a:lnTo>
                    <a:pt x="1456864" y="488512"/>
                  </a:lnTo>
                  <a:lnTo>
                    <a:pt x="1456864" y="479117"/>
                  </a:lnTo>
                  <a:lnTo>
                    <a:pt x="1456864" y="469723"/>
                  </a:lnTo>
                  <a:lnTo>
                    <a:pt x="1456864" y="460328"/>
                  </a:lnTo>
                  <a:lnTo>
                    <a:pt x="1618738" y="460328"/>
                  </a:lnTo>
                  <a:lnTo>
                    <a:pt x="1618738" y="450934"/>
                  </a:lnTo>
                  <a:lnTo>
                    <a:pt x="1618738" y="441539"/>
                  </a:lnTo>
                  <a:lnTo>
                    <a:pt x="1780612" y="441539"/>
                  </a:lnTo>
                  <a:lnTo>
                    <a:pt x="1780612" y="432145"/>
                  </a:lnTo>
                  <a:lnTo>
                    <a:pt x="1780612" y="422750"/>
                  </a:lnTo>
                  <a:lnTo>
                    <a:pt x="1780612" y="413356"/>
                  </a:lnTo>
                  <a:lnTo>
                    <a:pt x="1780612" y="403962"/>
                  </a:lnTo>
                  <a:lnTo>
                    <a:pt x="1780612" y="394567"/>
                  </a:lnTo>
                  <a:lnTo>
                    <a:pt x="1942486" y="394567"/>
                  </a:lnTo>
                  <a:lnTo>
                    <a:pt x="1942486" y="385173"/>
                  </a:lnTo>
                  <a:lnTo>
                    <a:pt x="1942486" y="375778"/>
                  </a:lnTo>
                  <a:lnTo>
                    <a:pt x="1942486" y="366384"/>
                  </a:lnTo>
                  <a:lnTo>
                    <a:pt x="1942486" y="356989"/>
                  </a:lnTo>
                  <a:lnTo>
                    <a:pt x="1942486" y="347595"/>
                  </a:lnTo>
                  <a:lnTo>
                    <a:pt x="1942486" y="338200"/>
                  </a:lnTo>
                  <a:lnTo>
                    <a:pt x="1942486" y="328806"/>
                  </a:lnTo>
                  <a:lnTo>
                    <a:pt x="1942486" y="319411"/>
                  </a:lnTo>
                  <a:lnTo>
                    <a:pt x="1942486" y="310017"/>
                  </a:lnTo>
                  <a:lnTo>
                    <a:pt x="1942486" y="300622"/>
                  </a:lnTo>
                  <a:lnTo>
                    <a:pt x="1942486" y="291228"/>
                  </a:lnTo>
                  <a:lnTo>
                    <a:pt x="1942486" y="281833"/>
                  </a:lnTo>
                  <a:lnTo>
                    <a:pt x="1942486" y="272439"/>
                  </a:lnTo>
                  <a:lnTo>
                    <a:pt x="2104360" y="272439"/>
                  </a:lnTo>
                  <a:lnTo>
                    <a:pt x="2104360" y="263045"/>
                  </a:lnTo>
                  <a:lnTo>
                    <a:pt x="2104360" y="253650"/>
                  </a:lnTo>
                  <a:lnTo>
                    <a:pt x="2104360" y="244256"/>
                  </a:lnTo>
                  <a:lnTo>
                    <a:pt x="2104360" y="234861"/>
                  </a:lnTo>
                  <a:lnTo>
                    <a:pt x="2104360" y="225467"/>
                  </a:lnTo>
                  <a:lnTo>
                    <a:pt x="2104360" y="216072"/>
                  </a:lnTo>
                  <a:lnTo>
                    <a:pt x="2104360" y="206678"/>
                  </a:lnTo>
                  <a:lnTo>
                    <a:pt x="2104360" y="197283"/>
                  </a:lnTo>
                  <a:lnTo>
                    <a:pt x="2104360" y="187889"/>
                  </a:lnTo>
                  <a:lnTo>
                    <a:pt x="2104360" y="178494"/>
                  </a:lnTo>
                  <a:lnTo>
                    <a:pt x="2104360" y="169100"/>
                  </a:lnTo>
                  <a:lnTo>
                    <a:pt x="2104360" y="159705"/>
                  </a:lnTo>
                  <a:lnTo>
                    <a:pt x="2104360" y="150311"/>
                  </a:lnTo>
                  <a:lnTo>
                    <a:pt x="2104360" y="140916"/>
                  </a:lnTo>
                  <a:lnTo>
                    <a:pt x="2104360" y="131522"/>
                  </a:lnTo>
                  <a:lnTo>
                    <a:pt x="2104360" y="122128"/>
                  </a:lnTo>
                  <a:lnTo>
                    <a:pt x="2104360" y="112733"/>
                  </a:lnTo>
                  <a:lnTo>
                    <a:pt x="2104360" y="103339"/>
                  </a:lnTo>
                  <a:lnTo>
                    <a:pt x="2104360" y="93944"/>
                  </a:lnTo>
                  <a:lnTo>
                    <a:pt x="2104360" y="84550"/>
                  </a:lnTo>
                  <a:lnTo>
                    <a:pt x="2104360" y="75155"/>
                  </a:lnTo>
                  <a:lnTo>
                    <a:pt x="2104360" y="65761"/>
                  </a:lnTo>
                  <a:lnTo>
                    <a:pt x="2104360" y="56366"/>
                  </a:lnTo>
                  <a:lnTo>
                    <a:pt x="2104360" y="46972"/>
                  </a:lnTo>
                  <a:lnTo>
                    <a:pt x="2104360" y="37577"/>
                  </a:lnTo>
                  <a:lnTo>
                    <a:pt x="2104360" y="28183"/>
                  </a:lnTo>
                  <a:lnTo>
                    <a:pt x="2104360" y="18788"/>
                  </a:lnTo>
                  <a:lnTo>
                    <a:pt x="2104360" y="9394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08" name="pg1408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tx1409"/>
            <p:cNvSpPr/>
            <p:nvPr/>
          </p:nvSpPr>
          <p:spPr>
            <a:xfrm>
              <a:off x="7341273" y="7180327"/>
              <a:ext cx="2164161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0.47 [-0.025, 0.702]</a:t>
              </a:r>
            </a:p>
          </p:txBody>
        </p:sp>
        <p:sp>
          <p:nvSpPr>
            <p:cNvPr id="1410" name="tx1410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0.675</a:t>
              </a:r>
            </a:p>
          </p:txBody>
        </p:sp>
        <p:sp>
          <p:nvSpPr>
            <p:cNvPr id="1411" name="tx1411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0.991</a:t>
              </a:r>
            </a:p>
          </p:txBody>
        </p:sp>
        <p:sp>
          <p:nvSpPr>
            <p:cNvPr id="1412" name="tx1412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0.500</a:t>
              </a:r>
            </a:p>
          </p:txBody>
        </p:sp>
        <p:sp>
          <p:nvSpPr>
            <p:cNvPr id="1413" name="tx1413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14" name="tx1414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15" name="tx1415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16" name="tx1416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17" name="tx1417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18" name="tx1418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19" name="tx1419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20" name="tx1420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21" name="tx1421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22" name="tx1422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23" name="tx1423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424" name="tx1424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425" name="rc1425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rc1426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9468163" y="848416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9468163" y="750634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9468163" y="652853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9468163" y="555071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948307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967563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986819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1006074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1025330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1044586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9468163" y="799525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9468163" y="701743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9468163" y="603962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957935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977191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996447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1015702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10349584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10168559" y="69050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10191412" y="80110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9929586" y="66547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10358807" y="70045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9952462" y="648199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10235973" y="67372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9987009" y="70761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10261352" y="70842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10106494" y="66774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9895430" y="67570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10366154" y="77325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9876490" y="66971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9945609" y="68595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9813060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9970754" y="69271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10059344" y="6982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9871538" y="68595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10029985" y="75224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10186422" y="7129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10175052" y="67015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t1465"/>
            <p:cNvSpPr/>
            <p:nvPr/>
          </p:nvSpPr>
          <p:spPr>
            <a:xfrm>
              <a:off x="9909156" y="67770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t1466"/>
            <p:cNvSpPr/>
            <p:nvPr/>
          </p:nvSpPr>
          <p:spPr>
            <a:xfrm>
              <a:off x="10307047" y="7229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t1467"/>
            <p:cNvSpPr/>
            <p:nvPr/>
          </p:nvSpPr>
          <p:spPr>
            <a:xfrm>
              <a:off x="9833047" y="68970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t1468"/>
            <p:cNvSpPr/>
            <p:nvPr/>
          </p:nvSpPr>
          <p:spPr>
            <a:xfrm>
              <a:off x="9826333" y="67158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t1469"/>
            <p:cNvSpPr/>
            <p:nvPr/>
          </p:nvSpPr>
          <p:spPr>
            <a:xfrm>
              <a:off x="10034860" y="67896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t1470"/>
            <p:cNvSpPr/>
            <p:nvPr/>
          </p:nvSpPr>
          <p:spPr>
            <a:xfrm>
              <a:off x="10449473" y="70846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t1471"/>
            <p:cNvSpPr/>
            <p:nvPr/>
          </p:nvSpPr>
          <p:spPr>
            <a:xfrm>
              <a:off x="9999573" y="72159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t1472"/>
            <p:cNvSpPr/>
            <p:nvPr/>
          </p:nvSpPr>
          <p:spPr>
            <a:xfrm>
              <a:off x="10316444" y="69672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t1473"/>
            <p:cNvSpPr/>
            <p:nvPr/>
          </p:nvSpPr>
          <p:spPr>
            <a:xfrm>
              <a:off x="10072050" y="68255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t1474"/>
            <p:cNvSpPr/>
            <p:nvPr/>
          </p:nvSpPr>
          <p:spPr>
            <a:xfrm>
              <a:off x="10284836" y="69572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10405727" y="71179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10067944" y="66987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9938025" y="66591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10160665" y="71504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9747352" y="69532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9901348" y="74018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9715362" y="68008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9894778" y="69327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9928477" y="67096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10164291" y="70814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9963569" y="68339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10321322" y="69486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10171421" y="70828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10043787" y="67628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9727904" y="6606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9848668" y="66268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10282524" y="80314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9847286" y="6848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9910433" y="69120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10152045" y="69542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10089521" y="68980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9826487" y="67995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10038437" y="75721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9531409" y="73863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9816309" y="68323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9996014" y="72865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9980623" y="69093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10342274" y="70906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9791597" y="70607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9988756" y="68030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9974315" y="66410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9819616" y="67313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10023645" y="68710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10088035" y="66713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9988748" y="6917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10261016" y="76053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9840780" y="69386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9933091" y="646984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9834783" y="6605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10023456" y="68781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10002926" y="678900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10222692" y="73808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9884374" y="68146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9909295" y="67335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10034191" y="70723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9869493" y="65158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9966338" y="635222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10027910" y="63394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10264795" y="73902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9844191" y="624720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10162207" y="7519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10112351" y="71107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9888768" y="67333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9737179" y="67486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10087104" y="70170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10174958" y="70656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10287670" y="69274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9980665" y="68708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10372221" y="77906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10027067" y="69838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9891189" y="66694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10040018" y="70080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10003696" y="70569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9945552" y="72704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10117111" y="67801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10096494" y="67138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10032960" y="669171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9858523" y="67696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9712543" y="67460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9911041" y="6876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9946107" y="69328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9778064" y="67791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10190658" y="67452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10166522" y="70656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9937941" y="69715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9844330" y="66729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9889430" y="619229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9746992" y="66759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9778370" y="68999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9566544" y="69708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10119865" y="67523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10125644" y="67845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10102033" y="72252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9852022" y="65680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10256437" y="66198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10113566" y="68044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9797222" y="68119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10179787" y="697759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10212183" y="69450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10249451" y="71005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10076750" y="68076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9814131" y="69354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10037110" y="65455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10212853" y="70322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9812062" y="65724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10342283" y="69895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10022440" y="68636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9649927" y="66320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9824658" y="68990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10030761" y="68823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9660081" y="70013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9923487" y="66905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10247483" y="70250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9880541" y="68307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10035126" y="69147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9874309" y="630591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9859636" y="640584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9882381" y="66990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9491249" y="65864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10167797" y="68715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10352214" y="70070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10010461" y="68003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10037801" y="67597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9859855" y="68220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9976311" y="68046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10024235" y="66570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9740371" y="68031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9645588" y="65543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10245935" y="83496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9966325" y="67212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9930233" y="68724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9863243" y="68341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10146755" y="7182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10181707" y="68654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9791625" y="68684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10222523" y="70469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10234137" y="72314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10049285" y="70372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9668931" y="69766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10112238" y="701688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10074728" y="691589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10182727" y="72121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9934805" y="66576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9818784" y="672244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10107793" y="68619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10030784" y="69414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10034542" y="70047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9808779" y="68338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10157606" y="67939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10215223" y="68128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9862142" y="67769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10065475" y="696190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10240898" y="76942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10129316" y="70428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9860521" y="686610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10036851" y="66576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9779042" y="6774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10064296" y="67049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10149590" y="6983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10068906" y="643074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9933038" y="67833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9860929" y="63464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10022788" y="61285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9991897" y="68088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9717587" y="69295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10021395" y="70045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10353207" y="65541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10106203" y="69813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9787834" y="65318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9975020" y="681376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10036592" y="679143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9955713" y="70602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10323809" y="74855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9893994" y="68676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9609903" y="67287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10109943" y="68244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9833870" y="667208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10076535" y="67916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9975440" y="67858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9980475" y="70584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10236044" y="733756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9873872" y="64969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10210626" y="66288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9827806" y="65463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10121575" y="72411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10398698" y="766102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10078323" y="69391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10367367" y="69555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9917466" y="70212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10188363" y="68712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10139725" y="706252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10192053" y="73582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9916778" y="70002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9780735" y="669533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10111456" y="73909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10377990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9920861" y="70155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10185813" y="75448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10390424" y="730783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10193117" y="66864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9961707" y="68893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10009995" y="682377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10127042" y="722145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9914352" y="64022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9796890" y="66865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9674947" y="68772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10258470" y="74015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10053068" y="7365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9970828" y="68593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9838039" y="71100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9609728" y="661990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10085576" y="68330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10048650" y="658772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10143790" y="740493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10202749" y="706992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9972072" y="68690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10059393" y="68447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9468163" y="652175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g1683"/>
            <p:cNvSpPr/>
            <p:nvPr/>
          </p:nvSpPr>
          <p:spPr>
            <a:xfrm>
              <a:off x="9516075" y="6606057"/>
              <a:ext cx="958224" cy="1012713"/>
            </a:xfrm>
            <a:custGeom>
              <a:avLst/>
              <a:pathLst>
                <a:path w="958224" h="1012713">
                  <a:moveTo>
                    <a:pt x="0" y="0"/>
                  </a:moveTo>
                  <a:lnTo>
                    <a:pt x="12129" y="6427"/>
                  </a:lnTo>
                  <a:lnTo>
                    <a:pt x="24258" y="12691"/>
                  </a:lnTo>
                  <a:lnTo>
                    <a:pt x="36388" y="18766"/>
                  </a:lnTo>
                  <a:lnTo>
                    <a:pt x="48517" y="24622"/>
                  </a:lnTo>
                  <a:lnTo>
                    <a:pt x="60647" y="30230"/>
                  </a:lnTo>
                  <a:lnTo>
                    <a:pt x="72776" y="35564"/>
                  </a:lnTo>
                  <a:lnTo>
                    <a:pt x="84905" y="40595"/>
                  </a:lnTo>
                  <a:lnTo>
                    <a:pt x="97035" y="45299"/>
                  </a:lnTo>
                  <a:lnTo>
                    <a:pt x="109164" y="49652"/>
                  </a:lnTo>
                  <a:lnTo>
                    <a:pt x="121294" y="53637"/>
                  </a:lnTo>
                  <a:lnTo>
                    <a:pt x="133423" y="57240"/>
                  </a:lnTo>
                  <a:lnTo>
                    <a:pt x="145553" y="60459"/>
                  </a:lnTo>
                  <a:lnTo>
                    <a:pt x="157682" y="63299"/>
                  </a:lnTo>
                  <a:lnTo>
                    <a:pt x="169811" y="65779"/>
                  </a:lnTo>
                  <a:lnTo>
                    <a:pt x="181941" y="67935"/>
                  </a:lnTo>
                  <a:lnTo>
                    <a:pt x="194070" y="69816"/>
                  </a:lnTo>
                  <a:lnTo>
                    <a:pt x="206200" y="71489"/>
                  </a:lnTo>
                  <a:lnTo>
                    <a:pt x="218329" y="73036"/>
                  </a:lnTo>
                  <a:lnTo>
                    <a:pt x="230459" y="74548"/>
                  </a:lnTo>
                  <a:lnTo>
                    <a:pt x="242588" y="76125"/>
                  </a:lnTo>
                  <a:lnTo>
                    <a:pt x="254717" y="77865"/>
                  </a:lnTo>
                  <a:lnTo>
                    <a:pt x="266847" y="79859"/>
                  </a:lnTo>
                  <a:lnTo>
                    <a:pt x="278976" y="82179"/>
                  </a:lnTo>
                  <a:lnTo>
                    <a:pt x="291106" y="84871"/>
                  </a:lnTo>
                  <a:lnTo>
                    <a:pt x="303235" y="87939"/>
                  </a:lnTo>
                  <a:lnTo>
                    <a:pt x="315365" y="91332"/>
                  </a:lnTo>
                  <a:lnTo>
                    <a:pt x="327494" y="94951"/>
                  </a:lnTo>
                  <a:lnTo>
                    <a:pt x="339623" y="98768"/>
                  </a:lnTo>
                  <a:lnTo>
                    <a:pt x="351753" y="102893"/>
                  </a:lnTo>
                  <a:lnTo>
                    <a:pt x="363882" y="107566"/>
                  </a:lnTo>
                  <a:lnTo>
                    <a:pt x="376012" y="113069"/>
                  </a:lnTo>
                  <a:lnTo>
                    <a:pt x="388141" y="119437"/>
                  </a:lnTo>
                  <a:lnTo>
                    <a:pt x="400271" y="126461"/>
                  </a:lnTo>
                  <a:lnTo>
                    <a:pt x="412400" y="133996"/>
                  </a:lnTo>
                  <a:lnTo>
                    <a:pt x="424529" y="142032"/>
                  </a:lnTo>
                  <a:lnTo>
                    <a:pt x="436659" y="150663"/>
                  </a:lnTo>
                  <a:lnTo>
                    <a:pt x="448788" y="159921"/>
                  </a:lnTo>
                  <a:lnTo>
                    <a:pt x="460918" y="169631"/>
                  </a:lnTo>
                  <a:lnTo>
                    <a:pt x="473047" y="179671"/>
                  </a:lnTo>
                  <a:lnTo>
                    <a:pt x="485177" y="190081"/>
                  </a:lnTo>
                  <a:lnTo>
                    <a:pt x="497306" y="200993"/>
                  </a:lnTo>
                  <a:lnTo>
                    <a:pt x="509435" y="212362"/>
                  </a:lnTo>
                  <a:lnTo>
                    <a:pt x="521565" y="224044"/>
                  </a:lnTo>
                  <a:lnTo>
                    <a:pt x="533694" y="236024"/>
                  </a:lnTo>
                  <a:lnTo>
                    <a:pt x="545824" y="248450"/>
                  </a:lnTo>
                  <a:lnTo>
                    <a:pt x="557953" y="261439"/>
                  </a:lnTo>
                  <a:lnTo>
                    <a:pt x="570083" y="274863"/>
                  </a:lnTo>
                  <a:lnTo>
                    <a:pt x="582212" y="288589"/>
                  </a:lnTo>
                  <a:lnTo>
                    <a:pt x="594341" y="302613"/>
                  </a:lnTo>
                  <a:lnTo>
                    <a:pt x="606471" y="317062"/>
                  </a:lnTo>
                  <a:lnTo>
                    <a:pt x="618600" y="332052"/>
                  </a:lnTo>
                  <a:lnTo>
                    <a:pt x="630730" y="347433"/>
                  </a:lnTo>
                  <a:lnTo>
                    <a:pt x="642859" y="362984"/>
                  </a:lnTo>
                  <a:lnTo>
                    <a:pt x="654989" y="378571"/>
                  </a:lnTo>
                  <a:lnTo>
                    <a:pt x="667118" y="394184"/>
                  </a:lnTo>
                  <a:lnTo>
                    <a:pt x="679247" y="409902"/>
                  </a:lnTo>
                  <a:lnTo>
                    <a:pt x="691377" y="425749"/>
                  </a:lnTo>
                  <a:lnTo>
                    <a:pt x="703506" y="441555"/>
                  </a:lnTo>
                  <a:lnTo>
                    <a:pt x="715636" y="457107"/>
                  </a:lnTo>
                  <a:lnTo>
                    <a:pt x="727765" y="472245"/>
                  </a:lnTo>
                  <a:lnTo>
                    <a:pt x="739895" y="486895"/>
                  </a:lnTo>
                  <a:lnTo>
                    <a:pt x="752024" y="501078"/>
                  </a:lnTo>
                  <a:lnTo>
                    <a:pt x="764153" y="514871"/>
                  </a:lnTo>
                  <a:lnTo>
                    <a:pt x="776283" y="528304"/>
                  </a:lnTo>
                  <a:lnTo>
                    <a:pt x="788412" y="541328"/>
                  </a:lnTo>
                  <a:lnTo>
                    <a:pt x="800542" y="553848"/>
                  </a:lnTo>
                  <a:lnTo>
                    <a:pt x="812671" y="565753"/>
                  </a:lnTo>
                  <a:lnTo>
                    <a:pt x="824801" y="576932"/>
                  </a:lnTo>
                  <a:lnTo>
                    <a:pt x="836930" y="587294"/>
                  </a:lnTo>
                  <a:lnTo>
                    <a:pt x="849059" y="596776"/>
                  </a:lnTo>
                  <a:lnTo>
                    <a:pt x="861189" y="605350"/>
                  </a:lnTo>
                  <a:lnTo>
                    <a:pt x="873318" y="613021"/>
                  </a:lnTo>
                  <a:lnTo>
                    <a:pt x="885448" y="619828"/>
                  </a:lnTo>
                  <a:lnTo>
                    <a:pt x="897577" y="625829"/>
                  </a:lnTo>
                  <a:lnTo>
                    <a:pt x="909706" y="631102"/>
                  </a:lnTo>
                  <a:lnTo>
                    <a:pt x="921836" y="635738"/>
                  </a:lnTo>
                  <a:lnTo>
                    <a:pt x="933965" y="639833"/>
                  </a:lnTo>
                  <a:lnTo>
                    <a:pt x="946095" y="643486"/>
                  </a:lnTo>
                  <a:lnTo>
                    <a:pt x="958224" y="646800"/>
                  </a:lnTo>
                  <a:lnTo>
                    <a:pt x="958224" y="1012713"/>
                  </a:lnTo>
                  <a:lnTo>
                    <a:pt x="946095" y="986334"/>
                  </a:lnTo>
                  <a:lnTo>
                    <a:pt x="933965" y="960275"/>
                  </a:lnTo>
                  <a:lnTo>
                    <a:pt x="921836" y="934614"/>
                  </a:lnTo>
                  <a:lnTo>
                    <a:pt x="909706" y="909434"/>
                  </a:lnTo>
                  <a:lnTo>
                    <a:pt x="897577" y="884808"/>
                  </a:lnTo>
                  <a:lnTo>
                    <a:pt x="885448" y="860807"/>
                  </a:lnTo>
                  <a:lnTo>
                    <a:pt x="873318" y="837487"/>
                  </a:lnTo>
                  <a:lnTo>
                    <a:pt x="861189" y="814888"/>
                  </a:lnTo>
                  <a:lnTo>
                    <a:pt x="849059" y="793027"/>
                  </a:lnTo>
                  <a:lnTo>
                    <a:pt x="836930" y="771887"/>
                  </a:lnTo>
                  <a:lnTo>
                    <a:pt x="824801" y="751421"/>
                  </a:lnTo>
                  <a:lnTo>
                    <a:pt x="812671" y="731546"/>
                  </a:lnTo>
                  <a:lnTo>
                    <a:pt x="800542" y="712149"/>
                  </a:lnTo>
                  <a:lnTo>
                    <a:pt x="788412" y="693099"/>
                  </a:lnTo>
                  <a:lnTo>
                    <a:pt x="776283" y="674263"/>
                  </a:lnTo>
                  <a:lnTo>
                    <a:pt x="764153" y="655528"/>
                  </a:lnTo>
                  <a:lnTo>
                    <a:pt x="752024" y="636822"/>
                  </a:lnTo>
                  <a:lnTo>
                    <a:pt x="739895" y="618188"/>
                  </a:lnTo>
                  <a:lnTo>
                    <a:pt x="727765" y="599764"/>
                  </a:lnTo>
                  <a:lnTo>
                    <a:pt x="715636" y="581635"/>
                  </a:lnTo>
                  <a:lnTo>
                    <a:pt x="703506" y="563795"/>
                  </a:lnTo>
                  <a:lnTo>
                    <a:pt x="691377" y="546148"/>
                  </a:lnTo>
                  <a:lnTo>
                    <a:pt x="679247" y="528547"/>
                  </a:lnTo>
                  <a:lnTo>
                    <a:pt x="667118" y="510896"/>
                  </a:lnTo>
                  <a:lnTo>
                    <a:pt x="654989" y="493334"/>
                  </a:lnTo>
                  <a:lnTo>
                    <a:pt x="642859" y="476076"/>
                  </a:lnTo>
                  <a:lnTo>
                    <a:pt x="630730" y="459248"/>
                  </a:lnTo>
                  <a:lnTo>
                    <a:pt x="618600" y="442856"/>
                  </a:lnTo>
                  <a:lnTo>
                    <a:pt x="606471" y="426812"/>
                  </a:lnTo>
                  <a:lnTo>
                    <a:pt x="594341" y="411084"/>
                  </a:lnTo>
                  <a:lnTo>
                    <a:pt x="582212" y="395834"/>
                  </a:lnTo>
                  <a:lnTo>
                    <a:pt x="570083" y="381220"/>
                  </a:lnTo>
                  <a:lnTo>
                    <a:pt x="557953" y="367270"/>
                  </a:lnTo>
                  <a:lnTo>
                    <a:pt x="545824" y="353884"/>
                  </a:lnTo>
                  <a:lnTo>
                    <a:pt x="533694" y="340958"/>
                  </a:lnTo>
                  <a:lnTo>
                    <a:pt x="521565" y="328589"/>
                  </a:lnTo>
                  <a:lnTo>
                    <a:pt x="509435" y="316887"/>
                  </a:lnTo>
                  <a:lnTo>
                    <a:pt x="497306" y="305801"/>
                  </a:lnTo>
                  <a:lnTo>
                    <a:pt x="485177" y="295152"/>
                  </a:lnTo>
                  <a:lnTo>
                    <a:pt x="473047" y="284895"/>
                  </a:lnTo>
                  <a:lnTo>
                    <a:pt x="460918" y="275219"/>
                  </a:lnTo>
                  <a:lnTo>
                    <a:pt x="448788" y="266229"/>
                  </a:lnTo>
                  <a:lnTo>
                    <a:pt x="436659" y="257862"/>
                  </a:lnTo>
                  <a:lnTo>
                    <a:pt x="424529" y="250015"/>
                  </a:lnTo>
                  <a:lnTo>
                    <a:pt x="412400" y="242839"/>
                  </a:lnTo>
                  <a:lnTo>
                    <a:pt x="400271" y="236560"/>
                  </a:lnTo>
                  <a:lnTo>
                    <a:pt x="388141" y="231303"/>
                  </a:lnTo>
                  <a:lnTo>
                    <a:pt x="376012" y="227053"/>
                  </a:lnTo>
                  <a:lnTo>
                    <a:pt x="363882" y="223730"/>
                  </a:lnTo>
                  <a:lnTo>
                    <a:pt x="351753" y="221344"/>
                  </a:lnTo>
                  <a:lnTo>
                    <a:pt x="339623" y="220015"/>
                  </a:lnTo>
                  <a:lnTo>
                    <a:pt x="327494" y="219813"/>
                  </a:lnTo>
                  <a:lnTo>
                    <a:pt x="315365" y="220681"/>
                  </a:lnTo>
                  <a:lnTo>
                    <a:pt x="303235" y="222421"/>
                  </a:lnTo>
                  <a:lnTo>
                    <a:pt x="291106" y="224826"/>
                  </a:lnTo>
                  <a:lnTo>
                    <a:pt x="278976" y="227801"/>
                  </a:lnTo>
                  <a:lnTo>
                    <a:pt x="266847" y="231310"/>
                  </a:lnTo>
                  <a:lnTo>
                    <a:pt x="254717" y="235359"/>
                  </a:lnTo>
                  <a:lnTo>
                    <a:pt x="242588" y="239982"/>
                  </a:lnTo>
                  <a:lnTo>
                    <a:pt x="230459" y="245231"/>
                  </a:lnTo>
                  <a:lnTo>
                    <a:pt x="218329" y="251164"/>
                  </a:lnTo>
                  <a:lnTo>
                    <a:pt x="206200" y="257840"/>
                  </a:lnTo>
                  <a:lnTo>
                    <a:pt x="194070" y="265313"/>
                  </a:lnTo>
                  <a:lnTo>
                    <a:pt x="181941" y="273625"/>
                  </a:lnTo>
                  <a:lnTo>
                    <a:pt x="169811" y="282802"/>
                  </a:lnTo>
                  <a:lnTo>
                    <a:pt x="157682" y="292856"/>
                  </a:lnTo>
                  <a:lnTo>
                    <a:pt x="145553" y="303781"/>
                  </a:lnTo>
                  <a:lnTo>
                    <a:pt x="133423" y="315558"/>
                  </a:lnTo>
                  <a:lnTo>
                    <a:pt x="121294" y="328153"/>
                  </a:lnTo>
                  <a:lnTo>
                    <a:pt x="109164" y="341524"/>
                  </a:lnTo>
                  <a:lnTo>
                    <a:pt x="97035" y="355618"/>
                  </a:lnTo>
                  <a:lnTo>
                    <a:pt x="84905" y="370378"/>
                  </a:lnTo>
                  <a:lnTo>
                    <a:pt x="72776" y="385741"/>
                  </a:lnTo>
                  <a:lnTo>
                    <a:pt x="60647" y="401643"/>
                  </a:lnTo>
                  <a:lnTo>
                    <a:pt x="48517" y="418017"/>
                  </a:lnTo>
                  <a:lnTo>
                    <a:pt x="36388" y="434796"/>
                  </a:lnTo>
                  <a:lnTo>
                    <a:pt x="24258" y="451912"/>
                  </a:lnTo>
                  <a:lnTo>
                    <a:pt x="12129" y="469297"/>
                  </a:lnTo>
                  <a:lnTo>
                    <a:pt x="0" y="486884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9516075" y="6606057"/>
              <a:ext cx="958224" cy="646800"/>
            </a:xfrm>
            <a:custGeom>
              <a:avLst/>
              <a:pathLst>
                <a:path w="958224" h="646800">
                  <a:moveTo>
                    <a:pt x="0" y="0"/>
                  </a:moveTo>
                  <a:lnTo>
                    <a:pt x="12129" y="6427"/>
                  </a:lnTo>
                  <a:lnTo>
                    <a:pt x="24258" y="12691"/>
                  </a:lnTo>
                  <a:lnTo>
                    <a:pt x="36388" y="18766"/>
                  </a:lnTo>
                  <a:lnTo>
                    <a:pt x="48517" y="24622"/>
                  </a:lnTo>
                  <a:lnTo>
                    <a:pt x="60647" y="30230"/>
                  </a:lnTo>
                  <a:lnTo>
                    <a:pt x="72776" y="35564"/>
                  </a:lnTo>
                  <a:lnTo>
                    <a:pt x="84905" y="40595"/>
                  </a:lnTo>
                  <a:lnTo>
                    <a:pt x="97035" y="45299"/>
                  </a:lnTo>
                  <a:lnTo>
                    <a:pt x="109164" y="49652"/>
                  </a:lnTo>
                  <a:lnTo>
                    <a:pt x="121294" y="53637"/>
                  </a:lnTo>
                  <a:lnTo>
                    <a:pt x="133423" y="57240"/>
                  </a:lnTo>
                  <a:lnTo>
                    <a:pt x="145553" y="60459"/>
                  </a:lnTo>
                  <a:lnTo>
                    <a:pt x="157682" y="63299"/>
                  </a:lnTo>
                  <a:lnTo>
                    <a:pt x="169811" y="65779"/>
                  </a:lnTo>
                  <a:lnTo>
                    <a:pt x="181941" y="67935"/>
                  </a:lnTo>
                  <a:lnTo>
                    <a:pt x="194070" y="69816"/>
                  </a:lnTo>
                  <a:lnTo>
                    <a:pt x="206200" y="71489"/>
                  </a:lnTo>
                  <a:lnTo>
                    <a:pt x="218329" y="73036"/>
                  </a:lnTo>
                  <a:lnTo>
                    <a:pt x="230459" y="74548"/>
                  </a:lnTo>
                  <a:lnTo>
                    <a:pt x="242588" y="76125"/>
                  </a:lnTo>
                  <a:lnTo>
                    <a:pt x="254717" y="77865"/>
                  </a:lnTo>
                  <a:lnTo>
                    <a:pt x="266847" y="79859"/>
                  </a:lnTo>
                  <a:lnTo>
                    <a:pt x="278976" y="82179"/>
                  </a:lnTo>
                  <a:lnTo>
                    <a:pt x="291106" y="84871"/>
                  </a:lnTo>
                  <a:lnTo>
                    <a:pt x="303235" y="87939"/>
                  </a:lnTo>
                  <a:lnTo>
                    <a:pt x="315365" y="91332"/>
                  </a:lnTo>
                  <a:lnTo>
                    <a:pt x="327494" y="94951"/>
                  </a:lnTo>
                  <a:lnTo>
                    <a:pt x="339623" y="98768"/>
                  </a:lnTo>
                  <a:lnTo>
                    <a:pt x="351753" y="102893"/>
                  </a:lnTo>
                  <a:lnTo>
                    <a:pt x="363882" y="107566"/>
                  </a:lnTo>
                  <a:lnTo>
                    <a:pt x="376012" y="113069"/>
                  </a:lnTo>
                  <a:lnTo>
                    <a:pt x="388141" y="119437"/>
                  </a:lnTo>
                  <a:lnTo>
                    <a:pt x="400271" y="126461"/>
                  </a:lnTo>
                  <a:lnTo>
                    <a:pt x="412400" y="133996"/>
                  </a:lnTo>
                  <a:lnTo>
                    <a:pt x="424529" y="142032"/>
                  </a:lnTo>
                  <a:lnTo>
                    <a:pt x="436659" y="150663"/>
                  </a:lnTo>
                  <a:lnTo>
                    <a:pt x="448788" y="159921"/>
                  </a:lnTo>
                  <a:lnTo>
                    <a:pt x="460918" y="169631"/>
                  </a:lnTo>
                  <a:lnTo>
                    <a:pt x="473047" y="179671"/>
                  </a:lnTo>
                  <a:lnTo>
                    <a:pt x="485177" y="190081"/>
                  </a:lnTo>
                  <a:lnTo>
                    <a:pt x="497306" y="200993"/>
                  </a:lnTo>
                  <a:lnTo>
                    <a:pt x="509435" y="212362"/>
                  </a:lnTo>
                  <a:lnTo>
                    <a:pt x="521565" y="224044"/>
                  </a:lnTo>
                  <a:lnTo>
                    <a:pt x="533694" y="236024"/>
                  </a:lnTo>
                  <a:lnTo>
                    <a:pt x="545824" y="248450"/>
                  </a:lnTo>
                  <a:lnTo>
                    <a:pt x="557953" y="261439"/>
                  </a:lnTo>
                  <a:lnTo>
                    <a:pt x="570083" y="274863"/>
                  </a:lnTo>
                  <a:lnTo>
                    <a:pt x="582212" y="288589"/>
                  </a:lnTo>
                  <a:lnTo>
                    <a:pt x="594341" y="302613"/>
                  </a:lnTo>
                  <a:lnTo>
                    <a:pt x="606471" y="317062"/>
                  </a:lnTo>
                  <a:lnTo>
                    <a:pt x="618600" y="332052"/>
                  </a:lnTo>
                  <a:lnTo>
                    <a:pt x="630730" y="347433"/>
                  </a:lnTo>
                  <a:lnTo>
                    <a:pt x="642859" y="362984"/>
                  </a:lnTo>
                  <a:lnTo>
                    <a:pt x="654989" y="378571"/>
                  </a:lnTo>
                  <a:lnTo>
                    <a:pt x="667118" y="394184"/>
                  </a:lnTo>
                  <a:lnTo>
                    <a:pt x="679247" y="409902"/>
                  </a:lnTo>
                  <a:lnTo>
                    <a:pt x="691377" y="425749"/>
                  </a:lnTo>
                  <a:lnTo>
                    <a:pt x="703506" y="441555"/>
                  </a:lnTo>
                  <a:lnTo>
                    <a:pt x="715636" y="457107"/>
                  </a:lnTo>
                  <a:lnTo>
                    <a:pt x="727765" y="472245"/>
                  </a:lnTo>
                  <a:lnTo>
                    <a:pt x="739895" y="486895"/>
                  </a:lnTo>
                  <a:lnTo>
                    <a:pt x="752024" y="501078"/>
                  </a:lnTo>
                  <a:lnTo>
                    <a:pt x="764153" y="514871"/>
                  </a:lnTo>
                  <a:lnTo>
                    <a:pt x="776283" y="528304"/>
                  </a:lnTo>
                  <a:lnTo>
                    <a:pt x="788412" y="541328"/>
                  </a:lnTo>
                  <a:lnTo>
                    <a:pt x="800542" y="553848"/>
                  </a:lnTo>
                  <a:lnTo>
                    <a:pt x="812671" y="565753"/>
                  </a:lnTo>
                  <a:lnTo>
                    <a:pt x="824801" y="576932"/>
                  </a:lnTo>
                  <a:lnTo>
                    <a:pt x="836930" y="587294"/>
                  </a:lnTo>
                  <a:lnTo>
                    <a:pt x="849059" y="596776"/>
                  </a:lnTo>
                  <a:lnTo>
                    <a:pt x="861189" y="605350"/>
                  </a:lnTo>
                  <a:lnTo>
                    <a:pt x="873318" y="613021"/>
                  </a:lnTo>
                  <a:lnTo>
                    <a:pt x="885448" y="619828"/>
                  </a:lnTo>
                  <a:lnTo>
                    <a:pt x="897577" y="625829"/>
                  </a:lnTo>
                  <a:lnTo>
                    <a:pt x="909706" y="631102"/>
                  </a:lnTo>
                  <a:lnTo>
                    <a:pt x="921836" y="635738"/>
                  </a:lnTo>
                  <a:lnTo>
                    <a:pt x="933965" y="639833"/>
                  </a:lnTo>
                  <a:lnTo>
                    <a:pt x="946095" y="643486"/>
                  </a:lnTo>
                  <a:lnTo>
                    <a:pt x="958224" y="6468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9516075" y="6825871"/>
              <a:ext cx="958224" cy="792899"/>
            </a:xfrm>
            <a:custGeom>
              <a:avLst/>
              <a:pathLst>
                <a:path w="958224" h="792899">
                  <a:moveTo>
                    <a:pt x="958224" y="792899"/>
                  </a:moveTo>
                  <a:lnTo>
                    <a:pt x="946095" y="766520"/>
                  </a:lnTo>
                  <a:lnTo>
                    <a:pt x="933965" y="740461"/>
                  </a:lnTo>
                  <a:lnTo>
                    <a:pt x="921836" y="714800"/>
                  </a:lnTo>
                  <a:lnTo>
                    <a:pt x="909706" y="689620"/>
                  </a:lnTo>
                  <a:lnTo>
                    <a:pt x="897577" y="664994"/>
                  </a:lnTo>
                  <a:lnTo>
                    <a:pt x="885448" y="640993"/>
                  </a:lnTo>
                  <a:lnTo>
                    <a:pt x="873318" y="617673"/>
                  </a:lnTo>
                  <a:lnTo>
                    <a:pt x="861189" y="595074"/>
                  </a:lnTo>
                  <a:lnTo>
                    <a:pt x="849059" y="573213"/>
                  </a:lnTo>
                  <a:lnTo>
                    <a:pt x="836930" y="552073"/>
                  </a:lnTo>
                  <a:lnTo>
                    <a:pt x="824801" y="531607"/>
                  </a:lnTo>
                  <a:lnTo>
                    <a:pt x="812671" y="511732"/>
                  </a:lnTo>
                  <a:lnTo>
                    <a:pt x="800542" y="492335"/>
                  </a:lnTo>
                  <a:lnTo>
                    <a:pt x="788412" y="473285"/>
                  </a:lnTo>
                  <a:lnTo>
                    <a:pt x="776283" y="454449"/>
                  </a:lnTo>
                  <a:lnTo>
                    <a:pt x="764153" y="435714"/>
                  </a:lnTo>
                  <a:lnTo>
                    <a:pt x="752024" y="417008"/>
                  </a:lnTo>
                  <a:lnTo>
                    <a:pt x="739895" y="398374"/>
                  </a:lnTo>
                  <a:lnTo>
                    <a:pt x="727765" y="379950"/>
                  </a:lnTo>
                  <a:lnTo>
                    <a:pt x="715636" y="361821"/>
                  </a:lnTo>
                  <a:lnTo>
                    <a:pt x="703506" y="343981"/>
                  </a:lnTo>
                  <a:lnTo>
                    <a:pt x="691377" y="326334"/>
                  </a:lnTo>
                  <a:lnTo>
                    <a:pt x="679247" y="308733"/>
                  </a:lnTo>
                  <a:lnTo>
                    <a:pt x="667118" y="291082"/>
                  </a:lnTo>
                  <a:lnTo>
                    <a:pt x="654989" y="273520"/>
                  </a:lnTo>
                  <a:lnTo>
                    <a:pt x="642859" y="256262"/>
                  </a:lnTo>
                  <a:lnTo>
                    <a:pt x="630730" y="239434"/>
                  </a:lnTo>
                  <a:lnTo>
                    <a:pt x="618600" y="223042"/>
                  </a:lnTo>
                  <a:lnTo>
                    <a:pt x="606471" y="206998"/>
                  </a:lnTo>
                  <a:lnTo>
                    <a:pt x="594341" y="191270"/>
                  </a:lnTo>
                  <a:lnTo>
                    <a:pt x="582212" y="176020"/>
                  </a:lnTo>
                  <a:lnTo>
                    <a:pt x="570083" y="161406"/>
                  </a:lnTo>
                  <a:lnTo>
                    <a:pt x="557953" y="147456"/>
                  </a:lnTo>
                  <a:lnTo>
                    <a:pt x="545824" y="134070"/>
                  </a:lnTo>
                  <a:lnTo>
                    <a:pt x="533694" y="121144"/>
                  </a:lnTo>
                  <a:lnTo>
                    <a:pt x="521565" y="108775"/>
                  </a:lnTo>
                  <a:lnTo>
                    <a:pt x="509435" y="97073"/>
                  </a:lnTo>
                  <a:lnTo>
                    <a:pt x="497306" y="85987"/>
                  </a:lnTo>
                  <a:lnTo>
                    <a:pt x="485177" y="75338"/>
                  </a:lnTo>
                  <a:lnTo>
                    <a:pt x="473047" y="65081"/>
                  </a:lnTo>
                  <a:lnTo>
                    <a:pt x="460918" y="55405"/>
                  </a:lnTo>
                  <a:lnTo>
                    <a:pt x="448788" y="46415"/>
                  </a:lnTo>
                  <a:lnTo>
                    <a:pt x="436659" y="38048"/>
                  </a:lnTo>
                  <a:lnTo>
                    <a:pt x="424529" y="30201"/>
                  </a:lnTo>
                  <a:lnTo>
                    <a:pt x="412400" y="23025"/>
                  </a:lnTo>
                  <a:lnTo>
                    <a:pt x="400271" y="16746"/>
                  </a:lnTo>
                  <a:lnTo>
                    <a:pt x="388141" y="11489"/>
                  </a:lnTo>
                  <a:lnTo>
                    <a:pt x="376012" y="7239"/>
                  </a:lnTo>
                  <a:lnTo>
                    <a:pt x="363882" y="3916"/>
                  </a:lnTo>
                  <a:lnTo>
                    <a:pt x="351753" y="1530"/>
                  </a:lnTo>
                  <a:lnTo>
                    <a:pt x="339623" y="201"/>
                  </a:lnTo>
                  <a:lnTo>
                    <a:pt x="327494" y="0"/>
                  </a:lnTo>
                  <a:lnTo>
                    <a:pt x="315365" y="867"/>
                  </a:lnTo>
                  <a:lnTo>
                    <a:pt x="303235" y="2607"/>
                  </a:lnTo>
                  <a:lnTo>
                    <a:pt x="291106" y="5012"/>
                  </a:lnTo>
                  <a:lnTo>
                    <a:pt x="278976" y="7987"/>
                  </a:lnTo>
                  <a:lnTo>
                    <a:pt x="266847" y="11496"/>
                  </a:lnTo>
                  <a:lnTo>
                    <a:pt x="254717" y="15545"/>
                  </a:lnTo>
                  <a:lnTo>
                    <a:pt x="242588" y="20168"/>
                  </a:lnTo>
                  <a:lnTo>
                    <a:pt x="230459" y="25417"/>
                  </a:lnTo>
                  <a:lnTo>
                    <a:pt x="218329" y="31350"/>
                  </a:lnTo>
                  <a:lnTo>
                    <a:pt x="206200" y="38026"/>
                  </a:lnTo>
                  <a:lnTo>
                    <a:pt x="194070" y="45499"/>
                  </a:lnTo>
                  <a:lnTo>
                    <a:pt x="181941" y="53811"/>
                  </a:lnTo>
                  <a:lnTo>
                    <a:pt x="169811" y="62988"/>
                  </a:lnTo>
                  <a:lnTo>
                    <a:pt x="157682" y="73042"/>
                  </a:lnTo>
                  <a:lnTo>
                    <a:pt x="145553" y="83967"/>
                  </a:lnTo>
                  <a:lnTo>
                    <a:pt x="133423" y="95744"/>
                  </a:lnTo>
                  <a:lnTo>
                    <a:pt x="121294" y="108339"/>
                  </a:lnTo>
                  <a:lnTo>
                    <a:pt x="109164" y="121710"/>
                  </a:lnTo>
                  <a:lnTo>
                    <a:pt x="97035" y="135804"/>
                  </a:lnTo>
                  <a:lnTo>
                    <a:pt x="84905" y="150564"/>
                  </a:lnTo>
                  <a:lnTo>
                    <a:pt x="72776" y="165927"/>
                  </a:lnTo>
                  <a:lnTo>
                    <a:pt x="60647" y="181829"/>
                  </a:lnTo>
                  <a:lnTo>
                    <a:pt x="48517" y="198203"/>
                  </a:lnTo>
                  <a:lnTo>
                    <a:pt x="36388" y="214982"/>
                  </a:lnTo>
                  <a:lnTo>
                    <a:pt x="24258" y="232098"/>
                  </a:lnTo>
                  <a:lnTo>
                    <a:pt x="12129" y="249483"/>
                  </a:lnTo>
                  <a:lnTo>
                    <a:pt x="0" y="2670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9516075" y="6760906"/>
              <a:ext cx="958224" cy="674908"/>
            </a:xfrm>
            <a:custGeom>
              <a:avLst/>
              <a:pathLst>
                <a:path w="958224" h="674908">
                  <a:moveTo>
                    <a:pt x="0" y="88593"/>
                  </a:moveTo>
                  <a:lnTo>
                    <a:pt x="12129" y="83013"/>
                  </a:lnTo>
                  <a:lnTo>
                    <a:pt x="24258" y="77453"/>
                  </a:lnTo>
                  <a:lnTo>
                    <a:pt x="36388" y="71932"/>
                  </a:lnTo>
                  <a:lnTo>
                    <a:pt x="48517" y="66471"/>
                  </a:lnTo>
                  <a:lnTo>
                    <a:pt x="60647" y="61088"/>
                  </a:lnTo>
                  <a:lnTo>
                    <a:pt x="72776" y="55804"/>
                  </a:lnTo>
                  <a:lnTo>
                    <a:pt x="84905" y="50638"/>
                  </a:lnTo>
                  <a:lnTo>
                    <a:pt x="97035" y="45610"/>
                  </a:lnTo>
                  <a:lnTo>
                    <a:pt x="109164" y="40739"/>
                  </a:lnTo>
                  <a:lnTo>
                    <a:pt x="121294" y="36046"/>
                  </a:lnTo>
                  <a:lnTo>
                    <a:pt x="133423" y="31550"/>
                  </a:lnTo>
                  <a:lnTo>
                    <a:pt x="145553" y="27271"/>
                  </a:lnTo>
                  <a:lnTo>
                    <a:pt x="157682" y="23228"/>
                  </a:lnTo>
                  <a:lnTo>
                    <a:pt x="169811" y="19442"/>
                  </a:lnTo>
                  <a:lnTo>
                    <a:pt x="181941" y="15931"/>
                  </a:lnTo>
                  <a:lnTo>
                    <a:pt x="194070" y="12716"/>
                  </a:lnTo>
                  <a:lnTo>
                    <a:pt x="206200" y="9816"/>
                  </a:lnTo>
                  <a:lnTo>
                    <a:pt x="218329" y="7251"/>
                  </a:lnTo>
                  <a:lnTo>
                    <a:pt x="230459" y="5041"/>
                  </a:lnTo>
                  <a:lnTo>
                    <a:pt x="242588" y="3205"/>
                  </a:lnTo>
                  <a:lnTo>
                    <a:pt x="254717" y="1763"/>
                  </a:lnTo>
                  <a:lnTo>
                    <a:pt x="266847" y="735"/>
                  </a:lnTo>
                  <a:lnTo>
                    <a:pt x="278976" y="141"/>
                  </a:lnTo>
                  <a:lnTo>
                    <a:pt x="291106" y="0"/>
                  </a:lnTo>
                  <a:lnTo>
                    <a:pt x="303235" y="331"/>
                  </a:lnTo>
                  <a:lnTo>
                    <a:pt x="315365" y="1158"/>
                  </a:lnTo>
                  <a:lnTo>
                    <a:pt x="327494" y="2533"/>
                  </a:lnTo>
                  <a:lnTo>
                    <a:pt x="339623" y="4543"/>
                  </a:lnTo>
                  <a:lnTo>
                    <a:pt x="351753" y="7270"/>
                  </a:lnTo>
                  <a:lnTo>
                    <a:pt x="363882" y="10799"/>
                  </a:lnTo>
                  <a:lnTo>
                    <a:pt x="376012" y="15212"/>
                  </a:lnTo>
                  <a:lnTo>
                    <a:pt x="388141" y="20521"/>
                  </a:lnTo>
                  <a:lnTo>
                    <a:pt x="400271" y="26662"/>
                  </a:lnTo>
                  <a:lnTo>
                    <a:pt x="412400" y="33569"/>
                  </a:lnTo>
                  <a:lnTo>
                    <a:pt x="424529" y="41175"/>
                  </a:lnTo>
                  <a:lnTo>
                    <a:pt x="436659" y="49413"/>
                  </a:lnTo>
                  <a:lnTo>
                    <a:pt x="448788" y="58226"/>
                  </a:lnTo>
                  <a:lnTo>
                    <a:pt x="460918" y="67576"/>
                  </a:lnTo>
                  <a:lnTo>
                    <a:pt x="473047" y="77434"/>
                  </a:lnTo>
                  <a:lnTo>
                    <a:pt x="485177" y="87768"/>
                  </a:lnTo>
                  <a:lnTo>
                    <a:pt x="497306" y="98548"/>
                  </a:lnTo>
                  <a:lnTo>
                    <a:pt x="509435" y="109775"/>
                  </a:lnTo>
                  <a:lnTo>
                    <a:pt x="521565" y="121467"/>
                  </a:lnTo>
                  <a:lnTo>
                    <a:pt x="533694" y="133642"/>
                  </a:lnTo>
                  <a:lnTo>
                    <a:pt x="545824" y="146318"/>
                  </a:lnTo>
                  <a:lnTo>
                    <a:pt x="557953" y="159506"/>
                  </a:lnTo>
                  <a:lnTo>
                    <a:pt x="570083" y="173192"/>
                  </a:lnTo>
                  <a:lnTo>
                    <a:pt x="582212" y="187362"/>
                  </a:lnTo>
                  <a:lnTo>
                    <a:pt x="594341" y="201999"/>
                  </a:lnTo>
                  <a:lnTo>
                    <a:pt x="606471" y="217088"/>
                  </a:lnTo>
                  <a:lnTo>
                    <a:pt x="618600" y="232605"/>
                  </a:lnTo>
                  <a:lnTo>
                    <a:pt x="630730" y="248492"/>
                  </a:lnTo>
                  <a:lnTo>
                    <a:pt x="642859" y="264681"/>
                  </a:lnTo>
                  <a:lnTo>
                    <a:pt x="654989" y="281103"/>
                  </a:lnTo>
                  <a:lnTo>
                    <a:pt x="667118" y="297691"/>
                  </a:lnTo>
                  <a:lnTo>
                    <a:pt x="679247" y="314376"/>
                  </a:lnTo>
                  <a:lnTo>
                    <a:pt x="691377" y="331100"/>
                  </a:lnTo>
                  <a:lnTo>
                    <a:pt x="703506" y="347826"/>
                  </a:lnTo>
                  <a:lnTo>
                    <a:pt x="715636" y="364522"/>
                  </a:lnTo>
                  <a:lnTo>
                    <a:pt x="727765" y="381155"/>
                  </a:lnTo>
                  <a:lnTo>
                    <a:pt x="739895" y="397693"/>
                  </a:lnTo>
                  <a:lnTo>
                    <a:pt x="752024" y="414101"/>
                  </a:lnTo>
                  <a:lnTo>
                    <a:pt x="764153" y="430350"/>
                  </a:lnTo>
                  <a:lnTo>
                    <a:pt x="776283" y="446435"/>
                  </a:lnTo>
                  <a:lnTo>
                    <a:pt x="788412" y="462364"/>
                  </a:lnTo>
                  <a:lnTo>
                    <a:pt x="800542" y="478149"/>
                  </a:lnTo>
                  <a:lnTo>
                    <a:pt x="812671" y="493800"/>
                  </a:lnTo>
                  <a:lnTo>
                    <a:pt x="824801" y="509328"/>
                  </a:lnTo>
                  <a:lnTo>
                    <a:pt x="836930" y="524742"/>
                  </a:lnTo>
                  <a:lnTo>
                    <a:pt x="849059" y="540052"/>
                  </a:lnTo>
                  <a:lnTo>
                    <a:pt x="861189" y="555270"/>
                  </a:lnTo>
                  <a:lnTo>
                    <a:pt x="873318" y="570405"/>
                  </a:lnTo>
                  <a:lnTo>
                    <a:pt x="885448" y="585468"/>
                  </a:lnTo>
                  <a:lnTo>
                    <a:pt x="897577" y="600469"/>
                  </a:lnTo>
                  <a:lnTo>
                    <a:pt x="909706" y="615419"/>
                  </a:lnTo>
                  <a:lnTo>
                    <a:pt x="921836" y="630327"/>
                  </a:lnTo>
                  <a:lnTo>
                    <a:pt x="933965" y="645205"/>
                  </a:lnTo>
                  <a:lnTo>
                    <a:pt x="946095" y="660061"/>
                  </a:lnTo>
                  <a:lnTo>
                    <a:pt x="958224" y="674908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1000492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88" name="rc1688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tx1689"/>
            <p:cNvSpPr/>
            <p:nvPr/>
          </p:nvSpPr>
          <p:spPr>
            <a:xfrm>
              <a:off x="9306161" y="795492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690" name="tx1690"/>
            <p:cNvSpPr/>
            <p:nvPr/>
          </p:nvSpPr>
          <p:spPr>
            <a:xfrm>
              <a:off x="9343378" y="697574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91" name="tx1691"/>
            <p:cNvSpPr/>
            <p:nvPr/>
          </p:nvSpPr>
          <p:spPr>
            <a:xfrm>
              <a:off x="9343378" y="599929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692" name="pl1692"/>
            <p:cNvSpPr/>
            <p:nvPr/>
          </p:nvSpPr>
          <p:spPr>
            <a:xfrm>
              <a:off x="9433369" y="79952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9433369" y="70174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9433369" y="60396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957935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977191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9964471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10157027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1034958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tx1700"/>
            <p:cNvSpPr/>
            <p:nvPr/>
          </p:nvSpPr>
          <p:spPr>
            <a:xfrm>
              <a:off x="9529671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701" name="tx1701"/>
            <p:cNvSpPr/>
            <p:nvPr/>
          </p:nvSpPr>
          <p:spPr>
            <a:xfrm>
              <a:off x="9722228" y="86590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702" name="tx1702"/>
            <p:cNvSpPr/>
            <p:nvPr/>
          </p:nvSpPr>
          <p:spPr>
            <a:xfrm>
              <a:off x="9933393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03" name="tx1703"/>
            <p:cNvSpPr/>
            <p:nvPr/>
          </p:nvSpPr>
          <p:spPr>
            <a:xfrm>
              <a:off x="10125950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704" name="tx1704"/>
            <p:cNvSpPr/>
            <p:nvPr/>
          </p:nvSpPr>
          <p:spPr>
            <a:xfrm>
              <a:off x="10318506" y="86590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05" name="tx1705"/>
            <p:cNvSpPr/>
            <p:nvPr/>
          </p:nvSpPr>
          <p:spPr>
            <a:xfrm>
              <a:off x="9238126" y="8779049"/>
              <a:ext cx="1514121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AlamarCSF_pTau217_Z</a:t>
              </a:r>
            </a:p>
          </p:txBody>
        </p:sp>
        <p:sp>
          <p:nvSpPr>
            <p:cNvPr id="1706" name="tx1706"/>
            <p:cNvSpPr/>
            <p:nvPr/>
          </p:nvSpPr>
          <p:spPr>
            <a:xfrm rot="-5400000">
              <a:off x="8334148" y="6942997"/>
              <a:ext cx="1677013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RofC_AlamarCSFpT217_Z</a:t>
              </a:r>
            </a:p>
          </p:txBody>
        </p:sp>
        <p:sp>
          <p:nvSpPr>
            <p:cNvPr id="1707" name="rc1707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rc1708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10992163" y="660097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10992163" y="638497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10992163" y="616896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10992163" y="595295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10992163" y="573695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10992163" y="552094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1120998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11549818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1188964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10992163" y="670897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10992163" y="649297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10992163" y="627696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10992163" y="606096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10992163" y="584495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10992163" y="5628948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110400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11379904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1171973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11015249" y="6015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11237022" y="6322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11633086" y="6186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11015249" y="6047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11093357" y="5993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11153042" y="5791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11293815" y="576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11015249" y="6021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11150531" y="5797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11015249" y="5983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11146452" y="6018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11240687" y="6085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11427140" y="5831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11580203" y="5833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11015249" y="610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11158751" y="597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11223738" y="5904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11015249" y="6219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11358120" y="5941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11015249" y="6029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11179856" y="5958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11356818" y="6178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11491074" y="5543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11015249" y="6001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11505161" y="5990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11634203" y="5981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11770693" y="5773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11015249" y="6112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11154532" y="6078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11292698" y="5992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11015249" y="6070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11226036" y="5922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11015249" y="6155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11223615" y="6039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11355226" y="6117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11490637" y="5971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11706451" y="5936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11825066" y="5898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11015249" y="6163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11163983" y="6029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11015249" y="5953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11015249" y="5994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11383466" y="5976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11708921" y="6164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11015249" y="595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11224070" y="5968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11358139" y="5943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11627396" y="6236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11015249" y="6097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11355242" y="6037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11490801" y="589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11015249" y="625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11146885" y="6234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11015249" y="6079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11084005" y="6170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11361363" y="6287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11496922" y="6197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11666185" y="6097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11015249" y="6086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11094988" y="6095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11167566" y="6055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11236650" y="6051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11015249" y="6048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11156100" y="5919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11015249" y="6009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11100650" y="5860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11163470" y="5944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11015249" y="611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11015249" y="6273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11295119" y="5922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11015249" y="6138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11155684" y="5971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11015249" y="6139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11162539" y="6070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11015249" y="606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11331712" y="5986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11015249" y="6163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11107608" y="6105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11015249" y="6494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11161963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11015249" y="617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11153204" y="6102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11015249" y="5972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11088242" y="6042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11015249" y="5990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11083257" y="6000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11153228" y="6001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11356420" y="5970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11421554" y="5899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11485423" y="5858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11558416" y="5891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11626055" y="5726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11700307" y="5828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11765479" y="5884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11015249" y="6202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11151925" y="6387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11303097" y="6410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11435519" y="6297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11015249" y="5981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11447701" y="5714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11015249" y="5997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11099973" y="5960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11219705" y="5770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11163497" y="6170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11294933" y="6233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11430347" y="6022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11559720" y="5866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11015249" y="61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11015249" y="5941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11143359" y="5850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11297912" y="582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11015249" y="6028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11015249" y="5981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11497526" y="6010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11831955" y="5762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11015249" y="6147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11237953" y="6108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11015249" y="604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11084704" y="5925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11150622" y="6153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11286181" y="6022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11458050" y="5769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11163470" y="5942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11294188" y="5902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11435706" y="5841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11015249" y="5965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11158104" y="5867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11293629" y="5780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11015249" y="6098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11088209" y="6055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11015249" y="6070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11145465" y="5947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11219705" y="5900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11015249" y="6125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11179670" y="6114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11296795" y="613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11441106" y="5723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11015249" y="6006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11180601" y="5662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11015249" y="5937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11154160" y="5642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11015249" y="6143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11093338" y="5954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11153238" y="609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11295283" y="6050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11435529" y="5854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11165332" y="6263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11294374" y="6308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11428257" y="6056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11175479" y="5990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11405631" y="589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11015249" y="5938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11155194" y="5934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11015249" y="609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11108702" y="5992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11162423" y="5964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11291767" y="5991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11167579" y="6029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11287483" y="5926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11434787" y="6256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11015249" y="6091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11015249" y="6127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11097339" y="6067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11015249" y="6290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11094633" y="6105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11158442" y="6185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11015249" y="6068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11083959" y="602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11154267" y="609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11212815" y="5970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11288788" y="596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11015249" y="6028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11088428" y="604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11156061" y="6000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11146806" y="6217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11310881" y="6103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11015249" y="603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11086921" y="603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11161218" y="6052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11234188" y="6014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11015249" y="6143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11146849" y="6106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11326167" y="5829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11015249" y="6092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11151739" y="5737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11015249" y="6252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11163758" y="6130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11327807" y="5939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11441207" y="5820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11015249" y="6217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11155826" y="6269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11433275" y="6109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11015249" y="6454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11392748" y="6428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11015249" y="5985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11015249" y="6134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11223697" y="6126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11364284" y="5542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11490719" y="5588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11015249" y="6132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11287670" y="6195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11499575" y="6071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11015249" y="6163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11015249" y="617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11364083" y="6053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11502182" y="6106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11369229" y="6179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11500878" y="5999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11015249" y="5967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11219771" y="5989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11015249" y="5943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11075480" y="6001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11167839" y="5991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11371177" y="5785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11503944" y="5812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11015249" y="6361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11097366" y="6370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11233033" y="6276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11368112" y="5943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11015249" y="616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11288415" y="6082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11015249" y="6349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11152199" y="6521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11288783" y="635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11015249" y="6054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11155973" y="6006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11319650" y="5759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11015249" y="6102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11316533" y="5943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11015249" y="6109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11162353" y="5781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11015249" y="612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11169056" y="5832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11015249" y="6100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11152856" y="5969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11015249" y="6539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11154718" y="649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11287298" y="6177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11015249" y="6110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11015249" y="5956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11100718" y="5903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11015249" y="6128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11198941" y="612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11290091" y="6122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11425650" y="6054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11555809" y="5930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11015249" y="5995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11226694" y="5865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11015249" y="6132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11015249" y="6171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11153287" y="594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11292683" y="5998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11425523" y="5640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11355505" y="6259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11492313" y="6348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11696396" y="6071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11015249" y="636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11232739" y="6056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11015249" y="6161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11294001" y="6006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11438685" y="6000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11588023" y="5748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11015249" y="6046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11159560" y="599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11015249" y="6121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11169056" y="6042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11015249" y="6202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11090290" y="611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11150808" y="6115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11232181" y="6159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11297726" y="6075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11491767" y="5988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11622286" y="5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11705692" y="5905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11105145" y="6205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11015249" y="6158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11015249" y="633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11429374" y="6318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11015249" y="604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11146452" y="5898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11183208" y="6171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11443732" y="5942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11115056" y="6013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11015249" y="6182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11144477" y="601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11290464" y="6281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11425650" y="6246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11561209" y="5706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11015249" y="6227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11015249" y="6123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11221176" y="5978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11015249" y="6124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11159458" y="6065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11015249" y="6216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11178047" y="6101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11827486" y="6085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11015249" y="6043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11174102" y="593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11700865" y="6124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11836052" y="5840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11015249" y="594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11091809" y="5727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11161054" y="5977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11295283" y="6012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11476304" y="5800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11015249" y="6285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11488078" y="618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11015249" y="5944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11092050" y="5947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11015249" y="5942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11015249" y="6206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11140380" y="601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11165332" y="599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11363175" y="5881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11015249" y="6018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11256574" y="5898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11489706" y="6124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11186932" y="6087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11299215" y="5950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11433471" y="6056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11565865" y="5867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11696210" y="5865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11015249" y="640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11165146" y="6316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11323609" y="6142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11155851" y="615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11332979" y="5970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11438514" y="5860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11015249" y="6017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11015249" y="5995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11084153" y="5959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11151933" y="5904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11015249" y="6008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11198941" y="5990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11287484" y="6042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11438679" y="5808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11572754" y="616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11015249" y="6109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11151902" y="5889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11015249" y="6182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11015249" y="6161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11249684" y="5821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11015249" y="6061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11220449" y="5961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11628989" y="609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11015249" y="606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11099973" y="6109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11410195" y="6086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11355264" y="6214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11515418" y="6073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11638858" y="5939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11015249" y="605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11084217" y="6050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11151925" y="5998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11221008" y="6091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11015249" y="595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11015249" y="6011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11153671" y="590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11279663" y="5924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11015249" y="5957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11297539" y="580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11015249" y="6064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11163798" y="5779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11015249" y="6196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11376977" y="583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11015249" y="633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11159560" y="6278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11151809" y="6001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11293629" y="5881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11574989" y="5806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11356896" y="6150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11492456" y="6432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11630063" y="6255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11015249" y="6406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11162353" y="6437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11370719" y="599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11015249" y="5999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11230132" y="591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11040075" y="5816464"/>
              <a:ext cx="137793" cy="255780"/>
            </a:xfrm>
            <a:custGeom>
              <a:avLst/>
              <a:pathLst>
                <a:path w="137793" h="255780">
                  <a:moveTo>
                    <a:pt x="0" y="255780"/>
                  </a:moveTo>
                  <a:lnTo>
                    <a:pt x="78108" y="201501"/>
                  </a:lnTo>
                  <a:lnTo>
                    <a:pt x="1377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11040075" y="5822061"/>
              <a:ext cx="135282" cy="224522"/>
            </a:xfrm>
            <a:custGeom>
              <a:avLst/>
              <a:pathLst>
                <a:path w="135282" h="224522">
                  <a:moveTo>
                    <a:pt x="0" y="224522"/>
                  </a:moveTo>
                  <a:lnTo>
                    <a:pt x="135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11040075" y="6007828"/>
              <a:ext cx="131203" cy="35612"/>
            </a:xfrm>
            <a:custGeom>
              <a:avLst/>
              <a:pathLst>
                <a:path w="131203" h="35612">
                  <a:moveTo>
                    <a:pt x="0" y="0"/>
                  </a:moveTo>
                  <a:lnTo>
                    <a:pt x="131203" y="356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11265512" y="5856063"/>
              <a:ext cx="339516" cy="254496"/>
            </a:xfrm>
            <a:custGeom>
              <a:avLst/>
              <a:pathLst>
                <a:path w="339516" h="254496">
                  <a:moveTo>
                    <a:pt x="0" y="254496"/>
                  </a:moveTo>
                  <a:lnTo>
                    <a:pt x="186453" y="0"/>
                  </a:lnTo>
                  <a:lnTo>
                    <a:pt x="339516" y="214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11040075" y="5929125"/>
              <a:ext cx="208488" cy="202681"/>
            </a:xfrm>
            <a:custGeom>
              <a:avLst/>
              <a:pathLst>
                <a:path w="208488" h="202681">
                  <a:moveTo>
                    <a:pt x="0" y="202681"/>
                  </a:moveTo>
                  <a:lnTo>
                    <a:pt x="143502" y="73494"/>
                  </a:lnTo>
                  <a:lnTo>
                    <a:pt x="2084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11040075" y="5983096"/>
              <a:ext cx="164607" cy="71174"/>
            </a:xfrm>
            <a:custGeom>
              <a:avLst/>
              <a:pathLst>
                <a:path w="164607" h="71174">
                  <a:moveTo>
                    <a:pt x="0" y="71174"/>
                  </a:moveTo>
                  <a:lnTo>
                    <a:pt x="1646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11381644" y="5568349"/>
              <a:ext cx="134255" cy="634612"/>
            </a:xfrm>
            <a:custGeom>
              <a:avLst/>
              <a:pathLst>
                <a:path w="134255" h="634612">
                  <a:moveTo>
                    <a:pt x="0" y="634612"/>
                  </a:moveTo>
                  <a:lnTo>
                    <a:pt x="1342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11529987" y="5798248"/>
              <a:ext cx="265532" cy="217527"/>
            </a:xfrm>
            <a:custGeom>
              <a:avLst/>
              <a:pathLst>
                <a:path w="265532" h="217527">
                  <a:moveTo>
                    <a:pt x="0" y="217527"/>
                  </a:moveTo>
                  <a:lnTo>
                    <a:pt x="129041" y="208227"/>
                  </a:lnTo>
                  <a:lnTo>
                    <a:pt x="2655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11040075" y="6017292"/>
              <a:ext cx="277449" cy="120069"/>
            </a:xfrm>
            <a:custGeom>
              <a:avLst/>
              <a:pathLst>
                <a:path w="277449" h="120069">
                  <a:moveTo>
                    <a:pt x="0" y="120069"/>
                  </a:moveTo>
                  <a:lnTo>
                    <a:pt x="139283" y="86358"/>
                  </a:lnTo>
                  <a:lnTo>
                    <a:pt x="2774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11040075" y="5947508"/>
              <a:ext cx="210787" cy="147653"/>
            </a:xfrm>
            <a:custGeom>
              <a:avLst/>
              <a:pathLst>
                <a:path w="210787" h="147653">
                  <a:moveTo>
                    <a:pt x="0" y="147653"/>
                  </a:moveTo>
                  <a:lnTo>
                    <a:pt x="21078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11040075" y="5923342"/>
              <a:ext cx="809817" cy="257198"/>
            </a:xfrm>
            <a:custGeom>
              <a:avLst/>
              <a:pathLst>
                <a:path w="809817" h="257198">
                  <a:moveTo>
                    <a:pt x="0" y="257198"/>
                  </a:moveTo>
                  <a:lnTo>
                    <a:pt x="208366" y="141351"/>
                  </a:lnTo>
                  <a:lnTo>
                    <a:pt x="339977" y="218723"/>
                  </a:lnTo>
                  <a:lnTo>
                    <a:pt x="475388" y="72875"/>
                  </a:lnTo>
                  <a:lnTo>
                    <a:pt x="691202" y="38079"/>
                  </a:lnTo>
                  <a:lnTo>
                    <a:pt x="8098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11040075" y="6054288"/>
              <a:ext cx="148734" cy="133782"/>
            </a:xfrm>
            <a:custGeom>
              <a:avLst/>
              <a:pathLst>
                <a:path w="148734" h="133782">
                  <a:moveTo>
                    <a:pt x="0" y="133782"/>
                  </a:moveTo>
                  <a:lnTo>
                    <a:pt x="1487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11248896" y="5967929"/>
              <a:ext cx="134069" cy="25805"/>
            </a:xfrm>
            <a:custGeom>
              <a:avLst/>
              <a:pathLst>
                <a:path w="134069" h="25805">
                  <a:moveTo>
                    <a:pt x="0" y="25805"/>
                  </a:moveTo>
                  <a:lnTo>
                    <a:pt x="1340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11380068" y="5915857"/>
              <a:ext cx="135559" cy="146919"/>
            </a:xfrm>
            <a:custGeom>
              <a:avLst/>
              <a:pathLst>
                <a:path w="135559" h="146919">
                  <a:moveTo>
                    <a:pt x="0" y="146919"/>
                  </a:moveTo>
                  <a:lnTo>
                    <a:pt x="1355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11040075" y="6259825"/>
              <a:ext cx="131636" cy="16846"/>
            </a:xfrm>
            <a:custGeom>
              <a:avLst/>
              <a:pathLst>
                <a:path w="131636" h="16846">
                  <a:moveTo>
                    <a:pt x="0" y="16846"/>
                  </a:moveTo>
                  <a:lnTo>
                    <a:pt x="1316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11040075" y="6103921"/>
              <a:ext cx="68756" cy="91457"/>
            </a:xfrm>
            <a:custGeom>
              <a:avLst/>
              <a:pathLst>
                <a:path w="68756" h="91457">
                  <a:moveTo>
                    <a:pt x="0" y="0"/>
                  </a:moveTo>
                  <a:lnTo>
                    <a:pt x="68756" y="914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11386189" y="6122154"/>
              <a:ext cx="304821" cy="190402"/>
            </a:xfrm>
            <a:custGeom>
              <a:avLst/>
              <a:pathLst>
                <a:path w="304821" h="190402">
                  <a:moveTo>
                    <a:pt x="0" y="190402"/>
                  </a:moveTo>
                  <a:lnTo>
                    <a:pt x="135559" y="100401"/>
                  </a:lnTo>
                  <a:lnTo>
                    <a:pt x="3048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11040075" y="6076312"/>
              <a:ext cx="221400" cy="43990"/>
            </a:xfrm>
            <a:custGeom>
              <a:avLst/>
              <a:pathLst>
                <a:path w="221400" h="43990">
                  <a:moveTo>
                    <a:pt x="0" y="34979"/>
                  </a:moveTo>
                  <a:lnTo>
                    <a:pt x="79739" y="43990"/>
                  </a:lnTo>
                  <a:lnTo>
                    <a:pt x="152317" y="4032"/>
                  </a:lnTo>
                  <a:lnTo>
                    <a:pt x="2214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11040075" y="5943928"/>
              <a:ext cx="140851" cy="129560"/>
            </a:xfrm>
            <a:custGeom>
              <a:avLst/>
              <a:pathLst>
                <a:path w="140851" h="129560">
                  <a:moveTo>
                    <a:pt x="0" y="129560"/>
                  </a:moveTo>
                  <a:lnTo>
                    <a:pt x="1408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11040075" y="5885301"/>
              <a:ext cx="148221" cy="148822"/>
            </a:xfrm>
            <a:custGeom>
              <a:avLst/>
              <a:pathLst>
                <a:path w="148221" h="148822">
                  <a:moveTo>
                    <a:pt x="0" y="148822"/>
                  </a:moveTo>
                  <a:lnTo>
                    <a:pt x="85401" y="0"/>
                  </a:lnTo>
                  <a:lnTo>
                    <a:pt x="148221" y="835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11040075" y="5947630"/>
              <a:ext cx="279870" cy="350857"/>
            </a:xfrm>
            <a:custGeom>
              <a:avLst/>
              <a:pathLst>
                <a:path w="279870" h="350857">
                  <a:moveTo>
                    <a:pt x="0" y="350857"/>
                  </a:moveTo>
                  <a:lnTo>
                    <a:pt x="2798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11040075" y="5996076"/>
              <a:ext cx="140435" cy="166940"/>
            </a:xfrm>
            <a:custGeom>
              <a:avLst/>
              <a:pathLst>
                <a:path w="140435" h="166940">
                  <a:moveTo>
                    <a:pt x="0" y="166940"/>
                  </a:moveTo>
                  <a:lnTo>
                    <a:pt x="140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11040075" y="6095426"/>
              <a:ext cx="147290" cy="69140"/>
            </a:xfrm>
            <a:custGeom>
              <a:avLst/>
              <a:pathLst>
                <a:path w="147290" h="69140">
                  <a:moveTo>
                    <a:pt x="0" y="69140"/>
                  </a:moveTo>
                  <a:lnTo>
                    <a:pt x="147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11040075" y="6010897"/>
              <a:ext cx="316463" cy="82832"/>
            </a:xfrm>
            <a:custGeom>
              <a:avLst/>
              <a:pathLst>
                <a:path w="316463" h="82832">
                  <a:moveTo>
                    <a:pt x="0" y="82832"/>
                  </a:moveTo>
                  <a:lnTo>
                    <a:pt x="316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11040075" y="6129946"/>
              <a:ext cx="92359" cy="57951"/>
            </a:xfrm>
            <a:custGeom>
              <a:avLst/>
              <a:pathLst>
                <a:path w="92359" h="57951">
                  <a:moveTo>
                    <a:pt x="0" y="57951"/>
                  </a:moveTo>
                  <a:lnTo>
                    <a:pt x="923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11040075" y="6518911"/>
              <a:ext cx="146714" cy="187748"/>
            </a:xfrm>
            <a:custGeom>
              <a:avLst/>
              <a:pathLst>
                <a:path w="146714" h="187748">
                  <a:moveTo>
                    <a:pt x="0" y="0"/>
                  </a:moveTo>
                  <a:lnTo>
                    <a:pt x="146714" y="1877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11040075" y="6127453"/>
              <a:ext cx="137955" cy="71863"/>
            </a:xfrm>
            <a:custGeom>
              <a:avLst/>
              <a:pathLst>
                <a:path w="137955" h="71863">
                  <a:moveTo>
                    <a:pt x="0" y="71863"/>
                  </a:moveTo>
                  <a:lnTo>
                    <a:pt x="1379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11040075" y="5997726"/>
              <a:ext cx="72993" cy="69726"/>
            </a:xfrm>
            <a:custGeom>
              <a:avLst/>
              <a:pathLst>
                <a:path w="72993" h="69726">
                  <a:moveTo>
                    <a:pt x="0" y="0"/>
                  </a:moveTo>
                  <a:lnTo>
                    <a:pt x="72993" y="697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11040075" y="5751157"/>
              <a:ext cx="750230" cy="275225"/>
            </a:xfrm>
            <a:custGeom>
              <a:avLst/>
              <a:pathLst>
                <a:path w="750230" h="275225">
                  <a:moveTo>
                    <a:pt x="0" y="263835"/>
                  </a:moveTo>
                  <a:lnTo>
                    <a:pt x="68008" y="274093"/>
                  </a:lnTo>
                  <a:lnTo>
                    <a:pt x="137979" y="275225"/>
                  </a:lnTo>
                  <a:lnTo>
                    <a:pt x="341171" y="244078"/>
                  </a:lnTo>
                  <a:lnTo>
                    <a:pt x="406305" y="173231"/>
                  </a:lnTo>
                  <a:lnTo>
                    <a:pt x="470174" y="132431"/>
                  </a:lnTo>
                  <a:lnTo>
                    <a:pt x="543167" y="165581"/>
                  </a:lnTo>
                  <a:lnTo>
                    <a:pt x="610805" y="0"/>
                  </a:lnTo>
                  <a:lnTo>
                    <a:pt x="685058" y="102300"/>
                  </a:lnTo>
                  <a:lnTo>
                    <a:pt x="750230" y="15778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11040075" y="6227038"/>
              <a:ext cx="420270" cy="208090"/>
            </a:xfrm>
            <a:custGeom>
              <a:avLst/>
              <a:pathLst>
                <a:path w="420270" h="208090">
                  <a:moveTo>
                    <a:pt x="0" y="0"/>
                  </a:moveTo>
                  <a:lnTo>
                    <a:pt x="136676" y="184964"/>
                  </a:lnTo>
                  <a:lnTo>
                    <a:pt x="287848" y="208090"/>
                  </a:lnTo>
                  <a:lnTo>
                    <a:pt x="420270" y="952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11040075" y="5984995"/>
              <a:ext cx="84724" cy="37073"/>
            </a:xfrm>
            <a:custGeom>
              <a:avLst/>
              <a:pathLst>
                <a:path w="84724" h="37073">
                  <a:moveTo>
                    <a:pt x="0" y="37073"/>
                  </a:moveTo>
                  <a:lnTo>
                    <a:pt x="847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11188323" y="5891333"/>
              <a:ext cx="396222" cy="366957"/>
            </a:xfrm>
            <a:custGeom>
              <a:avLst/>
              <a:pathLst>
                <a:path w="396222" h="366957">
                  <a:moveTo>
                    <a:pt x="0" y="304272"/>
                  </a:moveTo>
                  <a:lnTo>
                    <a:pt x="131435" y="366957"/>
                  </a:lnTo>
                  <a:lnTo>
                    <a:pt x="266849" y="155957"/>
                  </a:lnTo>
                  <a:lnTo>
                    <a:pt x="3962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11040075" y="5852542"/>
              <a:ext cx="282663" cy="114188"/>
            </a:xfrm>
            <a:custGeom>
              <a:avLst/>
              <a:pathLst>
                <a:path w="282663" h="114188">
                  <a:moveTo>
                    <a:pt x="0" y="114188"/>
                  </a:moveTo>
                  <a:lnTo>
                    <a:pt x="128110" y="22386"/>
                  </a:lnTo>
                  <a:lnTo>
                    <a:pt x="282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11040075" y="6132839"/>
              <a:ext cx="222704" cy="39026"/>
            </a:xfrm>
            <a:custGeom>
              <a:avLst/>
              <a:pathLst>
                <a:path w="222704" h="39026">
                  <a:moveTo>
                    <a:pt x="0" y="39026"/>
                  </a:moveTo>
                  <a:lnTo>
                    <a:pt x="2227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11040075" y="5950298"/>
              <a:ext cx="69455" cy="118013"/>
            </a:xfrm>
            <a:custGeom>
              <a:avLst/>
              <a:pathLst>
                <a:path w="69455" h="118013">
                  <a:moveTo>
                    <a:pt x="0" y="118013"/>
                  </a:moveTo>
                  <a:lnTo>
                    <a:pt x="694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11175448" y="5794719"/>
              <a:ext cx="307428" cy="383873"/>
            </a:xfrm>
            <a:custGeom>
              <a:avLst/>
              <a:pathLst>
                <a:path w="307428" h="383873">
                  <a:moveTo>
                    <a:pt x="0" y="383873"/>
                  </a:moveTo>
                  <a:lnTo>
                    <a:pt x="135559" y="252194"/>
                  </a:lnTo>
                  <a:lnTo>
                    <a:pt x="3074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11188296" y="5865893"/>
              <a:ext cx="272235" cy="101050"/>
            </a:xfrm>
            <a:custGeom>
              <a:avLst/>
              <a:pathLst>
                <a:path w="272235" h="101050">
                  <a:moveTo>
                    <a:pt x="0" y="101050"/>
                  </a:moveTo>
                  <a:lnTo>
                    <a:pt x="130717" y="61303"/>
                  </a:lnTo>
                  <a:lnTo>
                    <a:pt x="2722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11040075" y="5805797"/>
              <a:ext cx="278380" cy="184175"/>
            </a:xfrm>
            <a:custGeom>
              <a:avLst/>
              <a:pathLst>
                <a:path w="278380" h="184175">
                  <a:moveTo>
                    <a:pt x="0" y="184175"/>
                  </a:moveTo>
                  <a:lnTo>
                    <a:pt x="142855" y="86650"/>
                  </a:lnTo>
                  <a:lnTo>
                    <a:pt x="2783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11040075" y="6080750"/>
              <a:ext cx="72960" cy="42211"/>
            </a:xfrm>
            <a:custGeom>
              <a:avLst/>
              <a:pathLst>
                <a:path w="72960" h="42211">
                  <a:moveTo>
                    <a:pt x="0" y="42211"/>
                  </a:moveTo>
                  <a:lnTo>
                    <a:pt x="729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11040075" y="5925478"/>
              <a:ext cx="204456" cy="169528"/>
            </a:xfrm>
            <a:custGeom>
              <a:avLst/>
              <a:pathLst>
                <a:path w="204456" h="169528">
                  <a:moveTo>
                    <a:pt x="0" y="169528"/>
                  </a:moveTo>
                  <a:lnTo>
                    <a:pt x="130216" y="46755"/>
                  </a:lnTo>
                  <a:lnTo>
                    <a:pt x="2044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11204496" y="5748142"/>
              <a:ext cx="261435" cy="412845"/>
            </a:xfrm>
            <a:custGeom>
              <a:avLst/>
              <a:pathLst>
                <a:path w="261435" h="412845">
                  <a:moveTo>
                    <a:pt x="0" y="391513"/>
                  </a:moveTo>
                  <a:lnTo>
                    <a:pt x="117124" y="412845"/>
                  </a:lnTo>
                  <a:lnTo>
                    <a:pt x="261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11040075" y="5686844"/>
              <a:ext cx="165352" cy="344172"/>
            </a:xfrm>
            <a:custGeom>
              <a:avLst/>
              <a:pathLst>
                <a:path w="165352" h="344172">
                  <a:moveTo>
                    <a:pt x="0" y="344172"/>
                  </a:moveTo>
                  <a:lnTo>
                    <a:pt x="165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11040075" y="5667025"/>
              <a:ext cx="138910" cy="294921"/>
            </a:xfrm>
            <a:custGeom>
              <a:avLst/>
              <a:pathLst>
                <a:path w="138910" h="294921">
                  <a:moveTo>
                    <a:pt x="0" y="294921"/>
                  </a:moveTo>
                  <a:lnTo>
                    <a:pt x="1389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11040075" y="5978845"/>
              <a:ext cx="78089" cy="189193"/>
            </a:xfrm>
            <a:custGeom>
              <a:avLst/>
              <a:pathLst>
                <a:path w="78089" h="189193">
                  <a:moveTo>
                    <a:pt x="0" y="189193"/>
                  </a:moveTo>
                  <a:lnTo>
                    <a:pt x="7808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11178064" y="5879787"/>
              <a:ext cx="282290" cy="238245"/>
            </a:xfrm>
            <a:custGeom>
              <a:avLst/>
              <a:pathLst>
                <a:path w="282290" h="238245">
                  <a:moveTo>
                    <a:pt x="0" y="238245"/>
                  </a:moveTo>
                  <a:lnTo>
                    <a:pt x="142044" y="195297"/>
                  </a:lnTo>
                  <a:lnTo>
                    <a:pt x="282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11190158" y="6081417"/>
              <a:ext cx="262925" cy="251862"/>
            </a:xfrm>
            <a:custGeom>
              <a:avLst/>
              <a:pathLst>
                <a:path w="262925" h="251862">
                  <a:moveTo>
                    <a:pt x="0" y="206665"/>
                  </a:moveTo>
                  <a:lnTo>
                    <a:pt x="129041" y="251862"/>
                  </a:lnTo>
                  <a:lnTo>
                    <a:pt x="2629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11200305" y="5923853"/>
              <a:ext cx="230152" cy="91092"/>
            </a:xfrm>
            <a:custGeom>
              <a:avLst/>
              <a:pathLst>
                <a:path w="230152" h="91092">
                  <a:moveTo>
                    <a:pt x="0" y="91092"/>
                  </a:moveTo>
                  <a:lnTo>
                    <a:pt x="230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11040075" y="5958898"/>
              <a:ext cx="139945" cy="3993"/>
            </a:xfrm>
            <a:custGeom>
              <a:avLst/>
              <a:pathLst>
                <a:path w="139945" h="3993">
                  <a:moveTo>
                    <a:pt x="0" y="3993"/>
                  </a:moveTo>
                  <a:lnTo>
                    <a:pt x="1399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11040075" y="6017142"/>
              <a:ext cx="93453" cy="98175"/>
            </a:xfrm>
            <a:custGeom>
              <a:avLst/>
              <a:pathLst>
                <a:path w="93453" h="98175">
                  <a:moveTo>
                    <a:pt x="0" y="98175"/>
                  </a:moveTo>
                  <a:lnTo>
                    <a:pt x="934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11187249" y="5989109"/>
              <a:ext cx="129344" cy="27063"/>
            </a:xfrm>
            <a:custGeom>
              <a:avLst/>
              <a:pathLst>
                <a:path w="129344" h="27063">
                  <a:moveTo>
                    <a:pt x="0" y="0"/>
                  </a:moveTo>
                  <a:lnTo>
                    <a:pt x="129344" y="270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11192405" y="5950829"/>
              <a:ext cx="267208" cy="330848"/>
            </a:xfrm>
            <a:custGeom>
              <a:avLst/>
              <a:pathLst>
                <a:path w="267208" h="330848">
                  <a:moveTo>
                    <a:pt x="0" y="103505"/>
                  </a:moveTo>
                  <a:lnTo>
                    <a:pt x="119904" y="0"/>
                  </a:lnTo>
                  <a:lnTo>
                    <a:pt x="267208" y="3308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11040075" y="6092458"/>
              <a:ext cx="82090" cy="59503"/>
            </a:xfrm>
            <a:custGeom>
              <a:avLst/>
              <a:pathLst>
                <a:path w="82090" h="59503">
                  <a:moveTo>
                    <a:pt x="0" y="59503"/>
                  </a:moveTo>
                  <a:lnTo>
                    <a:pt x="820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11040075" y="6130059"/>
              <a:ext cx="143193" cy="185659"/>
            </a:xfrm>
            <a:custGeom>
              <a:avLst/>
              <a:pathLst>
                <a:path w="143193" h="185659">
                  <a:moveTo>
                    <a:pt x="0" y="185659"/>
                  </a:moveTo>
                  <a:lnTo>
                    <a:pt x="79384" y="0"/>
                  </a:lnTo>
                  <a:lnTo>
                    <a:pt x="143193" y="801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11040075" y="5990900"/>
              <a:ext cx="273539" cy="125443"/>
            </a:xfrm>
            <a:custGeom>
              <a:avLst/>
              <a:pathLst>
                <a:path w="273539" h="125443">
                  <a:moveTo>
                    <a:pt x="0" y="102148"/>
                  </a:moveTo>
                  <a:lnTo>
                    <a:pt x="68710" y="60727"/>
                  </a:lnTo>
                  <a:lnTo>
                    <a:pt x="139018" y="125443"/>
                  </a:lnTo>
                  <a:lnTo>
                    <a:pt x="197566" y="4588"/>
                  </a:lnTo>
                  <a:lnTo>
                    <a:pt x="2735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11040075" y="6025649"/>
              <a:ext cx="140812" cy="39710"/>
            </a:xfrm>
            <a:custGeom>
              <a:avLst/>
              <a:pathLst>
                <a:path w="140812" h="39710">
                  <a:moveTo>
                    <a:pt x="0" y="28062"/>
                  </a:moveTo>
                  <a:lnTo>
                    <a:pt x="73179" y="39710"/>
                  </a:lnTo>
                  <a:lnTo>
                    <a:pt x="1408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11171632" y="6128397"/>
              <a:ext cx="164074" cy="113820"/>
            </a:xfrm>
            <a:custGeom>
              <a:avLst/>
              <a:pathLst>
                <a:path w="164074" h="113820">
                  <a:moveTo>
                    <a:pt x="0" y="113820"/>
                  </a:moveTo>
                  <a:lnTo>
                    <a:pt x="1640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11040075" y="6039031"/>
              <a:ext cx="218939" cy="38638"/>
            </a:xfrm>
            <a:custGeom>
              <a:avLst/>
              <a:pathLst>
                <a:path w="218939" h="38638">
                  <a:moveTo>
                    <a:pt x="0" y="23841"/>
                  </a:moveTo>
                  <a:lnTo>
                    <a:pt x="71672" y="17276"/>
                  </a:lnTo>
                  <a:lnTo>
                    <a:pt x="145969" y="38638"/>
                  </a:lnTo>
                  <a:lnTo>
                    <a:pt x="21893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11040075" y="5854527"/>
              <a:ext cx="310918" cy="313356"/>
            </a:xfrm>
            <a:custGeom>
              <a:avLst/>
              <a:pathLst>
                <a:path w="310918" h="313356">
                  <a:moveTo>
                    <a:pt x="0" y="313356"/>
                  </a:moveTo>
                  <a:lnTo>
                    <a:pt x="131600" y="276410"/>
                  </a:lnTo>
                  <a:lnTo>
                    <a:pt x="3109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11040075" y="5762245"/>
              <a:ext cx="136490" cy="355045"/>
            </a:xfrm>
            <a:custGeom>
              <a:avLst/>
              <a:pathLst>
                <a:path w="136490" h="355045">
                  <a:moveTo>
                    <a:pt x="0" y="355045"/>
                  </a:moveTo>
                  <a:lnTo>
                    <a:pt x="1364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11040075" y="5845717"/>
              <a:ext cx="425958" cy="431357"/>
            </a:xfrm>
            <a:custGeom>
              <a:avLst/>
              <a:pathLst>
                <a:path w="425958" h="431357">
                  <a:moveTo>
                    <a:pt x="0" y="431357"/>
                  </a:moveTo>
                  <a:lnTo>
                    <a:pt x="148509" y="309515"/>
                  </a:lnTo>
                  <a:lnTo>
                    <a:pt x="312558" y="118928"/>
                  </a:lnTo>
                  <a:lnTo>
                    <a:pt x="4259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11040075" y="6134583"/>
              <a:ext cx="418026" cy="159279"/>
            </a:xfrm>
            <a:custGeom>
              <a:avLst/>
              <a:pathLst>
                <a:path w="418026" h="159279">
                  <a:moveTo>
                    <a:pt x="0" y="107292"/>
                  </a:moveTo>
                  <a:lnTo>
                    <a:pt x="140577" y="159279"/>
                  </a:lnTo>
                  <a:lnTo>
                    <a:pt x="4180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11040075" y="6452833"/>
              <a:ext cx="377499" cy="26664"/>
            </a:xfrm>
            <a:custGeom>
              <a:avLst/>
              <a:pathLst>
                <a:path w="377499" h="26664">
                  <a:moveTo>
                    <a:pt x="0" y="26664"/>
                  </a:moveTo>
                  <a:lnTo>
                    <a:pt x="37749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11040075" y="5566880"/>
              <a:ext cx="475470" cy="592373"/>
            </a:xfrm>
            <a:custGeom>
              <a:avLst/>
              <a:pathLst>
                <a:path w="475470" h="592373">
                  <a:moveTo>
                    <a:pt x="0" y="592373"/>
                  </a:moveTo>
                  <a:lnTo>
                    <a:pt x="208448" y="584663"/>
                  </a:lnTo>
                  <a:lnTo>
                    <a:pt x="349035" y="0"/>
                  </a:lnTo>
                  <a:lnTo>
                    <a:pt x="475470" y="466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11312496" y="6096271"/>
              <a:ext cx="211904" cy="124456"/>
            </a:xfrm>
            <a:custGeom>
              <a:avLst/>
              <a:pathLst>
                <a:path w="211904" h="124456">
                  <a:moveTo>
                    <a:pt x="0" y="124456"/>
                  </a:moveTo>
                  <a:lnTo>
                    <a:pt x="2119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11388909" y="6077873"/>
              <a:ext cx="138098" cy="53404"/>
            </a:xfrm>
            <a:custGeom>
              <a:avLst/>
              <a:pathLst>
                <a:path w="138098" h="53404">
                  <a:moveTo>
                    <a:pt x="0" y="0"/>
                  </a:moveTo>
                  <a:lnTo>
                    <a:pt x="138098" y="534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11394055" y="6024285"/>
              <a:ext cx="131648" cy="179794"/>
            </a:xfrm>
            <a:custGeom>
              <a:avLst/>
              <a:pathLst>
                <a:path w="131648" h="179794">
                  <a:moveTo>
                    <a:pt x="0" y="179794"/>
                  </a:moveTo>
                  <a:lnTo>
                    <a:pt x="1316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11040075" y="5810641"/>
              <a:ext cx="488694" cy="215829"/>
            </a:xfrm>
            <a:custGeom>
              <a:avLst/>
              <a:pathLst>
                <a:path w="488694" h="215829">
                  <a:moveTo>
                    <a:pt x="0" y="157440"/>
                  </a:moveTo>
                  <a:lnTo>
                    <a:pt x="60231" y="215829"/>
                  </a:lnTo>
                  <a:lnTo>
                    <a:pt x="152590" y="206045"/>
                  </a:lnTo>
                  <a:lnTo>
                    <a:pt x="355928" y="0"/>
                  </a:lnTo>
                  <a:lnTo>
                    <a:pt x="488694" y="264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11040075" y="5968186"/>
              <a:ext cx="352863" cy="426753"/>
            </a:xfrm>
            <a:custGeom>
              <a:avLst/>
              <a:pathLst>
                <a:path w="352863" h="426753">
                  <a:moveTo>
                    <a:pt x="0" y="417773"/>
                  </a:moveTo>
                  <a:lnTo>
                    <a:pt x="82117" y="426753"/>
                  </a:lnTo>
                  <a:lnTo>
                    <a:pt x="217784" y="333479"/>
                  </a:lnTo>
                  <a:lnTo>
                    <a:pt x="352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11040075" y="6106843"/>
              <a:ext cx="273166" cy="83106"/>
            </a:xfrm>
            <a:custGeom>
              <a:avLst/>
              <a:pathLst>
                <a:path w="273166" h="83106">
                  <a:moveTo>
                    <a:pt x="0" y="83106"/>
                  </a:moveTo>
                  <a:lnTo>
                    <a:pt x="2731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11040075" y="6374569"/>
              <a:ext cx="273534" cy="171395"/>
            </a:xfrm>
            <a:custGeom>
              <a:avLst/>
              <a:pathLst>
                <a:path w="273534" h="171395">
                  <a:moveTo>
                    <a:pt x="0" y="0"/>
                  </a:moveTo>
                  <a:lnTo>
                    <a:pt x="136950" y="171395"/>
                  </a:lnTo>
                  <a:lnTo>
                    <a:pt x="273534" y="76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11040075" y="5784681"/>
              <a:ext cx="304401" cy="294405"/>
            </a:xfrm>
            <a:custGeom>
              <a:avLst/>
              <a:pathLst>
                <a:path w="304401" h="294405">
                  <a:moveTo>
                    <a:pt x="0" y="294405"/>
                  </a:moveTo>
                  <a:lnTo>
                    <a:pt x="140724" y="246598"/>
                  </a:lnTo>
                  <a:lnTo>
                    <a:pt x="3044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11040075" y="5968780"/>
              <a:ext cx="301284" cy="158481"/>
            </a:xfrm>
            <a:custGeom>
              <a:avLst/>
              <a:pathLst>
                <a:path w="301284" h="158481">
                  <a:moveTo>
                    <a:pt x="0" y="158481"/>
                  </a:moveTo>
                  <a:lnTo>
                    <a:pt x="3012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11040075" y="5805925"/>
              <a:ext cx="147104" cy="328328"/>
            </a:xfrm>
            <a:custGeom>
              <a:avLst/>
              <a:pathLst>
                <a:path w="147104" h="328328">
                  <a:moveTo>
                    <a:pt x="0" y="328328"/>
                  </a:moveTo>
                  <a:lnTo>
                    <a:pt x="1471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11040075" y="5857377"/>
              <a:ext cx="153807" cy="293335"/>
            </a:xfrm>
            <a:custGeom>
              <a:avLst/>
              <a:pathLst>
                <a:path w="153807" h="293335">
                  <a:moveTo>
                    <a:pt x="0" y="293335"/>
                  </a:moveTo>
                  <a:lnTo>
                    <a:pt x="1538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11040075" y="5993893"/>
              <a:ext cx="137607" cy="131304"/>
            </a:xfrm>
            <a:custGeom>
              <a:avLst/>
              <a:pathLst>
                <a:path w="137607" h="131304">
                  <a:moveTo>
                    <a:pt x="0" y="131304"/>
                  </a:moveTo>
                  <a:lnTo>
                    <a:pt x="1376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11040075" y="6202381"/>
              <a:ext cx="272049" cy="361580"/>
            </a:xfrm>
            <a:custGeom>
              <a:avLst/>
              <a:pathLst>
                <a:path w="272049" h="361580">
                  <a:moveTo>
                    <a:pt x="0" y="361580"/>
                  </a:moveTo>
                  <a:lnTo>
                    <a:pt x="139469" y="320489"/>
                  </a:lnTo>
                  <a:lnTo>
                    <a:pt x="2720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11040075" y="5928105"/>
              <a:ext cx="85469" cy="53415"/>
            </a:xfrm>
            <a:custGeom>
              <a:avLst/>
              <a:pathLst>
                <a:path w="85469" h="53415">
                  <a:moveTo>
                    <a:pt x="0" y="53415"/>
                  </a:moveTo>
                  <a:lnTo>
                    <a:pt x="854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11223767" y="5955302"/>
              <a:ext cx="356868" cy="195165"/>
            </a:xfrm>
            <a:custGeom>
              <a:avLst/>
              <a:pathLst>
                <a:path w="356868" h="195165">
                  <a:moveTo>
                    <a:pt x="0" y="195165"/>
                  </a:moveTo>
                  <a:lnTo>
                    <a:pt x="91149" y="191855"/>
                  </a:lnTo>
                  <a:lnTo>
                    <a:pt x="226708" y="123833"/>
                  </a:lnTo>
                  <a:lnTo>
                    <a:pt x="3568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11040075" y="5890671"/>
              <a:ext cx="211444" cy="129158"/>
            </a:xfrm>
            <a:custGeom>
              <a:avLst/>
              <a:pathLst>
                <a:path w="211444" h="129158">
                  <a:moveTo>
                    <a:pt x="0" y="129158"/>
                  </a:moveTo>
                  <a:lnTo>
                    <a:pt x="211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11178113" y="5665741"/>
              <a:ext cx="272235" cy="357587"/>
            </a:xfrm>
            <a:custGeom>
              <a:avLst/>
              <a:pathLst>
                <a:path w="272235" h="357587">
                  <a:moveTo>
                    <a:pt x="0" y="300327"/>
                  </a:moveTo>
                  <a:lnTo>
                    <a:pt x="139395" y="357587"/>
                  </a:lnTo>
                  <a:lnTo>
                    <a:pt x="2722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11380331" y="6095954"/>
              <a:ext cx="340890" cy="277834"/>
            </a:xfrm>
            <a:custGeom>
              <a:avLst/>
              <a:pathLst>
                <a:path w="340890" h="277834">
                  <a:moveTo>
                    <a:pt x="0" y="188548"/>
                  </a:moveTo>
                  <a:lnTo>
                    <a:pt x="136807" y="277834"/>
                  </a:lnTo>
                  <a:lnTo>
                    <a:pt x="3408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11040075" y="6081035"/>
              <a:ext cx="217490" cy="309792"/>
            </a:xfrm>
            <a:custGeom>
              <a:avLst/>
              <a:pathLst>
                <a:path w="217490" h="309792">
                  <a:moveTo>
                    <a:pt x="0" y="309792"/>
                  </a:moveTo>
                  <a:lnTo>
                    <a:pt x="2174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11318827" y="5772943"/>
              <a:ext cx="294021" cy="258088"/>
            </a:xfrm>
            <a:custGeom>
              <a:avLst/>
              <a:pathLst>
                <a:path w="294021" h="258088">
                  <a:moveTo>
                    <a:pt x="0" y="258088"/>
                  </a:moveTo>
                  <a:lnTo>
                    <a:pt x="144683" y="252245"/>
                  </a:lnTo>
                  <a:lnTo>
                    <a:pt x="2940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11040075" y="6015177"/>
              <a:ext cx="144310" cy="56341"/>
            </a:xfrm>
            <a:custGeom>
              <a:avLst/>
              <a:pathLst>
                <a:path w="144310" h="56341">
                  <a:moveTo>
                    <a:pt x="0" y="56341"/>
                  </a:moveTo>
                  <a:lnTo>
                    <a:pt x="1443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11040075" y="6067436"/>
              <a:ext cx="153807" cy="79230"/>
            </a:xfrm>
            <a:custGeom>
              <a:avLst/>
              <a:pathLst>
                <a:path w="153807" h="79230">
                  <a:moveTo>
                    <a:pt x="0" y="79230"/>
                  </a:moveTo>
                  <a:lnTo>
                    <a:pt x="1538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11040075" y="5930747"/>
              <a:ext cx="690443" cy="296258"/>
            </a:xfrm>
            <a:custGeom>
              <a:avLst/>
              <a:pathLst>
                <a:path w="690443" h="296258">
                  <a:moveTo>
                    <a:pt x="0" y="296258"/>
                  </a:moveTo>
                  <a:lnTo>
                    <a:pt x="75041" y="211418"/>
                  </a:lnTo>
                  <a:lnTo>
                    <a:pt x="135559" y="209527"/>
                  </a:lnTo>
                  <a:lnTo>
                    <a:pt x="216931" y="253567"/>
                  </a:lnTo>
                  <a:lnTo>
                    <a:pt x="282477" y="169696"/>
                  </a:lnTo>
                  <a:lnTo>
                    <a:pt x="476518" y="82980"/>
                  </a:lnTo>
                  <a:lnTo>
                    <a:pt x="607037" y="36240"/>
                  </a:lnTo>
                  <a:lnTo>
                    <a:pt x="6904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11040075" y="5923551"/>
              <a:ext cx="131203" cy="142838"/>
            </a:xfrm>
            <a:custGeom>
              <a:avLst/>
              <a:pathLst>
                <a:path w="131203" h="142838">
                  <a:moveTo>
                    <a:pt x="0" y="142838"/>
                  </a:moveTo>
                  <a:lnTo>
                    <a:pt x="1312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11040075" y="5731327"/>
              <a:ext cx="545960" cy="574980"/>
            </a:xfrm>
            <a:custGeom>
              <a:avLst/>
              <a:pathLst>
                <a:path w="545960" h="574980">
                  <a:moveTo>
                    <a:pt x="0" y="476436"/>
                  </a:moveTo>
                  <a:lnTo>
                    <a:pt x="129228" y="307799"/>
                  </a:lnTo>
                  <a:lnTo>
                    <a:pt x="275214" y="574980"/>
                  </a:lnTo>
                  <a:lnTo>
                    <a:pt x="410401" y="539604"/>
                  </a:lnTo>
                  <a:lnTo>
                    <a:pt x="5459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11040075" y="6003548"/>
              <a:ext cx="205927" cy="144352"/>
            </a:xfrm>
            <a:custGeom>
              <a:avLst/>
              <a:pathLst>
                <a:path w="205927" h="144352">
                  <a:moveTo>
                    <a:pt x="0" y="144352"/>
                  </a:moveTo>
                  <a:lnTo>
                    <a:pt x="20592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11040075" y="6090425"/>
              <a:ext cx="144209" cy="59295"/>
            </a:xfrm>
            <a:custGeom>
              <a:avLst/>
              <a:pathLst>
                <a:path w="144209" h="59295">
                  <a:moveTo>
                    <a:pt x="0" y="59295"/>
                  </a:moveTo>
                  <a:lnTo>
                    <a:pt x="14420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11040075" y="6125931"/>
              <a:ext cx="162797" cy="115189"/>
            </a:xfrm>
            <a:custGeom>
              <a:avLst/>
              <a:pathLst>
                <a:path w="162797" h="115189">
                  <a:moveTo>
                    <a:pt x="0" y="115189"/>
                  </a:moveTo>
                  <a:lnTo>
                    <a:pt x="1627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11040075" y="5960314"/>
              <a:ext cx="158853" cy="108057"/>
            </a:xfrm>
            <a:custGeom>
              <a:avLst/>
              <a:pathLst>
                <a:path w="158853" h="108057">
                  <a:moveTo>
                    <a:pt x="0" y="108057"/>
                  </a:moveTo>
                  <a:lnTo>
                    <a:pt x="1588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11725691" y="5865347"/>
              <a:ext cx="135186" cy="283915"/>
            </a:xfrm>
            <a:custGeom>
              <a:avLst/>
              <a:pathLst>
                <a:path w="135186" h="283915">
                  <a:moveTo>
                    <a:pt x="0" y="283915"/>
                  </a:moveTo>
                  <a:lnTo>
                    <a:pt x="1351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11040075" y="5752688"/>
              <a:ext cx="76560" cy="215004"/>
            </a:xfrm>
            <a:custGeom>
              <a:avLst/>
              <a:pathLst>
                <a:path w="76560" h="215004">
                  <a:moveTo>
                    <a:pt x="0" y="215004"/>
                  </a:moveTo>
                  <a:lnTo>
                    <a:pt x="765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11185880" y="5824927"/>
              <a:ext cx="315249" cy="212665"/>
            </a:xfrm>
            <a:custGeom>
              <a:avLst/>
              <a:pathLst>
                <a:path w="315249" h="212665">
                  <a:moveTo>
                    <a:pt x="0" y="177417"/>
                  </a:moveTo>
                  <a:lnTo>
                    <a:pt x="134228" y="212665"/>
                  </a:lnTo>
                  <a:lnTo>
                    <a:pt x="3152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11040075" y="5969255"/>
              <a:ext cx="76801" cy="2972"/>
            </a:xfrm>
            <a:custGeom>
              <a:avLst/>
              <a:pathLst>
                <a:path w="76801" h="2972">
                  <a:moveTo>
                    <a:pt x="0" y="0"/>
                  </a:moveTo>
                  <a:lnTo>
                    <a:pt x="76801" y="297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11040075" y="6043866"/>
              <a:ext cx="125131" cy="187392"/>
            </a:xfrm>
            <a:custGeom>
              <a:avLst/>
              <a:pathLst>
                <a:path w="125131" h="187392">
                  <a:moveTo>
                    <a:pt x="0" y="187392"/>
                  </a:moveTo>
                  <a:lnTo>
                    <a:pt x="1251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11190158" y="5906267"/>
              <a:ext cx="197843" cy="115010"/>
            </a:xfrm>
            <a:custGeom>
              <a:avLst/>
              <a:pathLst>
                <a:path w="197843" h="115010">
                  <a:moveTo>
                    <a:pt x="0" y="115010"/>
                  </a:moveTo>
                  <a:lnTo>
                    <a:pt x="1978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11040075" y="5923199"/>
              <a:ext cx="474457" cy="226000"/>
            </a:xfrm>
            <a:custGeom>
              <a:avLst/>
              <a:pathLst>
                <a:path w="474457" h="226000">
                  <a:moveTo>
                    <a:pt x="0" y="119737"/>
                  </a:moveTo>
                  <a:lnTo>
                    <a:pt x="241325" y="0"/>
                  </a:lnTo>
                  <a:lnTo>
                    <a:pt x="474457" y="2260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11211758" y="5890765"/>
              <a:ext cx="509277" cy="221405"/>
            </a:xfrm>
            <a:custGeom>
              <a:avLst/>
              <a:pathLst>
                <a:path w="509277" h="221405">
                  <a:moveTo>
                    <a:pt x="0" y="221405"/>
                  </a:moveTo>
                  <a:lnTo>
                    <a:pt x="112283" y="84266"/>
                  </a:lnTo>
                  <a:lnTo>
                    <a:pt x="246538" y="191036"/>
                  </a:lnTo>
                  <a:lnTo>
                    <a:pt x="378932" y="1516"/>
                  </a:lnTo>
                  <a:lnTo>
                    <a:pt x="5092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11040075" y="6167110"/>
              <a:ext cx="308359" cy="263748"/>
            </a:xfrm>
            <a:custGeom>
              <a:avLst/>
              <a:pathLst>
                <a:path w="308359" h="263748">
                  <a:moveTo>
                    <a:pt x="0" y="263748"/>
                  </a:moveTo>
                  <a:lnTo>
                    <a:pt x="149897" y="173916"/>
                  </a:lnTo>
                  <a:lnTo>
                    <a:pt x="3083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11180677" y="5885030"/>
              <a:ext cx="282663" cy="294586"/>
            </a:xfrm>
            <a:custGeom>
              <a:avLst/>
              <a:pathLst>
                <a:path w="282663" h="294586">
                  <a:moveTo>
                    <a:pt x="0" y="294586"/>
                  </a:moveTo>
                  <a:lnTo>
                    <a:pt x="177128" y="110608"/>
                  </a:lnTo>
                  <a:lnTo>
                    <a:pt x="282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11040075" y="5928879"/>
              <a:ext cx="136684" cy="91927"/>
            </a:xfrm>
            <a:custGeom>
              <a:avLst/>
              <a:pathLst>
                <a:path w="136684" h="91927">
                  <a:moveTo>
                    <a:pt x="0" y="91927"/>
                  </a:moveTo>
                  <a:lnTo>
                    <a:pt x="68904" y="55008"/>
                  </a:lnTo>
                  <a:lnTo>
                    <a:pt x="1366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11223767" y="5833516"/>
              <a:ext cx="373812" cy="351501"/>
            </a:xfrm>
            <a:custGeom>
              <a:avLst/>
              <a:pathLst>
                <a:path w="373812" h="351501">
                  <a:moveTo>
                    <a:pt x="0" y="181641"/>
                  </a:moveTo>
                  <a:lnTo>
                    <a:pt x="88542" y="233442"/>
                  </a:lnTo>
                  <a:lnTo>
                    <a:pt x="239737" y="0"/>
                  </a:lnTo>
                  <a:lnTo>
                    <a:pt x="373812" y="3515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11040075" y="5914581"/>
              <a:ext cx="136653" cy="220162"/>
            </a:xfrm>
            <a:custGeom>
              <a:avLst/>
              <a:pathLst>
                <a:path w="136653" h="220162">
                  <a:moveTo>
                    <a:pt x="0" y="220162"/>
                  </a:moveTo>
                  <a:lnTo>
                    <a:pt x="13665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11040075" y="5846352"/>
              <a:ext cx="234435" cy="340066"/>
            </a:xfrm>
            <a:custGeom>
              <a:avLst/>
              <a:pathLst>
                <a:path w="234435" h="340066">
                  <a:moveTo>
                    <a:pt x="0" y="340066"/>
                  </a:moveTo>
                  <a:lnTo>
                    <a:pt x="2344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11040075" y="5986077"/>
              <a:ext cx="205200" cy="99763"/>
            </a:xfrm>
            <a:custGeom>
              <a:avLst/>
              <a:pathLst>
                <a:path w="205200" h="99763">
                  <a:moveTo>
                    <a:pt x="0" y="99763"/>
                  </a:moveTo>
                  <a:lnTo>
                    <a:pt x="2052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11040075" y="6086612"/>
              <a:ext cx="394946" cy="47506"/>
            </a:xfrm>
            <a:custGeom>
              <a:avLst/>
              <a:pathLst>
                <a:path w="394946" h="47506">
                  <a:moveTo>
                    <a:pt x="0" y="0"/>
                  </a:moveTo>
                  <a:lnTo>
                    <a:pt x="84724" y="47506"/>
                  </a:lnTo>
                  <a:lnTo>
                    <a:pt x="394946" y="2426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11380090" y="5963983"/>
              <a:ext cx="283594" cy="275240"/>
            </a:xfrm>
            <a:custGeom>
              <a:avLst/>
              <a:pathLst>
                <a:path w="283594" h="275240">
                  <a:moveTo>
                    <a:pt x="0" y="275240"/>
                  </a:moveTo>
                  <a:lnTo>
                    <a:pt x="160153" y="134085"/>
                  </a:lnTo>
                  <a:lnTo>
                    <a:pt x="2835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11040075" y="6023388"/>
              <a:ext cx="205759" cy="92539"/>
            </a:xfrm>
            <a:custGeom>
              <a:avLst/>
              <a:pathLst>
                <a:path w="205759" h="92539">
                  <a:moveTo>
                    <a:pt x="0" y="58643"/>
                  </a:moveTo>
                  <a:lnTo>
                    <a:pt x="68968" y="51507"/>
                  </a:lnTo>
                  <a:lnTo>
                    <a:pt x="136676" y="0"/>
                  </a:lnTo>
                  <a:lnTo>
                    <a:pt x="205759" y="925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11040075" y="5932900"/>
              <a:ext cx="264414" cy="103311"/>
            </a:xfrm>
            <a:custGeom>
              <a:avLst/>
              <a:pathLst>
                <a:path w="264414" h="103311">
                  <a:moveTo>
                    <a:pt x="0" y="103311"/>
                  </a:moveTo>
                  <a:lnTo>
                    <a:pt x="138422" y="0"/>
                  </a:lnTo>
                  <a:lnTo>
                    <a:pt x="264414" y="163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11040075" y="5827126"/>
              <a:ext cx="282290" cy="154917"/>
            </a:xfrm>
            <a:custGeom>
              <a:avLst/>
              <a:pathLst>
                <a:path w="282290" h="154917">
                  <a:moveTo>
                    <a:pt x="0" y="154917"/>
                  </a:moveTo>
                  <a:lnTo>
                    <a:pt x="2822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11040075" y="5804311"/>
              <a:ext cx="148548" cy="285022"/>
            </a:xfrm>
            <a:custGeom>
              <a:avLst/>
              <a:pathLst>
                <a:path w="148548" h="285022">
                  <a:moveTo>
                    <a:pt x="0" y="285022"/>
                  </a:moveTo>
                  <a:lnTo>
                    <a:pt x="14854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11040075" y="5861277"/>
              <a:ext cx="361728" cy="359823"/>
            </a:xfrm>
            <a:custGeom>
              <a:avLst/>
              <a:pathLst>
                <a:path w="361728" h="359823">
                  <a:moveTo>
                    <a:pt x="0" y="359823"/>
                  </a:moveTo>
                  <a:lnTo>
                    <a:pt x="3617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11040075" y="6303795"/>
              <a:ext cx="144310" cy="54098"/>
            </a:xfrm>
            <a:custGeom>
              <a:avLst/>
              <a:pathLst>
                <a:path w="144310" h="54098">
                  <a:moveTo>
                    <a:pt x="0" y="54098"/>
                  </a:moveTo>
                  <a:lnTo>
                    <a:pt x="14431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11176635" y="5831181"/>
              <a:ext cx="423179" cy="194798"/>
            </a:xfrm>
            <a:custGeom>
              <a:avLst/>
              <a:pathLst>
                <a:path w="423179" h="194798">
                  <a:moveTo>
                    <a:pt x="0" y="194798"/>
                  </a:moveTo>
                  <a:lnTo>
                    <a:pt x="141820" y="75321"/>
                  </a:lnTo>
                  <a:lnTo>
                    <a:pt x="4231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11381722" y="6174939"/>
              <a:ext cx="273166" cy="282165"/>
            </a:xfrm>
            <a:custGeom>
              <a:avLst/>
              <a:pathLst>
                <a:path w="273166" h="282165">
                  <a:moveTo>
                    <a:pt x="0" y="0"/>
                  </a:moveTo>
                  <a:lnTo>
                    <a:pt x="135559" y="282165"/>
                  </a:lnTo>
                  <a:lnTo>
                    <a:pt x="273166" y="1054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11040075" y="6023205"/>
              <a:ext cx="355470" cy="439210"/>
            </a:xfrm>
            <a:custGeom>
              <a:avLst/>
              <a:pathLst>
                <a:path w="355470" h="439210">
                  <a:moveTo>
                    <a:pt x="0" y="407849"/>
                  </a:moveTo>
                  <a:lnTo>
                    <a:pt x="147104" y="439210"/>
                  </a:lnTo>
                  <a:lnTo>
                    <a:pt x="3554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11040075" y="5938259"/>
              <a:ext cx="214883" cy="86325"/>
            </a:xfrm>
            <a:custGeom>
              <a:avLst/>
              <a:pathLst>
                <a:path w="214883" h="86325">
                  <a:moveTo>
                    <a:pt x="0" y="86325"/>
                  </a:moveTo>
                  <a:lnTo>
                    <a:pt x="2148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11040075" y="5800261"/>
              <a:ext cx="958224" cy="335623"/>
            </a:xfrm>
            <a:custGeom>
              <a:avLst/>
              <a:pathLst>
                <a:path w="958224" h="335623">
                  <a:moveTo>
                    <a:pt x="0" y="335623"/>
                  </a:moveTo>
                  <a:lnTo>
                    <a:pt x="9679" y="332233"/>
                  </a:lnTo>
                  <a:lnTo>
                    <a:pt x="19358" y="328842"/>
                  </a:lnTo>
                  <a:lnTo>
                    <a:pt x="29037" y="325452"/>
                  </a:lnTo>
                  <a:lnTo>
                    <a:pt x="38716" y="322062"/>
                  </a:lnTo>
                  <a:lnTo>
                    <a:pt x="48395" y="318672"/>
                  </a:lnTo>
                  <a:lnTo>
                    <a:pt x="58074" y="315282"/>
                  </a:lnTo>
                  <a:lnTo>
                    <a:pt x="67753" y="311892"/>
                  </a:lnTo>
                  <a:lnTo>
                    <a:pt x="77432" y="308502"/>
                  </a:lnTo>
                  <a:lnTo>
                    <a:pt x="87111" y="305112"/>
                  </a:lnTo>
                  <a:lnTo>
                    <a:pt x="96790" y="301721"/>
                  </a:lnTo>
                  <a:lnTo>
                    <a:pt x="106469" y="298331"/>
                  </a:lnTo>
                  <a:lnTo>
                    <a:pt x="116148" y="294941"/>
                  </a:lnTo>
                  <a:lnTo>
                    <a:pt x="125827" y="291551"/>
                  </a:lnTo>
                  <a:lnTo>
                    <a:pt x="135506" y="288161"/>
                  </a:lnTo>
                  <a:lnTo>
                    <a:pt x="145185" y="284771"/>
                  </a:lnTo>
                  <a:lnTo>
                    <a:pt x="154864" y="281381"/>
                  </a:lnTo>
                  <a:lnTo>
                    <a:pt x="164543" y="277990"/>
                  </a:lnTo>
                  <a:lnTo>
                    <a:pt x="174222" y="274600"/>
                  </a:lnTo>
                  <a:lnTo>
                    <a:pt x="183901" y="271210"/>
                  </a:lnTo>
                  <a:lnTo>
                    <a:pt x="193580" y="267820"/>
                  </a:lnTo>
                  <a:lnTo>
                    <a:pt x="203259" y="264430"/>
                  </a:lnTo>
                  <a:lnTo>
                    <a:pt x="212938" y="261040"/>
                  </a:lnTo>
                  <a:lnTo>
                    <a:pt x="222617" y="257650"/>
                  </a:lnTo>
                  <a:lnTo>
                    <a:pt x="232296" y="254260"/>
                  </a:lnTo>
                  <a:lnTo>
                    <a:pt x="241975" y="250869"/>
                  </a:lnTo>
                  <a:lnTo>
                    <a:pt x="251654" y="247479"/>
                  </a:lnTo>
                  <a:lnTo>
                    <a:pt x="261334" y="244089"/>
                  </a:lnTo>
                  <a:lnTo>
                    <a:pt x="271013" y="240699"/>
                  </a:lnTo>
                  <a:lnTo>
                    <a:pt x="280692" y="237309"/>
                  </a:lnTo>
                  <a:lnTo>
                    <a:pt x="290371" y="233919"/>
                  </a:lnTo>
                  <a:lnTo>
                    <a:pt x="300050" y="230529"/>
                  </a:lnTo>
                  <a:lnTo>
                    <a:pt x="309729" y="227138"/>
                  </a:lnTo>
                  <a:lnTo>
                    <a:pt x="319408" y="223748"/>
                  </a:lnTo>
                  <a:lnTo>
                    <a:pt x="329087" y="220358"/>
                  </a:lnTo>
                  <a:lnTo>
                    <a:pt x="338766" y="216968"/>
                  </a:lnTo>
                  <a:lnTo>
                    <a:pt x="348445" y="213578"/>
                  </a:lnTo>
                  <a:lnTo>
                    <a:pt x="358124" y="210188"/>
                  </a:lnTo>
                  <a:lnTo>
                    <a:pt x="367803" y="206798"/>
                  </a:lnTo>
                  <a:lnTo>
                    <a:pt x="377482" y="203408"/>
                  </a:lnTo>
                  <a:lnTo>
                    <a:pt x="387161" y="200017"/>
                  </a:lnTo>
                  <a:lnTo>
                    <a:pt x="396840" y="196627"/>
                  </a:lnTo>
                  <a:lnTo>
                    <a:pt x="406519" y="193237"/>
                  </a:lnTo>
                  <a:lnTo>
                    <a:pt x="416198" y="189847"/>
                  </a:lnTo>
                  <a:lnTo>
                    <a:pt x="425877" y="186457"/>
                  </a:lnTo>
                  <a:lnTo>
                    <a:pt x="435556" y="183067"/>
                  </a:lnTo>
                  <a:lnTo>
                    <a:pt x="445235" y="179677"/>
                  </a:lnTo>
                  <a:lnTo>
                    <a:pt x="454914" y="176286"/>
                  </a:lnTo>
                  <a:lnTo>
                    <a:pt x="464593" y="172896"/>
                  </a:lnTo>
                  <a:lnTo>
                    <a:pt x="474272" y="169506"/>
                  </a:lnTo>
                  <a:lnTo>
                    <a:pt x="483951" y="166116"/>
                  </a:lnTo>
                  <a:lnTo>
                    <a:pt x="493630" y="162726"/>
                  </a:lnTo>
                  <a:lnTo>
                    <a:pt x="503309" y="159336"/>
                  </a:lnTo>
                  <a:lnTo>
                    <a:pt x="512988" y="155946"/>
                  </a:lnTo>
                  <a:lnTo>
                    <a:pt x="522668" y="152556"/>
                  </a:lnTo>
                  <a:lnTo>
                    <a:pt x="532347" y="149165"/>
                  </a:lnTo>
                  <a:lnTo>
                    <a:pt x="542026" y="145775"/>
                  </a:lnTo>
                  <a:lnTo>
                    <a:pt x="551705" y="142385"/>
                  </a:lnTo>
                  <a:lnTo>
                    <a:pt x="561384" y="138995"/>
                  </a:lnTo>
                  <a:lnTo>
                    <a:pt x="571063" y="135605"/>
                  </a:lnTo>
                  <a:lnTo>
                    <a:pt x="580742" y="132215"/>
                  </a:lnTo>
                  <a:lnTo>
                    <a:pt x="590421" y="128825"/>
                  </a:lnTo>
                  <a:lnTo>
                    <a:pt x="600100" y="125434"/>
                  </a:lnTo>
                  <a:lnTo>
                    <a:pt x="609779" y="122044"/>
                  </a:lnTo>
                  <a:lnTo>
                    <a:pt x="619458" y="118654"/>
                  </a:lnTo>
                  <a:lnTo>
                    <a:pt x="629137" y="115264"/>
                  </a:lnTo>
                  <a:lnTo>
                    <a:pt x="638816" y="111874"/>
                  </a:lnTo>
                  <a:lnTo>
                    <a:pt x="648495" y="108484"/>
                  </a:lnTo>
                  <a:lnTo>
                    <a:pt x="658174" y="105094"/>
                  </a:lnTo>
                  <a:lnTo>
                    <a:pt x="667853" y="101704"/>
                  </a:lnTo>
                  <a:lnTo>
                    <a:pt x="677532" y="98313"/>
                  </a:lnTo>
                  <a:lnTo>
                    <a:pt x="687211" y="94923"/>
                  </a:lnTo>
                  <a:lnTo>
                    <a:pt x="696890" y="91533"/>
                  </a:lnTo>
                  <a:lnTo>
                    <a:pt x="706569" y="88143"/>
                  </a:lnTo>
                  <a:lnTo>
                    <a:pt x="716248" y="84753"/>
                  </a:lnTo>
                  <a:lnTo>
                    <a:pt x="725927" y="81363"/>
                  </a:lnTo>
                  <a:lnTo>
                    <a:pt x="735606" y="77973"/>
                  </a:lnTo>
                  <a:lnTo>
                    <a:pt x="745285" y="74582"/>
                  </a:lnTo>
                  <a:lnTo>
                    <a:pt x="754964" y="71192"/>
                  </a:lnTo>
                  <a:lnTo>
                    <a:pt x="764643" y="67802"/>
                  </a:lnTo>
                  <a:lnTo>
                    <a:pt x="774322" y="64412"/>
                  </a:lnTo>
                  <a:lnTo>
                    <a:pt x="784002" y="61022"/>
                  </a:lnTo>
                  <a:lnTo>
                    <a:pt x="793681" y="57632"/>
                  </a:lnTo>
                  <a:lnTo>
                    <a:pt x="803360" y="54242"/>
                  </a:lnTo>
                  <a:lnTo>
                    <a:pt x="813039" y="50852"/>
                  </a:lnTo>
                  <a:lnTo>
                    <a:pt x="822718" y="47461"/>
                  </a:lnTo>
                  <a:lnTo>
                    <a:pt x="832397" y="44071"/>
                  </a:lnTo>
                  <a:lnTo>
                    <a:pt x="842076" y="40681"/>
                  </a:lnTo>
                  <a:lnTo>
                    <a:pt x="851755" y="37291"/>
                  </a:lnTo>
                  <a:lnTo>
                    <a:pt x="861434" y="33901"/>
                  </a:lnTo>
                  <a:lnTo>
                    <a:pt x="871113" y="30511"/>
                  </a:lnTo>
                  <a:lnTo>
                    <a:pt x="880792" y="27121"/>
                  </a:lnTo>
                  <a:lnTo>
                    <a:pt x="890471" y="23730"/>
                  </a:lnTo>
                  <a:lnTo>
                    <a:pt x="900150" y="20340"/>
                  </a:lnTo>
                  <a:lnTo>
                    <a:pt x="909829" y="16950"/>
                  </a:lnTo>
                  <a:lnTo>
                    <a:pt x="919508" y="13560"/>
                  </a:lnTo>
                  <a:lnTo>
                    <a:pt x="929187" y="10170"/>
                  </a:lnTo>
                  <a:lnTo>
                    <a:pt x="938866" y="6780"/>
                  </a:lnTo>
                  <a:lnTo>
                    <a:pt x="948545" y="3390"/>
                  </a:lnTo>
                  <a:lnTo>
                    <a:pt x="958224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25" name="tx2225"/>
            <p:cNvSpPr/>
            <p:nvPr/>
          </p:nvSpPr>
          <p:spPr>
            <a:xfrm>
              <a:off x="11084426" y="5439774"/>
              <a:ext cx="913873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0.11 Z/year</a:t>
              </a:r>
            </a:p>
          </p:txBody>
        </p:sp>
        <p:sp>
          <p:nvSpPr>
            <p:cNvPr id="2226" name="rc2226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tx2227"/>
            <p:cNvSpPr/>
            <p:nvPr/>
          </p:nvSpPr>
          <p:spPr>
            <a:xfrm>
              <a:off x="10830161" y="6667232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2228" name="tx2228"/>
            <p:cNvSpPr/>
            <p:nvPr/>
          </p:nvSpPr>
          <p:spPr>
            <a:xfrm>
              <a:off x="10830161" y="645264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229" name="tx2229"/>
            <p:cNvSpPr/>
            <p:nvPr/>
          </p:nvSpPr>
          <p:spPr>
            <a:xfrm>
              <a:off x="10830161" y="623663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230" name="tx2230"/>
            <p:cNvSpPr/>
            <p:nvPr/>
          </p:nvSpPr>
          <p:spPr>
            <a:xfrm>
              <a:off x="10867378" y="601926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31" name="tx2231"/>
            <p:cNvSpPr/>
            <p:nvPr/>
          </p:nvSpPr>
          <p:spPr>
            <a:xfrm>
              <a:off x="10867378" y="580462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232" name="tx2232"/>
            <p:cNvSpPr/>
            <p:nvPr/>
          </p:nvSpPr>
          <p:spPr>
            <a:xfrm>
              <a:off x="10867378" y="558862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33" name="pl2233"/>
            <p:cNvSpPr/>
            <p:nvPr/>
          </p:nvSpPr>
          <p:spPr>
            <a:xfrm>
              <a:off x="10957369" y="67089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10957369" y="64929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10957369" y="6276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10957369" y="60609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10957369" y="584495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10957369" y="562894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11040075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11379904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1171973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tx2242"/>
            <p:cNvSpPr/>
            <p:nvPr/>
          </p:nvSpPr>
          <p:spPr>
            <a:xfrm>
              <a:off x="11008997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43" name="tx2243"/>
            <p:cNvSpPr/>
            <p:nvPr/>
          </p:nvSpPr>
          <p:spPr>
            <a:xfrm>
              <a:off x="11348826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244" name="tx2244"/>
            <p:cNvSpPr/>
            <p:nvPr/>
          </p:nvSpPr>
          <p:spPr>
            <a:xfrm>
              <a:off x="11657577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245" name="tx2245"/>
            <p:cNvSpPr/>
            <p:nvPr/>
          </p:nvSpPr>
          <p:spPr>
            <a:xfrm>
              <a:off x="10898006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2246" name="tx2246"/>
            <p:cNvSpPr/>
            <p:nvPr/>
          </p:nvSpPr>
          <p:spPr>
            <a:xfrm rot="-5400000">
              <a:off x="9911729" y="6027779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CSF pTau217 (Z)</a:t>
              </a:r>
            </a:p>
          </p:txBody>
        </p:sp>
        <p:sp>
          <p:nvSpPr>
            <p:cNvPr id="2247" name="rc2247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rc2248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10992163" y="834927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10992163" y="8023064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10992163" y="769684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10992163" y="7370635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1120998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11549818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11889647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10992163" y="851238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10992163" y="818617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10992163" y="785995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10992163" y="753374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110400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11379904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1171973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11015249" y="7773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11197546" y="7695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11015249" y="7734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11085478" y="8400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11159746" y="8462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11015249" y="7451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11198755" y="7621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11287298" y="7553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11425464" y="747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11015249" y="7659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11160969" y="7476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11015249" y="7705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11015249" y="7445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11015249" y="7616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11096063" y="7802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11257740" y="7755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11015249" y="7878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11150531" y="7669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11015249" y="7438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11093413" y="7722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11093403" y="7958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11166769" y="7954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11161108" y="8008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11336888" y="8465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11015249" y="774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11158611" y="8357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11436061" y="8125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11015249" y="7762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11153042" y="7565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11015249" y="7538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11252291" y="7814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11015249" y="767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11015249" y="8000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11161219" y="8326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11300519" y="7708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11015249" y="7297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11087125" y="7330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11015249" y="7523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11088242" y="751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11015249" y="7937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11157069" y="8008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11438428" y="7627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11015249" y="7576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11087253" y="7564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11015249" y="7371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11064780" y="7402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11015249" y="7943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11219705" y="7649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11015249" y="7786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11128463" y="787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11015249" y="7613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11015249" y="7780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11096435" y="7816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11015249" y="7514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11290464" y="7455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11015249" y="7768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11078513" y="7740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11163983" y="793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11226549" y="7799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11015249" y="7984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11084182" y="7907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11015249" y="7779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11361819" y="7580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11497154" y="8270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11015249" y="7801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11153133" y="7775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11015249" y="7907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11098516" y="7758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11168870" y="7815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11239443" y="7659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11359237" y="7749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11015249" y="7791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11015249" y="7993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11084332" y="8190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11015249" y="7535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11015249" y="7479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11145594" y="7611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11286181" y="7723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11355264" y="7519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11423043" y="7764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11015249" y="790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11086194" y="7735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11152587" y="7694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11015249" y="7616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11223243" y="8242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11152019" y="7684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11015249" y="7916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11015249" y="7681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11159932" y="7502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11294933" y="8263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11433099" y="831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11080421" y="8001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11147828" y="8027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11015249" y="799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11214491" y="7610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11361704" y="79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11564934" y="8294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11015249" y="778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11152227" y="8138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11015249" y="7868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11097739" y="7916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11015249" y="7659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11015249" y="791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11085635" y="793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11154975" y="7752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11222684" y="8008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11311319" y="7917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11015249" y="776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11219332" y="781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11355947" y="7888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11015249" y="7571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11253967" y="7495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11015249" y="742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11084268" y="7698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11015249" y="799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11235346" y="7907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11308339" y="8056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11355183" y="7995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11015249" y="7843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11362799" y="7860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11498358" y="771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11015249" y="8003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11015249" y="7895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11085821" y="7866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11169056" y="7688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11015249" y="8003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11294933" y="7590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11375084" y="7736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11489788" y="7914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11666499" y="7424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11015249" y="7776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11162353" y="7660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11229387" y="7434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11364388" y="7961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11155920" y="7551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11015249" y="785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11158097" y="7711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11287112" y="7534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11158461" y="7846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11226222" y="7777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11015249" y="7735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11015249" y="7886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11094752" y="797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11015249" y="7624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11093145" y="7482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11152002" y="7866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11358693" y="7675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11486803" y="7754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11619196" y="7744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11015249" y="7699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11084478" y="7703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11152670" y="7657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11395523" y="7617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11015249" y="7636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11209277" y="7784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11292698" y="7791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11355264" y="7815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11229946" y="7929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11450416" y="7728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11291395" y="7996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11454310" y="7816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11561023" y="7377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11015249" y="7698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11093412" y="770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11161191" y="7727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11015249" y="7479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11089359" y="7535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11159617" y="7475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11015249" y="8006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11088614" y="7967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11015249" y="7639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11093452" y="7680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11182091" y="7819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11299215" y="7393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11434774" y="7864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11620424" y="7813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11707010" y="7701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11361055" y="7999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11501083" y="7836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11677049" y="79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11768291" y="7741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11015249" y="7774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11088614" y="7785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11153601" y="7690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11287484" y="7462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11424347" y="747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11015249" y="7995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11254712" y="772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11015249" y="7927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11292512" y="7642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11422851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11015249" y="7810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11089702" y="7876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11159932" y="7945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11015249" y="7751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11083028" y="7749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11153318" y="7466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11223801" y="7555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11301822" y="7620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11015249" y="7682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11085635" y="7617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11174123" y="746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11242050" y="7607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11312250" y="780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11015249" y="7662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11170330" y="761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11277057" y="7701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11424347" y="8352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11559720" y="808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11015249" y="797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11221046" y="7914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11347108" y="7798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11497005" y="7455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11642434" y="8207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11766634" y="8118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11015249" y="7868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11085399" y="7877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11015249" y="7501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11015249" y="793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11146430" y="7883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11361595" y="7749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11628617" y="8037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11624326" y="7434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11015249" y="7876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11085771" y="7831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11287484" y="764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11015249" y="8006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11084518" y="7965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11162529" y="796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11015249" y="7775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11015249" y="7798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11015249" y="800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11234229" y="8132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11361701" y="8209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11494733" y="8116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11632822" y="8030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11015249" y="7792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11096970" y="7712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11015249" y="7694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11086008" y="772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11155091" y="7570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11015249" y="7948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11077026" y="794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11161937" y="7926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11015249" y="7650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11222125" y="8363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11175573" y="7840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11299215" y="7929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11369602" y="7876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11015249" y="7996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11153228" y="776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11015249" y="7656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11015249" y="777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11015249" y="795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11092152" y="7831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11217715" y="7662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11015249" y="7805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11160960" y="7963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11289897" y="7915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11366906" y="7776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11015249" y="7970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11015249" y="780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11015249" y="7942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11083297" y="7349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11155277" y="7548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11015249" y="7460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11097366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11015249" y="7879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11095819" y="7913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11172966" y="789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11304615" y="7871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11157369" y="7997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11296422" y="7899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11432946" y="7719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11573872" y="7600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11287484" y="7510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11434761" y="7602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11631410" y="8318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11015249" y="7872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11152516" y="7759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11015249" y="792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11279663" y="766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11015249" y="7659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11083906" y="777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11015249" y="7702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11218239" y="7339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11015249" y="7739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11015249" y="7853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11150655" y="8310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11320071" y="8245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11353897" y="7383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11486849" y="7341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11623153" y="8263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11015249" y="7926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11498830" y="7799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11015249" y="7436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11235346" y="7396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11015249" y="7739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11152428" y="7650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11221380" y="7499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11294001" y="7537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11355636" y="7566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11015249" y="7822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11152062" y="8233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11293983" y="813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11433422" y="8017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11015249" y="773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11088242" y="7864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11015249" y="7870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11162519" y="8372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11297912" y="841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11367699" y="7418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11501251" y="8359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11155835" y="774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11288788" y="7642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t2578"/>
            <p:cNvSpPr/>
            <p:nvPr/>
          </p:nvSpPr>
          <p:spPr>
            <a:xfrm>
              <a:off x="11429002" y="847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t2579"/>
            <p:cNvSpPr/>
            <p:nvPr/>
          </p:nvSpPr>
          <p:spPr>
            <a:xfrm>
              <a:off x="11015249" y="7779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t2580"/>
            <p:cNvSpPr/>
            <p:nvPr/>
          </p:nvSpPr>
          <p:spPr>
            <a:xfrm>
              <a:off x="11015249" y="787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t2581"/>
            <p:cNvSpPr/>
            <p:nvPr/>
          </p:nvSpPr>
          <p:spPr>
            <a:xfrm>
              <a:off x="11015249" y="7397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t2582"/>
            <p:cNvSpPr/>
            <p:nvPr/>
          </p:nvSpPr>
          <p:spPr>
            <a:xfrm>
              <a:off x="11219382" y="7361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t2583"/>
            <p:cNvSpPr/>
            <p:nvPr/>
          </p:nvSpPr>
          <p:spPr>
            <a:xfrm>
              <a:off x="11428493" y="8034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t2584"/>
            <p:cNvSpPr/>
            <p:nvPr/>
          </p:nvSpPr>
          <p:spPr>
            <a:xfrm>
              <a:off x="11015249" y="773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t2585"/>
            <p:cNvSpPr/>
            <p:nvPr/>
          </p:nvSpPr>
          <p:spPr>
            <a:xfrm>
              <a:off x="11096053" y="7732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t2586"/>
            <p:cNvSpPr/>
            <p:nvPr/>
          </p:nvSpPr>
          <p:spPr>
            <a:xfrm>
              <a:off x="11180601" y="7485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t2587"/>
            <p:cNvSpPr/>
            <p:nvPr/>
          </p:nvSpPr>
          <p:spPr>
            <a:xfrm>
              <a:off x="11155501" y="7594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t2588"/>
            <p:cNvSpPr/>
            <p:nvPr/>
          </p:nvSpPr>
          <p:spPr>
            <a:xfrm>
              <a:off x="11236091" y="7843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t2589"/>
            <p:cNvSpPr/>
            <p:nvPr/>
          </p:nvSpPr>
          <p:spPr>
            <a:xfrm>
              <a:off x="11446133" y="807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t2590"/>
            <p:cNvSpPr/>
            <p:nvPr/>
          </p:nvSpPr>
          <p:spPr>
            <a:xfrm>
              <a:off x="11015249" y="790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t2591"/>
            <p:cNvSpPr/>
            <p:nvPr/>
          </p:nvSpPr>
          <p:spPr>
            <a:xfrm>
              <a:off x="11015249" y="7621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t2592"/>
            <p:cNvSpPr/>
            <p:nvPr/>
          </p:nvSpPr>
          <p:spPr>
            <a:xfrm>
              <a:off x="11157697" y="8253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t2593"/>
            <p:cNvSpPr/>
            <p:nvPr/>
          </p:nvSpPr>
          <p:spPr>
            <a:xfrm>
              <a:off x="11300705" y="8194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t2594"/>
            <p:cNvSpPr/>
            <p:nvPr/>
          </p:nvSpPr>
          <p:spPr>
            <a:xfrm>
              <a:off x="11015249" y="7969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t2595"/>
            <p:cNvSpPr/>
            <p:nvPr/>
          </p:nvSpPr>
          <p:spPr>
            <a:xfrm>
              <a:off x="11157266" y="8229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t2596"/>
            <p:cNvSpPr/>
            <p:nvPr/>
          </p:nvSpPr>
          <p:spPr>
            <a:xfrm>
              <a:off x="11015249" y="7914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t2597"/>
            <p:cNvSpPr/>
            <p:nvPr/>
          </p:nvSpPr>
          <p:spPr>
            <a:xfrm>
              <a:off x="11152087" y="7946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t2598"/>
            <p:cNvSpPr/>
            <p:nvPr/>
          </p:nvSpPr>
          <p:spPr>
            <a:xfrm>
              <a:off x="11309619" y="7648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t2599"/>
            <p:cNvSpPr/>
            <p:nvPr/>
          </p:nvSpPr>
          <p:spPr>
            <a:xfrm>
              <a:off x="11437544" y="7648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t2600"/>
            <p:cNvSpPr/>
            <p:nvPr/>
          </p:nvSpPr>
          <p:spPr>
            <a:xfrm>
              <a:off x="11015249" y="7806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11165332" y="7976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11300519" y="769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11456747" y="7397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11366830" y="7815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11484120" y="7357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11661203" y="8323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11015249" y="7715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11067897" y="749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231622" y="7879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364458" y="7694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1015249" y="7958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1081675" y="8074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1157276" y="7729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1241058" y="7911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333242" y="7750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231063" y="781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015249" y="788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11040075" y="7719985"/>
              <a:ext cx="182297" cy="78377"/>
            </a:xfrm>
            <a:custGeom>
              <a:avLst/>
              <a:pathLst>
                <a:path w="182297" h="78377">
                  <a:moveTo>
                    <a:pt x="0" y="78377"/>
                  </a:moveTo>
                  <a:lnTo>
                    <a:pt x="1822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11040075" y="7759647"/>
              <a:ext cx="144497" cy="728167"/>
            </a:xfrm>
            <a:custGeom>
              <a:avLst/>
              <a:pathLst>
                <a:path w="144497" h="728167">
                  <a:moveTo>
                    <a:pt x="0" y="0"/>
                  </a:moveTo>
                  <a:lnTo>
                    <a:pt x="70229" y="665785"/>
                  </a:lnTo>
                  <a:lnTo>
                    <a:pt x="144497" y="7281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11040075" y="7476059"/>
              <a:ext cx="410215" cy="170096"/>
            </a:xfrm>
            <a:custGeom>
              <a:avLst/>
              <a:pathLst>
                <a:path w="410215" h="170096">
                  <a:moveTo>
                    <a:pt x="0" y="0"/>
                  </a:moveTo>
                  <a:lnTo>
                    <a:pt x="183506" y="170096"/>
                  </a:lnTo>
                  <a:lnTo>
                    <a:pt x="272049" y="101775"/>
                  </a:lnTo>
                  <a:lnTo>
                    <a:pt x="410215" y="265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11040075" y="7501513"/>
              <a:ext cx="145720" cy="182640"/>
            </a:xfrm>
            <a:custGeom>
              <a:avLst/>
              <a:pathLst>
                <a:path w="145720" h="182640">
                  <a:moveTo>
                    <a:pt x="0" y="182640"/>
                  </a:moveTo>
                  <a:lnTo>
                    <a:pt x="1457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11040075" y="7641160"/>
              <a:ext cx="242491" cy="185673"/>
            </a:xfrm>
            <a:custGeom>
              <a:avLst/>
              <a:pathLst>
                <a:path w="242491" h="185673">
                  <a:moveTo>
                    <a:pt x="0" y="0"/>
                  </a:moveTo>
                  <a:lnTo>
                    <a:pt x="80814" y="185673"/>
                  </a:lnTo>
                  <a:lnTo>
                    <a:pt x="242491" y="1389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11040075" y="7694258"/>
              <a:ext cx="135282" cy="209250"/>
            </a:xfrm>
            <a:custGeom>
              <a:avLst/>
              <a:pathLst>
                <a:path w="135282" h="209250">
                  <a:moveTo>
                    <a:pt x="0" y="209250"/>
                  </a:moveTo>
                  <a:lnTo>
                    <a:pt x="135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11040075" y="7463612"/>
              <a:ext cx="78163" cy="283898"/>
            </a:xfrm>
            <a:custGeom>
              <a:avLst/>
              <a:pathLst>
                <a:path w="78163" h="283898">
                  <a:moveTo>
                    <a:pt x="0" y="0"/>
                  </a:moveTo>
                  <a:lnTo>
                    <a:pt x="78163" y="2838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11118229" y="7979809"/>
              <a:ext cx="73365" cy="3578"/>
            </a:xfrm>
            <a:custGeom>
              <a:avLst/>
              <a:pathLst>
                <a:path w="73365" h="3578">
                  <a:moveTo>
                    <a:pt x="0" y="3578"/>
                  </a:moveTo>
                  <a:lnTo>
                    <a:pt x="733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11185934" y="8033124"/>
              <a:ext cx="175780" cy="457177"/>
            </a:xfrm>
            <a:custGeom>
              <a:avLst/>
              <a:pathLst>
                <a:path w="175780" h="457177">
                  <a:moveTo>
                    <a:pt x="0" y="0"/>
                  </a:moveTo>
                  <a:lnTo>
                    <a:pt x="175780" y="4571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11040075" y="7768100"/>
              <a:ext cx="143362" cy="614403"/>
            </a:xfrm>
            <a:custGeom>
              <a:avLst/>
              <a:pathLst>
                <a:path w="143362" h="614403">
                  <a:moveTo>
                    <a:pt x="0" y="0"/>
                  </a:moveTo>
                  <a:lnTo>
                    <a:pt x="143362" y="6144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11040075" y="7590492"/>
              <a:ext cx="137793" cy="196871"/>
            </a:xfrm>
            <a:custGeom>
              <a:avLst/>
              <a:pathLst>
                <a:path w="137793" h="196871">
                  <a:moveTo>
                    <a:pt x="0" y="196871"/>
                  </a:moveTo>
                  <a:lnTo>
                    <a:pt x="1377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11040075" y="7563747"/>
              <a:ext cx="237042" cy="275847"/>
            </a:xfrm>
            <a:custGeom>
              <a:avLst/>
              <a:pathLst>
                <a:path w="237042" h="275847">
                  <a:moveTo>
                    <a:pt x="0" y="0"/>
                  </a:moveTo>
                  <a:lnTo>
                    <a:pt x="237042" y="2758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11040075" y="7733186"/>
              <a:ext cx="285270" cy="617790"/>
            </a:xfrm>
            <a:custGeom>
              <a:avLst/>
              <a:pathLst>
                <a:path w="285270" h="617790">
                  <a:moveTo>
                    <a:pt x="0" y="291679"/>
                  </a:moveTo>
                  <a:lnTo>
                    <a:pt x="145970" y="617790"/>
                  </a:lnTo>
                  <a:lnTo>
                    <a:pt x="2852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11040075" y="7322459"/>
              <a:ext cx="71876" cy="32483"/>
            </a:xfrm>
            <a:custGeom>
              <a:avLst/>
              <a:pathLst>
                <a:path w="71876" h="32483">
                  <a:moveTo>
                    <a:pt x="0" y="0"/>
                  </a:moveTo>
                  <a:lnTo>
                    <a:pt x="71876" y="324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11040075" y="7538753"/>
              <a:ext cx="72993" cy="9074"/>
            </a:xfrm>
            <a:custGeom>
              <a:avLst/>
              <a:pathLst>
                <a:path w="72993" h="9074">
                  <a:moveTo>
                    <a:pt x="0" y="9074"/>
                  </a:moveTo>
                  <a:lnTo>
                    <a:pt x="729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11040075" y="7651979"/>
              <a:ext cx="423179" cy="380861"/>
            </a:xfrm>
            <a:custGeom>
              <a:avLst/>
              <a:pathLst>
                <a:path w="423179" h="380861">
                  <a:moveTo>
                    <a:pt x="0" y="309882"/>
                  </a:moveTo>
                  <a:lnTo>
                    <a:pt x="141820" y="380861"/>
                  </a:lnTo>
                  <a:lnTo>
                    <a:pt x="4231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11040075" y="7588880"/>
              <a:ext cx="72004" cy="12494"/>
            </a:xfrm>
            <a:custGeom>
              <a:avLst/>
              <a:pathLst>
                <a:path w="72004" h="12494">
                  <a:moveTo>
                    <a:pt x="0" y="12494"/>
                  </a:moveTo>
                  <a:lnTo>
                    <a:pt x="720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11040075" y="7396570"/>
              <a:ext cx="49531" cy="30463"/>
            </a:xfrm>
            <a:custGeom>
              <a:avLst/>
              <a:pathLst>
                <a:path w="49531" h="30463">
                  <a:moveTo>
                    <a:pt x="0" y="0"/>
                  </a:moveTo>
                  <a:lnTo>
                    <a:pt x="49531" y="304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11040075" y="7673899"/>
              <a:ext cx="204456" cy="294917"/>
            </a:xfrm>
            <a:custGeom>
              <a:avLst/>
              <a:pathLst>
                <a:path w="204456" h="294917">
                  <a:moveTo>
                    <a:pt x="0" y="294917"/>
                  </a:moveTo>
                  <a:lnTo>
                    <a:pt x="2044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11040075" y="7811736"/>
              <a:ext cx="113214" cy="87727"/>
            </a:xfrm>
            <a:custGeom>
              <a:avLst/>
              <a:pathLst>
                <a:path w="113214" h="87727">
                  <a:moveTo>
                    <a:pt x="0" y="0"/>
                  </a:moveTo>
                  <a:lnTo>
                    <a:pt x="113214" y="877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11040075" y="7805594"/>
              <a:ext cx="81186" cy="35405"/>
            </a:xfrm>
            <a:custGeom>
              <a:avLst/>
              <a:pathLst>
                <a:path w="81186" h="35405">
                  <a:moveTo>
                    <a:pt x="0" y="0"/>
                  </a:moveTo>
                  <a:lnTo>
                    <a:pt x="81186" y="354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11040075" y="7480209"/>
              <a:ext cx="275214" cy="59353"/>
            </a:xfrm>
            <a:custGeom>
              <a:avLst/>
              <a:pathLst>
                <a:path w="275214" h="59353">
                  <a:moveTo>
                    <a:pt x="0" y="59353"/>
                  </a:moveTo>
                  <a:lnTo>
                    <a:pt x="2752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11040075" y="7764840"/>
              <a:ext cx="211299" cy="192890"/>
            </a:xfrm>
            <a:custGeom>
              <a:avLst/>
              <a:pathLst>
                <a:path w="211299" h="192890">
                  <a:moveTo>
                    <a:pt x="0" y="28673"/>
                  </a:moveTo>
                  <a:lnTo>
                    <a:pt x="63264" y="0"/>
                  </a:lnTo>
                  <a:lnTo>
                    <a:pt x="148734" y="192890"/>
                  </a:lnTo>
                  <a:lnTo>
                    <a:pt x="211299" y="594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11040075" y="7931999"/>
              <a:ext cx="68932" cy="77742"/>
            </a:xfrm>
            <a:custGeom>
              <a:avLst/>
              <a:pathLst>
                <a:path w="68932" h="77742">
                  <a:moveTo>
                    <a:pt x="0" y="77742"/>
                  </a:moveTo>
                  <a:lnTo>
                    <a:pt x="689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11386645" y="7605293"/>
              <a:ext cx="135334" cy="690106"/>
            </a:xfrm>
            <a:custGeom>
              <a:avLst/>
              <a:pathLst>
                <a:path w="135334" h="690106">
                  <a:moveTo>
                    <a:pt x="0" y="0"/>
                  </a:moveTo>
                  <a:lnTo>
                    <a:pt x="135334" y="6901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11040075" y="7684449"/>
              <a:ext cx="343988" cy="247813"/>
            </a:xfrm>
            <a:custGeom>
              <a:avLst/>
              <a:pathLst>
                <a:path w="343988" h="247813">
                  <a:moveTo>
                    <a:pt x="0" y="247813"/>
                  </a:moveTo>
                  <a:lnTo>
                    <a:pt x="83267" y="98604"/>
                  </a:lnTo>
                  <a:lnTo>
                    <a:pt x="153621" y="155615"/>
                  </a:lnTo>
                  <a:lnTo>
                    <a:pt x="224194" y="0"/>
                  </a:lnTo>
                  <a:lnTo>
                    <a:pt x="343988" y="898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11040075" y="8018805"/>
              <a:ext cx="69083" cy="196524"/>
            </a:xfrm>
            <a:custGeom>
              <a:avLst/>
              <a:pathLst>
                <a:path w="69083" h="196524">
                  <a:moveTo>
                    <a:pt x="0" y="0"/>
                  </a:moveTo>
                  <a:lnTo>
                    <a:pt x="69083" y="19652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11040075" y="7504068"/>
              <a:ext cx="407794" cy="285108"/>
            </a:xfrm>
            <a:custGeom>
              <a:avLst/>
              <a:pathLst>
                <a:path w="407794" h="285108">
                  <a:moveTo>
                    <a:pt x="0" y="0"/>
                  </a:moveTo>
                  <a:lnTo>
                    <a:pt x="130345" y="131913"/>
                  </a:lnTo>
                  <a:lnTo>
                    <a:pt x="270932" y="244208"/>
                  </a:lnTo>
                  <a:lnTo>
                    <a:pt x="340015" y="40130"/>
                  </a:lnTo>
                  <a:lnTo>
                    <a:pt x="407794" y="2851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11040075" y="7719592"/>
              <a:ext cx="137338" cy="215187"/>
            </a:xfrm>
            <a:custGeom>
              <a:avLst/>
              <a:pathLst>
                <a:path w="137338" h="215187">
                  <a:moveTo>
                    <a:pt x="0" y="215187"/>
                  </a:moveTo>
                  <a:lnTo>
                    <a:pt x="70945" y="40790"/>
                  </a:lnTo>
                  <a:lnTo>
                    <a:pt x="1373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11040075" y="7641728"/>
              <a:ext cx="207993" cy="625612"/>
            </a:xfrm>
            <a:custGeom>
              <a:avLst/>
              <a:pathLst>
                <a:path w="207993" h="625612">
                  <a:moveTo>
                    <a:pt x="0" y="0"/>
                  </a:moveTo>
                  <a:lnTo>
                    <a:pt x="207993" y="6256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11040075" y="7527669"/>
              <a:ext cx="417850" cy="814692"/>
            </a:xfrm>
            <a:custGeom>
              <a:avLst/>
              <a:pathLst>
                <a:path w="417850" h="814692">
                  <a:moveTo>
                    <a:pt x="0" y="178985"/>
                  </a:moveTo>
                  <a:lnTo>
                    <a:pt x="144683" y="0"/>
                  </a:lnTo>
                  <a:lnTo>
                    <a:pt x="279683" y="760526"/>
                  </a:lnTo>
                  <a:lnTo>
                    <a:pt x="417850" y="81469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11105247" y="8025998"/>
              <a:ext cx="67407" cy="26383"/>
            </a:xfrm>
            <a:custGeom>
              <a:avLst/>
              <a:pathLst>
                <a:path w="67407" h="26383">
                  <a:moveTo>
                    <a:pt x="0" y="0"/>
                  </a:moveTo>
                  <a:lnTo>
                    <a:pt x="67407" y="263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11239317" y="7635327"/>
              <a:ext cx="350442" cy="684252"/>
            </a:xfrm>
            <a:custGeom>
              <a:avLst/>
              <a:pathLst>
                <a:path w="350442" h="684252">
                  <a:moveTo>
                    <a:pt x="0" y="0"/>
                  </a:moveTo>
                  <a:lnTo>
                    <a:pt x="147212" y="289948"/>
                  </a:lnTo>
                  <a:lnTo>
                    <a:pt x="350442" y="6842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11040075" y="7809124"/>
              <a:ext cx="136978" cy="354598"/>
            </a:xfrm>
            <a:custGeom>
              <a:avLst/>
              <a:pathLst>
                <a:path w="136978" h="354598">
                  <a:moveTo>
                    <a:pt x="0" y="0"/>
                  </a:moveTo>
                  <a:lnTo>
                    <a:pt x="136978" y="3545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11040075" y="7893585"/>
              <a:ext cx="82489" cy="47817"/>
            </a:xfrm>
            <a:custGeom>
              <a:avLst/>
              <a:pathLst>
                <a:path w="82489" h="47817">
                  <a:moveTo>
                    <a:pt x="0" y="0"/>
                  </a:moveTo>
                  <a:lnTo>
                    <a:pt x="82489" y="478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11040075" y="7776926"/>
              <a:ext cx="296070" cy="256585"/>
            </a:xfrm>
            <a:custGeom>
              <a:avLst/>
              <a:pathLst>
                <a:path w="296070" h="256585">
                  <a:moveTo>
                    <a:pt x="0" y="159432"/>
                  </a:moveTo>
                  <a:lnTo>
                    <a:pt x="70386" y="178039"/>
                  </a:lnTo>
                  <a:lnTo>
                    <a:pt x="139726" y="0"/>
                  </a:lnTo>
                  <a:lnTo>
                    <a:pt x="207435" y="256585"/>
                  </a:lnTo>
                  <a:lnTo>
                    <a:pt x="296070" y="16581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11040075" y="7787522"/>
              <a:ext cx="340697" cy="125739"/>
            </a:xfrm>
            <a:custGeom>
              <a:avLst/>
              <a:pathLst>
                <a:path w="340697" h="125739">
                  <a:moveTo>
                    <a:pt x="0" y="0"/>
                  </a:moveTo>
                  <a:lnTo>
                    <a:pt x="204083" y="47428"/>
                  </a:lnTo>
                  <a:lnTo>
                    <a:pt x="340697" y="1257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11040075" y="7520199"/>
              <a:ext cx="238718" cy="76375"/>
            </a:xfrm>
            <a:custGeom>
              <a:avLst/>
              <a:pathLst>
                <a:path w="238718" h="76375">
                  <a:moveTo>
                    <a:pt x="0" y="76375"/>
                  </a:moveTo>
                  <a:lnTo>
                    <a:pt x="2387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11040075" y="7453334"/>
              <a:ext cx="69019" cy="270366"/>
            </a:xfrm>
            <a:custGeom>
              <a:avLst/>
              <a:pathLst>
                <a:path w="69019" h="270366">
                  <a:moveTo>
                    <a:pt x="0" y="0"/>
                  </a:moveTo>
                  <a:lnTo>
                    <a:pt x="69019" y="27036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11040075" y="7932673"/>
              <a:ext cx="339934" cy="148562"/>
            </a:xfrm>
            <a:custGeom>
              <a:avLst/>
              <a:pathLst>
                <a:path w="339934" h="148562">
                  <a:moveTo>
                    <a:pt x="0" y="83452"/>
                  </a:moveTo>
                  <a:lnTo>
                    <a:pt x="220097" y="0"/>
                  </a:lnTo>
                  <a:lnTo>
                    <a:pt x="293090" y="148562"/>
                  </a:lnTo>
                  <a:lnTo>
                    <a:pt x="339934" y="875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11387625" y="7744140"/>
              <a:ext cx="135559" cy="141382"/>
            </a:xfrm>
            <a:custGeom>
              <a:avLst/>
              <a:pathLst>
                <a:path w="135559" h="141382">
                  <a:moveTo>
                    <a:pt x="0" y="141382"/>
                  </a:moveTo>
                  <a:lnTo>
                    <a:pt x="13555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11040075" y="7713621"/>
              <a:ext cx="153807" cy="206827"/>
            </a:xfrm>
            <a:custGeom>
              <a:avLst/>
              <a:pathLst>
                <a:path w="153807" h="206827">
                  <a:moveTo>
                    <a:pt x="0" y="206827"/>
                  </a:moveTo>
                  <a:lnTo>
                    <a:pt x="70572" y="178024"/>
                  </a:lnTo>
                  <a:lnTo>
                    <a:pt x="1538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11399910" y="7449215"/>
              <a:ext cx="291415" cy="490133"/>
            </a:xfrm>
            <a:custGeom>
              <a:avLst/>
              <a:pathLst>
                <a:path w="291415" h="490133">
                  <a:moveTo>
                    <a:pt x="0" y="311708"/>
                  </a:moveTo>
                  <a:lnTo>
                    <a:pt x="114703" y="490133"/>
                  </a:lnTo>
                  <a:lnTo>
                    <a:pt x="2914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11040075" y="7459739"/>
              <a:ext cx="349139" cy="526470"/>
            </a:xfrm>
            <a:custGeom>
              <a:avLst/>
              <a:pathLst>
                <a:path w="349139" h="526470">
                  <a:moveTo>
                    <a:pt x="0" y="342074"/>
                  </a:moveTo>
                  <a:lnTo>
                    <a:pt x="147104" y="226024"/>
                  </a:lnTo>
                  <a:lnTo>
                    <a:pt x="214138" y="0"/>
                  </a:lnTo>
                  <a:lnTo>
                    <a:pt x="349139" y="5264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11040075" y="7559460"/>
              <a:ext cx="271863" cy="321396"/>
            </a:xfrm>
            <a:custGeom>
              <a:avLst/>
              <a:pathLst>
                <a:path w="271863" h="321396">
                  <a:moveTo>
                    <a:pt x="0" y="321396"/>
                  </a:moveTo>
                  <a:lnTo>
                    <a:pt x="142848" y="177119"/>
                  </a:lnTo>
                  <a:lnTo>
                    <a:pt x="2718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11183287" y="7801850"/>
              <a:ext cx="67761" cy="69215"/>
            </a:xfrm>
            <a:custGeom>
              <a:avLst/>
              <a:pathLst>
                <a:path w="67761" h="69215">
                  <a:moveTo>
                    <a:pt x="0" y="69215"/>
                  </a:moveTo>
                  <a:lnTo>
                    <a:pt x="677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11040075" y="7911066"/>
              <a:ext cx="79503" cy="90796"/>
            </a:xfrm>
            <a:custGeom>
              <a:avLst/>
              <a:pathLst>
                <a:path w="79503" h="90796">
                  <a:moveTo>
                    <a:pt x="0" y="0"/>
                  </a:moveTo>
                  <a:lnTo>
                    <a:pt x="79503" y="907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11040075" y="7506962"/>
              <a:ext cx="77896" cy="142525"/>
            </a:xfrm>
            <a:custGeom>
              <a:avLst/>
              <a:pathLst>
                <a:path w="77896" h="142525">
                  <a:moveTo>
                    <a:pt x="0" y="142525"/>
                  </a:moveTo>
                  <a:lnTo>
                    <a:pt x="7789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11176828" y="7700605"/>
              <a:ext cx="206690" cy="190922"/>
            </a:xfrm>
            <a:custGeom>
              <a:avLst/>
              <a:pathLst>
                <a:path w="206690" h="190922">
                  <a:moveTo>
                    <a:pt x="0" y="190922"/>
                  </a:moveTo>
                  <a:lnTo>
                    <a:pt x="2066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11511629" y="7769579"/>
              <a:ext cx="132393" cy="9761"/>
            </a:xfrm>
            <a:custGeom>
              <a:avLst/>
              <a:pathLst>
                <a:path w="132393" h="9761">
                  <a:moveTo>
                    <a:pt x="0" y="9761"/>
                  </a:moveTo>
                  <a:lnTo>
                    <a:pt x="1323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11040075" y="7642033"/>
              <a:ext cx="380274" cy="86763"/>
            </a:xfrm>
            <a:custGeom>
              <a:avLst/>
              <a:pathLst>
                <a:path w="380274" h="86763">
                  <a:moveTo>
                    <a:pt x="0" y="82424"/>
                  </a:moveTo>
                  <a:lnTo>
                    <a:pt x="69229" y="86763"/>
                  </a:lnTo>
                  <a:lnTo>
                    <a:pt x="137421" y="40731"/>
                  </a:lnTo>
                  <a:lnTo>
                    <a:pt x="3802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11234103" y="7809635"/>
              <a:ext cx="145986" cy="30561"/>
            </a:xfrm>
            <a:custGeom>
              <a:avLst/>
              <a:pathLst>
                <a:path w="145986" h="30561">
                  <a:moveTo>
                    <a:pt x="0" y="0"/>
                  </a:moveTo>
                  <a:lnTo>
                    <a:pt x="83421" y="6515"/>
                  </a:lnTo>
                  <a:lnTo>
                    <a:pt x="145986" y="305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11254772" y="7753719"/>
              <a:ext cx="220469" cy="200179"/>
            </a:xfrm>
            <a:custGeom>
              <a:avLst/>
              <a:pathLst>
                <a:path w="220469" h="200179">
                  <a:moveTo>
                    <a:pt x="0" y="200179"/>
                  </a:moveTo>
                  <a:lnTo>
                    <a:pt x="2204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11316221" y="7402802"/>
              <a:ext cx="269628" cy="618251"/>
            </a:xfrm>
            <a:custGeom>
              <a:avLst/>
              <a:pathLst>
                <a:path w="269628" h="618251">
                  <a:moveTo>
                    <a:pt x="0" y="618251"/>
                  </a:moveTo>
                  <a:lnTo>
                    <a:pt x="162914" y="438999"/>
                  </a:lnTo>
                  <a:lnTo>
                    <a:pt x="26962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11040075" y="7723324"/>
              <a:ext cx="145942" cy="28713"/>
            </a:xfrm>
            <a:custGeom>
              <a:avLst/>
              <a:pathLst>
                <a:path w="145942" h="28713">
                  <a:moveTo>
                    <a:pt x="0" y="0"/>
                  </a:moveTo>
                  <a:lnTo>
                    <a:pt x="78162" y="8852"/>
                  </a:lnTo>
                  <a:lnTo>
                    <a:pt x="145942" y="287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11040075" y="7500820"/>
              <a:ext cx="144367" cy="59766"/>
            </a:xfrm>
            <a:custGeom>
              <a:avLst/>
              <a:pathLst>
                <a:path w="144367" h="59766">
                  <a:moveTo>
                    <a:pt x="0" y="3232"/>
                  </a:moveTo>
                  <a:lnTo>
                    <a:pt x="74110" y="59766"/>
                  </a:lnTo>
                  <a:lnTo>
                    <a:pt x="1443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11040075" y="7992094"/>
              <a:ext cx="73365" cy="39715"/>
            </a:xfrm>
            <a:custGeom>
              <a:avLst/>
              <a:pathLst>
                <a:path w="73365" h="39715">
                  <a:moveTo>
                    <a:pt x="0" y="39715"/>
                  </a:moveTo>
                  <a:lnTo>
                    <a:pt x="7336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11040075" y="7418597"/>
              <a:ext cx="691761" cy="470921"/>
            </a:xfrm>
            <a:custGeom>
              <a:avLst/>
              <a:pathLst>
                <a:path w="691761" h="470921">
                  <a:moveTo>
                    <a:pt x="0" y="246057"/>
                  </a:moveTo>
                  <a:lnTo>
                    <a:pt x="78203" y="286581"/>
                  </a:lnTo>
                  <a:lnTo>
                    <a:pt x="166842" y="426074"/>
                  </a:lnTo>
                  <a:lnTo>
                    <a:pt x="283966" y="0"/>
                  </a:lnTo>
                  <a:lnTo>
                    <a:pt x="419525" y="470921"/>
                  </a:lnTo>
                  <a:lnTo>
                    <a:pt x="605174" y="420060"/>
                  </a:lnTo>
                  <a:lnTo>
                    <a:pt x="691761" y="3074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11385880" y="7766815"/>
              <a:ext cx="407236" cy="257600"/>
            </a:xfrm>
            <a:custGeom>
              <a:avLst/>
              <a:pathLst>
                <a:path w="407236" h="257600">
                  <a:moveTo>
                    <a:pt x="0" y="257600"/>
                  </a:moveTo>
                  <a:lnTo>
                    <a:pt x="140028" y="94151"/>
                  </a:lnTo>
                  <a:lnTo>
                    <a:pt x="315994" y="248398"/>
                  </a:lnTo>
                  <a:lnTo>
                    <a:pt x="4072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11040075" y="7715158"/>
              <a:ext cx="138352" cy="95514"/>
            </a:xfrm>
            <a:custGeom>
              <a:avLst/>
              <a:pathLst>
                <a:path w="138352" h="95514">
                  <a:moveTo>
                    <a:pt x="0" y="84495"/>
                  </a:moveTo>
                  <a:lnTo>
                    <a:pt x="73365" y="95514"/>
                  </a:lnTo>
                  <a:lnTo>
                    <a:pt x="138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11312310" y="7487228"/>
              <a:ext cx="136862" cy="9673"/>
            </a:xfrm>
            <a:custGeom>
              <a:avLst/>
              <a:pathLst>
                <a:path w="136862" h="9673">
                  <a:moveTo>
                    <a:pt x="0" y="0"/>
                  </a:moveTo>
                  <a:lnTo>
                    <a:pt x="136862" y="967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11040075" y="7746125"/>
              <a:ext cx="239463" cy="273758"/>
            </a:xfrm>
            <a:custGeom>
              <a:avLst/>
              <a:pathLst>
                <a:path w="239463" h="273758">
                  <a:moveTo>
                    <a:pt x="0" y="273758"/>
                  </a:moveTo>
                  <a:lnTo>
                    <a:pt x="239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11317338" y="7667278"/>
              <a:ext cx="130339" cy="868181"/>
            </a:xfrm>
            <a:custGeom>
              <a:avLst/>
              <a:pathLst>
                <a:path w="130339" h="868181">
                  <a:moveTo>
                    <a:pt x="0" y="0"/>
                  </a:moveTo>
                  <a:lnTo>
                    <a:pt x="130339" y="86818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11040075" y="7835301"/>
              <a:ext cx="144683" cy="135132"/>
            </a:xfrm>
            <a:custGeom>
              <a:avLst/>
              <a:pathLst>
                <a:path w="144683" h="135132">
                  <a:moveTo>
                    <a:pt x="0" y="0"/>
                  </a:moveTo>
                  <a:lnTo>
                    <a:pt x="74453" y="66425"/>
                  </a:lnTo>
                  <a:lnTo>
                    <a:pt x="144683" y="1351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11040075" y="7491532"/>
              <a:ext cx="286573" cy="284556"/>
            </a:xfrm>
            <a:custGeom>
              <a:avLst/>
              <a:pathLst>
                <a:path w="286573" h="284556">
                  <a:moveTo>
                    <a:pt x="0" y="284556"/>
                  </a:moveTo>
                  <a:lnTo>
                    <a:pt x="67779" y="283205"/>
                  </a:lnTo>
                  <a:lnTo>
                    <a:pt x="138069" y="0"/>
                  </a:lnTo>
                  <a:lnTo>
                    <a:pt x="208552" y="89137"/>
                  </a:lnTo>
                  <a:lnTo>
                    <a:pt x="286573" y="1535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11040075" y="7494263"/>
              <a:ext cx="297001" cy="330862"/>
            </a:xfrm>
            <a:custGeom>
              <a:avLst/>
              <a:pathLst>
                <a:path w="297001" h="330862">
                  <a:moveTo>
                    <a:pt x="0" y="212677"/>
                  </a:moveTo>
                  <a:lnTo>
                    <a:pt x="70386" y="147650"/>
                  </a:lnTo>
                  <a:lnTo>
                    <a:pt x="158874" y="0"/>
                  </a:lnTo>
                  <a:lnTo>
                    <a:pt x="226800" y="137842"/>
                  </a:lnTo>
                  <a:lnTo>
                    <a:pt x="297001" y="33086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11040075" y="7635170"/>
              <a:ext cx="544471" cy="742091"/>
            </a:xfrm>
            <a:custGeom>
              <a:avLst/>
              <a:pathLst>
                <a:path w="544471" h="742091">
                  <a:moveTo>
                    <a:pt x="0" y="52095"/>
                  </a:moveTo>
                  <a:lnTo>
                    <a:pt x="155080" y="0"/>
                  </a:lnTo>
                  <a:lnTo>
                    <a:pt x="261807" y="91031"/>
                  </a:lnTo>
                  <a:lnTo>
                    <a:pt x="409098" y="742091"/>
                  </a:lnTo>
                  <a:lnTo>
                    <a:pt x="544471" y="4701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11040075" y="7480269"/>
              <a:ext cx="751385" cy="751699"/>
            </a:xfrm>
            <a:custGeom>
              <a:avLst/>
              <a:pathLst>
                <a:path w="751385" h="751699">
                  <a:moveTo>
                    <a:pt x="0" y="520158"/>
                  </a:moveTo>
                  <a:lnTo>
                    <a:pt x="205797" y="458920"/>
                  </a:lnTo>
                  <a:lnTo>
                    <a:pt x="331859" y="342784"/>
                  </a:lnTo>
                  <a:lnTo>
                    <a:pt x="481756" y="0"/>
                  </a:lnTo>
                  <a:lnTo>
                    <a:pt x="627185" y="751699"/>
                  </a:lnTo>
                  <a:lnTo>
                    <a:pt x="751385" y="66296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11040075" y="7893776"/>
              <a:ext cx="70149" cy="8356"/>
            </a:xfrm>
            <a:custGeom>
              <a:avLst/>
              <a:pathLst>
                <a:path w="70149" h="8356">
                  <a:moveTo>
                    <a:pt x="0" y="0"/>
                  </a:moveTo>
                  <a:lnTo>
                    <a:pt x="70149" y="83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11040075" y="7907925"/>
              <a:ext cx="131181" cy="49398"/>
            </a:xfrm>
            <a:custGeom>
              <a:avLst/>
              <a:pathLst>
                <a:path w="131181" h="49398">
                  <a:moveTo>
                    <a:pt x="0" y="49398"/>
                  </a:moveTo>
                  <a:lnTo>
                    <a:pt x="1311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11040075" y="7856074"/>
              <a:ext cx="70522" cy="45234"/>
            </a:xfrm>
            <a:custGeom>
              <a:avLst/>
              <a:pathLst>
                <a:path w="70522" h="45234">
                  <a:moveTo>
                    <a:pt x="0" y="45234"/>
                  </a:moveTo>
                  <a:lnTo>
                    <a:pt x="7052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11040075" y="7990260"/>
              <a:ext cx="147280" cy="41509"/>
            </a:xfrm>
            <a:custGeom>
              <a:avLst/>
              <a:pathLst>
                <a:path w="147280" h="41509">
                  <a:moveTo>
                    <a:pt x="0" y="41509"/>
                  </a:moveTo>
                  <a:lnTo>
                    <a:pt x="69269" y="0"/>
                  </a:lnTo>
                  <a:lnTo>
                    <a:pt x="147280" y="35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11040075" y="8025404"/>
              <a:ext cx="617573" cy="209267"/>
            </a:xfrm>
            <a:custGeom>
              <a:avLst/>
              <a:pathLst>
                <a:path w="617573" h="209267">
                  <a:moveTo>
                    <a:pt x="0" y="0"/>
                  </a:moveTo>
                  <a:lnTo>
                    <a:pt x="218980" y="131471"/>
                  </a:lnTo>
                  <a:lnTo>
                    <a:pt x="346452" y="209267"/>
                  </a:lnTo>
                  <a:lnTo>
                    <a:pt x="479484" y="115631"/>
                  </a:lnTo>
                  <a:lnTo>
                    <a:pt x="617573" y="298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11040075" y="7737223"/>
              <a:ext cx="81721" cy="79694"/>
            </a:xfrm>
            <a:custGeom>
              <a:avLst/>
              <a:pathLst>
                <a:path w="81721" h="79694">
                  <a:moveTo>
                    <a:pt x="0" y="79694"/>
                  </a:moveTo>
                  <a:lnTo>
                    <a:pt x="817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11040075" y="7595170"/>
              <a:ext cx="139841" cy="153864"/>
            </a:xfrm>
            <a:custGeom>
              <a:avLst/>
              <a:pathLst>
                <a:path w="139841" h="153864">
                  <a:moveTo>
                    <a:pt x="0" y="124137"/>
                  </a:moveTo>
                  <a:lnTo>
                    <a:pt x="70758" y="153864"/>
                  </a:lnTo>
                  <a:lnTo>
                    <a:pt x="1398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11040075" y="7951368"/>
              <a:ext cx="146688" cy="21631"/>
            </a:xfrm>
            <a:custGeom>
              <a:avLst/>
              <a:pathLst>
                <a:path w="146688" h="21631">
                  <a:moveTo>
                    <a:pt x="0" y="21631"/>
                  </a:moveTo>
                  <a:lnTo>
                    <a:pt x="61777" y="17094"/>
                  </a:lnTo>
                  <a:lnTo>
                    <a:pt x="1466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11040075" y="7675811"/>
              <a:ext cx="206876" cy="712501"/>
            </a:xfrm>
            <a:custGeom>
              <a:avLst/>
              <a:pathLst>
                <a:path w="206876" h="712501">
                  <a:moveTo>
                    <a:pt x="0" y="0"/>
                  </a:moveTo>
                  <a:lnTo>
                    <a:pt x="206876" y="7125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11200399" y="7864845"/>
              <a:ext cx="194028" cy="89172"/>
            </a:xfrm>
            <a:custGeom>
              <a:avLst/>
              <a:pathLst>
                <a:path w="194028" h="89172">
                  <a:moveTo>
                    <a:pt x="0" y="0"/>
                  </a:moveTo>
                  <a:lnTo>
                    <a:pt x="123641" y="89172"/>
                  </a:lnTo>
                  <a:lnTo>
                    <a:pt x="194028" y="360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11040075" y="7794596"/>
              <a:ext cx="137979" cy="226896"/>
            </a:xfrm>
            <a:custGeom>
              <a:avLst/>
              <a:pathLst>
                <a:path w="137979" h="226896">
                  <a:moveTo>
                    <a:pt x="0" y="226896"/>
                  </a:moveTo>
                  <a:lnTo>
                    <a:pt x="1379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11040075" y="7687636"/>
              <a:ext cx="202466" cy="287360"/>
            </a:xfrm>
            <a:custGeom>
              <a:avLst/>
              <a:pathLst>
                <a:path w="202466" h="287360">
                  <a:moveTo>
                    <a:pt x="0" y="287360"/>
                  </a:moveTo>
                  <a:lnTo>
                    <a:pt x="76903" y="168784"/>
                  </a:lnTo>
                  <a:lnTo>
                    <a:pt x="2024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11185786" y="7801432"/>
              <a:ext cx="205945" cy="186647"/>
            </a:xfrm>
            <a:custGeom>
              <a:avLst/>
              <a:pathLst>
                <a:path w="205945" h="186647">
                  <a:moveTo>
                    <a:pt x="0" y="186647"/>
                  </a:moveTo>
                  <a:lnTo>
                    <a:pt x="128937" y="139175"/>
                  </a:lnTo>
                  <a:lnTo>
                    <a:pt x="2059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11040075" y="7374491"/>
              <a:ext cx="140028" cy="592695"/>
            </a:xfrm>
            <a:custGeom>
              <a:avLst/>
              <a:pathLst>
                <a:path w="140028" h="592695">
                  <a:moveTo>
                    <a:pt x="0" y="592695"/>
                  </a:moveTo>
                  <a:lnTo>
                    <a:pt x="68048" y="0"/>
                  </a:lnTo>
                  <a:lnTo>
                    <a:pt x="140028" y="19898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11040075" y="7308803"/>
              <a:ext cx="82117" cy="176742"/>
            </a:xfrm>
            <a:custGeom>
              <a:avLst/>
              <a:pathLst>
                <a:path w="82117" h="176742">
                  <a:moveTo>
                    <a:pt x="0" y="176742"/>
                  </a:moveTo>
                  <a:lnTo>
                    <a:pt x="8211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11040075" y="7896464"/>
              <a:ext cx="289366" cy="41941"/>
            </a:xfrm>
            <a:custGeom>
              <a:avLst/>
              <a:pathLst>
                <a:path w="289366" h="41941">
                  <a:moveTo>
                    <a:pt x="0" y="7537"/>
                  </a:moveTo>
                  <a:lnTo>
                    <a:pt x="80570" y="41941"/>
                  </a:lnTo>
                  <a:lnTo>
                    <a:pt x="157717" y="24500"/>
                  </a:lnTo>
                  <a:lnTo>
                    <a:pt x="28936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11182195" y="7625702"/>
              <a:ext cx="416502" cy="396228"/>
            </a:xfrm>
            <a:custGeom>
              <a:avLst/>
              <a:pathLst>
                <a:path w="416502" h="396228">
                  <a:moveTo>
                    <a:pt x="0" y="396228"/>
                  </a:moveTo>
                  <a:lnTo>
                    <a:pt x="139052" y="298813"/>
                  </a:lnTo>
                  <a:lnTo>
                    <a:pt x="275577" y="118175"/>
                  </a:lnTo>
                  <a:lnTo>
                    <a:pt x="416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11312310" y="7535351"/>
              <a:ext cx="343925" cy="807995"/>
            </a:xfrm>
            <a:custGeom>
              <a:avLst/>
              <a:pathLst>
                <a:path w="343925" h="807995">
                  <a:moveTo>
                    <a:pt x="0" y="0"/>
                  </a:moveTo>
                  <a:lnTo>
                    <a:pt x="147277" y="92354"/>
                  </a:lnTo>
                  <a:lnTo>
                    <a:pt x="343925" y="8079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11040075" y="7693459"/>
              <a:ext cx="264414" cy="260803"/>
            </a:xfrm>
            <a:custGeom>
              <a:avLst/>
              <a:pathLst>
                <a:path w="264414" h="260803">
                  <a:moveTo>
                    <a:pt x="0" y="260803"/>
                  </a:moveTo>
                  <a:lnTo>
                    <a:pt x="2644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11040075" y="7684034"/>
              <a:ext cx="68657" cy="116252"/>
            </a:xfrm>
            <a:custGeom>
              <a:avLst/>
              <a:pathLst>
                <a:path w="68657" h="116252">
                  <a:moveTo>
                    <a:pt x="0" y="0"/>
                  </a:moveTo>
                  <a:lnTo>
                    <a:pt x="68657" y="11625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11040075" y="7364614"/>
              <a:ext cx="202990" cy="362482"/>
            </a:xfrm>
            <a:custGeom>
              <a:avLst/>
              <a:pathLst>
                <a:path w="202990" h="362482">
                  <a:moveTo>
                    <a:pt x="0" y="362482"/>
                  </a:moveTo>
                  <a:lnTo>
                    <a:pt x="20299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11040075" y="7877959"/>
              <a:ext cx="304821" cy="457665"/>
            </a:xfrm>
            <a:custGeom>
              <a:avLst/>
              <a:pathLst>
                <a:path w="304821" h="457665">
                  <a:moveTo>
                    <a:pt x="0" y="0"/>
                  </a:moveTo>
                  <a:lnTo>
                    <a:pt x="135406" y="457665"/>
                  </a:lnTo>
                  <a:lnTo>
                    <a:pt x="304821" y="3928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11378723" y="7366141"/>
              <a:ext cx="269256" cy="921796"/>
            </a:xfrm>
            <a:custGeom>
              <a:avLst/>
              <a:pathLst>
                <a:path w="269256" h="921796">
                  <a:moveTo>
                    <a:pt x="0" y="42338"/>
                  </a:moveTo>
                  <a:lnTo>
                    <a:pt x="132952" y="0"/>
                  </a:lnTo>
                  <a:lnTo>
                    <a:pt x="269256" y="9217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11040075" y="7824393"/>
              <a:ext cx="483581" cy="126841"/>
            </a:xfrm>
            <a:custGeom>
              <a:avLst/>
              <a:pathLst>
                <a:path w="483581" h="126841">
                  <a:moveTo>
                    <a:pt x="0" y="126841"/>
                  </a:moveTo>
                  <a:lnTo>
                    <a:pt x="48358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11040075" y="7421500"/>
              <a:ext cx="220097" cy="40056"/>
            </a:xfrm>
            <a:custGeom>
              <a:avLst/>
              <a:pathLst>
                <a:path w="220097" h="40056">
                  <a:moveTo>
                    <a:pt x="0" y="40056"/>
                  </a:moveTo>
                  <a:lnTo>
                    <a:pt x="2200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11040075" y="7524192"/>
              <a:ext cx="340387" cy="240620"/>
            </a:xfrm>
            <a:custGeom>
              <a:avLst/>
              <a:pathLst>
                <a:path w="340387" h="240620">
                  <a:moveTo>
                    <a:pt x="0" y="240620"/>
                  </a:moveTo>
                  <a:lnTo>
                    <a:pt x="137179" y="151507"/>
                  </a:lnTo>
                  <a:lnTo>
                    <a:pt x="206131" y="0"/>
                  </a:lnTo>
                  <a:lnTo>
                    <a:pt x="278752" y="38011"/>
                  </a:lnTo>
                  <a:lnTo>
                    <a:pt x="340387" y="672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11040075" y="7847211"/>
              <a:ext cx="418173" cy="411365"/>
            </a:xfrm>
            <a:custGeom>
              <a:avLst/>
              <a:pathLst>
                <a:path w="418173" h="411365">
                  <a:moveTo>
                    <a:pt x="0" y="0"/>
                  </a:moveTo>
                  <a:lnTo>
                    <a:pt x="136813" y="411365"/>
                  </a:lnTo>
                  <a:lnTo>
                    <a:pt x="278734" y="313457"/>
                  </a:lnTo>
                  <a:lnTo>
                    <a:pt x="418173" y="1949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11040075" y="7758561"/>
              <a:ext cx="72993" cy="131005"/>
            </a:xfrm>
            <a:custGeom>
              <a:avLst/>
              <a:pathLst>
                <a:path w="72993" h="131005">
                  <a:moveTo>
                    <a:pt x="0" y="0"/>
                  </a:moveTo>
                  <a:lnTo>
                    <a:pt x="72993" y="1310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11040075" y="7895103"/>
              <a:ext cx="282663" cy="546659"/>
            </a:xfrm>
            <a:custGeom>
              <a:avLst/>
              <a:pathLst>
                <a:path w="282663" h="546659">
                  <a:moveTo>
                    <a:pt x="0" y="0"/>
                  </a:moveTo>
                  <a:lnTo>
                    <a:pt x="147269" y="501863"/>
                  </a:lnTo>
                  <a:lnTo>
                    <a:pt x="282663" y="5466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11392525" y="7443561"/>
              <a:ext cx="133551" cy="940643"/>
            </a:xfrm>
            <a:custGeom>
              <a:avLst/>
              <a:pathLst>
                <a:path w="133551" h="940643">
                  <a:moveTo>
                    <a:pt x="0" y="0"/>
                  </a:moveTo>
                  <a:lnTo>
                    <a:pt x="133551" y="9406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11180661" y="7667098"/>
              <a:ext cx="273166" cy="834405"/>
            </a:xfrm>
            <a:custGeom>
              <a:avLst/>
              <a:pathLst>
                <a:path w="273166" h="834405">
                  <a:moveTo>
                    <a:pt x="0" y="102034"/>
                  </a:moveTo>
                  <a:lnTo>
                    <a:pt x="132952" y="0"/>
                  </a:lnTo>
                  <a:lnTo>
                    <a:pt x="273166" y="83440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11040075" y="7386644"/>
              <a:ext cx="413244" cy="672445"/>
            </a:xfrm>
            <a:custGeom>
              <a:avLst/>
              <a:pathLst>
                <a:path w="413244" h="672445">
                  <a:moveTo>
                    <a:pt x="0" y="35852"/>
                  </a:moveTo>
                  <a:lnTo>
                    <a:pt x="204132" y="0"/>
                  </a:lnTo>
                  <a:lnTo>
                    <a:pt x="413244" y="6724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11040075" y="7510118"/>
              <a:ext cx="165352" cy="247549"/>
            </a:xfrm>
            <a:custGeom>
              <a:avLst/>
              <a:pathLst>
                <a:path w="165352" h="247549">
                  <a:moveTo>
                    <a:pt x="0" y="246641"/>
                  </a:moveTo>
                  <a:lnTo>
                    <a:pt x="80804" y="247549"/>
                  </a:lnTo>
                  <a:lnTo>
                    <a:pt x="165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11260917" y="7868697"/>
              <a:ext cx="210042" cy="235935"/>
            </a:xfrm>
            <a:custGeom>
              <a:avLst/>
              <a:pathLst>
                <a:path w="210042" h="235935">
                  <a:moveTo>
                    <a:pt x="0" y="0"/>
                  </a:moveTo>
                  <a:lnTo>
                    <a:pt x="210042" y="2359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11040075" y="7646042"/>
              <a:ext cx="285456" cy="632387"/>
            </a:xfrm>
            <a:custGeom>
              <a:avLst/>
              <a:pathLst>
                <a:path w="285456" h="632387">
                  <a:moveTo>
                    <a:pt x="0" y="0"/>
                  </a:moveTo>
                  <a:lnTo>
                    <a:pt x="142448" y="632387"/>
                  </a:lnTo>
                  <a:lnTo>
                    <a:pt x="285456" y="5734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11040075" y="7994019"/>
              <a:ext cx="142017" cy="260080"/>
            </a:xfrm>
            <a:custGeom>
              <a:avLst/>
              <a:pathLst>
                <a:path w="142017" h="260080">
                  <a:moveTo>
                    <a:pt x="0" y="0"/>
                  </a:moveTo>
                  <a:lnTo>
                    <a:pt x="142017" y="2600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11040075" y="7673024"/>
              <a:ext cx="422295" cy="298629"/>
            </a:xfrm>
            <a:custGeom>
              <a:avLst/>
              <a:pathLst>
                <a:path w="422295" h="298629">
                  <a:moveTo>
                    <a:pt x="0" y="265921"/>
                  </a:moveTo>
                  <a:lnTo>
                    <a:pt x="136838" y="298629"/>
                  </a:lnTo>
                  <a:lnTo>
                    <a:pt x="294370" y="594"/>
                  </a:lnTo>
                  <a:lnTo>
                    <a:pt x="4222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11190158" y="7421872"/>
              <a:ext cx="291415" cy="579631"/>
            </a:xfrm>
            <a:custGeom>
              <a:avLst/>
              <a:pathLst>
                <a:path w="291415" h="579631">
                  <a:moveTo>
                    <a:pt x="0" y="579631"/>
                  </a:moveTo>
                  <a:lnTo>
                    <a:pt x="135186" y="301116"/>
                  </a:lnTo>
                  <a:lnTo>
                    <a:pt x="2914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11391655" y="7382417"/>
              <a:ext cx="294373" cy="965516"/>
            </a:xfrm>
            <a:custGeom>
              <a:avLst/>
              <a:pathLst>
                <a:path w="294373" h="965516">
                  <a:moveTo>
                    <a:pt x="0" y="457908"/>
                  </a:moveTo>
                  <a:lnTo>
                    <a:pt x="117289" y="0"/>
                  </a:lnTo>
                  <a:lnTo>
                    <a:pt x="294373" y="9655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11040075" y="7517113"/>
              <a:ext cx="349209" cy="386880"/>
            </a:xfrm>
            <a:custGeom>
              <a:avLst/>
              <a:pathLst>
                <a:path w="349209" h="386880">
                  <a:moveTo>
                    <a:pt x="0" y="223327"/>
                  </a:moveTo>
                  <a:lnTo>
                    <a:pt x="52648" y="0"/>
                  </a:lnTo>
                  <a:lnTo>
                    <a:pt x="216373" y="386880"/>
                  </a:lnTo>
                  <a:lnTo>
                    <a:pt x="349209" y="2025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11040075" y="7754016"/>
              <a:ext cx="317993" cy="344990"/>
            </a:xfrm>
            <a:custGeom>
              <a:avLst/>
              <a:pathLst>
                <a:path w="317993" h="344990">
                  <a:moveTo>
                    <a:pt x="0" y="229287"/>
                  </a:moveTo>
                  <a:lnTo>
                    <a:pt x="66426" y="344990"/>
                  </a:lnTo>
                  <a:lnTo>
                    <a:pt x="142027" y="0"/>
                  </a:lnTo>
                  <a:lnTo>
                    <a:pt x="225809" y="182634"/>
                  </a:lnTo>
                  <a:lnTo>
                    <a:pt x="317993" y="216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11040075" y="7787886"/>
              <a:ext cx="958224" cy="185126"/>
            </a:xfrm>
            <a:custGeom>
              <a:avLst/>
              <a:pathLst>
                <a:path w="958224" h="185126">
                  <a:moveTo>
                    <a:pt x="0" y="0"/>
                  </a:moveTo>
                  <a:lnTo>
                    <a:pt x="9679" y="1869"/>
                  </a:lnTo>
                  <a:lnTo>
                    <a:pt x="19358" y="3739"/>
                  </a:lnTo>
                  <a:lnTo>
                    <a:pt x="29037" y="5609"/>
                  </a:lnTo>
                  <a:lnTo>
                    <a:pt x="38716" y="7479"/>
                  </a:lnTo>
                  <a:lnTo>
                    <a:pt x="48395" y="9349"/>
                  </a:lnTo>
                  <a:lnTo>
                    <a:pt x="58074" y="11219"/>
                  </a:lnTo>
                  <a:lnTo>
                    <a:pt x="67753" y="13089"/>
                  </a:lnTo>
                  <a:lnTo>
                    <a:pt x="77432" y="14959"/>
                  </a:lnTo>
                  <a:lnTo>
                    <a:pt x="87111" y="16829"/>
                  </a:lnTo>
                  <a:lnTo>
                    <a:pt x="96790" y="18699"/>
                  </a:lnTo>
                  <a:lnTo>
                    <a:pt x="106469" y="20569"/>
                  </a:lnTo>
                  <a:lnTo>
                    <a:pt x="116148" y="22439"/>
                  </a:lnTo>
                  <a:lnTo>
                    <a:pt x="125827" y="24309"/>
                  </a:lnTo>
                  <a:lnTo>
                    <a:pt x="135506" y="26179"/>
                  </a:lnTo>
                  <a:lnTo>
                    <a:pt x="145185" y="28049"/>
                  </a:lnTo>
                  <a:lnTo>
                    <a:pt x="154864" y="29919"/>
                  </a:lnTo>
                  <a:lnTo>
                    <a:pt x="164543" y="31789"/>
                  </a:lnTo>
                  <a:lnTo>
                    <a:pt x="174222" y="33659"/>
                  </a:lnTo>
                  <a:lnTo>
                    <a:pt x="183901" y="35529"/>
                  </a:lnTo>
                  <a:lnTo>
                    <a:pt x="193580" y="37399"/>
                  </a:lnTo>
                  <a:lnTo>
                    <a:pt x="203259" y="39269"/>
                  </a:lnTo>
                  <a:lnTo>
                    <a:pt x="212938" y="41139"/>
                  </a:lnTo>
                  <a:lnTo>
                    <a:pt x="222617" y="43009"/>
                  </a:lnTo>
                  <a:lnTo>
                    <a:pt x="232296" y="44879"/>
                  </a:lnTo>
                  <a:lnTo>
                    <a:pt x="241975" y="46749"/>
                  </a:lnTo>
                  <a:lnTo>
                    <a:pt x="251654" y="48619"/>
                  </a:lnTo>
                  <a:lnTo>
                    <a:pt x="261334" y="50489"/>
                  </a:lnTo>
                  <a:lnTo>
                    <a:pt x="271013" y="52359"/>
                  </a:lnTo>
                  <a:lnTo>
                    <a:pt x="280692" y="54229"/>
                  </a:lnTo>
                  <a:lnTo>
                    <a:pt x="290371" y="56099"/>
                  </a:lnTo>
                  <a:lnTo>
                    <a:pt x="300050" y="57969"/>
                  </a:lnTo>
                  <a:lnTo>
                    <a:pt x="309729" y="59838"/>
                  </a:lnTo>
                  <a:lnTo>
                    <a:pt x="319408" y="61708"/>
                  </a:lnTo>
                  <a:lnTo>
                    <a:pt x="329087" y="63578"/>
                  </a:lnTo>
                  <a:lnTo>
                    <a:pt x="338766" y="65448"/>
                  </a:lnTo>
                  <a:lnTo>
                    <a:pt x="348445" y="67318"/>
                  </a:lnTo>
                  <a:lnTo>
                    <a:pt x="358124" y="69188"/>
                  </a:lnTo>
                  <a:lnTo>
                    <a:pt x="367803" y="71058"/>
                  </a:lnTo>
                  <a:lnTo>
                    <a:pt x="377482" y="72928"/>
                  </a:lnTo>
                  <a:lnTo>
                    <a:pt x="387161" y="74798"/>
                  </a:lnTo>
                  <a:lnTo>
                    <a:pt x="396840" y="76668"/>
                  </a:lnTo>
                  <a:lnTo>
                    <a:pt x="406519" y="78538"/>
                  </a:lnTo>
                  <a:lnTo>
                    <a:pt x="416198" y="80408"/>
                  </a:lnTo>
                  <a:lnTo>
                    <a:pt x="425877" y="82278"/>
                  </a:lnTo>
                  <a:lnTo>
                    <a:pt x="435556" y="84148"/>
                  </a:lnTo>
                  <a:lnTo>
                    <a:pt x="445235" y="86018"/>
                  </a:lnTo>
                  <a:lnTo>
                    <a:pt x="454914" y="87888"/>
                  </a:lnTo>
                  <a:lnTo>
                    <a:pt x="464593" y="89758"/>
                  </a:lnTo>
                  <a:lnTo>
                    <a:pt x="474272" y="91628"/>
                  </a:lnTo>
                  <a:lnTo>
                    <a:pt x="483951" y="93498"/>
                  </a:lnTo>
                  <a:lnTo>
                    <a:pt x="493630" y="95368"/>
                  </a:lnTo>
                  <a:lnTo>
                    <a:pt x="503309" y="97238"/>
                  </a:lnTo>
                  <a:lnTo>
                    <a:pt x="512988" y="99108"/>
                  </a:lnTo>
                  <a:lnTo>
                    <a:pt x="522668" y="100978"/>
                  </a:lnTo>
                  <a:lnTo>
                    <a:pt x="532347" y="102848"/>
                  </a:lnTo>
                  <a:lnTo>
                    <a:pt x="542026" y="104718"/>
                  </a:lnTo>
                  <a:lnTo>
                    <a:pt x="551705" y="106588"/>
                  </a:lnTo>
                  <a:lnTo>
                    <a:pt x="561384" y="108458"/>
                  </a:lnTo>
                  <a:lnTo>
                    <a:pt x="571063" y="110328"/>
                  </a:lnTo>
                  <a:lnTo>
                    <a:pt x="580742" y="112198"/>
                  </a:lnTo>
                  <a:lnTo>
                    <a:pt x="590421" y="114068"/>
                  </a:lnTo>
                  <a:lnTo>
                    <a:pt x="600100" y="115938"/>
                  </a:lnTo>
                  <a:lnTo>
                    <a:pt x="609779" y="117808"/>
                  </a:lnTo>
                  <a:lnTo>
                    <a:pt x="619458" y="119677"/>
                  </a:lnTo>
                  <a:lnTo>
                    <a:pt x="629137" y="121547"/>
                  </a:lnTo>
                  <a:lnTo>
                    <a:pt x="638816" y="123417"/>
                  </a:lnTo>
                  <a:lnTo>
                    <a:pt x="648495" y="125287"/>
                  </a:lnTo>
                  <a:lnTo>
                    <a:pt x="658174" y="127157"/>
                  </a:lnTo>
                  <a:lnTo>
                    <a:pt x="667853" y="129027"/>
                  </a:lnTo>
                  <a:lnTo>
                    <a:pt x="677532" y="130897"/>
                  </a:lnTo>
                  <a:lnTo>
                    <a:pt x="687211" y="132767"/>
                  </a:lnTo>
                  <a:lnTo>
                    <a:pt x="696890" y="134637"/>
                  </a:lnTo>
                  <a:lnTo>
                    <a:pt x="706569" y="136507"/>
                  </a:lnTo>
                  <a:lnTo>
                    <a:pt x="716248" y="138377"/>
                  </a:lnTo>
                  <a:lnTo>
                    <a:pt x="725927" y="140247"/>
                  </a:lnTo>
                  <a:lnTo>
                    <a:pt x="735606" y="142117"/>
                  </a:lnTo>
                  <a:lnTo>
                    <a:pt x="745285" y="143987"/>
                  </a:lnTo>
                  <a:lnTo>
                    <a:pt x="754964" y="145857"/>
                  </a:lnTo>
                  <a:lnTo>
                    <a:pt x="764643" y="147727"/>
                  </a:lnTo>
                  <a:lnTo>
                    <a:pt x="774322" y="149597"/>
                  </a:lnTo>
                  <a:lnTo>
                    <a:pt x="784002" y="151467"/>
                  </a:lnTo>
                  <a:lnTo>
                    <a:pt x="793681" y="153337"/>
                  </a:lnTo>
                  <a:lnTo>
                    <a:pt x="803360" y="155207"/>
                  </a:lnTo>
                  <a:lnTo>
                    <a:pt x="813039" y="157077"/>
                  </a:lnTo>
                  <a:lnTo>
                    <a:pt x="822718" y="158947"/>
                  </a:lnTo>
                  <a:lnTo>
                    <a:pt x="832397" y="160817"/>
                  </a:lnTo>
                  <a:lnTo>
                    <a:pt x="842076" y="162687"/>
                  </a:lnTo>
                  <a:lnTo>
                    <a:pt x="851755" y="164557"/>
                  </a:lnTo>
                  <a:lnTo>
                    <a:pt x="861434" y="166427"/>
                  </a:lnTo>
                  <a:lnTo>
                    <a:pt x="871113" y="168297"/>
                  </a:lnTo>
                  <a:lnTo>
                    <a:pt x="880792" y="170167"/>
                  </a:lnTo>
                  <a:lnTo>
                    <a:pt x="890471" y="172037"/>
                  </a:lnTo>
                  <a:lnTo>
                    <a:pt x="900150" y="173907"/>
                  </a:lnTo>
                  <a:lnTo>
                    <a:pt x="909829" y="175777"/>
                  </a:lnTo>
                  <a:lnTo>
                    <a:pt x="919508" y="177647"/>
                  </a:lnTo>
                  <a:lnTo>
                    <a:pt x="929187" y="179516"/>
                  </a:lnTo>
                  <a:lnTo>
                    <a:pt x="938866" y="181386"/>
                  </a:lnTo>
                  <a:lnTo>
                    <a:pt x="948545" y="183256"/>
                  </a:lnTo>
                  <a:lnTo>
                    <a:pt x="958224" y="185126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28" name="tx2728"/>
            <p:cNvSpPr/>
            <p:nvPr/>
          </p:nvSpPr>
          <p:spPr>
            <a:xfrm>
              <a:off x="11024260" y="7268574"/>
              <a:ext cx="974039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-0.04 Z/year</a:t>
              </a:r>
            </a:p>
          </p:txBody>
        </p:sp>
        <p:sp>
          <p:nvSpPr>
            <p:cNvPr id="2729" name="rc2729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tx2730"/>
            <p:cNvSpPr/>
            <p:nvPr/>
          </p:nvSpPr>
          <p:spPr>
            <a:xfrm>
              <a:off x="10830161" y="8472059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731" name="tx2731"/>
            <p:cNvSpPr/>
            <p:nvPr/>
          </p:nvSpPr>
          <p:spPr>
            <a:xfrm>
              <a:off x="10867378" y="814448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32" name="tx2732"/>
            <p:cNvSpPr/>
            <p:nvPr/>
          </p:nvSpPr>
          <p:spPr>
            <a:xfrm>
              <a:off x="10867378" y="7819629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33" name="tx2733"/>
            <p:cNvSpPr/>
            <p:nvPr/>
          </p:nvSpPr>
          <p:spPr>
            <a:xfrm>
              <a:off x="10867378" y="749341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734" name="pl2734"/>
            <p:cNvSpPr/>
            <p:nvPr/>
          </p:nvSpPr>
          <p:spPr>
            <a:xfrm>
              <a:off x="10957369" y="85123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10957369" y="81861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10957369" y="78599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10957369" y="753374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11040075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11379904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1171973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tx2741"/>
            <p:cNvSpPr/>
            <p:nvPr/>
          </p:nvSpPr>
          <p:spPr>
            <a:xfrm>
              <a:off x="11008997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42" name="tx2742"/>
            <p:cNvSpPr/>
            <p:nvPr/>
          </p:nvSpPr>
          <p:spPr>
            <a:xfrm>
              <a:off x="11348826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743" name="tx2743"/>
            <p:cNvSpPr/>
            <p:nvPr/>
          </p:nvSpPr>
          <p:spPr>
            <a:xfrm>
              <a:off x="11657577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744" name="tx2744"/>
            <p:cNvSpPr/>
            <p:nvPr/>
          </p:nvSpPr>
          <p:spPr>
            <a:xfrm>
              <a:off x="10898006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2745" name="tx2745"/>
            <p:cNvSpPr/>
            <p:nvPr/>
          </p:nvSpPr>
          <p:spPr>
            <a:xfrm rot="-5400000">
              <a:off x="9911729" y="7856579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CSF pTau217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2026-02-17T12:00:48Z</dcterms:modified>
</cp:coreProperties>
</file>