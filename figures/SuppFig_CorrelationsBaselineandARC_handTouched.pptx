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70">
          <p15:clr>
            <a:srgbClr val="A4A3A4"/>
          </p15:clr>
        </p15:guide>
        <p15:guide id="2" pos="47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1134" y="90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c3"/>
          <p:cNvSpPr/>
          <p:nvPr/>
        </p:nvSpPr>
        <p:spPr>
          <a:xfrm>
            <a:off x="4800600" y="1691481"/>
            <a:ext cx="54864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" name="rc4"/>
          <p:cNvSpPr/>
          <p:nvPr/>
        </p:nvSpPr>
        <p:spPr>
          <a:xfrm>
            <a:off x="4800600" y="1691481"/>
            <a:ext cx="54864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13550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" name="rc5"/>
          <p:cNvSpPr/>
          <p:nvPr/>
        </p:nvSpPr>
        <p:spPr>
          <a:xfrm>
            <a:off x="6515413" y="1761070"/>
            <a:ext cx="3701997" cy="6337909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" name="pl6"/>
          <p:cNvSpPr/>
          <p:nvPr/>
        </p:nvSpPr>
        <p:spPr>
          <a:xfrm>
            <a:off x="7051209" y="1761070"/>
            <a:ext cx="0" cy="6337909"/>
          </a:xfrm>
          <a:custGeom>
            <a:avLst/>
            <a:gdLst/>
            <a:ahLst/>
            <a:cxnLst/>
            <a:rect l="0" t="0" r="0" b="0"/>
            <a:pathLst>
              <a:path h="6337909">
                <a:moveTo>
                  <a:pt x="0" y="633790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" name="pl7"/>
          <p:cNvSpPr/>
          <p:nvPr/>
        </p:nvSpPr>
        <p:spPr>
          <a:xfrm>
            <a:off x="8060887" y="1761070"/>
            <a:ext cx="0" cy="6337909"/>
          </a:xfrm>
          <a:custGeom>
            <a:avLst/>
            <a:gdLst/>
            <a:ahLst/>
            <a:cxnLst/>
            <a:rect l="0" t="0" r="0" b="0"/>
            <a:pathLst>
              <a:path h="6337909">
                <a:moveTo>
                  <a:pt x="0" y="633790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" name="pl8"/>
          <p:cNvSpPr/>
          <p:nvPr/>
        </p:nvSpPr>
        <p:spPr>
          <a:xfrm>
            <a:off x="9070565" y="1761070"/>
            <a:ext cx="0" cy="6337909"/>
          </a:xfrm>
          <a:custGeom>
            <a:avLst/>
            <a:gdLst/>
            <a:ahLst/>
            <a:cxnLst/>
            <a:rect l="0" t="0" r="0" b="0"/>
            <a:pathLst>
              <a:path h="6337909">
                <a:moveTo>
                  <a:pt x="0" y="633790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" name="pl9"/>
          <p:cNvSpPr/>
          <p:nvPr/>
        </p:nvSpPr>
        <p:spPr>
          <a:xfrm>
            <a:off x="10080242" y="1761070"/>
            <a:ext cx="0" cy="6337909"/>
          </a:xfrm>
          <a:custGeom>
            <a:avLst/>
            <a:gdLst/>
            <a:ahLst/>
            <a:cxnLst/>
            <a:rect l="0" t="0" r="0" b="0"/>
            <a:pathLst>
              <a:path h="6337909">
                <a:moveTo>
                  <a:pt x="0" y="633790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" name="pl10"/>
          <p:cNvSpPr/>
          <p:nvPr/>
        </p:nvSpPr>
        <p:spPr>
          <a:xfrm>
            <a:off x="6515413" y="8021688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" name="pl11"/>
          <p:cNvSpPr/>
          <p:nvPr/>
        </p:nvSpPr>
        <p:spPr>
          <a:xfrm>
            <a:off x="6515413" y="7892869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" name="pl12"/>
          <p:cNvSpPr/>
          <p:nvPr/>
        </p:nvSpPr>
        <p:spPr>
          <a:xfrm>
            <a:off x="6515413" y="7764050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" name="pl13"/>
          <p:cNvSpPr/>
          <p:nvPr/>
        </p:nvSpPr>
        <p:spPr>
          <a:xfrm>
            <a:off x="6515413" y="7635231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" name="pl14"/>
          <p:cNvSpPr/>
          <p:nvPr/>
        </p:nvSpPr>
        <p:spPr>
          <a:xfrm>
            <a:off x="6515413" y="7506411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" name="pl15"/>
          <p:cNvSpPr/>
          <p:nvPr/>
        </p:nvSpPr>
        <p:spPr>
          <a:xfrm>
            <a:off x="6515413" y="7377592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" name="pl16"/>
          <p:cNvSpPr/>
          <p:nvPr/>
        </p:nvSpPr>
        <p:spPr>
          <a:xfrm>
            <a:off x="6515413" y="7248773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" name="pl17"/>
          <p:cNvSpPr/>
          <p:nvPr/>
        </p:nvSpPr>
        <p:spPr>
          <a:xfrm>
            <a:off x="6515413" y="7119953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" name="pl18"/>
          <p:cNvSpPr/>
          <p:nvPr/>
        </p:nvSpPr>
        <p:spPr>
          <a:xfrm>
            <a:off x="6515413" y="6991134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" name="pl19"/>
          <p:cNvSpPr/>
          <p:nvPr/>
        </p:nvSpPr>
        <p:spPr>
          <a:xfrm>
            <a:off x="6515413" y="6862315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" name="pl20"/>
          <p:cNvSpPr/>
          <p:nvPr/>
        </p:nvSpPr>
        <p:spPr>
          <a:xfrm>
            <a:off x="6515413" y="6733495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" name="pl21"/>
          <p:cNvSpPr/>
          <p:nvPr/>
        </p:nvSpPr>
        <p:spPr>
          <a:xfrm>
            <a:off x="6515413" y="6604676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" name="pl22"/>
          <p:cNvSpPr/>
          <p:nvPr/>
        </p:nvSpPr>
        <p:spPr>
          <a:xfrm>
            <a:off x="6515413" y="6475857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" name="pl23"/>
          <p:cNvSpPr/>
          <p:nvPr/>
        </p:nvSpPr>
        <p:spPr>
          <a:xfrm>
            <a:off x="6515413" y="6347037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" name="pl24"/>
          <p:cNvSpPr/>
          <p:nvPr/>
        </p:nvSpPr>
        <p:spPr>
          <a:xfrm>
            <a:off x="6515413" y="6218218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" name="pl25"/>
          <p:cNvSpPr/>
          <p:nvPr/>
        </p:nvSpPr>
        <p:spPr>
          <a:xfrm>
            <a:off x="6515413" y="6089399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" name="pl26"/>
          <p:cNvSpPr/>
          <p:nvPr/>
        </p:nvSpPr>
        <p:spPr>
          <a:xfrm>
            <a:off x="6515413" y="5960580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" name="pl27"/>
          <p:cNvSpPr/>
          <p:nvPr/>
        </p:nvSpPr>
        <p:spPr>
          <a:xfrm>
            <a:off x="6515413" y="5831760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" name="pl28"/>
          <p:cNvSpPr/>
          <p:nvPr/>
        </p:nvSpPr>
        <p:spPr>
          <a:xfrm>
            <a:off x="6515413" y="5702941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" name="pl29"/>
          <p:cNvSpPr/>
          <p:nvPr/>
        </p:nvSpPr>
        <p:spPr>
          <a:xfrm>
            <a:off x="6515413" y="5574122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" name="pl30"/>
          <p:cNvSpPr/>
          <p:nvPr/>
        </p:nvSpPr>
        <p:spPr>
          <a:xfrm>
            <a:off x="6515413" y="5445302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" name="pl31"/>
          <p:cNvSpPr/>
          <p:nvPr/>
        </p:nvSpPr>
        <p:spPr>
          <a:xfrm>
            <a:off x="6515413" y="5316483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" name="pl32"/>
          <p:cNvSpPr/>
          <p:nvPr/>
        </p:nvSpPr>
        <p:spPr>
          <a:xfrm>
            <a:off x="6515413" y="5187664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" name="pl33"/>
          <p:cNvSpPr/>
          <p:nvPr/>
        </p:nvSpPr>
        <p:spPr>
          <a:xfrm>
            <a:off x="6515413" y="5058844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" name="pl34"/>
          <p:cNvSpPr/>
          <p:nvPr/>
        </p:nvSpPr>
        <p:spPr>
          <a:xfrm>
            <a:off x="6515413" y="4930025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" name="pl35"/>
          <p:cNvSpPr/>
          <p:nvPr/>
        </p:nvSpPr>
        <p:spPr>
          <a:xfrm>
            <a:off x="6515413" y="4801206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6" name="pl36"/>
          <p:cNvSpPr/>
          <p:nvPr/>
        </p:nvSpPr>
        <p:spPr>
          <a:xfrm>
            <a:off x="6515413" y="4672386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" name="pl37"/>
          <p:cNvSpPr/>
          <p:nvPr/>
        </p:nvSpPr>
        <p:spPr>
          <a:xfrm>
            <a:off x="6515413" y="4543567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" name="pl38"/>
          <p:cNvSpPr/>
          <p:nvPr/>
        </p:nvSpPr>
        <p:spPr>
          <a:xfrm>
            <a:off x="6515413" y="4414748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9" name="pl39"/>
          <p:cNvSpPr/>
          <p:nvPr/>
        </p:nvSpPr>
        <p:spPr>
          <a:xfrm>
            <a:off x="6515413" y="4285928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0" name="pl40"/>
          <p:cNvSpPr/>
          <p:nvPr/>
        </p:nvSpPr>
        <p:spPr>
          <a:xfrm>
            <a:off x="6515413" y="4157109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1" name="pl41"/>
          <p:cNvSpPr/>
          <p:nvPr/>
        </p:nvSpPr>
        <p:spPr>
          <a:xfrm>
            <a:off x="6515413" y="4028290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2" name="pl42"/>
          <p:cNvSpPr/>
          <p:nvPr/>
        </p:nvSpPr>
        <p:spPr>
          <a:xfrm>
            <a:off x="6515413" y="3899471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3" name="pl43"/>
          <p:cNvSpPr/>
          <p:nvPr/>
        </p:nvSpPr>
        <p:spPr>
          <a:xfrm>
            <a:off x="6515413" y="3770651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4" name="pl44"/>
          <p:cNvSpPr/>
          <p:nvPr/>
        </p:nvSpPr>
        <p:spPr>
          <a:xfrm>
            <a:off x="6515413" y="3641832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5" name="pl45"/>
          <p:cNvSpPr/>
          <p:nvPr/>
        </p:nvSpPr>
        <p:spPr>
          <a:xfrm>
            <a:off x="6515413" y="3513013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" name="pl46"/>
          <p:cNvSpPr/>
          <p:nvPr/>
        </p:nvSpPr>
        <p:spPr>
          <a:xfrm>
            <a:off x="6515413" y="3384193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" name="pl47"/>
          <p:cNvSpPr/>
          <p:nvPr/>
        </p:nvSpPr>
        <p:spPr>
          <a:xfrm>
            <a:off x="6515413" y="3255374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" name="pl48"/>
          <p:cNvSpPr/>
          <p:nvPr/>
        </p:nvSpPr>
        <p:spPr>
          <a:xfrm>
            <a:off x="6515413" y="3126555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9" name="pl49"/>
          <p:cNvSpPr/>
          <p:nvPr/>
        </p:nvSpPr>
        <p:spPr>
          <a:xfrm>
            <a:off x="6515413" y="2997735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0" name="pl50"/>
          <p:cNvSpPr/>
          <p:nvPr/>
        </p:nvSpPr>
        <p:spPr>
          <a:xfrm>
            <a:off x="6515413" y="2868916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1" name="pl51"/>
          <p:cNvSpPr/>
          <p:nvPr/>
        </p:nvSpPr>
        <p:spPr>
          <a:xfrm>
            <a:off x="6515413" y="2740097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2" name="pl52"/>
          <p:cNvSpPr/>
          <p:nvPr/>
        </p:nvSpPr>
        <p:spPr>
          <a:xfrm>
            <a:off x="6515413" y="2611277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3" name="pl53"/>
          <p:cNvSpPr/>
          <p:nvPr/>
        </p:nvSpPr>
        <p:spPr>
          <a:xfrm>
            <a:off x="6515413" y="2482458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4" name="pl54"/>
          <p:cNvSpPr/>
          <p:nvPr/>
        </p:nvSpPr>
        <p:spPr>
          <a:xfrm>
            <a:off x="6515413" y="2353639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5" name="pl55"/>
          <p:cNvSpPr/>
          <p:nvPr/>
        </p:nvSpPr>
        <p:spPr>
          <a:xfrm>
            <a:off x="6515413" y="2224820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" name="pl56"/>
          <p:cNvSpPr/>
          <p:nvPr/>
        </p:nvSpPr>
        <p:spPr>
          <a:xfrm>
            <a:off x="6515413" y="2096000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7" name="pl57"/>
          <p:cNvSpPr/>
          <p:nvPr/>
        </p:nvSpPr>
        <p:spPr>
          <a:xfrm>
            <a:off x="6515413" y="1967181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8" name="pl58"/>
          <p:cNvSpPr/>
          <p:nvPr/>
        </p:nvSpPr>
        <p:spPr>
          <a:xfrm>
            <a:off x="6515413" y="1838362"/>
            <a:ext cx="3701997" cy="0"/>
          </a:xfrm>
          <a:custGeom>
            <a:avLst/>
            <a:gdLst/>
            <a:ahLst/>
            <a:cxnLst/>
            <a:rect l="0" t="0" r="0" b="0"/>
            <a:pathLst>
              <a:path w="3701997">
                <a:moveTo>
                  <a:pt x="0" y="0"/>
                </a:moveTo>
                <a:lnTo>
                  <a:pt x="3701997" y="0"/>
                </a:lnTo>
                <a:lnTo>
                  <a:pt x="3701997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9" name="pl59"/>
          <p:cNvSpPr/>
          <p:nvPr/>
        </p:nvSpPr>
        <p:spPr>
          <a:xfrm>
            <a:off x="6546370" y="1761070"/>
            <a:ext cx="0" cy="6337909"/>
          </a:xfrm>
          <a:custGeom>
            <a:avLst/>
            <a:gdLst/>
            <a:ahLst/>
            <a:cxnLst/>
            <a:rect l="0" t="0" r="0" b="0"/>
            <a:pathLst>
              <a:path h="6337909">
                <a:moveTo>
                  <a:pt x="0" y="633790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0" name="pl60"/>
          <p:cNvSpPr/>
          <p:nvPr/>
        </p:nvSpPr>
        <p:spPr>
          <a:xfrm>
            <a:off x="7556048" y="1761070"/>
            <a:ext cx="0" cy="6337909"/>
          </a:xfrm>
          <a:custGeom>
            <a:avLst/>
            <a:gdLst/>
            <a:ahLst/>
            <a:cxnLst/>
            <a:rect l="0" t="0" r="0" b="0"/>
            <a:pathLst>
              <a:path h="6337909">
                <a:moveTo>
                  <a:pt x="0" y="633790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1" name="pl61"/>
          <p:cNvSpPr/>
          <p:nvPr/>
        </p:nvSpPr>
        <p:spPr>
          <a:xfrm>
            <a:off x="8565726" y="1761070"/>
            <a:ext cx="0" cy="6337909"/>
          </a:xfrm>
          <a:custGeom>
            <a:avLst/>
            <a:gdLst/>
            <a:ahLst/>
            <a:cxnLst/>
            <a:rect l="0" t="0" r="0" b="0"/>
            <a:pathLst>
              <a:path h="6337909">
                <a:moveTo>
                  <a:pt x="0" y="633790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2" name="pl62"/>
          <p:cNvSpPr/>
          <p:nvPr/>
        </p:nvSpPr>
        <p:spPr>
          <a:xfrm>
            <a:off x="9575404" y="1761070"/>
            <a:ext cx="0" cy="6337909"/>
          </a:xfrm>
          <a:custGeom>
            <a:avLst/>
            <a:gdLst/>
            <a:ahLst/>
            <a:cxnLst/>
            <a:rect l="0" t="0" r="0" b="0"/>
            <a:pathLst>
              <a:path h="6337909">
                <a:moveTo>
                  <a:pt x="0" y="633790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3" name="pt63"/>
          <p:cNvSpPr/>
          <p:nvPr/>
        </p:nvSpPr>
        <p:spPr>
          <a:xfrm>
            <a:off x="9030351" y="4647560"/>
            <a:ext cx="49651" cy="49651"/>
          </a:xfrm>
          <a:prstGeom prst="ellipse">
            <a:avLst/>
          </a:prstGeom>
          <a:solidFill>
            <a:srgbClr val="E07529">
              <a:alpha val="100000"/>
            </a:srgbClr>
          </a:solidFill>
          <a:ln w="9000" cap="rnd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4" name="pt64"/>
          <p:cNvSpPr/>
          <p:nvPr/>
        </p:nvSpPr>
        <p:spPr>
          <a:xfrm>
            <a:off x="9546394" y="2844090"/>
            <a:ext cx="49651" cy="49651"/>
          </a:xfrm>
          <a:prstGeom prst="ellipse">
            <a:avLst/>
          </a:prstGeom>
          <a:solidFill>
            <a:srgbClr val="E07529">
              <a:alpha val="100000"/>
            </a:srgbClr>
          </a:solidFill>
          <a:ln w="9000" cap="rnd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5" name="pt65"/>
          <p:cNvSpPr/>
          <p:nvPr/>
        </p:nvSpPr>
        <p:spPr>
          <a:xfrm>
            <a:off x="8211909" y="6451031"/>
            <a:ext cx="49651" cy="49651"/>
          </a:xfrm>
          <a:prstGeom prst="ellipse">
            <a:avLst/>
          </a:prstGeom>
          <a:solidFill>
            <a:srgbClr val="E07529">
              <a:alpha val="100000"/>
            </a:srgbClr>
          </a:solidFill>
          <a:ln w="9000" cap="rnd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6" name="pt66"/>
          <p:cNvSpPr/>
          <p:nvPr/>
        </p:nvSpPr>
        <p:spPr>
          <a:xfrm>
            <a:off x="7831447" y="7095127"/>
            <a:ext cx="49651" cy="49651"/>
          </a:xfrm>
          <a:prstGeom prst="ellipse">
            <a:avLst/>
          </a:prstGeom>
          <a:solidFill>
            <a:srgbClr val="E07529">
              <a:alpha val="100000"/>
            </a:srgbClr>
          </a:solidFill>
          <a:ln w="9000" cap="rnd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7" name="pt67"/>
          <p:cNvSpPr/>
          <p:nvPr/>
        </p:nvSpPr>
        <p:spPr>
          <a:xfrm>
            <a:off x="8619272" y="5549296"/>
            <a:ext cx="49651" cy="49651"/>
          </a:xfrm>
          <a:prstGeom prst="ellipse">
            <a:avLst/>
          </a:prstGeom>
          <a:solidFill>
            <a:srgbClr val="E07529">
              <a:alpha val="100000"/>
            </a:srgbClr>
          </a:solidFill>
          <a:ln w="9000" cap="rnd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8" name="pt68"/>
          <p:cNvSpPr/>
          <p:nvPr/>
        </p:nvSpPr>
        <p:spPr>
          <a:xfrm>
            <a:off x="8801462" y="4905199"/>
            <a:ext cx="49651" cy="49651"/>
          </a:xfrm>
          <a:prstGeom prst="ellipse">
            <a:avLst/>
          </a:prstGeom>
          <a:solidFill>
            <a:srgbClr val="E07529">
              <a:alpha val="100000"/>
            </a:srgbClr>
          </a:solidFill>
          <a:ln w="9000" cap="rnd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9" name="pt69"/>
          <p:cNvSpPr/>
          <p:nvPr/>
        </p:nvSpPr>
        <p:spPr>
          <a:xfrm>
            <a:off x="9299985" y="4003464"/>
            <a:ext cx="49651" cy="49651"/>
          </a:xfrm>
          <a:prstGeom prst="ellipse">
            <a:avLst/>
          </a:prstGeom>
          <a:solidFill>
            <a:srgbClr val="E07529">
              <a:alpha val="100000"/>
            </a:srgbClr>
          </a:solidFill>
          <a:ln w="9000" cap="rnd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0" name="pt70"/>
          <p:cNvSpPr/>
          <p:nvPr/>
        </p:nvSpPr>
        <p:spPr>
          <a:xfrm>
            <a:off x="8263127" y="6064573"/>
            <a:ext cx="49651" cy="49651"/>
          </a:xfrm>
          <a:prstGeom prst="ellipse">
            <a:avLst/>
          </a:prstGeom>
          <a:solidFill>
            <a:srgbClr val="E07529">
              <a:alpha val="100000"/>
            </a:srgbClr>
          </a:solidFill>
          <a:ln w="9000" cap="rnd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1" name="pt71"/>
          <p:cNvSpPr/>
          <p:nvPr/>
        </p:nvSpPr>
        <p:spPr>
          <a:xfrm>
            <a:off x="9065142" y="4518741"/>
            <a:ext cx="49651" cy="49651"/>
          </a:xfrm>
          <a:prstGeom prst="ellipse">
            <a:avLst/>
          </a:prstGeom>
          <a:solidFill>
            <a:srgbClr val="E07529">
              <a:alpha val="100000"/>
            </a:srgbClr>
          </a:solidFill>
          <a:ln w="9000" cap="rnd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2" name="pt72"/>
          <p:cNvSpPr/>
          <p:nvPr/>
        </p:nvSpPr>
        <p:spPr>
          <a:xfrm>
            <a:off x="8861670" y="4776380"/>
            <a:ext cx="49651" cy="49651"/>
          </a:xfrm>
          <a:prstGeom prst="ellipse">
            <a:avLst/>
          </a:prstGeom>
          <a:solidFill>
            <a:srgbClr val="E07529">
              <a:alpha val="100000"/>
            </a:srgbClr>
          </a:solidFill>
          <a:ln w="9000" cap="rnd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3" name="pt73"/>
          <p:cNvSpPr/>
          <p:nvPr/>
        </p:nvSpPr>
        <p:spPr>
          <a:xfrm>
            <a:off x="8790552" y="5162838"/>
            <a:ext cx="49651" cy="49651"/>
          </a:xfrm>
          <a:prstGeom prst="ellipse">
            <a:avLst/>
          </a:prstGeom>
          <a:solidFill>
            <a:srgbClr val="E07529">
              <a:alpha val="100000"/>
            </a:srgbClr>
          </a:solidFill>
          <a:ln w="9000" cap="rnd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4" name="pt74"/>
          <p:cNvSpPr/>
          <p:nvPr/>
        </p:nvSpPr>
        <p:spPr>
          <a:xfrm>
            <a:off x="8203709" y="6579850"/>
            <a:ext cx="49651" cy="49651"/>
          </a:xfrm>
          <a:prstGeom prst="ellipse">
            <a:avLst/>
          </a:prstGeom>
          <a:solidFill>
            <a:srgbClr val="E07529">
              <a:alpha val="100000"/>
            </a:srgbClr>
          </a:solidFill>
          <a:ln w="9000" cap="rnd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5" name="pt75"/>
          <p:cNvSpPr/>
          <p:nvPr/>
        </p:nvSpPr>
        <p:spPr>
          <a:xfrm>
            <a:off x="8338680" y="5935754"/>
            <a:ext cx="49651" cy="49651"/>
          </a:xfrm>
          <a:prstGeom prst="ellipse">
            <a:avLst/>
          </a:prstGeom>
          <a:solidFill>
            <a:srgbClr val="E07529">
              <a:alpha val="100000"/>
            </a:srgbClr>
          </a:solidFill>
          <a:ln w="9000" cap="rnd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6" name="pt76"/>
          <p:cNvSpPr/>
          <p:nvPr/>
        </p:nvSpPr>
        <p:spPr>
          <a:xfrm>
            <a:off x="6765619" y="7996863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7" name="pt77"/>
          <p:cNvSpPr/>
          <p:nvPr/>
        </p:nvSpPr>
        <p:spPr>
          <a:xfrm>
            <a:off x="6830770" y="7739224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8" name="pt78"/>
          <p:cNvSpPr/>
          <p:nvPr/>
        </p:nvSpPr>
        <p:spPr>
          <a:xfrm>
            <a:off x="7075389" y="7481585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9" name="pt79"/>
          <p:cNvSpPr/>
          <p:nvPr/>
        </p:nvSpPr>
        <p:spPr>
          <a:xfrm>
            <a:off x="6788404" y="7868043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0" name="pt80"/>
          <p:cNvSpPr/>
          <p:nvPr/>
        </p:nvSpPr>
        <p:spPr>
          <a:xfrm>
            <a:off x="8224395" y="6322212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1" name="pt81"/>
          <p:cNvSpPr/>
          <p:nvPr/>
        </p:nvSpPr>
        <p:spPr>
          <a:xfrm>
            <a:off x="8731491" y="5420476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2" name="pt82"/>
          <p:cNvSpPr/>
          <p:nvPr/>
        </p:nvSpPr>
        <p:spPr>
          <a:xfrm>
            <a:off x="6907695" y="7610405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3" name="pt83"/>
          <p:cNvSpPr/>
          <p:nvPr/>
        </p:nvSpPr>
        <p:spPr>
          <a:xfrm>
            <a:off x="8797828" y="5034018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4" name="pt84"/>
          <p:cNvSpPr/>
          <p:nvPr/>
        </p:nvSpPr>
        <p:spPr>
          <a:xfrm>
            <a:off x="9468218" y="3359367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5" name="pt85"/>
          <p:cNvSpPr/>
          <p:nvPr/>
        </p:nvSpPr>
        <p:spPr>
          <a:xfrm>
            <a:off x="7161018" y="7352766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6" name="pt86"/>
          <p:cNvSpPr/>
          <p:nvPr/>
        </p:nvSpPr>
        <p:spPr>
          <a:xfrm>
            <a:off x="9156581" y="4389922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7" name="pt87"/>
          <p:cNvSpPr/>
          <p:nvPr/>
        </p:nvSpPr>
        <p:spPr>
          <a:xfrm>
            <a:off x="9606323" y="2328813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8" name="pt88"/>
          <p:cNvSpPr/>
          <p:nvPr/>
        </p:nvSpPr>
        <p:spPr>
          <a:xfrm>
            <a:off x="7759825" y="7223947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9" name="pt89"/>
          <p:cNvSpPr/>
          <p:nvPr/>
        </p:nvSpPr>
        <p:spPr>
          <a:xfrm>
            <a:off x="9462092" y="3488187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0" name="pt90"/>
          <p:cNvSpPr/>
          <p:nvPr/>
        </p:nvSpPr>
        <p:spPr>
          <a:xfrm>
            <a:off x="9681284" y="1942355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1" name="pt91"/>
          <p:cNvSpPr/>
          <p:nvPr/>
        </p:nvSpPr>
        <p:spPr>
          <a:xfrm>
            <a:off x="7954216" y="6966308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2" name="pt92"/>
          <p:cNvSpPr/>
          <p:nvPr/>
        </p:nvSpPr>
        <p:spPr>
          <a:xfrm>
            <a:off x="9565676" y="2715271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3" name="pt93"/>
          <p:cNvSpPr/>
          <p:nvPr/>
        </p:nvSpPr>
        <p:spPr>
          <a:xfrm>
            <a:off x="9631238" y="2071174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" name="pt94"/>
          <p:cNvSpPr/>
          <p:nvPr/>
        </p:nvSpPr>
        <p:spPr>
          <a:xfrm>
            <a:off x="8050975" y="6837489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5" name="pt95"/>
          <p:cNvSpPr/>
          <p:nvPr/>
        </p:nvSpPr>
        <p:spPr>
          <a:xfrm>
            <a:off x="9608828" y="2199994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6" name="pt96"/>
          <p:cNvSpPr/>
          <p:nvPr/>
        </p:nvSpPr>
        <p:spPr>
          <a:xfrm>
            <a:off x="9445031" y="3745825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7" name="pt97"/>
          <p:cNvSpPr/>
          <p:nvPr/>
        </p:nvSpPr>
        <p:spPr>
          <a:xfrm>
            <a:off x="8132241" y="6708669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8" name="pt98"/>
          <p:cNvSpPr/>
          <p:nvPr/>
        </p:nvSpPr>
        <p:spPr>
          <a:xfrm>
            <a:off x="9597408" y="2457632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9" name="pt99"/>
          <p:cNvSpPr/>
          <p:nvPr/>
        </p:nvSpPr>
        <p:spPr>
          <a:xfrm>
            <a:off x="9271011" y="4132283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0" name="pt100"/>
          <p:cNvSpPr/>
          <p:nvPr/>
        </p:nvSpPr>
        <p:spPr>
          <a:xfrm>
            <a:off x="9368951" y="3874645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1" name="pt101"/>
          <p:cNvSpPr/>
          <p:nvPr/>
        </p:nvSpPr>
        <p:spPr>
          <a:xfrm>
            <a:off x="9243485" y="4261103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2" name="pt102"/>
          <p:cNvSpPr/>
          <p:nvPr/>
        </p:nvSpPr>
        <p:spPr>
          <a:xfrm>
            <a:off x="8740845" y="5291657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3" name="pt103"/>
          <p:cNvSpPr/>
          <p:nvPr/>
        </p:nvSpPr>
        <p:spPr>
          <a:xfrm>
            <a:off x="9776061" y="1813536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4" name="pt104"/>
          <p:cNvSpPr/>
          <p:nvPr/>
        </p:nvSpPr>
        <p:spPr>
          <a:xfrm>
            <a:off x="9445176" y="3617006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5" name="pt105"/>
          <p:cNvSpPr/>
          <p:nvPr/>
        </p:nvSpPr>
        <p:spPr>
          <a:xfrm>
            <a:off x="8569528" y="5678115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6" name="pt106"/>
          <p:cNvSpPr/>
          <p:nvPr/>
        </p:nvSpPr>
        <p:spPr>
          <a:xfrm>
            <a:off x="9592685" y="2586452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7" name="pt107"/>
          <p:cNvSpPr/>
          <p:nvPr/>
        </p:nvSpPr>
        <p:spPr>
          <a:xfrm>
            <a:off x="9498466" y="2972909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8" name="pt108"/>
          <p:cNvSpPr/>
          <p:nvPr/>
        </p:nvSpPr>
        <p:spPr>
          <a:xfrm>
            <a:off x="8401595" y="5806934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9" name="pt109"/>
          <p:cNvSpPr/>
          <p:nvPr/>
        </p:nvSpPr>
        <p:spPr>
          <a:xfrm>
            <a:off x="9484471" y="3101729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0" name="pt110"/>
          <p:cNvSpPr/>
          <p:nvPr/>
        </p:nvSpPr>
        <p:spPr>
          <a:xfrm>
            <a:off x="9478576" y="3230548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1" name="pt111"/>
          <p:cNvSpPr/>
          <p:nvPr/>
        </p:nvSpPr>
        <p:spPr>
          <a:xfrm>
            <a:off x="8233617" y="6193392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2" name="pl112"/>
          <p:cNvSpPr/>
          <p:nvPr/>
        </p:nvSpPr>
        <p:spPr>
          <a:xfrm>
            <a:off x="9518691" y="4614418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3" name="pl113"/>
          <p:cNvSpPr/>
          <p:nvPr/>
        </p:nvSpPr>
        <p:spPr>
          <a:xfrm>
            <a:off x="8512582" y="4672386"/>
            <a:ext cx="1006109" cy="0"/>
          </a:xfrm>
          <a:custGeom>
            <a:avLst/>
            <a:gdLst/>
            <a:ahLst/>
            <a:cxnLst/>
            <a:rect l="0" t="0" r="0" b="0"/>
            <a:pathLst>
              <a:path w="1006109">
                <a:moveTo>
                  <a:pt x="1006109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4" name="pl114"/>
          <p:cNvSpPr/>
          <p:nvPr/>
        </p:nvSpPr>
        <p:spPr>
          <a:xfrm>
            <a:off x="8512582" y="4614418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5" name="pl115"/>
          <p:cNvSpPr/>
          <p:nvPr/>
        </p:nvSpPr>
        <p:spPr>
          <a:xfrm>
            <a:off x="10049138" y="2810947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6" name="pl116"/>
          <p:cNvSpPr/>
          <p:nvPr/>
        </p:nvSpPr>
        <p:spPr>
          <a:xfrm>
            <a:off x="8949318" y="2868916"/>
            <a:ext cx="1099819" cy="0"/>
          </a:xfrm>
          <a:custGeom>
            <a:avLst/>
            <a:gdLst/>
            <a:ahLst/>
            <a:cxnLst/>
            <a:rect l="0" t="0" r="0" b="0"/>
            <a:pathLst>
              <a:path w="1099819">
                <a:moveTo>
                  <a:pt x="1099819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7" name="pl117"/>
          <p:cNvSpPr/>
          <p:nvPr/>
        </p:nvSpPr>
        <p:spPr>
          <a:xfrm>
            <a:off x="8949318" y="2810947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8" name="pl118"/>
          <p:cNvSpPr/>
          <p:nvPr/>
        </p:nvSpPr>
        <p:spPr>
          <a:xfrm>
            <a:off x="8812468" y="6417888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9" name="pl119"/>
          <p:cNvSpPr/>
          <p:nvPr/>
        </p:nvSpPr>
        <p:spPr>
          <a:xfrm>
            <a:off x="7708174" y="6475857"/>
            <a:ext cx="1104293" cy="0"/>
          </a:xfrm>
          <a:custGeom>
            <a:avLst/>
            <a:gdLst/>
            <a:ahLst/>
            <a:cxnLst/>
            <a:rect l="0" t="0" r="0" b="0"/>
            <a:pathLst>
              <a:path w="1104293">
                <a:moveTo>
                  <a:pt x="1104293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0" name="pl120"/>
          <p:cNvSpPr/>
          <p:nvPr/>
        </p:nvSpPr>
        <p:spPr>
          <a:xfrm>
            <a:off x="7708174" y="6417888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1" name="pl121"/>
          <p:cNvSpPr/>
          <p:nvPr/>
        </p:nvSpPr>
        <p:spPr>
          <a:xfrm>
            <a:off x="8419567" y="7061985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2" name="pl122"/>
          <p:cNvSpPr/>
          <p:nvPr/>
        </p:nvSpPr>
        <p:spPr>
          <a:xfrm>
            <a:off x="7364551" y="7119953"/>
            <a:ext cx="1055015" cy="0"/>
          </a:xfrm>
          <a:custGeom>
            <a:avLst/>
            <a:gdLst/>
            <a:ahLst/>
            <a:cxnLst/>
            <a:rect l="0" t="0" r="0" b="0"/>
            <a:pathLst>
              <a:path w="1055015">
                <a:moveTo>
                  <a:pt x="1055015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3" name="pl123"/>
          <p:cNvSpPr/>
          <p:nvPr/>
        </p:nvSpPr>
        <p:spPr>
          <a:xfrm>
            <a:off x="7364551" y="7061985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4" name="pl124"/>
          <p:cNvSpPr/>
          <p:nvPr/>
        </p:nvSpPr>
        <p:spPr>
          <a:xfrm>
            <a:off x="9652410" y="5516153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5" name="pl125"/>
          <p:cNvSpPr/>
          <p:nvPr/>
        </p:nvSpPr>
        <p:spPr>
          <a:xfrm>
            <a:off x="7570982" y="5574122"/>
            <a:ext cx="2081428" cy="0"/>
          </a:xfrm>
          <a:custGeom>
            <a:avLst/>
            <a:gdLst/>
            <a:ahLst/>
            <a:cxnLst/>
            <a:rect l="0" t="0" r="0" b="0"/>
            <a:pathLst>
              <a:path w="2081428">
                <a:moveTo>
                  <a:pt x="2081428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6" name="pl126"/>
          <p:cNvSpPr/>
          <p:nvPr/>
        </p:nvSpPr>
        <p:spPr>
          <a:xfrm>
            <a:off x="7570982" y="5516153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7" name="pl127"/>
          <p:cNvSpPr/>
          <p:nvPr/>
        </p:nvSpPr>
        <p:spPr>
          <a:xfrm>
            <a:off x="9787436" y="4872056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8" name="pl128"/>
          <p:cNvSpPr/>
          <p:nvPr/>
        </p:nvSpPr>
        <p:spPr>
          <a:xfrm>
            <a:off x="7718541" y="4930025"/>
            <a:ext cx="2068894" cy="0"/>
          </a:xfrm>
          <a:custGeom>
            <a:avLst/>
            <a:gdLst/>
            <a:ahLst/>
            <a:cxnLst/>
            <a:rect l="0" t="0" r="0" b="0"/>
            <a:pathLst>
              <a:path w="2068894">
                <a:moveTo>
                  <a:pt x="2068894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9" name="pl129"/>
          <p:cNvSpPr/>
          <p:nvPr/>
        </p:nvSpPr>
        <p:spPr>
          <a:xfrm>
            <a:off x="7718541" y="4872056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0" name="pl130"/>
          <p:cNvSpPr/>
          <p:nvPr/>
        </p:nvSpPr>
        <p:spPr>
          <a:xfrm>
            <a:off x="9584633" y="3970321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1" name="pl131"/>
          <p:cNvSpPr/>
          <p:nvPr/>
        </p:nvSpPr>
        <p:spPr>
          <a:xfrm>
            <a:off x="9024376" y="4028290"/>
            <a:ext cx="560256" cy="0"/>
          </a:xfrm>
          <a:custGeom>
            <a:avLst/>
            <a:gdLst/>
            <a:ahLst/>
            <a:cxnLst/>
            <a:rect l="0" t="0" r="0" b="0"/>
            <a:pathLst>
              <a:path w="560256">
                <a:moveTo>
                  <a:pt x="560256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2" name="pl132"/>
          <p:cNvSpPr/>
          <p:nvPr/>
        </p:nvSpPr>
        <p:spPr>
          <a:xfrm>
            <a:off x="9024376" y="3970321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3" name="pl133"/>
          <p:cNvSpPr/>
          <p:nvPr/>
        </p:nvSpPr>
        <p:spPr>
          <a:xfrm>
            <a:off x="8671802" y="6031430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4" name="pl134"/>
          <p:cNvSpPr/>
          <p:nvPr/>
        </p:nvSpPr>
        <p:spPr>
          <a:xfrm>
            <a:off x="7941844" y="6089399"/>
            <a:ext cx="729957" cy="0"/>
          </a:xfrm>
          <a:custGeom>
            <a:avLst/>
            <a:gdLst/>
            <a:ahLst/>
            <a:cxnLst/>
            <a:rect l="0" t="0" r="0" b="0"/>
            <a:pathLst>
              <a:path w="729957">
                <a:moveTo>
                  <a:pt x="729957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5" name="pl135"/>
          <p:cNvSpPr/>
          <p:nvPr/>
        </p:nvSpPr>
        <p:spPr>
          <a:xfrm>
            <a:off x="7941844" y="6031430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6" name="pl136"/>
          <p:cNvSpPr/>
          <p:nvPr/>
        </p:nvSpPr>
        <p:spPr>
          <a:xfrm>
            <a:off x="9477324" y="4485598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7" name="pl137"/>
          <p:cNvSpPr/>
          <p:nvPr/>
        </p:nvSpPr>
        <p:spPr>
          <a:xfrm>
            <a:off x="8649337" y="4543567"/>
            <a:ext cx="827986" cy="0"/>
          </a:xfrm>
          <a:custGeom>
            <a:avLst/>
            <a:gdLst/>
            <a:ahLst/>
            <a:cxnLst/>
            <a:rect l="0" t="0" r="0" b="0"/>
            <a:pathLst>
              <a:path w="827986">
                <a:moveTo>
                  <a:pt x="827986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8" name="pl138"/>
          <p:cNvSpPr/>
          <p:nvPr/>
        </p:nvSpPr>
        <p:spPr>
          <a:xfrm>
            <a:off x="8649337" y="4485598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9" name="pl139"/>
          <p:cNvSpPr/>
          <p:nvPr/>
        </p:nvSpPr>
        <p:spPr>
          <a:xfrm>
            <a:off x="9194275" y="4743237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0" name="pl140"/>
          <p:cNvSpPr/>
          <p:nvPr/>
        </p:nvSpPr>
        <p:spPr>
          <a:xfrm>
            <a:off x="8545793" y="4801206"/>
            <a:ext cx="648482" cy="0"/>
          </a:xfrm>
          <a:custGeom>
            <a:avLst/>
            <a:gdLst/>
            <a:ahLst/>
            <a:cxnLst/>
            <a:rect l="0" t="0" r="0" b="0"/>
            <a:pathLst>
              <a:path w="648482">
                <a:moveTo>
                  <a:pt x="648482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1" name="pl141"/>
          <p:cNvSpPr/>
          <p:nvPr/>
        </p:nvSpPr>
        <p:spPr>
          <a:xfrm>
            <a:off x="8545793" y="4743237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2" name="pl142"/>
          <p:cNvSpPr/>
          <p:nvPr/>
        </p:nvSpPr>
        <p:spPr>
          <a:xfrm>
            <a:off x="9121473" y="5129695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3" name="pl143"/>
          <p:cNvSpPr/>
          <p:nvPr/>
        </p:nvSpPr>
        <p:spPr>
          <a:xfrm>
            <a:off x="8501552" y="5187664"/>
            <a:ext cx="619921" cy="0"/>
          </a:xfrm>
          <a:custGeom>
            <a:avLst/>
            <a:gdLst/>
            <a:ahLst/>
            <a:cxnLst/>
            <a:rect l="0" t="0" r="0" b="0"/>
            <a:pathLst>
              <a:path w="619921">
                <a:moveTo>
                  <a:pt x="619921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4" name="pl144"/>
          <p:cNvSpPr/>
          <p:nvPr/>
        </p:nvSpPr>
        <p:spPr>
          <a:xfrm>
            <a:off x="8501552" y="5129695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5" name="pl145"/>
          <p:cNvSpPr/>
          <p:nvPr/>
        </p:nvSpPr>
        <p:spPr>
          <a:xfrm>
            <a:off x="9217002" y="6546707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6" name="pl146"/>
          <p:cNvSpPr/>
          <p:nvPr/>
        </p:nvSpPr>
        <p:spPr>
          <a:xfrm>
            <a:off x="7299167" y="6604676"/>
            <a:ext cx="1917835" cy="0"/>
          </a:xfrm>
          <a:custGeom>
            <a:avLst/>
            <a:gdLst/>
            <a:ahLst/>
            <a:cxnLst/>
            <a:rect l="0" t="0" r="0" b="0"/>
            <a:pathLst>
              <a:path w="1917835">
                <a:moveTo>
                  <a:pt x="1917835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7" name="pl147"/>
          <p:cNvSpPr/>
          <p:nvPr/>
        </p:nvSpPr>
        <p:spPr>
          <a:xfrm>
            <a:off x="7299167" y="6546707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8" name="pl148"/>
          <p:cNvSpPr/>
          <p:nvPr/>
        </p:nvSpPr>
        <p:spPr>
          <a:xfrm>
            <a:off x="9445615" y="5902611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9" name="pl149"/>
          <p:cNvSpPr/>
          <p:nvPr/>
        </p:nvSpPr>
        <p:spPr>
          <a:xfrm>
            <a:off x="7459247" y="5960580"/>
            <a:ext cx="1986367" cy="0"/>
          </a:xfrm>
          <a:custGeom>
            <a:avLst/>
            <a:gdLst/>
            <a:ahLst/>
            <a:cxnLst/>
            <a:rect l="0" t="0" r="0" b="0"/>
            <a:pathLst>
              <a:path w="1986367">
                <a:moveTo>
                  <a:pt x="1986367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0" name="pl150"/>
          <p:cNvSpPr/>
          <p:nvPr/>
        </p:nvSpPr>
        <p:spPr>
          <a:xfrm>
            <a:off x="7459247" y="5902611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1" name="pl151"/>
          <p:cNvSpPr/>
          <p:nvPr/>
        </p:nvSpPr>
        <p:spPr>
          <a:xfrm>
            <a:off x="6897204" y="7963720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2" name="pl152"/>
          <p:cNvSpPr/>
          <p:nvPr/>
        </p:nvSpPr>
        <p:spPr>
          <a:xfrm>
            <a:off x="6683686" y="8021688"/>
            <a:ext cx="213517" cy="0"/>
          </a:xfrm>
          <a:custGeom>
            <a:avLst/>
            <a:gdLst/>
            <a:ahLst/>
            <a:cxnLst/>
            <a:rect l="0" t="0" r="0" b="0"/>
            <a:pathLst>
              <a:path w="213517">
                <a:moveTo>
                  <a:pt x="213517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3" name="pl153"/>
          <p:cNvSpPr/>
          <p:nvPr/>
        </p:nvSpPr>
        <p:spPr>
          <a:xfrm>
            <a:off x="6683686" y="7963720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4" name="pl154"/>
          <p:cNvSpPr/>
          <p:nvPr/>
        </p:nvSpPr>
        <p:spPr>
          <a:xfrm>
            <a:off x="6952999" y="7706081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5" name="pl155"/>
          <p:cNvSpPr/>
          <p:nvPr/>
        </p:nvSpPr>
        <p:spPr>
          <a:xfrm>
            <a:off x="6758192" y="7764050"/>
            <a:ext cx="194807" cy="0"/>
          </a:xfrm>
          <a:custGeom>
            <a:avLst/>
            <a:gdLst/>
            <a:ahLst/>
            <a:cxnLst/>
            <a:rect l="0" t="0" r="0" b="0"/>
            <a:pathLst>
              <a:path w="194807">
                <a:moveTo>
                  <a:pt x="194807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6" name="pl156"/>
          <p:cNvSpPr/>
          <p:nvPr/>
        </p:nvSpPr>
        <p:spPr>
          <a:xfrm>
            <a:off x="6758192" y="7706081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7" name="pl157"/>
          <p:cNvSpPr/>
          <p:nvPr/>
        </p:nvSpPr>
        <p:spPr>
          <a:xfrm>
            <a:off x="7202635" y="7448443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8" name="pl158"/>
          <p:cNvSpPr/>
          <p:nvPr/>
        </p:nvSpPr>
        <p:spPr>
          <a:xfrm>
            <a:off x="6997795" y="7506411"/>
            <a:ext cx="204839" cy="0"/>
          </a:xfrm>
          <a:custGeom>
            <a:avLst/>
            <a:gdLst/>
            <a:ahLst/>
            <a:cxnLst/>
            <a:rect l="0" t="0" r="0" b="0"/>
            <a:pathLst>
              <a:path w="204839">
                <a:moveTo>
                  <a:pt x="204839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9" name="pl159"/>
          <p:cNvSpPr/>
          <p:nvPr/>
        </p:nvSpPr>
        <p:spPr>
          <a:xfrm>
            <a:off x="6997795" y="7448443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0" name="pl160"/>
          <p:cNvSpPr/>
          <p:nvPr/>
        </p:nvSpPr>
        <p:spPr>
          <a:xfrm>
            <a:off x="6926771" y="7834900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1" name="pl161"/>
          <p:cNvSpPr/>
          <p:nvPr/>
        </p:nvSpPr>
        <p:spPr>
          <a:xfrm>
            <a:off x="6699689" y="7892869"/>
            <a:ext cx="227082" cy="0"/>
          </a:xfrm>
          <a:custGeom>
            <a:avLst/>
            <a:gdLst/>
            <a:ahLst/>
            <a:cxnLst/>
            <a:rect l="0" t="0" r="0" b="0"/>
            <a:pathLst>
              <a:path w="227082">
                <a:moveTo>
                  <a:pt x="227082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2" name="pl162"/>
          <p:cNvSpPr/>
          <p:nvPr/>
        </p:nvSpPr>
        <p:spPr>
          <a:xfrm>
            <a:off x="6699689" y="7834900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3" name="pl163"/>
          <p:cNvSpPr/>
          <p:nvPr/>
        </p:nvSpPr>
        <p:spPr>
          <a:xfrm>
            <a:off x="8410095" y="6289069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4" name="pl164"/>
          <p:cNvSpPr/>
          <p:nvPr/>
        </p:nvSpPr>
        <p:spPr>
          <a:xfrm>
            <a:off x="8088346" y="6347037"/>
            <a:ext cx="321748" cy="0"/>
          </a:xfrm>
          <a:custGeom>
            <a:avLst/>
            <a:gdLst/>
            <a:ahLst/>
            <a:cxnLst/>
            <a:rect l="0" t="0" r="0" b="0"/>
            <a:pathLst>
              <a:path w="321748">
                <a:moveTo>
                  <a:pt x="321748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5" name="pl165"/>
          <p:cNvSpPr/>
          <p:nvPr/>
        </p:nvSpPr>
        <p:spPr>
          <a:xfrm>
            <a:off x="8088346" y="6289069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6" name="pl166"/>
          <p:cNvSpPr/>
          <p:nvPr/>
        </p:nvSpPr>
        <p:spPr>
          <a:xfrm>
            <a:off x="8904096" y="5387334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7" name="pl167"/>
          <p:cNvSpPr/>
          <p:nvPr/>
        </p:nvSpPr>
        <p:spPr>
          <a:xfrm>
            <a:off x="8608539" y="5445302"/>
            <a:ext cx="295556" cy="0"/>
          </a:xfrm>
          <a:custGeom>
            <a:avLst/>
            <a:gdLst/>
            <a:ahLst/>
            <a:cxnLst/>
            <a:rect l="0" t="0" r="0" b="0"/>
            <a:pathLst>
              <a:path w="295556">
                <a:moveTo>
                  <a:pt x="295556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8" name="pl168"/>
          <p:cNvSpPr/>
          <p:nvPr/>
        </p:nvSpPr>
        <p:spPr>
          <a:xfrm>
            <a:off x="8608539" y="5387334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9" name="pl169"/>
          <p:cNvSpPr/>
          <p:nvPr/>
        </p:nvSpPr>
        <p:spPr>
          <a:xfrm>
            <a:off x="7059929" y="7577262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0" name="pl170"/>
          <p:cNvSpPr/>
          <p:nvPr/>
        </p:nvSpPr>
        <p:spPr>
          <a:xfrm>
            <a:off x="6805113" y="7635231"/>
            <a:ext cx="254816" cy="0"/>
          </a:xfrm>
          <a:custGeom>
            <a:avLst/>
            <a:gdLst/>
            <a:ahLst/>
            <a:cxnLst/>
            <a:rect l="0" t="0" r="0" b="0"/>
            <a:pathLst>
              <a:path w="254816">
                <a:moveTo>
                  <a:pt x="254816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1" name="pl171"/>
          <p:cNvSpPr/>
          <p:nvPr/>
        </p:nvSpPr>
        <p:spPr>
          <a:xfrm>
            <a:off x="6805113" y="7577262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2" name="pl172"/>
          <p:cNvSpPr/>
          <p:nvPr/>
        </p:nvSpPr>
        <p:spPr>
          <a:xfrm>
            <a:off x="8995297" y="5000876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3" name="pl173"/>
          <p:cNvSpPr/>
          <p:nvPr/>
        </p:nvSpPr>
        <p:spPr>
          <a:xfrm>
            <a:off x="8650012" y="5058844"/>
            <a:ext cx="345284" cy="0"/>
          </a:xfrm>
          <a:custGeom>
            <a:avLst/>
            <a:gdLst/>
            <a:ahLst/>
            <a:cxnLst/>
            <a:rect l="0" t="0" r="0" b="0"/>
            <a:pathLst>
              <a:path w="345284">
                <a:moveTo>
                  <a:pt x="345284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4" name="pl174"/>
          <p:cNvSpPr/>
          <p:nvPr/>
        </p:nvSpPr>
        <p:spPr>
          <a:xfrm>
            <a:off x="8650012" y="5000876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5" name="pl175"/>
          <p:cNvSpPr/>
          <p:nvPr/>
        </p:nvSpPr>
        <p:spPr>
          <a:xfrm>
            <a:off x="9670127" y="3326225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6" name="pl176"/>
          <p:cNvSpPr/>
          <p:nvPr/>
        </p:nvSpPr>
        <p:spPr>
          <a:xfrm>
            <a:off x="9315961" y="3384193"/>
            <a:ext cx="354166" cy="0"/>
          </a:xfrm>
          <a:custGeom>
            <a:avLst/>
            <a:gdLst/>
            <a:ahLst/>
            <a:cxnLst/>
            <a:rect l="0" t="0" r="0" b="0"/>
            <a:pathLst>
              <a:path w="354166">
                <a:moveTo>
                  <a:pt x="354166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7" name="pl177"/>
          <p:cNvSpPr/>
          <p:nvPr/>
        </p:nvSpPr>
        <p:spPr>
          <a:xfrm>
            <a:off x="9315961" y="3326225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8" name="pl178"/>
          <p:cNvSpPr/>
          <p:nvPr/>
        </p:nvSpPr>
        <p:spPr>
          <a:xfrm>
            <a:off x="7338045" y="7319623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9" name="pl179"/>
          <p:cNvSpPr/>
          <p:nvPr/>
        </p:nvSpPr>
        <p:spPr>
          <a:xfrm>
            <a:off x="7033643" y="7377592"/>
            <a:ext cx="304401" cy="0"/>
          </a:xfrm>
          <a:custGeom>
            <a:avLst/>
            <a:gdLst/>
            <a:ahLst/>
            <a:cxnLst/>
            <a:rect l="0" t="0" r="0" b="0"/>
            <a:pathLst>
              <a:path w="304401">
                <a:moveTo>
                  <a:pt x="304401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0" name="pl180"/>
          <p:cNvSpPr/>
          <p:nvPr/>
        </p:nvSpPr>
        <p:spPr>
          <a:xfrm>
            <a:off x="7033643" y="7319623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1" name="pl181"/>
          <p:cNvSpPr/>
          <p:nvPr/>
        </p:nvSpPr>
        <p:spPr>
          <a:xfrm>
            <a:off x="9363484" y="4356779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2" name="pl182"/>
          <p:cNvSpPr/>
          <p:nvPr/>
        </p:nvSpPr>
        <p:spPr>
          <a:xfrm>
            <a:off x="8999330" y="4414748"/>
            <a:ext cx="364154" cy="0"/>
          </a:xfrm>
          <a:custGeom>
            <a:avLst/>
            <a:gdLst/>
            <a:ahLst/>
            <a:cxnLst/>
            <a:rect l="0" t="0" r="0" b="0"/>
            <a:pathLst>
              <a:path w="364154">
                <a:moveTo>
                  <a:pt x="364154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3" name="pl183"/>
          <p:cNvSpPr/>
          <p:nvPr/>
        </p:nvSpPr>
        <p:spPr>
          <a:xfrm>
            <a:off x="8999330" y="4356779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4" name="pl184"/>
          <p:cNvSpPr/>
          <p:nvPr/>
        </p:nvSpPr>
        <p:spPr>
          <a:xfrm>
            <a:off x="9825556" y="2295670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5" name="pl185"/>
          <p:cNvSpPr/>
          <p:nvPr/>
        </p:nvSpPr>
        <p:spPr>
          <a:xfrm>
            <a:off x="9436742" y="2353639"/>
            <a:ext cx="388813" cy="0"/>
          </a:xfrm>
          <a:custGeom>
            <a:avLst/>
            <a:gdLst/>
            <a:ahLst/>
            <a:cxnLst/>
            <a:rect l="0" t="0" r="0" b="0"/>
            <a:pathLst>
              <a:path w="388813">
                <a:moveTo>
                  <a:pt x="388813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6" name="pl186"/>
          <p:cNvSpPr/>
          <p:nvPr/>
        </p:nvSpPr>
        <p:spPr>
          <a:xfrm>
            <a:off x="9436742" y="2295670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7" name="pl187"/>
          <p:cNvSpPr/>
          <p:nvPr/>
        </p:nvSpPr>
        <p:spPr>
          <a:xfrm>
            <a:off x="7875321" y="7190804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8" name="pl188"/>
          <p:cNvSpPr/>
          <p:nvPr/>
        </p:nvSpPr>
        <p:spPr>
          <a:xfrm>
            <a:off x="7693980" y="7248773"/>
            <a:ext cx="181341" cy="0"/>
          </a:xfrm>
          <a:custGeom>
            <a:avLst/>
            <a:gdLst/>
            <a:ahLst/>
            <a:cxnLst/>
            <a:rect l="0" t="0" r="0" b="0"/>
            <a:pathLst>
              <a:path w="181341">
                <a:moveTo>
                  <a:pt x="181341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9" name="pl189"/>
          <p:cNvSpPr/>
          <p:nvPr/>
        </p:nvSpPr>
        <p:spPr>
          <a:xfrm>
            <a:off x="7693980" y="7190804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0" name="pl190"/>
          <p:cNvSpPr/>
          <p:nvPr/>
        </p:nvSpPr>
        <p:spPr>
          <a:xfrm>
            <a:off x="9660459" y="3455044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1" name="pl191"/>
          <p:cNvSpPr/>
          <p:nvPr/>
        </p:nvSpPr>
        <p:spPr>
          <a:xfrm>
            <a:off x="9313378" y="3513013"/>
            <a:ext cx="347080" cy="0"/>
          </a:xfrm>
          <a:custGeom>
            <a:avLst/>
            <a:gdLst/>
            <a:ahLst/>
            <a:cxnLst/>
            <a:rect l="0" t="0" r="0" b="0"/>
            <a:pathLst>
              <a:path w="347080">
                <a:moveTo>
                  <a:pt x="347080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2" name="pl192"/>
          <p:cNvSpPr/>
          <p:nvPr/>
        </p:nvSpPr>
        <p:spPr>
          <a:xfrm>
            <a:off x="9313378" y="3455044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3" name="pl193"/>
          <p:cNvSpPr/>
          <p:nvPr/>
        </p:nvSpPr>
        <p:spPr>
          <a:xfrm>
            <a:off x="9937440" y="1909212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4" name="pl194"/>
          <p:cNvSpPr/>
          <p:nvPr/>
        </p:nvSpPr>
        <p:spPr>
          <a:xfrm>
            <a:off x="9474781" y="1967181"/>
            <a:ext cx="462659" cy="0"/>
          </a:xfrm>
          <a:custGeom>
            <a:avLst/>
            <a:gdLst/>
            <a:ahLst/>
            <a:cxnLst/>
            <a:rect l="0" t="0" r="0" b="0"/>
            <a:pathLst>
              <a:path w="462659">
                <a:moveTo>
                  <a:pt x="462659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5" name="pl195"/>
          <p:cNvSpPr/>
          <p:nvPr/>
        </p:nvSpPr>
        <p:spPr>
          <a:xfrm>
            <a:off x="9474781" y="1909212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6" name="pl196"/>
          <p:cNvSpPr/>
          <p:nvPr/>
        </p:nvSpPr>
        <p:spPr>
          <a:xfrm>
            <a:off x="8114822" y="6933165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7" name="pl197"/>
          <p:cNvSpPr/>
          <p:nvPr/>
        </p:nvSpPr>
        <p:spPr>
          <a:xfrm>
            <a:off x="7843261" y="6991134"/>
            <a:ext cx="271560" cy="0"/>
          </a:xfrm>
          <a:custGeom>
            <a:avLst/>
            <a:gdLst/>
            <a:ahLst/>
            <a:cxnLst/>
            <a:rect l="0" t="0" r="0" b="0"/>
            <a:pathLst>
              <a:path w="271560">
                <a:moveTo>
                  <a:pt x="271560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8" name="pl198"/>
          <p:cNvSpPr/>
          <p:nvPr/>
        </p:nvSpPr>
        <p:spPr>
          <a:xfrm>
            <a:off x="7843261" y="6933165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9" name="pl199"/>
          <p:cNvSpPr/>
          <p:nvPr/>
        </p:nvSpPr>
        <p:spPr>
          <a:xfrm>
            <a:off x="9780706" y="2682128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0" name="pl200"/>
          <p:cNvSpPr/>
          <p:nvPr/>
        </p:nvSpPr>
        <p:spPr>
          <a:xfrm>
            <a:off x="9400297" y="2740097"/>
            <a:ext cx="380409" cy="0"/>
          </a:xfrm>
          <a:custGeom>
            <a:avLst/>
            <a:gdLst/>
            <a:ahLst/>
            <a:cxnLst/>
            <a:rect l="0" t="0" r="0" b="0"/>
            <a:pathLst>
              <a:path w="380409">
                <a:moveTo>
                  <a:pt x="380409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1" name="pl201"/>
          <p:cNvSpPr/>
          <p:nvPr/>
        </p:nvSpPr>
        <p:spPr>
          <a:xfrm>
            <a:off x="9400297" y="2682128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2" name="pl202"/>
          <p:cNvSpPr/>
          <p:nvPr/>
        </p:nvSpPr>
        <p:spPr>
          <a:xfrm>
            <a:off x="9902631" y="2038032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3" name="pl203"/>
          <p:cNvSpPr/>
          <p:nvPr/>
        </p:nvSpPr>
        <p:spPr>
          <a:xfrm>
            <a:off x="9409497" y="2096000"/>
            <a:ext cx="493133" cy="0"/>
          </a:xfrm>
          <a:custGeom>
            <a:avLst/>
            <a:gdLst/>
            <a:ahLst/>
            <a:cxnLst/>
            <a:rect l="0" t="0" r="0" b="0"/>
            <a:pathLst>
              <a:path w="493133">
                <a:moveTo>
                  <a:pt x="493133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4" name="pl204"/>
          <p:cNvSpPr/>
          <p:nvPr/>
        </p:nvSpPr>
        <p:spPr>
          <a:xfrm>
            <a:off x="9409497" y="2038032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5" name="pl205"/>
          <p:cNvSpPr/>
          <p:nvPr/>
        </p:nvSpPr>
        <p:spPr>
          <a:xfrm>
            <a:off x="8221049" y="6804346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6" name="pl206"/>
          <p:cNvSpPr/>
          <p:nvPr/>
        </p:nvSpPr>
        <p:spPr>
          <a:xfrm>
            <a:off x="7930552" y="6862315"/>
            <a:ext cx="290496" cy="0"/>
          </a:xfrm>
          <a:custGeom>
            <a:avLst/>
            <a:gdLst/>
            <a:ahLst/>
            <a:cxnLst/>
            <a:rect l="0" t="0" r="0" b="0"/>
            <a:pathLst>
              <a:path w="290496">
                <a:moveTo>
                  <a:pt x="290496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7" name="pl207"/>
          <p:cNvSpPr/>
          <p:nvPr/>
        </p:nvSpPr>
        <p:spPr>
          <a:xfrm>
            <a:off x="7930552" y="6804346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8" name="pl208"/>
          <p:cNvSpPr/>
          <p:nvPr/>
        </p:nvSpPr>
        <p:spPr>
          <a:xfrm>
            <a:off x="9830231" y="2166851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9" name="pl209"/>
          <p:cNvSpPr/>
          <p:nvPr/>
        </p:nvSpPr>
        <p:spPr>
          <a:xfrm>
            <a:off x="9437076" y="2224820"/>
            <a:ext cx="393154" cy="0"/>
          </a:xfrm>
          <a:custGeom>
            <a:avLst/>
            <a:gdLst/>
            <a:ahLst/>
            <a:cxnLst/>
            <a:rect l="0" t="0" r="0" b="0"/>
            <a:pathLst>
              <a:path w="393154">
                <a:moveTo>
                  <a:pt x="393154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0" name="pl210"/>
          <p:cNvSpPr/>
          <p:nvPr/>
        </p:nvSpPr>
        <p:spPr>
          <a:xfrm>
            <a:off x="9437076" y="2166851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1" name="pl211"/>
          <p:cNvSpPr/>
          <p:nvPr/>
        </p:nvSpPr>
        <p:spPr>
          <a:xfrm>
            <a:off x="9713162" y="3712683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2" name="pl212"/>
          <p:cNvSpPr/>
          <p:nvPr/>
        </p:nvSpPr>
        <p:spPr>
          <a:xfrm>
            <a:off x="9226552" y="3770651"/>
            <a:ext cx="486609" cy="0"/>
          </a:xfrm>
          <a:custGeom>
            <a:avLst/>
            <a:gdLst/>
            <a:ahLst/>
            <a:cxnLst/>
            <a:rect l="0" t="0" r="0" b="0"/>
            <a:pathLst>
              <a:path w="486609">
                <a:moveTo>
                  <a:pt x="486609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3" name="pl213"/>
          <p:cNvSpPr/>
          <p:nvPr/>
        </p:nvSpPr>
        <p:spPr>
          <a:xfrm>
            <a:off x="9226552" y="3712683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4" name="pl214"/>
          <p:cNvSpPr/>
          <p:nvPr/>
        </p:nvSpPr>
        <p:spPr>
          <a:xfrm>
            <a:off x="8309145" y="6675527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5" name="pl215"/>
          <p:cNvSpPr/>
          <p:nvPr/>
        </p:nvSpPr>
        <p:spPr>
          <a:xfrm>
            <a:off x="8004990" y="6733495"/>
            <a:ext cx="304155" cy="0"/>
          </a:xfrm>
          <a:custGeom>
            <a:avLst/>
            <a:gdLst/>
            <a:ahLst/>
            <a:cxnLst/>
            <a:rect l="0" t="0" r="0" b="0"/>
            <a:pathLst>
              <a:path w="304155">
                <a:moveTo>
                  <a:pt x="304155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6" name="pl216"/>
          <p:cNvSpPr/>
          <p:nvPr/>
        </p:nvSpPr>
        <p:spPr>
          <a:xfrm>
            <a:off x="8004990" y="6675527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7" name="pl217"/>
          <p:cNvSpPr/>
          <p:nvPr/>
        </p:nvSpPr>
        <p:spPr>
          <a:xfrm>
            <a:off x="9819428" y="2424489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8" name="pl218"/>
          <p:cNvSpPr/>
          <p:nvPr/>
        </p:nvSpPr>
        <p:spPr>
          <a:xfrm>
            <a:off x="9425040" y="2482458"/>
            <a:ext cx="394388" cy="0"/>
          </a:xfrm>
          <a:custGeom>
            <a:avLst/>
            <a:gdLst/>
            <a:ahLst/>
            <a:cxnLst/>
            <a:rect l="0" t="0" r="0" b="0"/>
            <a:pathLst>
              <a:path w="394388">
                <a:moveTo>
                  <a:pt x="394388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9" name="pl219"/>
          <p:cNvSpPr/>
          <p:nvPr/>
        </p:nvSpPr>
        <p:spPr>
          <a:xfrm>
            <a:off x="9425040" y="2424489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0" name="pl220"/>
          <p:cNvSpPr/>
          <p:nvPr/>
        </p:nvSpPr>
        <p:spPr>
          <a:xfrm>
            <a:off x="9519084" y="4099140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1" name="pl221"/>
          <p:cNvSpPr/>
          <p:nvPr/>
        </p:nvSpPr>
        <p:spPr>
          <a:xfrm>
            <a:off x="9072590" y="4157109"/>
            <a:ext cx="446494" cy="0"/>
          </a:xfrm>
          <a:custGeom>
            <a:avLst/>
            <a:gdLst/>
            <a:ahLst/>
            <a:cxnLst/>
            <a:rect l="0" t="0" r="0" b="0"/>
            <a:pathLst>
              <a:path w="446494">
                <a:moveTo>
                  <a:pt x="446494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2" name="pl222"/>
          <p:cNvSpPr/>
          <p:nvPr/>
        </p:nvSpPr>
        <p:spPr>
          <a:xfrm>
            <a:off x="9072590" y="4099140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3" name="pl223"/>
          <p:cNvSpPr/>
          <p:nvPr/>
        </p:nvSpPr>
        <p:spPr>
          <a:xfrm>
            <a:off x="9661470" y="3841502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4" name="pl224"/>
          <p:cNvSpPr/>
          <p:nvPr/>
        </p:nvSpPr>
        <p:spPr>
          <a:xfrm>
            <a:off x="9126083" y="3899471"/>
            <a:ext cx="535387" cy="0"/>
          </a:xfrm>
          <a:custGeom>
            <a:avLst/>
            <a:gdLst/>
            <a:ahLst/>
            <a:cxnLst/>
            <a:rect l="0" t="0" r="0" b="0"/>
            <a:pathLst>
              <a:path w="535387">
                <a:moveTo>
                  <a:pt x="535387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5" name="pl225"/>
          <p:cNvSpPr/>
          <p:nvPr/>
        </p:nvSpPr>
        <p:spPr>
          <a:xfrm>
            <a:off x="9126083" y="3841502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6" name="pl226"/>
          <p:cNvSpPr/>
          <p:nvPr/>
        </p:nvSpPr>
        <p:spPr>
          <a:xfrm>
            <a:off x="9538216" y="4227960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7" name="pl227"/>
          <p:cNvSpPr/>
          <p:nvPr/>
        </p:nvSpPr>
        <p:spPr>
          <a:xfrm>
            <a:off x="8998406" y="4285928"/>
            <a:ext cx="539809" cy="0"/>
          </a:xfrm>
          <a:custGeom>
            <a:avLst/>
            <a:gdLst/>
            <a:ahLst/>
            <a:cxnLst/>
            <a:rect l="0" t="0" r="0" b="0"/>
            <a:pathLst>
              <a:path w="539809">
                <a:moveTo>
                  <a:pt x="539809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8" name="pl228"/>
          <p:cNvSpPr/>
          <p:nvPr/>
        </p:nvSpPr>
        <p:spPr>
          <a:xfrm>
            <a:off x="8998406" y="4227960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9" name="pl229"/>
          <p:cNvSpPr/>
          <p:nvPr/>
        </p:nvSpPr>
        <p:spPr>
          <a:xfrm>
            <a:off x="9040611" y="5258514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0" name="pl230"/>
          <p:cNvSpPr/>
          <p:nvPr/>
        </p:nvSpPr>
        <p:spPr>
          <a:xfrm>
            <a:off x="8490731" y="5316483"/>
            <a:ext cx="549879" cy="0"/>
          </a:xfrm>
          <a:custGeom>
            <a:avLst/>
            <a:gdLst/>
            <a:ahLst/>
            <a:cxnLst/>
            <a:rect l="0" t="0" r="0" b="0"/>
            <a:pathLst>
              <a:path w="549879">
                <a:moveTo>
                  <a:pt x="549879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1" name="pl231"/>
          <p:cNvSpPr/>
          <p:nvPr/>
        </p:nvSpPr>
        <p:spPr>
          <a:xfrm>
            <a:off x="8490731" y="5258514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2" name="pl232"/>
          <p:cNvSpPr/>
          <p:nvPr/>
        </p:nvSpPr>
        <p:spPr>
          <a:xfrm>
            <a:off x="10039932" y="1780393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3" name="pl233"/>
          <p:cNvSpPr/>
          <p:nvPr/>
        </p:nvSpPr>
        <p:spPr>
          <a:xfrm>
            <a:off x="9561842" y="1838362"/>
            <a:ext cx="478089" cy="0"/>
          </a:xfrm>
          <a:custGeom>
            <a:avLst/>
            <a:gdLst/>
            <a:ahLst/>
            <a:cxnLst/>
            <a:rect l="0" t="0" r="0" b="0"/>
            <a:pathLst>
              <a:path w="478089">
                <a:moveTo>
                  <a:pt x="478089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4" name="pl234"/>
          <p:cNvSpPr/>
          <p:nvPr/>
        </p:nvSpPr>
        <p:spPr>
          <a:xfrm>
            <a:off x="9561842" y="1780393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5" name="pl235"/>
          <p:cNvSpPr/>
          <p:nvPr/>
        </p:nvSpPr>
        <p:spPr>
          <a:xfrm>
            <a:off x="9703689" y="3583863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6" name="pl236"/>
          <p:cNvSpPr/>
          <p:nvPr/>
        </p:nvSpPr>
        <p:spPr>
          <a:xfrm>
            <a:off x="9236315" y="3641832"/>
            <a:ext cx="467373" cy="0"/>
          </a:xfrm>
          <a:custGeom>
            <a:avLst/>
            <a:gdLst/>
            <a:ahLst/>
            <a:cxnLst/>
            <a:rect l="0" t="0" r="0" b="0"/>
            <a:pathLst>
              <a:path w="467373">
                <a:moveTo>
                  <a:pt x="467373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7" name="pl237"/>
          <p:cNvSpPr/>
          <p:nvPr/>
        </p:nvSpPr>
        <p:spPr>
          <a:xfrm>
            <a:off x="9236315" y="3583863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8" name="pl238"/>
          <p:cNvSpPr/>
          <p:nvPr/>
        </p:nvSpPr>
        <p:spPr>
          <a:xfrm>
            <a:off x="8847223" y="5644972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9" name="pl239"/>
          <p:cNvSpPr/>
          <p:nvPr/>
        </p:nvSpPr>
        <p:spPr>
          <a:xfrm>
            <a:off x="8341484" y="5702941"/>
            <a:ext cx="505738" cy="0"/>
          </a:xfrm>
          <a:custGeom>
            <a:avLst/>
            <a:gdLst/>
            <a:ahLst/>
            <a:cxnLst/>
            <a:rect l="0" t="0" r="0" b="0"/>
            <a:pathLst>
              <a:path w="505738">
                <a:moveTo>
                  <a:pt x="505738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0" name="pl240"/>
          <p:cNvSpPr/>
          <p:nvPr/>
        </p:nvSpPr>
        <p:spPr>
          <a:xfrm>
            <a:off x="8341484" y="5644972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1" name="pl241"/>
          <p:cNvSpPr/>
          <p:nvPr/>
        </p:nvSpPr>
        <p:spPr>
          <a:xfrm>
            <a:off x="9810401" y="2553309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2" name="pl242"/>
          <p:cNvSpPr/>
          <p:nvPr/>
        </p:nvSpPr>
        <p:spPr>
          <a:xfrm>
            <a:off x="9424622" y="2611277"/>
            <a:ext cx="385778" cy="0"/>
          </a:xfrm>
          <a:custGeom>
            <a:avLst/>
            <a:gdLst/>
            <a:ahLst/>
            <a:cxnLst/>
            <a:rect l="0" t="0" r="0" b="0"/>
            <a:pathLst>
              <a:path w="385778">
                <a:moveTo>
                  <a:pt x="385778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3" name="pl243"/>
          <p:cNvSpPr/>
          <p:nvPr/>
        </p:nvSpPr>
        <p:spPr>
          <a:xfrm>
            <a:off x="9424622" y="2553309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4" name="pl244"/>
          <p:cNvSpPr/>
          <p:nvPr/>
        </p:nvSpPr>
        <p:spPr>
          <a:xfrm>
            <a:off x="9732215" y="2939767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5" name="pl245"/>
          <p:cNvSpPr/>
          <p:nvPr/>
        </p:nvSpPr>
        <p:spPr>
          <a:xfrm>
            <a:off x="9314369" y="2997735"/>
            <a:ext cx="417846" cy="0"/>
          </a:xfrm>
          <a:custGeom>
            <a:avLst/>
            <a:gdLst/>
            <a:ahLst/>
            <a:cxnLst/>
            <a:rect l="0" t="0" r="0" b="0"/>
            <a:pathLst>
              <a:path w="417846">
                <a:moveTo>
                  <a:pt x="417846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6" name="pl246"/>
          <p:cNvSpPr/>
          <p:nvPr/>
        </p:nvSpPr>
        <p:spPr>
          <a:xfrm>
            <a:off x="9314369" y="2939767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7" name="pl247"/>
          <p:cNvSpPr/>
          <p:nvPr/>
        </p:nvSpPr>
        <p:spPr>
          <a:xfrm>
            <a:off x="8652431" y="5773792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8" name="pl248"/>
          <p:cNvSpPr/>
          <p:nvPr/>
        </p:nvSpPr>
        <p:spPr>
          <a:xfrm>
            <a:off x="8200412" y="5831760"/>
            <a:ext cx="452018" cy="0"/>
          </a:xfrm>
          <a:custGeom>
            <a:avLst/>
            <a:gdLst/>
            <a:ahLst/>
            <a:cxnLst/>
            <a:rect l="0" t="0" r="0" b="0"/>
            <a:pathLst>
              <a:path w="452018">
                <a:moveTo>
                  <a:pt x="452018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9" name="pl249"/>
          <p:cNvSpPr/>
          <p:nvPr/>
        </p:nvSpPr>
        <p:spPr>
          <a:xfrm>
            <a:off x="8200412" y="5773792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0" name="pl250"/>
          <p:cNvSpPr/>
          <p:nvPr/>
        </p:nvSpPr>
        <p:spPr>
          <a:xfrm>
            <a:off x="9694680" y="3068586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1" name="pl251"/>
          <p:cNvSpPr/>
          <p:nvPr/>
        </p:nvSpPr>
        <p:spPr>
          <a:xfrm>
            <a:off x="9323914" y="3126555"/>
            <a:ext cx="370766" cy="0"/>
          </a:xfrm>
          <a:custGeom>
            <a:avLst/>
            <a:gdLst/>
            <a:ahLst/>
            <a:cxnLst/>
            <a:rect l="0" t="0" r="0" b="0"/>
            <a:pathLst>
              <a:path w="370766">
                <a:moveTo>
                  <a:pt x="370766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2" name="pl252"/>
          <p:cNvSpPr/>
          <p:nvPr/>
        </p:nvSpPr>
        <p:spPr>
          <a:xfrm>
            <a:off x="9323914" y="3068586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3" name="pl253"/>
          <p:cNvSpPr/>
          <p:nvPr/>
        </p:nvSpPr>
        <p:spPr>
          <a:xfrm>
            <a:off x="9701685" y="3197405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4" name="pl254"/>
          <p:cNvSpPr/>
          <p:nvPr/>
        </p:nvSpPr>
        <p:spPr>
          <a:xfrm>
            <a:off x="9305119" y="3255374"/>
            <a:ext cx="396566" cy="0"/>
          </a:xfrm>
          <a:custGeom>
            <a:avLst/>
            <a:gdLst/>
            <a:ahLst/>
            <a:cxnLst/>
            <a:rect l="0" t="0" r="0" b="0"/>
            <a:pathLst>
              <a:path w="396566">
                <a:moveTo>
                  <a:pt x="396566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5" name="pl255"/>
          <p:cNvSpPr/>
          <p:nvPr/>
        </p:nvSpPr>
        <p:spPr>
          <a:xfrm>
            <a:off x="9305119" y="3197405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6" name="pl256"/>
          <p:cNvSpPr/>
          <p:nvPr/>
        </p:nvSpPr>
        <p:spPr>
          <a:xfrm>
            <a:off x="8460736" y="6160249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7" name="pl257"/>
          <p:cNvSpPr/>
          <p:nvPr/>
        </p:nvSpPr>
        <p:spPr>
          <a:xfrm>
            <a:off x="8056149" y="6218218"/>
            <a:ext cx="404586" cy="0"/>
          </a:xfrm>
          <a:custGeom>
            <a:avLst/>
            <a:gdLst/>
            <a:ahLst/>
            <a:cxnLst/>
            <a:rect l="0" t="0" r="0" b="0"/>
            <a:pathLst>
              <a:path w="404586">
                <a:moveTo>
                  <a:pt x="404586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8" name="pl258"/>
          <p:cNvSpPr/>
          <p:nvPr/>
        </p:nvSpPr>
        <p:spPr>
          <a:xfrm>
            <a:off x="8056149" y="6160249"/>
            <a:ext cx="0" cy="115937"/>
          </a:xfrm>
          <a:custGeom>
            <a:avLst/>
            <a:gdLst/>
            <a:ahLst/>
            <a:cxnLst/>
            <a:rect l="0" t="0" r="0" b="0"/>
            <a:pathLst>
              <a:path h="115937">
                <a:moveTo>
                  <a:pt x="0" y="1159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9" name="rc259"/>
          <p:cNvSpPr/>
          <p:nvPr/>
        </p:nvSpPr>
        <p:spPr>
          <a:xfrm>
            <a:off x="6515413" y="1761070"/>
            <a:ext cx="3701997" cy="6337909"/>
          </a:xfrm>
          <a:prstGeom prst="rect">
            <a:avLst/>
          </a:prstGeom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0" name="tx260"/>
          <p:cNvSpPr/>
          <p:nvPr/>
        </p:nvSpPr>
        <p:spPr>
          <a:xfrm>
            <a:off x="5402796" y="7957841"/>
            <a:ext cx="1049987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0.5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-2</a:t>
            </a:r>
          </a:p>
        </p:txBody>
      </p:sp>
      <p:sp>
        <p:nvSpPr>
          <p:cNvPr id="261" name="tx261"/>
          <p:cNvSpPr/>
          <p:nvPr/>
        </p:nvSpPr>
        <p:spPr>
          <a:xfrm>
            <a:off x="5496002" y="7829022"/>
            <a:ext cx="956781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-2</a:t>
            </a:r>
          </a:p>
        </p:txBody>
      </p:sp>
      <p:sp>
        <p:nvSpPr>
          <p:cNvPr id="262" name="tx262"/>
          <p:cNvSpPr/>
          <p:nvPr/>
        </p:nvSpPr>
        <p:spPr>
          <a:xfrm>
            <a:off x="5440013" y="7700203"/>
            <a:ext cx="1012770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0.5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263" name="tx263"/>
          <p:cNvSpPr/>
          <p:nvPr/>
        </p:nvSpPr>
        <p:spPr>
          <a:xfrm>
            <a:off x="5402796" y="7571383"/>
            <a:ext cx="1049987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1.5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-2</a:t>
            </a:r>
          </a:p>
        </p:txBody>
      </p:sp>
      <p:sp>
        <p:nvSpPr>
          <p:cNvPr id="264" name="tx264"/>
          <p:cNvSpPr/>
          <p:nvPr/>
        </p:nvSpPr>
        <p:spPr>
          <a:xfrm>
            <a:off x="5440013" y="7442564"/>
            <a:ext cx="1012770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0.5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65" name="tx265"/>
          <p:cNvSpPr/>
          <p:nvPr/>
        </p:nvSpPr>
        <p:spPr>
          <a:xfrm>
            <a:off x="5496002" y="7313745"/>
            <a:ext cx="956781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-2</a:t>
            </a:r>
          </a:p>
        </p:txBody>
      </p:sp>
      <p:sp>
        <p:nvSpPr>
          <p:cNvPr id="266" name="tx266"/>
          <p:cNvSpPr/>
          <p:nvPr/>
        </p:nvSpPr>
        <p:spPr>
          <a:xfrm>
            <a:off x="5440013" y="7184925"/>
            <a:ext cx="1012770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0.5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-2</a:t>
            </a:r>
          </a:p>
        </p:txBody>
      </p:sp>
      <p:sp>
        <p:nvSpPr>
          <p:cNvPr id="267" name="tx267"/>
          <p:cNvSpPr/>
          <p:nvPr/>
        </p:nvSpPr>
        <p:spPr>
          <a:xfrm>
            <a:off x="5390035" y="7068683"/>
            <a:ext cx="857354" cy="10253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Plasma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pTau217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[Alamar]</a:t>
            </a:r>
            <a:endParaRPr sz="880" dirty="0">
              <a:solidFill>
                <a:srgbClr val="4D4D4D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268" name="tx268"/>
          <p:cNvSpPr/>
          <p:nvPr/>
        </p:nvSpPr>
        <p:spPr>
          <a:xfrm>
            <a:off x="5533219" y="6927287"/>
            <a:ext cx="919564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-2</a:t>
            </a:r>
          </a:p>
        </p:txBody>
      </p:sp>
      <p:sp>
        <p:nvSpPr>
          <p:cNvPr id="269" name="tx269"/>
          <p:cNvSpPr/>
          <p:nvPr/>
        </p:nvSpPr>
        <p:spPr>
          <a:xfrm>
            <a:off x="5440013" y="6798467"/>
            <a:ext cx="1012770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1.5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-2</a:t>
            </a:r>
          </a:p>
        </p:txBody>
      </p:sp>
      <p:sp>
        <p:nvSpPr>
          <p:cNvPr id="270" name="tx270"/>
          <p:cNvSpPr/>
          <p:nvPr/>
        </p:nvSpPr>
        <p:spPr>
          <a:xfrm>
            <a:off x="5533219" y="6669648"/>
            <a:ext cx="919564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-2</a:t>
            </a:r>
          </a:p>
        </p:txBody>
      </p:sp>
      <p:sp>
        <p:nvSpPr>
          <p:cNvPr id="271" name="tx271"/>
          <p:cNvSpPr/>
          <p:nvPr/>
        </p:nvSpPr>
        <p:spPr>
          <a:xfrm>
            <a:off x="5257800" y="6553406"/>
            <a:ext cx="1087204" cy="10253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P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lasma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%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pTau181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[IPMS]</a:t>
            </a:r>
            <a:endParaRPr sz="880" dirty="0">
              <a:solidFill>
                <a:srgbClr val="4D4D4D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272" name="tx272"/>
          <p:cNvSpPr/>
          <p:nvPr/>
        </p:nvSpPr>
        <p:spPr>
          <a:xfrm>
            <a:off x="5393073" y="6420868"/>
            <a:ext cx="857354" cy="10253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Plasma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pTau181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[Alamar]</a:t>
            </a:r>
            <a:endParaRPr sz="880" dirty="0">
              <a:solidFill>
                <a:srgbClr val="4D4D4D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273" name="tx273"/>
          <p:cNvSpPr/>
          <p:nvPr/>
        </p:nvSpPr>
        <p:spPr>
          <a:xfrm>
            <a:off x="5533219" y="6283190"/>
            <a:ext cx="919564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274" name="tx274"/>
          <p:cNvSpPr/>
          <p:nvPr/>
        </p:nvSpPr>
        <p:spPr>
          <a:xfrm>
            <a:off x="5570436" y="6154371"/>
            <a:ext cx="882347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75" name="tx275"/>
          <p:cNvSpPr/>
          <p:nvPr/>
        </p:nvSpPr>
        <p:spPr>
          <a:xfrm>
            <a:off x="5181600" y="6037354"/>
            <a:ext cx="1354162" cy="1035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CSF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%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pT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au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181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[IPMS]</a:t>
            </a:r>
            <a:endParaRPr sz="880" dirty="0">
              <a:solidFill>
                <a:srgbClr val="4D4D4D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276" name="tx276"/>
          <p:cNvSpPr/>
          <p:nvPr/>
        </p:nvSpPr>
        <p:spPr>
          <a:xfrm>
            <a:off x="5239933" y="5909310"/>
            <a:ext cx="1087204" cy="10253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P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lasma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%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pTau217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[IPMS]</a:t>
            </a:r>
            <a:endParaRPr sz="880" dirty="0">
              <a:solidFill>
                <a:srgbClr val="4D4D4D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277" name="tx277"/>
          <p:cNvSpPr/>
          <p:nvPr/>
        </p:nvSpPr>
        <p:spPr>
          <a:xfrm>
            <a:off x="5477230" y="5767913"/>
            <a:ext cx="975553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1.5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78" name="tx278"/>
          <p:cNvSpPr/>
          <p:nvPr/>
        </p:nvSpPr>
        <p:spPr>
          <a:xfrm>
            <a:off x="5570436" y="5639094"/>
            <a:ext cx="882347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79" name="tx279"/>
          <p:cNvSpPr/>
          <p:nvPr/>
        </p:nvSpPr>
        <p:spPr>
          <a:xfrm>
            <a:off x="5340004" y="5522334"/>
            <a:ext cx="1080874" cy="1035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CSF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pTau181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[Alamar]</a:t>
            </a:r>
            <a:endParaRPr sz="880" dirty="0">
              <a:solidFill>
                <a:srgbClr val="4D4D4D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280" name="tx280"/>
          <p:cNvSpPr/>
          <p:nvPr/>
        </p:nvSpPr>
        <p:spPr>
          <a:xfrm>
            <a:off x="5533219" y="5381455"/>
            <a:ext cx="919564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81" name="tx281"/>
          <p:cNvSpPr/>
          <p:nvPr/>
        </p:nvSpPr>
        <p:spPr>
          <a:xfrm>
            <a:off x="5477230" y="5252636"/>
            <a:ext cx="975553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0.5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82" name="tx282"/>
          <p:cNvSpPr/>
          <p:nvPr/>
        </p:nvSpPr>
        <p:spPr>
          <a:xfrm>
            <a:off x="5235696" y="5110914"/>
            <a:ext cx="1161747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P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lasma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pTau181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[</a:t>
            </a:r>
            <a:r>
              <a:rPr lang="en-US" sz="880" dirty="0" err="1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Simoa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]</a:t>
            </a:r>
            <a:endParaRPr sz="880" dirty="0">
              <a:solidFill>
                <a:srgbClr val="4D4D4D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283" name="tx283"/>
          <p:cNvSpPr/>
          <p:nvPr/>
        </p:nvSpPr>
        <p:spPr>
          <a:xfrm>
            <a:off x="5440013" y="4994997"/>
            <a:ext cx="1012770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1.5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284" name="tx284"/>
          <p:cNvSpPr/>
          <p:nvPr/>
        </p:nvSpPr>
        <p:spPr>
          <a:xfrm>
            <a:off x="5469392" y="4878755"/>
            <a:ext cx="658554" cy="10253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CSF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BD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pTau217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[Alamar]</a:t>
            </a:r>
            <a:endParaRPr sz="880" dirty="0">
              <a:solidFill>
                <a:srgbClr val="4D4D4D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285" name="tx285"/>
          <p:cNvSpPr/>
          <p:nvPr/>
        </p:nvSpPr>
        <p:spPr>
          <a:xfrm>
            <a:off x="5194390" y="4748598"/>
            <a:ext cx="1236072" cy="1035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CSF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pTau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181 [Lumipulse]</a:t>
            </a:r>
            <a:endParaRPr sz="880" dirty="0">
              <a:solidFill>
                <a:srgbClr val="4D4D4D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286" name="tx286"/>
          <p:cNvSpPr/>
          <p:nvPr/>
        </p:nvSpPr>
        <p:spPr>
          <a:xfrm>
            <a:off x="5715000" y="4608812"/>
            <a:ext cx="472033" cy="1035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Amyloid PET [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ADNI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]</a:t>
            </a:r>
            <a:endParaRPr sz="880" dirty="0">
              <a:solidFill>
                <a:srgbClr val="4D4D4D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287" name="tx287"/>
          <p:cNvSpPr/>
          <p:nvPr/>
        </p:nvSpPr>
        <p:spPr>
          <a:xfrm>
            <a:off x="5257800" y="4479944"/>
            <a:ext cx="1354162" cy="1035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CSF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%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pT217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[IPMS]</a:t>
            </a:r>
            <a:endParaRPr sz="880" dirty="0">
              <a:solidFill>
                <a:srgbClr val="4D4D4D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288" name="tx288"/>
          <p:cNvSpPr/>
          <p:nvPr/>
        </p:nvSpPr>
        <p:spPr>
          <a:xfrm>
            <a:off x="5533219" y="4350901"/>
            <a:ext cx="919564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289" name="tx289"/>
          <p:cNvSpPr/>
          <p:nvPr/>
        </p:nvSpPr>
        <p:spPr>
          <a:xfrm>
            <a:off x="5477230" y="4222081"/>
            <a:ext cx="975553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0.5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290" name="tx290"/>
          <p:cNvSpPr/>
          <p:nvPr/>
        </p:nvSpPr>
        <p:spPr>
          <a:xfrm>
            <a:off x="5570436" y="4093262"/>
            <a:ext cx="882347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91" name="tx291"/>
          <p:cNvSpPr/>
          <p:nvPr/>
        </p:nvSpPr>
        <p:spPr>
          <a:xfrm>
            <a:off x="5867400" y="3964715"/>
            <a:ext cx="472033" cy="1035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Amyloid PET</a:t>
            </a:r>
            <a:endParaRPr sz="880" dirty="0">
              <a:solidFill>
                <a:srgbClr val="4D4D4D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292" name="tx292"/>
          <p:cNvSpPr/>
          <p:nvPr/>
        </p:nvSpPr>
        <p:spPr>
          <a:xfrm>
            <a:off x="5440013" y="3835623"/>
            <a:ext cx="1012770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0.5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-2</a:t>
            </a:r>
          </a:p>
        </p:txBody>
      </p:sp>
      <p:sp>
        <p:nvSpPr>
          <p:cNvPr id="293" name="tx293"/>
          <p:cNvSpPr/>
          <p:nvPr/>
        </p:nvSpPr>
        <p:spPr>
          <a:xfrm>
            <a:off x="5477230" y="3706804"/>
            <a:ext cx="975553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1.5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94" name="tx294"/>
          <p:cNvSpPr/>
          <p:nvPr/>
        </p:nvSpPr>
        <p:spPr>
          <a:xfrm>
            <a:off x="5570436" y="3577985"/>
            <a:ext cx="882347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295" name="tx295"/>
          <p:cNvSpPr/>
          <p:nvPr/>
        </p:nvSpPr>
        <p:spPr>
          <a:xfrm>
            <a:off x="5477230" y="3449165"/>
            <a:ext cx="975553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0.5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296" name="tx296"/>
          <p:cNvSpPr/>
          <p:nvPr/>
        </p:nvSpPr>
        <p:spPr>
          <a:xfrm>
            <a:off x="5440013" y="3320346"/>
            <a:ext cx="1012770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1.5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97" name="tx297"/>
          <p:cNvSpPr/>
          <p:nvPr/>
        </p:nvSpPr>
        <p:spPr>
          <a:xfrm>
            <a:off x="5570436" y="3191527"/>
            <a:ext cx="882347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298" name="tx298"/>
          <p:cNvSpPr/>
          <p:nvPr/>
        </p:nvSpPr>
        <p:spPr>
          <a:xfrm>
            <a:off x="5533219" y="3062707"/>
            <a:ext cx="919564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-2</a:t>
            </a:r>
          </a:p>
        </p:txBody>
      </p:sp>
      <p:sp>
        <p:nvSpPr>
          <p:cNvPr id="299" name="tx299"/>
          <p:cNvSpPr/>
          <p:nvPr/>
        </p:nvSpPr>
        <p:spPr>
          <a:xfrm>
            <a:off x="5477230" y="2933888"/>
            <a:ext cx="975553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1.5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300" name="tx300"/>
          <p:cNvSpPr/>
          <p:nvPr/>
        </p:nvSpPr>
        <p:spPr>
          <a:xfrm>
            <a:off x="5149036" y="2817647"/>
            <a:ext cx="1130642" cy="10253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P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lasma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pTau217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/A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β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42 [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ADNI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]</a:t>
            </a:r>
            <a:endParaRPr sz="880" dirty="0">
              <a:solidFill>
                <a:srgbClr val="4D4D4D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301" name="tx301"/>
          <p:cNvSpPr/>
          <p:nvPr/>
        </p:nvSpPr>
        <p:spPr>
          <a:xfrm>
            <a:off x="5570436" y="2676250"/>
            <a:ext cx="882347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302" name="tx302"/>
          <p:cNvSpPr/>
          <p:nvPr/>
        </p:nvSpPr>
        <p:spPr>
          <a:xfrm>
            <a:off x="5440013" y="2547430"/>
            <a:ext cx="1012770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1.5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-2</a:t>
            </a:r>
          </a:p>
        </p:txBody>
      </p:sp>
      <p:sp>
        <p:nvSpPr>
          <p:cNvPr id="303" name="tx303"/>
          <p:cNvSpPr/>
          <p:nvPr/>
        </p:nvSpPr>
        <p:spPr>
          <a:xfrm>
            <a:off x="5570436" y="2418611"/>
            <a:ext cx="882347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304" name="tx304"/>
          <p:cNvSpPr/>
          <p:nvPr/>
        </p:nvSpPr>
        <p:spPr>
          <a:xfrm>
            <a:off x="5533219" y="2289792"/>
            <a:ext cx="919564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305" name="tx305"/>
          <p:cNvSpPr/>
          <p:nvPr/>
        </p:nvSpPr>
        <p:spPr>
          <a:xfrm>
            <a:off x="5477230" y="2160972"/>
            <a:ext cx="975553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1.5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306" name="tx306"/>
          <p:cNvSpPr/>
          <p:nvPr/>
        </p:nvSpPr>
        <p:spPr>
          <a:xfrm>
            <a:off x="5570436" y="2032153"/>
            <a:ext cx="882347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307" name="tx307"/>
          <p:cNvSpPr/>
          <p:nvPr/>
        </p:nvSpPr>
        <p:spPr>
          <a:xfrm>
            <a:off x="5477230" y="1903334"/>
            <a:ext cx="975553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0.5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308" name="tx308"/>
          <p:cNvSpPr/>
          <p:nvPr/>
        </p:nvSpPr>
        <p:spPr>
          <a:xfrm>
            <a:off x="5533219" y="1774514"/>
            <a:ext cx="919564" cy="1038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ξ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; </a:t>
            </a:r>
            <a:r>
              <a:rPr lang="el-GR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α</a:t>
            </a:r>
            <a:r>
              <a:rPr lang="en-US"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= </a:t>
            </a: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-2</a:t>
            </a:r>
          </a:p>
        </p:txBody>
      </p:sp>
      <p:sp>
        <p:nvSpPr>
          <p:cNvPr id="309" name="pl309"/>
          <p:cNvSpPr/>
          <p:nvPr/>
        </p:nvSpPr>
        <p:spPr>
          <a:xfrm>
            <a:off x="6480619" y="8021688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0" name="pl310"/>
          <p:cNvSpPr/>
          <p:nvPr/>
        </p:nvSpPr>
        <p:spPr>
          <a:xfrm>
            <a:off x="6480619" y="7892869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1" name="pl311"/>
          <p:cNvSpPr/>
          <p:nvPr/>
        </p:nvSpPr>
        <p:spPr>
          <a:xfrm>
            <a:off x="6480619" y="7764050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2" name="pl312"/>
          <p:cNvSpPr/>
          <p:nvPr/>
        </p:nvSpPr>
        <p:spPr>
          <a:xfrm>
            <a:off x="6480619" y="7635231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3" name="pl313"/>
          <p:cNvSpPr/>
          <p:nvPr/>
        </p:nvSpPr>
        <p:spPr>
          <a:xfrm>
            <a:off x="6480619" y="7506411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4" name="pl314"/>
          <p:cNvSpPr/>
          <p:nvPr/>
        </p:nvSpPr>
        <p:spPr>
          <a:xfrm>
            <a:off x="6480619" y="7377592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5" name="pl315"/>
          <p:cNvSpPr/>
          <p:nvPr/>
        </p:nvSpPr>
        <p:spPr>
          <a:xfrm>
            <a:off x="6480619" y="7248773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6" name="pl316"/>
          <p:cNvSpPr/>
          <p:nvPr/>
        </p:nvSpPr>
        <p:spPr>
          <a:xfrm>
            <a:off x="6480619" y="7119953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7" name="pl317"/>
          <p:cNvSpPr/>
          <p:nvPr/>
        </p:nvSpPr>
        <p:spPr>
          <a:xfrm>
            <a:off x="6480619" y="6991134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8" name="pl318"/>
          <p:cNvSpPr/>
          <p:nvPr/>
        </p:nvSpPr>
        <p:spPr>
          <a:xfrm>
            <a:off x="6480619" y="6862315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9" name="pl319"/>
          <p:cNvSpPr/>
          <p:nvPr/>
        </p:nvSpPr>
        <p:spPr>
          <a:xfrm>
            <a:off x="6480619" y="6733495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0" name="pl320"/>
          <p:cNvSpPr/>
          <p:nvPr/>
        </p:nvSpPr>
        <p:spPr>
          <a:xfrm>
            <a:off x="6480619" y="6604676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1" name="pl321"/>
          <p:cNvSpPr/>
          <p:nvPr/>
        </p:nvSpPr>
        <p:spPr>
          <a:xfrm>
            <a:off x="6480619" y="6475857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2" name="pl322"/>
          <p:cNvSpPr/>
          <p:nvPr/>
        </p:nvSpPr>
        <p:spPr>
          <a:xfrm>
            <a:off x="6480619" y="6347037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3" name="pl323"/>
          <p:cNvSpPr/>
          <p:nvPr/>
        </p:nvSpPr>
        <p:spPr>
          <a:xfrm>
            <a:off x="6480619" y="6218218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4" name="pl324"/>
          <p:cNvSpPr/>
          <p:nvPr/>
        </p:nvSpPr>
        <p:spPr>
          <a:xfrm>
            <a:off x="6480619" y="6089399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5" name="pl325"/>
          <p:cNvSpPr/>
          <p:nvPr/>
        </p:nvSpPr>
        <p:spPr>
          <a:xfrm>
            <a:off x="6480619" y="5960580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6" name="pl326"/>
          <p:cNvSpPr/>
          <p:nvPr/>
        </p:nvSpPr>
        <p:spPr>
          <a:xfrm>
            <a:off x="6480619" y="5831760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7" name="pl327"/>
          <p:cNvSpPr/>
          <p:nvPr/>
        </p:nvSpPr>
        <p:spPr>
          <a:xfrm>
            <a:off x="6480619" y="5702941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8" name="pl328"/>
          <p:cNvSpPr/>
          <p:nvPr/>
        </p:nvSpPr>
        <p:spPr>
          <a:xfrm>
            <a:off x="6480619" y="5574122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9" name="pl329"/>
          <p:cNvSpPr/>
          <p:nvPr/>
        </p:nvSpPr>
        <p:spPr>
          <a:xfrm>
            <a:off x="6480619" y="5445302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0" name="pl330"/>
          <p:cNvSpPr/>
          <p:nvPr/>
        </p:nvSpPr>
        <p:spPr>
          <a:xfrm>
            <a:off x="6480619" y="5316483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1" name="pl331"/>
          <p:cNvSpPr/>
          <p:nvPr/>
        </p:nvSpPr>
        <p:spPr>
          <a:xfrm>
            <a:off x="6480619" y="5187664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2" name="pl332"/>
          <p:cNvSpPr/>
          <p:nvPr/>
        </p:nvSpPr>
        <p:spPr>
          <a:xfrm>
            <a:off x="6480619" y="5058844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3" name="pl333"/>
          <p:cNvSpPr/>
          <p:nvPr/>
        </p:nvSpPr>
        <p:spPr>
          <a:xfrm>
            <a:off x="6480619" y="4930025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4" name="pl334"/>
          <p:cNvSpPr/>
          <p:nvPr/>
        </p:nvSpPr>
        <p:spPr>
          <a:xfrm>
            <a:off x="6480619" y="4801206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5" name="pl335"/>
          <p:cNvSpPr/>
          <p:nvPr/>
        </p:nvSpPr>
        <p:spPr>
          <a:xfrm>
            <a:off x="6480619" y="4672386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6" name="pl336"/>
          <p:cNvSpPr/>
          <p:nvPr/>
        </p:nvSpPr>
        <p:spPr>
          <a:xfrm>
            <a:off x="6480619" y="4543567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7" name="pl337"/>
          <p:cNvSpPr/>
          <p:nvPr/>
        </p:nvSpPr>
        <p:spPr>
          <a:xfrm>
            <a:off x="6480619" y="4414748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8" name="pl338"/>
          <p:cNvSpPr/>
          <p:nvPr/>
        </p:nvSpPr>
        <p:spPr>
          <a:xfrm>
            <a:off x="6480619" y="4285928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9" name="pl339"/>
          <p:cNvSpPr/>
          <p:nvPr/>
        </p:nvSpPr>
        <p:spPr>
          <a:xfrm>
            <a:off x="6480619" y="4157109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0" name="pl340"/>
          <p:cNvSpPr/>
          <p:nvPr/>
        </p:nvSpPr>
        <p:spPr>
          <a:xfrm>
            <a:off x="6480619" y="4028290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1" name="pl341"/>
          <p:cNvSpPr/>
          <p:nvPr/>
        </p:nvSpPr>
        <p:spPr>
          <a:xfrm>
            <a:off x="6480619" y="3899471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2" name="pl342"/>
          <p:cNvSpPr/>
          <p:nvPr/>
        </p:nvSpPr>
        <p:spPr>
          <a:xfrm>
            <a:off x="6480619" y="3770651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3" name="pl343"/>
          <p:cNvSpPr/>
          <p:nvPr/>
        </p:nvSpPr>
        <p:spPr>
          <a:xfrm>
            <a:off x="6480619" y="3641832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4" name="pl344"/>
          <p:cNvSpPr/>
          <p:nvPr/>
        </p:nvSpPr>
        <p:spPr>
          <a:xfrm>
            <a:off x="6480619" y="3513013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5" name="pl345"/>
          <p:cNvSpPr/>
          <p:nvPr/>
        </p:nvSpPr>
        <p:spPr>
          <a:xfrm>
            <a:off x="6480619" y="3384193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6" name="pl346"/>
          <p:cNvSpPr/>
          <p:nvPr/>
        </p:nvSpPr>
        <p:spPr>
          <a:xfrm>
            <a:off x="6480619" y="3255374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7" name="pl347"/>
          <p:cNvSpPr/>
          <p:nvPr/>
        </p:nvSpPr>
        <p:spPr>
          <a:xfrm>
            <a:off x="6480619" y="3126555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8" name="pl348"/>
          <p:cNvSpPr/>
          <p:nvPr/>
        </p:nvSpPr>
        <p:spPr>
          <a:xfrm>
            <a:off x="6480619" y="2997735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9" name="pl349"/>
          <p:cNvSpPr/>
          <p:nvPr/>
        </p:nvSpPr>
        <p:spPr>
          <a:xfrm>
            <a:off x="6480619" y="2868916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0" name="pl350"/>
          <p:cNvSpPr/>
          <p:nvPr/>
        </p:nvSpPr>
        <p:spPr>
          <a:xfrm>
            <a:off x="6480619" y="2740097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1" name="pl351"/>
          <p:cNvSpPr/>
          <p:nvPr/>
        </p:nvSpPr>
        <p:spPr>
          <a:xfrm>
            <a:off x="6480619" y="2611277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2" name="pl352"/>
          <p:cNvSpPr/>
          <p:nvPr/>
        </p:nvSpPr>
        <p:spPr>
          <a:xfrm>
            <a:off x="6480619" y="2482458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3" name="pl353"/>
          <p:cNvSpPr/>
          <p:nvPr/>
        </p:nvSpPr>
        <p:spPr>
          <a:xfrm>
            <a:off x="6480619" y="2353639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4" name="pl354"/>
          <p:cNvSpPr/>
          <p:nvPr/>
        </p:nvSpPr>
        <p:spPr>
          <a:xfrm>
            <a:off x="6480619" y="2224820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5" name="pl355"/>
          <p:cNvSpPr/>
          <p:nvPr/>
        </p:nvSpPr>
        <p:spPr>
          <a:xfrm>
            <a:off x="6480619" y="2096000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6" name="pl356"/>
          <p:cNvSpPr/>
          <p:nvPr/>
        </p:nvSpPr>
        <p:spPr>
          <a:xfrm>
            <a:off x="6480619" y="1967181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7" name="pl357"/>
          <p:cNvSpPr/>
          <p:nvPr/>
        </p:nvSpPr>
        <p:spPr>
          <a:xfrm>
            <a:off x="6480619" y="1838362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8" name="pl358"/>
          <p:cNvSpPr/>
          <p:nvPr/>
        </p:nvSpPr>
        <p:spPr>
          <a:xfrm>
            <a:off x="6546370" y="8098980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800"/>
          </a:p>
        </p:txBody>
      </p:sp>
      <p:sp>
        <p:nvSpPr>
          <p:cNvPr id="359" name="pl359"/>
          <p:cNvSpPr/>
          <p:nvPr/>
        </p:nvSpPr>
        <p:spPr>
          <a:xfrm>
            <a:off x="7556048" y="8098980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800"/>
          </a:p>
        </p:txBody>
      </p:sp>
      <p:sp>
        <p:nvSpPr>
          <p:cNvPr id="360" name="pl360"/>
          <p:cNvSpPr/>
          <p:nvPr/>
        </p:nvSpPr>
        <p:spPr>
          <a:xfrm>
            <a:off x="8565726" y="8098980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800"/>
          </a:p>
        </p:txBody>
      </p:sp>
      <p:sp>
        <p:nvSpPr>
          <p:cNvPr id="361" name="pl361"/>
          <p:cNvSpPr/>
          <p:nvPr/>
        </p:nvSpPr>
        <p:spPr>
          <a:xfrm>
            <a:off x="9575404" y="8098980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800"/>
          </a:p>
        </p:txBody>
      </p:sp>
      <p:sp>
        <p:nvSpPr>
          <p:cNvPr id="362" name="tx362"/>
          <p:cNvSpPr/>
          <p:nvPr/>
        </p:nvSpPr>
        <p:spPr>
          <a:xfrm>
            <a:off x="6450081" y="8239190"/>
            <a:ext cx="192578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-0.8</a:t>
            </a:r>
          </a:p>
        </p:txBody>
      </p:sp>
      <p:sp>
        <p:nvSpPr>
          <p:cNvPr id="363" name="tx363"/>
          <p:cNvSpPr/>
          <p:nvPr/>
        </p:nvSpPr>
        <p:spPr>
          <a:xfrm>
            <a:off x="7459759" y="8239190"/>
            <a:ext cx="192578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-0.4</a:t>
            </a:r>
          </a:p>
        </p:txBody>
      </p:sp>
      <p:sp>
        <p:nvSpPr>
          <p:cNvPr id="364" name="tx364"/>
          <p:cNvSpPr/>
          <p:nvPr/>
        </p:nvSpPr>
        <p:spPr>
          <a:xfrm>
            <a:off x="8488045" y="8239190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</a:t>
            </a:r>
          </a:p>
        </p:txBody>
      </p:sp>
      <p:sp>
        <p:nvSpPr>
          <p:cNvPr id="365" name="tx365"/>
          <p:cNvSpPr/>
          <p:nvPr/>
        </p:nvSpPr>
        <p:spPr>
          <a:xfrm>
            <a:off x="9497723" y="8239190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0.4</a:t>
            </a:r>
          </a:p>
        </p:txBody>
      </p:sp>
      <p:sp>
        <p:nvSpPr>
          <p:cNvPr id="366" name="tx366"/>
          <p:cNvSpPr/>
          <p:nvPr/>
        </p:nvSpPr>
        <p:spPr>
          <a:xfrm>
            <a:off x="6237848" y="8601514"/>
            <a:ext cx="4100208" cy="12946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Spearman Correlation </a:t>
            </a:r>
            <a:r>
              <a:rPr lang="en-US"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Between Baseline Level </a:t>
            </a:r>
          </a:p>
          <a:p>
            <a:pPr marL="0" marR="0" indent="0"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and Annualized Rate of Change</a:t>
            </a:r>
          </a:p>
          <a:p>
            <a:pPr marL="0" marR="0" indent="0"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with 95% bootstrapped confidence intervals</a:t>
            </a:r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005FECDB-11AB-C461-37C6-05BA520FFB26}"/>
              </a:ext>
            </a:extLst>
          </p:cNvPr>
          <p:cNvSpPr/>
          <p:nvPr/>
        </p:nvSpPr>
        <p:spPr>
          <a:xfrm>
            <a:off x="6592832" y="1872892"/>
            <a:ext cx="1903304" cy="78803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0" name="rc370"/>
          <p:cNvSpPr/>
          <p:nvPr/>
        </p:nvSpPr>
        <p:spPr>
          <a:xfrm>
            <a:off x="6746361" y="1940955"/>
            <a:ext cx="219455" cy="21945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1" name="pt371"/>
          <p:cNvSpPr/>
          <p:nvPr/>
        </p:nvSpPr>
        <p:spPr>
          <a:xfrm>
            <a:off x="6831263" y="2025857"/>
            <a:ext cx="49651" cy="49651"/>
          </a:xfrm>
          <a:prstGeom prst="ellipse">
            <a:avLst/>
          </a:prstGeom>
          <a:solidFill>
            <a:srgbClr val="E07529">
              <a:alpha val="100000"/>
            </a:srgbClr>
          </a:solidFill>
          <a:ln w="9000" cap="rnd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2" name="pl372"/>
          <p:cNvSpPr/>
          <p:nvPr/>
        </p:nvSpPr>
        <p:spPr>
          <a:xfrm>
            <a:off x="6768306" y="2050683"/>
            <a:ext cx="175564" cy="0"/>
          </a:xfrm>
          <a:custGeom>
            <a:avLst/>
            <a:gdLst/>
            <a:ahLst/>
            <a:cxnLst/>
            <a:rect l="0" t="0" r="0" b="0"/>
            <a:pathLst>
              <a:path w="175564">
                <a:moveTo>
                  <a:pt x="0" y="0"/>
                </a:moveTo>
                <a:lnTo>
                  <a:pt x="175564" y="0"/>
                </a:lnTo>
              </a:path>
            </a:pathLst>
          </a:custGeom>
          <a:ln w="13550" cap="flat">
            <a:solidFill>
              <a:srgbClr val="E075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3" name="rc373"/>
          <p:cNvSpPr/>
          <p:nvPr/>
        </p:nvSpPr>
        <p:spPr>
          <a:xfrm>
            <a:off x="7995862" y="2279661"/>
            <a:ext cx="219455" cy="21945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4" name="pt374"/>
          <p:cNvSpPr/>
          <p:nvPr/>
        </p:nvSpPr>
        <p:spPr>
          <a:xfrm>
            <a:off x="6848970" y="2377420"/>
            <a:ext cx="49651" cy="49651"/>
          </a:xfrm>
          <a:prstGeom prst="ellipse">
            <a:avLst/>
          </a:prstGeom>
          <a:solidFill>
            <a:srgbClr val="7F7991">
              <a:alpha val="100000"/>
            </a:srgbClr>
          </a:solidFill>
          <a:ln w="9000" cap="rnd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5" name="pl375"/>
          <p:cNvSpPr/>
          <p:nvPr/>
        </p:nvSpPr>
        <p:spPr>
          <a:xfrm>
            <a:off x="6786014" y="2402246"/>
            <a:ext cx="175564" cy="0"/>
          </a:xfrm>
          <a:custGeom>
            <a:avLst/>
            <a:gdLst/>
            <a:ahLst/>
            <a:cxnLst/>
            <a:rect l="0" t="0" r="0" b="0"/>
            <a:pathLst>
              <a:path w="175564">
                <a:moveTo>
                  <a:pt x="0" y="0"/>
                </a:moveTo>
                <a:lnTo>
                  <a:pt x="175564" y="0"/>
                </a:lnTo>
              </a:path>
            </a:pathLst>
          </a:custGeom>
          <a:ln w="13550" cap="flat">
            <a:solidFill>
              <a:srgbClr val="7F799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6" name="tx376"/>
          <p:cNvSpPr/>
          <p:nvPr/>
        </p:nvSpPr>
        <p:spPr>
          <a:xfrm>
            <a:off x="7274819" y="2069016"/>
            <a:ext cx="670887" cy="8130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Cohort </a:t>
            </a:r>
            <a:r>
              <a:rPr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Data</a:t>
            </a:r>
          </a:p>
        </p:txBody>
      </p:sp>
      <p:sp>
        <p:nvSpPr>
          <p:cNvPr id="377" name="tx377"/>
          <p:cNvSpPr/>
          <p:nvPr/>
        </p:nvSpPr>
        <p:spPr>
          <a:xfrm>
            <a:off x="7363672" y="2387719"/>
            <a:ext cx="677108" cy="10351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</a:t>
            </a:r>
            <a:r>
              <a:rPr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ynthetic</a:t>
            </a:r>
            <a:r>
              <a:rPr lang="en-US"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525</Words>
  <Application>Microsoft Office PowerPoint</Application>
  <PresentationFormat>Custom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Wenseleers</dc:creator>
  <cp:lastModifiedBy>Julie Wisch</cp:lastModifiedBy>
  <cp:revision>11</cp:revision>
  <dcterms:created xsi:type="dcterms:W3CDTF">2015-07-14T21:05:00Z</dcterms:created>
  <dcterms:modified xsi:type="dcterms:W3CDTF">2026-05-19T16:35:20Z</dcterms:modified>
</cp:coreProperties>
</file>