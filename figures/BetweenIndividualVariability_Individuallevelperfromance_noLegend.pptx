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520282" y="581025"/>
            <a:ext cx="3657600" cy="6400800"/>
            <a:chOff x="3520282" y="581025"/>
            <a:chExt cx="3657600" cy="6400800"/>
          </a:xfrm>
        </p:grpSpPr>
        <p:sp>
          <p:nvSpPr>
            <p:cNvPr id="3" name="rc3"/>
            <p:cNvSpPr/>
            <p:nvPr/>
          </p:nvSpPr>
          <p:spPr>
            <a:xfrm>
              <a:off x="3520281" y="581025"/>
              <a:ext cx="36576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520281" y="581025"/>
              <a:ext cx="3657600" cy="1600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589870" y="878303"/>
              <a:ext cx="3518421" cy="893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3749798" y="1092214"/>
              <a:ext cx="3198565" cy="638529"/>
            </a:xfrm>
            <a:custGeom>
              <a:avLst/>
              <a:pathLst>
                <a:path w="3198565" h="638529">
                  <a:moveTo>
                    <a:pt x="0" y="53333"/>
                  </a:moveTo>
                  <a:lnTo>
                    <a:pt x="6259" y="51105"/>
                  </a:lnTo>
                  <a:lnTo>
                    <a:pt x="12518" y="48979"/>
                  </a:lnTo>
                  <a:lnTo>
                    <a:pt x="18778" y="46853"/>
                  </a:lnTo>
                  <a:lnTo>
                    <a:pt x="25037" y="44781"/>
                  </a:lnTo>
                  <a:lnTo>
                    <a:pt x="31297" y="42765"/>
                  </a:lnTo>
                  <a:lnTo>
                    <a:pt x="37556" y="40749"/>
                  </a:lnTo>
                  <a:lnTo>
                    <a:pt x="43815" y="38838"/>
                  </a:lnTo>
                  <a:lnTo>
                    <a:pt x="50075" y="36934"/>
                  </a:lnTo>
                  <a:lnTo>
                    <a:pt x="56334" y="35074"/>
                  </a:lnTo>
                  <a:lnTo>
                    <a:pt x="62594" y="33285"/>
                  </a:lnTo>
                  <a:lnTo>
                    <a:pt x="68853" y="31496"/>
                  </a:lnTo>
                  <a:lnTo>
                    <a:pt x="75113" y="29803"/>
                  </a:lnTo>
                  <a:lnTo>
                    <a:pt x="81372" y="28131"/>
                  </a:lnTo>
                  <a:lnTo>
                    <a:pt x="87631" y="26490"/>
                  </a:lnTo>
                  <a:lnTo>
                    <a:pt x="93891" y="24936"/>
                  </a:lnTo>
                  <a:lnTo>
                    <a:pt x="100150" y="23383"/>
                  </a:lnTo>
                  <a:lnTo>
                    <a:pt x="106410" y="21915"/>
                  </a:lnTo>
                  <a:lnTo>
                    <a:pt x="112669" y="20483"/>
                  </a:lnTo>
                  <a:lnTo>
                    <a:pt x="118929" y="19068"/>
                  </a:lnTo>
                  <a:lnTo>
                    <a:pt x="125188" y="17757"/>
                  </a:lnTo>
                  <a:lnTo>
                    <a:pt x="131447" y="16447"/>
                  </a:lnTo>
                  <a:lnTo>
                    <a:pt x="137707" y="15209"/>
                  </a:lnTo>
                  <a:lnTo>
                    <a:pt x="143966" y="14022"/>
                  </a:lnTo>
                  <a:lnTo>
                    <a:pt x="150226" y="12839"/>
                  </a:lnTo>
                  <a:lnTo>
                    <a:pt x="156485" y="11776"/>
                  </a:lnTo>
                  <a:lnTo>
                    <a:pt x="162745" y="10714"/>
                  </a:lnTo>
                  <a:lnTo>
                    <a:pt x="169004" y="9711"/>
                  </a:lnTo>
                  <a:lnTo>
                    <a:pt x="175263" y="8774"/>
                  </a:lnTo>
                  <a:lnTo>
                    <a:pt x="181523" y="7837"/>
                  </a:lnTo>
                  <a:lnTo>
                    <a:pt x="187782" y="7014"/>
                  </a:lnTo>
                  <a:lnTo>
                    <a:pt x="194042" y="6203"/>
                  </a:lnTo>
                  <a:lnTo>
                    <a:pt x="200301" y="5436"/>
                  </a:lnTo>
                  <a:lnTo>
                    <a:pt x="206560" y="4751"/>
                  </a:lnTo>
                  <a:lnTo>
                    <a:pt x="212820" y="4067"/>
                  </a:lnTo>
                  <a:lnTo>
                    <a:pt x="219079" y="3482"/>
                  </a:lnTo>
                  <a:lnTo>
                    <a:pt x="225339" y="2923"/>
                  </a:lnTo>
                  <a:lnTo>
                    <a:pt x="231598" y="2395"/>
                  </a:lnTo>
                  <a:lnTo>
                    <a:pt x="237858" y="1962"/>
                  </a:lnTo>
                  <a:lnTo>
                    <a:pt x="244117" y="1530"/>
                  </a:lnTo>
                  <a:lnTo>
                    <a:pt x="250376" y="1183"/>
                  </a:lnTo>
                  <a:lnTo>
                    <a:pt x="256636" y="877"/>
                  </a:lnTo>
                  <a:lnTo>
                    <a:pt x="262895" y="585"/>
                  </a:lnTo>
                  <a:lnTo>
                    <a:pt x="269155" y="404"/>
                  </a:lnTo>
                  <a:lnTo>
                    <a:pt x="275414" y="223"/>
                  </a:lnTo>
                  <a:lnTo>
                    <a:pt x="281674" y="112"/>
                  </a:lnTo>
                  <a:lnTo>
                    <a:pt x="287933" y="56"/>
                  </a:lnTo>
                  <a:lnTo>
                    <a:pt x="294192" y="0"/>
                  </a:lnTo>
                  <a:lnTo>
                    <a:pt x="300452" y="67"/>
                  </a:lnTo>
                  <a:lnTo>
                    <a:pt x="306711" y="134"/>
                  </a:lnTo>
                  <a:lnTo>
                    <a:pt x="312971" y="255"/>
                  </a:lnTo>
                  <a:lnTo>
                    <a:pt x="319230" y="444"/>
                  </a:lnTo>
                  <a:lnTo>
                    <a:pt x="325490" y="633"/>
                  </a:lnTo>
                  <a:lnTo>
                    <a:pt x="331749" y="930"/>
                  </a:lnTo>
                  <a:lnTo>
                    <a:pt x="338008" y="1240"/>
                  </a:lnTo>
                  <a:lnTo>
                    <a:pt x="344268" y="1589"/>
                  </a:lnTo>
                  <a:lnTo>
                    <a:pt x="350527" y="2018"/>
                  </a:lnTo>
                  <a:lnTo>
                    <a:pt x="356787" y="2447"/>
                  </a:lnTo>
                  <a:lnTo>
                    <a:pt x="363046" y="2966"/>
                  </a:lnTo>
                  <a:lnTo>
                    <a:pt x="369305" y="3513"/>
                  </a:lnTo>
                  <a:lnTo>
                    <a:pt x="375565" y="4083"/>
                  </a:lnTo>
                  <a:lnTo>
                    <a:pt x="381824" y="4745"/>
                  </a:lnTo>
                  <a:lnTo>
                    <a:pt x="388084" y="5406"/>
                  </a:lnTo>
                  <a:lnTo>
                    <a:pt x="394343" y="6141"/>
                  </a:lnTo>
                  <a:lnTo>
                    <a:pt x="400603" y="6916"/>
                  </a:lnTo>
                  <a:lnTo>
                    <a:pt x="406862" y="7701"/>
                  </a:lnTo>
                  <a:lnTo>
                    <a:pt x="413121" y="8586"/>
                  </a:lnTo>
                  <a:lnTo>
                    <a:pt x="419381" y="9470"/>
                  </a:lnTo>
                  <a:lnTo>
                    <a:pt x="425640" y="10413"/>
                  </a:lnTo>
                  <a:lnTo>
                    <a:pt x="431900" y="11406"/>
                  </a:lnTo>
                  <a:lnTo>
                    <a:pt x="438159" y="12399"/>
                  </a:lnTo>
                  <a:lnTo>
                    <a:pt x="444419" y="13494"/>
                  </a:lnTo>
                  <a:lnTo>
                    <a:pt x="450678" y="14592"/>
                  </a:lnTo>
                  <a:lnTo>
                    <a:pt x="456937" y="15732"/>
                  </a:lnTo>
                  <a:lnTo>
                    <a:pt x="463197" y="16932"/>
                  </a:lnTo>
                  <a:lnTo>
                    <a:pt x="469456" y="18132"/>
                  </a:lnTo>
                  <a:lnTo>
                    <a:pt x="475716" y="19417"/>
                  </a:lnTo>
                  <a:lnTo>
                    <a:pt x="481975" y="20716"/>
                  </a:lnTo>
                  <a:lnTo>
                    <a:pt x="488235" y="22044"/>
                  </a:lnTo>
                  <a:lnTo>
                    <a:pt x="494494" y="23439"/>
                  </a:lnTo>
                  <a:lnTo>
                    <a:pt x="500753" y="24834"/>
                  </a:lnTo>
                  <a:lnTo>
                    <a:pt x="507013" y="26297"/>
                  </a:lnTo>
                  <a:lnTo>
                    <a:pt x="513272" y="27785"/>
                  </a:lnTo>
                  <a:lnTo>
                    <a:pt x="519532" y="29288"/>
                  </a:lnTo>
                  <a:lnTo>
                    <a:pt x="525791" y="30865"/>
                  </a:lnTo>
                  <a:lnTo>
                    <a:pt x="532050" y="32441"/>
                  </a:lnTo>
                  <a:lnTo>
                    <a:pt x="538310" y="34071"/>
                  </a:lnTo>
                  <a:lnTo>
                    <a:pt x="544569" y="35733"/>
                  </a:lnTo>
                  <a:lnTo>
                    <a:pt x="550829" y="37400"/>
                  </a:lnTo>
                  <a:lnTo>
                    <a:pt x="557088" y="39144"/>
                  </a:lnTo>
                  <a:lnTo>
                    <a:pt x="563348" y="40888"/>
                  </a:lnTo>
                  <a:lnTo>
                    <a:pt x="569607" y="42671"/>
                  </a:lnTo>
                  <a:lnTo>
                    <a:pt x="575866" y="44493"/>
                  </a:lnTo>
                  <a:lnTo>
                    <a:pt x="582126" y="46314"/>
                  </a:lnTo>
                  <a:lnTo>
                    <a:pt x="588385" y="48207"/>
                  </a:lnTo>
                  <a:lnTo>
                    <a:pt x="594645" y="50103"/>
                  </a:lnTo>
                  <a:lnTo>
                    <a:pt x="600904" y="52027"/>
                  </a:lnTo>
                  <a:lnTo>
                    <a:pt x="607164" y="53993"/>
                  </a:lnTo>
                  <a:lnTo>
                    <a:pt x="613423" y="55959"/>
                  </a:lnTo>
                  <a:lnTo>
                    <a:pt x="619682" y="57981"/>
                  </a:lnTo>
                  <a:lnTo>
                    <a:pt x="625942" y="60014"/>
                  </a:lnTo>
                  <a:lnTo>
                    <a:pt x="632201" y="62065"/>
                  </a:lnTo>
                  <a:lnTo>
                    <a:pt x="638461" y="64160"/>
                  </a:lnTo>
                  <a:lnTo>
                    <a:pt x="644720" y="66255"/>
                  </a:lnTo>
                  <a:lnTo>
                    <a:pt x="650980" y="68393"/>
                  </a:lnTo>
                  <a:lnTo>
                    <a:pt x="657239" y="70547"/>
                  </a:lnTo>
                  <a:lnTo>
                    <a:pt x="663498" y="72710"/>
                  </a:lnTo>
                  <a:lnTo>
                    <a:pt x="669758" y="74918"/>
                  </a:lnTo>
                  <a:lnTo>
                    <a:pt x="676017" y="77127"/>
                  </a:lnTo>
                  <a:lnTo>
                    <a:pt x="682277" y="79366"/>
                  </a:lnTo>
                  <a:lnTo>
                    <a:pt x="688536" y="81625"/>
                  </a:lnTo>
                  <a:lnTo>
                    <a:pt x="694796" y="83886"/>
                  </a:lnTo>
                  <a:lnTo>
                    <a:pt x="701055" y="86192"/>
                  </a:lnTo>
                  <a:lnTo>
                    <a:pt x="707314" y="88497"/>
                  </a:lnTo>
                  <a:lnTo>
                    <a:pt x="713574" y="90824"/>
                  </a:lnTo>
                  <a:lnTo>
                    <a:pt x="719833" y="93172"/>
                  </a:lnTo>
                  <a:lnTo>
                    <a:pt x="726093" y="95520"/>
                  </a:lnTo>
                  <a:lnTo>
                    <a:pt x="732352" y="97904"/>
                  </a:lnTo>
                  <a:lnTo>
                    <a:pt x="738611" y="100291"/>
                  </a:lnTo>
                  <a:lnTo>
                    <a:pt x="744871" y="102691"/>
                  </a:lnTo>
                  <a:lnTo>
                    <a:pt x="751130" y="105112"/>
                  </a:lnTo>
                  <a:lnTo>
                    <a:pt x="757390" y="107534"/>
                  </a:lnTo>
                  <a:lnTo>
                    <a:pt x="763649" y="109980"/>
                  </a:lnTo>
                  <a:lnTo>
                    <a:pt x="769909" y="112432"/>
                  </a:lnTo>
                  <a:lnTo>
                    <a:pt x="776168" y="114891"/>
                  </a:lnTo>
                  <a:lnTo>
                    <a:pt x="782427" y="117370"/>
                  </a:lnTo>
                  <a:lnTo>
                    <a:pt x="788687" y="119850"/>
                  </a:lnTo>
                  <a:lnTo>
                    <a:pt x="794946" y="122345"/>
                  </a:lnTo>
                  <a:lnTo>
                    <a:pt x="801206" y="124847"/>
                  </a:lnTo>
                  <a:lnTo>
                    <a:pt x="807465" y="127352"/>
                  </a:lnTo>
                  <a:lnTo>
                    <a:pt x="813725" y="129874"/>
                  </a:lnTo>
                  <a:lnTo>
                    <a:pt x="819984" y="132396"/>
                  </a:lnTo>
                  <a:lnTo>
                    <a:pt x="826243" y="134926"/>
                  </a:lnTo>
                  <a:lnTo>
                    <a:pt x="832503" y="137464"/>
                  </a:lnTo>
                  <a:lnTo>
                    <a:pt x="838762" y="140002"/>
                  </a:lnTo>
                  <a:lnTo>
                    <a:pt x="845022" y="142552"/>
                  </a:lnTo>
                  <a:lnTo>
                    <a:pt x="851281" y="145102"/>
                  </a:lnTo>
                  <a:lnTo>
                    <a:pt x="857541" y="147655"/>
                  </a:lnTo>
                  <a:lnTo>
                    <a:pt x="863800" y="150214"/>
                  </a:lnTo>
                  <a:lnTo>
                    <a:pt x="870059" y="152773"/>
                  </a:lnTo>
                  <a:lnTo>
                    <a:pt x="876319" y="155336"/>
                  </a:lnTo>
                  <a:lnTo>
                    <a:pt x="882578" y="157900"/>
                  </a:lnTo>
                  <a:lnTo>
                    <a:pt x="888838" y="160465"/>
                  </a:lnTo>
                  <a:lnTo>
                    <a:pt x="895097" y="163031"/>
                  </a:lnTo>
                  <a:lnTo>
                    <a:pt x="901356" y="165598"/>
                  </a:lnTo>
                  <a:lnTo>
                    <a:pt x="907616" y="168163"/>
                  </a:lnTo>
                  <a:lnTo>
                    <a:pt x="913875" y="170729"/>
                  </a:lnTo>
                  <a:lnTo>
                    <a:pt x="920135" y="173293"/>
                  </a:lnTo>
                  <a:lnTo>
                    <a:pt x="926394" y="175854"/>
                  </a:lnTo>
                  <a:lnTo>
                    <a:pt x="932654" y="178415"/>
                  </a:lnTo>
                  <a:lnTo>
                    <a:pt x="938913" y="180972"/>
                  </a:lnTo>
                  <a:lnTo>
                    <a:pt x="945172" y="183526"/>
                  </a:lnTo>
                  <a:lnTo>
                    <a:pt x="951432" y="186080"/>
                  </a:lnTo>
                  <a:lnTo>
                    <a:pt x="957691" y="188624"/>
                  </a:lnTo>
                  <a:lnTo>
                    <a:pt x="963951" y="191169"/>
                  </a:lnTo>
                  <a:lnTo>
                    <a:pt x="970210" y="193706"/>
                  </a:lnTo>
                  <a:lnTo>
                    <a:pt x="976470" y="196239"/>
                  </a:lnTo>
                  <a:lnTo>
                    <a:pt x="982729" y="198771"/>
                  </a:lnTo>
                  <a:lnTo>
                    <a:pt x="988988" y="201288"/>
                  </a:lnTo>
                  <a:lnTo>
                    <a:pt x="995248" y="203805"/>
                  </a:lnTo>
                  <a:lnTo>
                    <a:pt x="1001507" y="206315"/>
                  </a:lnTo>
                  <a:lnTo>
                    <a:pt x="1007767" y="208814"/>
                  </a:lnTo>
                  <a:lnTo>
                    <a:pt x="1014026" y="211314"/>
                  </a:lnTo>
                  <a:lnTo>
                    <a:pt x="1020286" y="213797"/>
                  </a:lnTo>
                  <a:lnTo>
                    <a:pt x="1026545" y="216277"/>
                  </a:lnTo>
                  <a:lnTo>
                    <a:pt x="1032804" y="218749"/>
                  </a:lnTo>
                  <a:lnTo>
                    <a:pt x="1039064" y="221208"/>
                  </a:lnTo>
                  <a:lnTo>
                    <a:pt x="1045323" y="223666"/>
                  </a:lnTo>
                  <a:lnTo>
                    <a:pt x="1051583" y="226106"/>
                  </a:lnTo>
                  <a:lnTo>
                    <a:pt x="1057842" y="228540"/>
                  </a:lnTo>
                  <a:lnTo>
                    <a:pt x="1064101" y="230969"/>
                  </a:lnTo>
                  <a:lnTo>
                    <a:pt x="1070361" y="233377"/>
                  </a:lnTo>
                  <a:lnTo>
                    <a:pt x="1076620" y="235785"/>
                  </a:lnTo>
                  <a:lnTo>
                    <a:pt x="1082880" y="238176"/>
                  </a:lnTo>
                  <a:lnTo>
                    <a:pt x="1089139" y="240557"/>
                  </a:lnTo>
                  <a:lnTo>
                    <a:pt x="1095399" y="242935"/>
                  </a:lnTo>
                  <a:lnTo>
                    <a:pt x="1101658" y="245286"/>
                  </a:lnTo>
                  <a:lnTo>
                    <a:pt x="1107917" y="247638"/>
                  </a:lnTo>
                  <a:lnTo>
                    <a:pt x="1114177" y="249973"/>
                  </a:lnTo>
                  <a:lnTo>
                    <a:pt x="1120436" y="252294"/>
                  </a:lnTo>
                  <a:lnTo>
                    <a:pt x="1126696" y="254615"/>
                  </a:lnTo>
                  <a:lnTo>
                    <a:pt x="1132955" y="256904"/>
                  </a:lnTo>
                  <a:lnTo>
                    <a:pt x="1139215" y="259193"/>
                  </a:lnTo>
                  <a:lnTo>
                    <a:pt x="1145474" y="261468"/>
                  </a:lnTo>
                  <a:lnTo>
                    <a:pt x="1151733" y="263723"/>
                  </a:lnTo>
                  <a:lnTo>
                    <a:pt x="1157993" y="265978"/>
                  </a:lnTo>
                  <a:lnTo>
                    <a:pt x="1164252" y="268204"/>
                  </a:lnTo>
                  <a:lnTo>
                    <a:pt x="1170512" y="270424"/>
                  </a:lnTo>
                  <a:lnTo>
                    <a:pt x="1176771" y="272635"/>
                  </a:lnTo>
                  <a:lnTo>
                    <a:pt x="1183031" y="274820"/>
                  </a:lnTo>
                  <a:lnTo>
                    <a:pt x="1189290" y="277005"/>
                  </a:lnTo>
                  <a:lnTo>
                    <a:pt x="1195549" y="279163"/>
                  </a:lnTo>
                  <a:lnTo>
                    <a:pt x="1201809" y="281312"/>
                  </a:lnTo>
                  <a:lnTo>
                    <a:pt x="1208068" y="283454"/>
                  </a:lnTo>
                  <a:lnTo>
                    <a:pt x="1214328" y="285566"/>
                  </a:lnTo>
                  <a:lnTo>
                    <a:pt x="1220587" y="287677"/>
                  </a:lnTo>
                  <a:lnTo>
                    <a:pt x="1226846" y="289765"/>
                  </a:lnTo>
                  <a:lnTo>
                    <a:pt x="1233106" y="291839"/>
                  </a:lnTo>
                  <a:lnTo>
                    <a:pt x="1239365" y="293910"/>
                  </a:lnTo>
                  <a:lnTo>
                    <a:pt x="1245625" y="295946"/>
                  </a:lnTo>
                  <a:lnTo>
                    <a:pt x="1251884" y="297981"/>
                  </a:lnTo>
                  <a:lnTo>
                    <a:pt x="1258144" y="299997"/>
                  </a:lnTo>
                  <a:lnTo>
                    <a:pt x="1264403" y="301994"/>
                  </a:lnTo>
                  <a:lnTo>
                    <a:pt x="1270662" y="303990"/>
                  </a:lnTo>
                  <a:lnTo>
                    <a:pt x="1276922" y="305950"/>
                  </a:lnTo>
                  <a:lnTo>
                    <a:pt x="1283181" y="307907"/>
                  </a:lnTo>
                  <a:lnTo>
                    <a:pt x="1289441" y="309849"/>
                  </a:lnTo>
                  <a:lnTo>
                    <a:pt x="1295700" y="311767"/>
                  </a:lnTo>
                  <a:lnTo>
                    <a:pt x="1301960" y="313685"/>
                  </a:lnTo>
                  <a:lnTo>
                    <a:pt x="1308219" y="315570"/>
                  </a:lnTo>
                  <a:lnTo>
                    <a:pt x="1314478" y="317449"/>
                  </a:lnTo>
                  <a:lnTo>
                    <a:pt x="1320738" y="319317"/>
                  </a:lnTo>
                  <a:lnTo>
                    <a:pt x="1326997" y="321155"/>
                  </a:lnTo>
                  <a:lnTo>
                    <a:pt x="1333257" y="322994"/>
                  </a:lnTo>
                  <a:lnTo>
                    <a:pt x="1339516" y="324805"/>
                  </a:lnTo>
                  <a:lnTo>
                    <a:pt x="1345776" y="326604"/>
                  </a:lnTo>
                  <a:lnTo>
                    <a:pt x="1352035" y="328398"/>
                  </a:lnTo>
                  <a:lnTo>
                    <a:pt x="1358294" y="330157"/>
                  </a:lnTo>
                  <a:lnTo>
                    <a:pt x="1364554" y="331917"/>
                  </a:lnTo>
                  <a:lnTo>
                    <a:pt x="1370813" y="333654"/>
                  </a:lnTo>
                  <a:lnTo>
                    <a:pt x="1377073" y="335374"/>
                  </a:lnTo>
                  <a:lnTo>
                    <a:pt x="1383332" y="337093"/>
                  </a:lnTo>
                  <a:lnTo>
                    <a:pt x="1389592" y="338775"/>
                  </a:lnTo>
                  <a:lnTo>
                    <a:pt x="1395851" y="340456"/>
                  </a:lnTo>
                  <a:lnTo>
                    <a:pt x="1402110" y="342119"/>
                  </a:lnTo>
                  <a:lnTo>
                    <a:pt x="1408370" y="343762"/>
                  </a:lnTo>
                  <a:lnTo>
                    <a:pt x="1414629" y="345405"/>
                  </a:lnTo>
                  <a:lnTo>
                    <a:pt x="1420889" y="347012"/>
                  </a:lnTo>
                  <a:lnTo>
                    <a:pt x="1427148" y="348617"/>
                  </a:lnTo>
                  <a:lnTo>
                    <a:pt x="1433407" y="350207"/>
                  </a:lnTo>
                  <a:lnTo>
                    <a:pt x="1439667" y="351774"/>
                  </a:lnTo>
                  <a:lnTo>
                    <a:pt x="1445926" y="353341"/>
                  </a:lnTo>
                  <a:lnTo>
                    <a:pt x="1452186" y="354877"/>
                  </a:lnTo>
                  <a:lnTo>
                    <a:pt x="1458445" y="356406"/>
                  </a:lnTo>
                  <a:lnTo>
                    <a:pt x="1464705" y="357926"/>
                  </a:lnTo>
                  <a:lnTo>
                    <a:pt x="1470964" y="359418"/>
                  </a:lnTo>
                  <a:lnTo>
                    <a:pt x="1477223" y="360911"/>
                  </a:lnTo>
                  <a:lnTo>
                    <a:pt x="1483483" y="362378"/>
                  </a:lnTo>
                  <a:lnTo>
                    <a:pt x="1489742" y="363834"/>
                  </a:lnTo>
                  <a:lnTo>
                    <a:pt x="1496002" y="365285"/>
                  </a:lnTo>
                  <a:lnTo>
                    <a:pt x="1502261" y="366705"/>
                  </a:lnTo>
                  <a:lnTo>
                    <a:pt x="1508521" y="368125"/>
                  </a:lnTo>
                  <a:lnTo>
                    <a:pt x="1514780" y="369525"/>
                  </a:lnTo>
                  <a:lnTo>
                    <a:pt x="1521039" y="370911"/>
                  </a:lnTo>
                  <a:lnTo>
                    <a:pt x="1527299" y="372295"/>
                  </a:lnTo>
                  <a:lnTo>
                    <a:pt x="1533558" y="373646"/>
                  </a:lnTo>
                  <a:lnTo>
                    <a:pt x="1539818" y="374996"/>
                  </a:lnTo>
                  <a:lnTo>
                    <a:pt x="1546077" y="376332"/>
                  </a:lnTo>
                  <a:lnTo>
                    <a:pt x="1552337" y="377649"/>
                  </a:lnTo>
                  <a:lnTo>
                    <a:pt x="1558596" y="378966"/>
                  </a:lnTo>
                  <a:lnTo>
                    <a:pt x="1564855" y="380253"/>
                  </a:lnTo>
                  <a:lnTo>
                    <a:pt x="1571115" y="381537"/>
                  </a:lnTo>
                  <a:lnTo>
                    <a:pt x="1577374" y="382810"/>
                  </a:lnTo>
                  <a:lnTo>
                    <a:pt x="1583634" y="384061"/>
                  </a:lnTo>
                  <a:lnTo>
                    <a:pt x="1589893" y="385313"/>
                  </a:lnTo>
                  <a:lnTo>
                    <a:pt x="1596152" y="386540"/>
                  </a:lnTo>
                  <a:lnTo>
                    <a:pt x="1602412" y="387760"/>
                  </a:lnTo>
                  <a:lnTo>
                    <a:pt x="1608671" y="388973"/>
                  </a:lnTo>
                  <a:lnTo>
                    <a:pt x="1614931" y="390162"/>
                  </a:lnTo>
                  <a:lnTo>
                    <a:pt x="1621190" y="391352"/>
                  </a:lnTo>
                  <a:lnTo>
                    <a:pt x="1627450" y="392521"/>
                  </a:lnTo>
                  <a:lnTo>
                    <a:pt x="1633709" y="393680"/>
                  </a:lnTo>
                  <a:lnTo>
                    <a:pt x="1639968" y="394836"/>
                  </a:lnTo>
                  <a:lnTo>
                    <a:pt x="1646228" y="395966"/>
                  </a:lnTo>
                  <a:lnTo>
                    <a:pt x="1652487" y="397096"/>
                  </a:lnTo>
                  <a:lnTo>
                    <a:pt x="1658747" y="398210"/>
                  </a:lnTo>
                  <a:lnTo>
                    <a:pt x="1665006" y="399311"/>
                  </a:lnTo>
                  <a:lnTo>
                    <a:pt x="1671266" y="400412"/>
                  </a:lnTo>
                  <a:lnTo>
                    <a:pt x="1677525" y="401486"/>
                  </a:lnTo>
                  <a:lnTo>
                    <a:pt x="1683784" y="402559"/>
                  </a:lnTo>
                  <a:lnTo>
                    <a:pt x="1690044" y="403621"/>
                  </a:lnTo>
                  <a:lnTo>
                    <a:pt x="1696303" y="404668"/>
                  </a:lnTo>
                  <a:lnTo>
                    <a:pt x="1702563" y="405714"/>
                  </a:lnTo>
                  <a:lnTo>
                    <a:pt x="1708822" y="406737"/>
                  </a:lnTo>
                  <a:lnTo>
                    <a:pt x="1715082" y="407757"/>
                  </a:lnTo>
                  <a:lnTo>
                    <a:pt x="1721341" y="408769"/>
                  </a:lnTo>
                  <a:lnTo>
                    <a:pt x="1727600" y="409764"/>
                  </a:lnTo>
                  <a:lnTo>
                    <a:pt x="1733860" y="410758"/>
                  </a:lnTo>
                  <a:lnTo>
                    <a:pt x="1740119" y="411734"/>
                  </a:lnTo>
                  <a:lnTo>
                    <a:pt x="1746379" y="412703"/>
                  </a:lnTo>
                  <a:lnTo>
                    <a:pt x="1752638" y="413668"/>
                  </a:lnTo>
                  <a:lnTo>
                    <a:pt x="1758897" y="414613"/>
                  </a:lnTo>
                  <a:lnTo>
                    <a:pt x="1765157" y="415558"/>
                  </a:lnTo>
                  <a:lnTo>
                    <a:pt x="1771416" y="416488"/>
                  </a:lnTo>
                  <a:lnTo>
                    <a:pt x="1777676" y="417410"/>
                  </a:lnTo>
                  <a:lnTo>
                    <a:pt x="1783935" y="418330"/>
                  </a:lnTo>
                  <a:lnTo>
                    <a:pt x="1790195" y="419229"/>
                  </a:lnTo>
                  <a:lnTo>
                    <a:pt x="1796454" y="420128"/>
                  </a:lnTo>
                  <a:lnTo>
                    <a:pt x="1802713" y="421015"/>
                  </a:lnTo>
                  <a:lnTo>
                    <a:pt x="1808973" y="421892"/>
                  </a:lnTo>
                  <a:lnTo>
                    <a:pt x="1815232" y="422768"/>
                  </a:lnTo>
                  <a:lnTo>
                    <a:pt x="1821492" y="423624"/>
                  </a:lnTo>
                  <a:lnTo>
                    <a:pt x="1827751" y="424479"/>
                  </a:lnTo>
                  <a:lnTo>
                    <a:pt x="1834011" y="425325"/>
                  </a:lnTo>
                  <a:lnTo>
                    <a:pt x="1840270" y="426159"/>
                  </a:lnTo>
                  <a:lnTo>
                    <a:pt x="1846529" y="426993"/>
                  </a:lnTo>
                  <a:lnTo>
                    <a:pt x="1852789" y="427810"/>
                  </a:lnTo>
                  <a:lnTo>
                    <a:pt x="1859048" y="428624"/>
                  </a:lnTo>
                  <a:lnTo>
                    <a:pt x="1865308" y="429432"/>
                  </a:lnTo>
                  <a:lnTo>
                    <a:pt x="1871567" y="430225"/>
                  </a:lnTo>
                  <a:lnTo>
                    <a:pt x="1877827" y="431019"/>
                  </a:lnTo>
                  <a:lnTo>
                    <a:pt x="1884086" y="431799"/>
                  </a:lnTo>
                  <a:lnTo>
                    <a:pt x="1890345" y="432573"/>
                  </a:lnTo>
                  <a:lnTo>
                    <a:pt x="1896605" y="433345"/>
                  </a:lnTo>
                  <a:lnTo>
                    <a:pt x="1902864" y="434100"/>
                  </a:lnTo>
                  <a:lnTo>
                    <a:pt x="1909124" y="434856"/>
                  </a:lnTo>
                  <a:lnTo>
                    <a:pt x="1915383" y="435601"/>
                  </a:lnTo>
                  <a:lnTo>
                    <a:pt x="1921642" y="436338"/>
                  </a:lnTo>
                  <a:lnTo>
                    <a:pt x="1927902" y="437075"/>
                  </a:lnTo>
                  <a:lnTo>
                    <a:pt x="1934161" y="437795"/>
                  </a:lnTo>
                  <a:lnTo>
                    <a:pt x="1940421" y="438514"/>
                  </a:lnTo>
                  <a:lnTo>
                    <a:pt x="1946680" y="439226"/>
                  </a:lnTo>
                  <a:lnTo>
                    <a:pt x="1952940" y="439928"/>
                  </a:lnTo>
                  <a:lnTo>
                    <a:pt x="1959199" y="440631"/>
                  </a:lnTo>
                  <a:lnTo>
                    <a:pt x="1965458" y="441317"/>
                  </a:lnTo>
                  <a:lnTo>
                    <a:pt x="1971718" y="442003"/>
                  </a:lnTo>
                  <a:lnTo>
                    <a:pt x="1977977" y="442682"/>
                  </a:lnTo>
                  <a:lnTo>
                    <a:pt x="1984237" y="443352"/>
                  </a:lnTo>
                  <a:lnTo>
                    <a:pt x="1990496" y="444021"/>
                  </a:lnTo>
                  <a:lnTo>
                    <a:pt x="1996756" y="444677"/>
                  </a:lnTo>
                  <a:lnTo>
                    <a:pt x="2003015" y="445331"/>
                  </a:lnTo>
                  <a:lnTo>
                    <a:pt x="2009274" y="445980"/>
                  </a:lnTo>
                  <a:lnTo>
                    <a:pt x="2015534" y="446618"/>
                  </a:lnTo>
                  <a:lnTo>
                    <a:pt x="2021793" y="447255"/>
                  </a:lnTo>
                  <a:lnTo>
                    <a:pt x="2028053" y="447882"/>
                  </a:lnTo>
                  <a:lnTo>
                    <a:pt x="2034312" y="448505"/>
                  </a:lnTo>
                  <a:lnTo>
                    <a:pt x="2040572" y="449126"/>
                  </a:lnTo>
                  <a:lnTo>
                    <a:pt x="2046831" y="449733"/>
                  </a:lnTo>
                  <a:lnTo>
                    <a:pt x="2053090" y="450341"/>
                  </a:lnTo>
                  <a:lnTo>
                    <a:pt x="2059350" y="450941"/>
                  </a:lnTo>
                  <a:lnTo>
                    <a:pt x="2065609" y="451534"/>
                  </a:lnTo>
                  <a:lnTo>
                    <a:pt x="2071869" y="452127"/>
                  </a:lnTo>
                  <a:lnTo>
                    <a:pt x="2078128" y="452707"/>
                  </a:lnTo>
                  <a:lnTo>
                    <a:pt x="2084388" y="453286"/>
                  </a:lnTo>
                  <a:lnTo>
                    <a:pt x="2090647" y="453859"/>
                  </a:lnTo>
                  <a:lnTo>
                    <a:pt x="2096906" y="454425"/>
                  </a:lnTo>
                  <a:lnTo>
                    <a:pt x="2103166" y="454991"/>
                  </a:lnTo>
                  <a:lnTo>
                    <a:pt x="2109425" y="455544"/>
                  </a:lnTo>
                  <a:lnTo>
                    <a:pt x="2115685" y="456097"/>
                  </a:lnTo>
                  <a:lnTo>
                    <a:pt x="2121944" y="456645"/>
                  </a:lnTo>
                  <a:lnTo>
                    <a:pt x="2128203" y="457184"/>
                  </a:lnTo>
                  <a:lnTo>
                    <a:pt x="2134463" y="457723"/>
                  </a:lnTo>
                  <a:lnTo>
                    <a:pt x="2140722" y="458253"/>
                  </a:lnTo>
                  <a:lnTo>
                    <a:pt x="2146982" y="458780"/>
                  </a:lnTo>
                  <a:lnTo>
                    <a:pt x="2153241" y="459303"/>
                  </a:lnTo>
                  <a:lnTo>
                    <a:pt x="2159501" y="459818"/>
                  </a:lnTo>
                  <a:lnTo>
                    <a:pt x="2165760" y="460332"/>
                  </a:lnTo>
                  <a:lnTo>
                    <a:pt x="2172019" y="460839"/>
                  </a:lnTo>
                  <a:lnTo>
                    <a:pt x="2178279" y="461341"/>
                  </a:lnTo>
                  <a:lnTo>
                    <a:pt x="2184538" y="461842"/>
                  </a:lnTo>
                  <a:lnTo>
                    <a:pt x="2190798" y="462333"/>
                  </a:lnTo>
                  <a:lnTo>
                    <a:pt x="2197057" y="462824"/>
                  </a:lnTo>
                  <a:lnTo>
                    <a:pt x="2203317" y="463308"/>
                  </a:lnTo>
                  <a:lnTo>
                    <a:pt x="2209576" y="463788"/>
                  </a:lnTo>
                  <a:lnTo>
                    <a:pt x="2215835" y="464267"/>
                  </a:lnTo>
                  <a:lnTo>
                    <a:pt x="2222095" y="464735"/>
                  </a:lnTo>
                  <a:lnTo>
                    <a:pt x="2228354" y="465204"/>
                  </a:lnTo>
                  <a:lnTo>
                    <a:pt x="2234614" y="465668"/>
                  </a:lnTo>
                  <a:lnTo>
                    <a:pt x="2240873" y="466125"/>
                  </a:lnTo>
                  <a:lnTo>
                    <a:pt x="2247133" y="466583"/>
                  </a:lnTo>
                  <a:lnTo>
                    <a:pt x="2253392" y="467032"/>
                  </a:lnTo>
                  <a:lnTo>
                    <a:pt x="2259651" y="467480"/>
                  </a:lnTo>
                  <a:lnTo>
                    <a:pt x="2265911" y="467924"/>
                  </a:lnTo>
                  <a:lnTo>
                    <a:pt x="2272170" y="468361"/>
                  </a:lnTo>
                  <a:lnTo>
                    <a:pt x="2278430" y="468799"/>
                  </a:lnTo>
                  <a:lnTo>
                    <a:pt x="2284689" y="469229"/>
                  </a:lnTo>
                  <a:lnTo>
                    <a:pt x="2290948" y="469657"/>
                  </a:lnTo>
                  <a:lnTo>
                    <a:pt x="2297208" y="470083"/>
                  </a:lnTo>
                  <a:lnTo>
                    <a:pt x="2303467" y="470502"/>
                  </a:lnTo>
                  <a:lnTo>
                    <a:pt x="2309727" y="470921"/>
                  </a:lnTo>
                  <a:lnTo>
                    <a:pt x="2315986" y="471334"/>
                  </a:lnTo>
                  <a:lnTo>
                    <a:pt x="2322246" y="471744"/>
                  </a:lnTo>
                  <a:lnTo>
                    <a:pt x="2328505" y="472153"/>
                  </a:lnTo>
                  <a:lnTo>
                    <a:pt x="2334764" y="472554"/>
                  </a:lnTo>
                  <a:lnTo>
                    <a:pt x="2341024" y="472956"/>
                  </a:lnTo>
                  <a:lnTo>
                    <a:pt x="2347283" y="473353"/>
                  </a:lnTo>
                  <a:lnTo>
                    <a:pt x="2353543" y="473746"/>
                  </a:lnTo>
                  <a:lnTo>
                    <a:pt x="2359802" y="474140"/>
                  </a:lnTo>
                  <a:lnTo>
                    <a:pt x="2366062" y="474526"/>
                  </a:lnTo>
                  <a:lnTo>
                    <a:pt x="2372321" y="474911"/>
                  </a:lnTo>
                  <a:lnTo>
                    <a:pt x="2378580" y="475294"/>
                  </a:lnTo>
                  <a:lnTo>
                    <a:pt x="2384840" y="475673"/>
                  </a:lnTo>
                  <a:lnTo>
                    <a:pt x="2391099" y="476051"/>
                  </a:lnTo>
                  <a:lnTo>
                    <a:pt x="2397359" y="476424"/>
                  </a:lnTo>
                  <a:lnTo>
                    <a:pt x="2403618" y="476795"/>
                  </a:lnTo>
                  <a:lnTo>
                    <a:pt x="2409878" y="477165"/>
                  </a:lnTo>
                  <a:lnTo>
                    <a:pt x="2416137" y="477531"/>
                  </a:lnTo>
                  <a:lnTo>
                    <a:pt x="2422396" y="477896"/>
                  </a:lnTo>
                  <a:lnTo>
                    <a:pt x="2428656" y="478257"/>
                  </a:lnTo>
                  <a:lnTo>
                    <a:pt x="2434915" y="478616"/>
                  </a:lnTo>
                  <a:lnTo>
                    <a:pt x="2441175" y="478975"/>
                  </a:lnTo>
                  <a:lnTo>
                    <a:pt x="2447434" y="479329"/>
                  </a:lnTo>
                  <a:lnTo>
                    <a:pt x="2453693" y="479683"/>
                  </a:lnTo>
                  <a:lnTo>
                    <a:pt x="2459953" y="480033"/>
                  </a:lnTo>
                  <a:lnTo>
                    <a:pt x="2466212" y="480383"/>
                  </a:lnTo>
                  <a:lnTo>
                    <a:pt x="2472472" y="480731"/>
                  </a:lnTo>
                  <a:lnTo>
                    <a:pt x="2478731" y="481076"/>
                  </a:lnTo>
                  <a:lnTo>
                    <a:pt x="2484991" y="481420"/>
                  </a:lnTo>
                  <a:lnTo>
                    <a:pt x="2491250" y="481763"/>
                  </a:lnTo>
                  <a:lnTo>
                    <a:pt x="2497509" y="482103"/>
                  </a:lnTo>
                  <a:lnTo>
                    <a:pt x="2503769" y="482444"/>
                  </a:lnTo>
                  <a:lnTo>
                    <a:pt x="2510028" y="482781"/>
                  </a:lnTo>
                  <a:lnTo>
                    <a:pt x="2516288" y="483118"/>
                  </a:lnTo>
                  <a:lnTo>
                    <a:pt x="2522547" y="483454"/>
                  </a:lnTo>
                  <a:lnTo>
                    <a:pt x="2528807" y="483788"/>
                  </a:lnTo>
                  <a:lnTo>
                    <a:pt x="2535066" y="484122"/>
                  </a:lnTo>
                  <a:lnTo>
                    <a:pt x="2541325" y="484455"/>
                  </a:lnTo>
                  <a:lnTo>
                    <a:pt x="2547585" y="484786"/>
                  </a:lnTo>
                  <a:lnTo>
                    <a:pt x="2553844" y="485117"/>
                  </a:lnTo>
                  <a:lnTo>
                    <a:pt x="2560104" y="485447"/>
                  </a:lnTo>
                  <a:lnTo>
                    <a:pt x="2566363" y="485777"/>
                  </a:lnTo>
                  <a:lnTo>
                    <a:pt x="2572623" y="486106"/>
                  </a:lnTo>
                  <a:lnTo>
                    <a:pt x="2578882" y="486434"/>
                  </a:lnTo>
                  <a:lnTo>
                    <a:pt x="2585141" y="486763"/>
                  </a:lnTo>
                  <a:lnTo>
                    <a:pt x="2591401" y="487090"/>
                  </a:lnTo>
                  <a:lnTo>
                    <a:pt x="2597660" y="487418"/>
                  </a:lnTo>
                  <a:lnTo>
                    <a:pt x="2603920" y="487745"/>
                  </a:lnTo>
                  <a:lnTo>
                    <a:pt x="2610179" y="488073"/>
                  </a:lnTo>
                  <a:lnTo>
                    <a:pt x="2616438" y="488400"/>
                  </a:lnTo>
                  <a:lnTo>
                    <a:pt x="2622698" y="488728"/>
                  </a:lnTo>
                  <a:lnTo>
                    <a:pt x="2628957" y="489055"/>
                  </a:lnTo>
                  <a:lnTo>
                    <a:pt x="2635217" y="489383"/>
                  </a:lnTo>
                  <a:lnTo>
                    <a:pt x="2641476" y="489712"/>
                  </a:lnTo>
                  <a:lnTo>
                    <a:pt x="2647736" y="490040"/>
                  </a:lnTo>
                  <a:lnTo>
                    <a:pt x="2653995" y="490370"/>
                  </a:lnTo>
                  <a:lnTo>
                    <a:pt x="2660254" y="490700"/>
                  </a:lnTo>
                  <a:lnTo>
                    <a:pt x="2666514" y="491031"/>
                  </a:lnTo>
                  <a:lnTo>
                    <a:pt x="2672773" y="491362"/>
                  </a:lnTo>
                  <a:lnTo>
                    <a:pt x="2679033" y="491694"/>
                  </a:lnTo>
                  <a:lnTo>
                    <a:pt x="2685292" y="492028"/>
                  </a:lnTo>
                  <a:lnTo>
                    <a:pt x="2691552" y="492362"/>
                  </a:lnTo>
                  <a:lnTo>
                    <a:pt x="2697811" y="492698"/>
                  </a:lnTo>
                  <a:lnTo>
                    <a:pt x="2704070" y="493035"/>
                  </a:lnTo>
                  <a:lnTo>
                    <a:pt x="2710330" y="493372"/>
                  </a:lnTo>
                  <a:lnTo>
                    <a:pt x="2716589" y="493712"/>
                  </a:lnTo>
                  <a:lnTo>
                    <a:pt x="2722849" y="494053"/>
                  </a:lnTo>
                  <a:lnTo>
                    <a:pt x="2729108" y="494394"/>
                  </a:lnTo>
                  <a:lnTo>
                    <a:pt x="2735368" y="494739"/>
                  </a:lnTo>
                  <a:lnTo>
                    <a:pt x="2741627" y="495084"/>
                  </a:lnTo>
                  <a:lnTo>
                    <a:pt x="2747886" y="495432"/>
                  </a:lnTo>
                  <a:lnTo>
                    <a:pt x="2754146" y="495782"/>
                  </a:lnTo>
                  <a:lnTo>
                    <a:pt x="2760405" y="496132"/>
                  </a:lnTo>
                  <a:lnTo>
                    <a:pt x="2766665" y="496486"/>
                  </a:lnTo>
                  <a:lnTo>
                    <a:pt x="2772924" y="496841"/>
                  </a:lnTo>
                  <a:lnTo>
                    <a:pt x="2779184" y="497198"/>
                  </a:lnTo>
                  <a:lnTo>
                    <a:pt x="2785443" y="497559"/>
                  </a:lnTo>
                  <a:lnTo>
                    <a:pt x="2791702" y="497919"/>
                  </a:lnTo>
                  <a:lnTo>
                    <a:pt x="2797962" y="498285"/>
                  </a:lnTo>
                  <a:lnTo>
                    <a:pt x="2804221" y="498651"/>
                  </a:lnTo>
                  <a:lnTo>
                    <a:pt x="2810481" y="499020"/>
                  </a:lnTo>
                  <a:lnTo>
                    <a:pt x="2816740" y="499393"/>
                  </a:lnTo>
                  <a:lnTo>
                    <a:pt x="2822999" y="499766"/>
                  </a:lnTo>
                  <a:lnTo>
                    <a:pt x="2829259" y="500144"/>
                  </a:lnTo>
                  <a:lnTo>
                    <a:pt x="2835518" y="500524"/>
                  </a:lnTo>
                  <a:lnTo>
                    <a:pt x="2841778" y="500906"/>
                  </a:lnTo>
                  <a:lnTo>
                    <a:pt x="2848037" y="501293"/>
                  </a:lnTo>
                  <a:lnTo>
                    <a:pt x="2854297" y="501681"/>
                  </a:lnTo>
                  <a:lnTo>
                    <a:pt x="2860556" y="502073"/>
                  </a:lnTo>
                  <a:lnTo>
                    <a:pt x="2866815" y="502468"/>
                  </a:lnTo>
                  <a:lnTo>
                    <a:pt x="2873075" y="502865"/>
                  </a:lnTo>
                  <a:lnTo>
                    <a:pt x="2879334" y="503268"/>
                  </a:lnTo>
                  <a:lnTo>
                    <a:pt x="2885594" y="503671"/>
                  </a:lnTo>
                  <a:lnTo>
                    <a:pt x="2891853" y="504079"/>
                  </a:lnTo>
                  <a:lnTo>
                    <a:pt x="2898113" y="504491"/>
                  </a:lnTo>
                  <a:lnTo>
                    <a:pt x="2904372" y="504903"/>
                  </a:lnTo>
                  <a:lnTo>
                    <a:pt x="2910631" y="505324"/>
                  </a:lnTo>
                  <a:lnTo>
                    <a:pt x="2916891" y="505744"/>
                  </a:lnTo>
                  <a:lnTo>
                    <a:pt x="2923150" y="506169"/>
                  </a:lnTo>
                  <a:lnTo>
                    <a:pt x="2929410" y="506599"/>
                  </a:lnTo>
                  <a:lnTo>
                    <a:pt x="2935669" y="507029"/>
                  </a:lnTo>
                  <a:lnTo>
                    <a:pt x="2941929" y="507467"/>
                  </a:lnTo>
                  <a:lnTo>
                    <a:pt x="2948188" y="507906"/>
                  </a:lnTo>
                  <a:lnTo>
                    <a:pt x="2954447" y="508349"/>
                  </a:lnTo>
                  <a:lnTo>
                    <a:pt x="2960707" y="508798"/>
                  </a:lnTo>
                  <a:lnTo>
                    <a:pt x="2966966" y="509247"/>
                  </a:lnTo>
                  <a:lnTo>
                    <a:pt x="2973226" y="509703"/>
                  </a:lnTo>
                  <a:lnTo>
                    <a:pt x="2979485" y="510162"/>
                  </a:lnTo>
                  <a:lnTo>
                    <a:pt x="2985744" y="510623"/>
                  </a:lnTo>
                  <a:lnTo>
                    <a:pt x="2992004" y="511092"/>
                  </a:lnTo>
                  <a:lnTo>
                    <a:pt x="2998263" y="511561"/>
                  </a:lnTo>
                  <a:lnTo>
                    <a:pt x="3004523" y="512036"/>
                  </a:lnTo>
                  <a:lnTo>
                    <a:pt x="3010782" y="512515"/>
                  </a:lnTo>
                  <a:lnTo>
                    <a:pt x="3017042" y="512995"/>
                  </a:lnTo>
                  <a:lnTo>
                    <a:pt x="3023301" y="513485"/>
                  </a:lnTo>
                  <a:lnTo>
                    <a:pt x="3029560" y="513974"/>
                  </a:lnTo>
                  <a:lnTo>
                    <a:pt x="3035820" y="514469"/>
                  </a:lnTo>
                  <a:lnTo>
                    <a:pt x="3042079" y="514969"/>
                  </a:lnTo>
                  <a:lnTo>
                    <a:pt x="3048339" y="515468"/>
                  </a:lnTo>
                  <a:lnTo>
                    <a:pt x="3054598" y="515978"/>
                  </a:lnTo>
                  <a:lnTo>
                    <a:pt x="3060858" y="516488"/>
                  </a:lnTo>
                  <a:lnTo>
                    <a:pt x="3067117" y="517003"/>
                  </a:lnTo>
                  <a:lnTo>
                    <a:pt x="3073376" y="517524"/>
                  </a:lnTo>
                  <a:lnTo>
                    <a:pt x="3079636" y="518044"/>
                  </a:lnTo>
                  <a:lnTo>
                    <a:pt x="3085895" y="518574"/>
                  </a:lnTo>
                  <a:lnTo>
                    <a:pt x="3092155" y="519105"/>
                  </a:lnTo>
                  <a:lnTo>
                    <a:pt x="3098414" y="519639"/>
                  </a:lnTo>
                  <a:lnTo>
                    <a:pt x="3104674" y="520180"/>
                  </a:lnTo>
                  <a:lnTo>
                    <a:pt x="3110933" y="520722"/>
                  </a:lnTo>
                  <a:lnTo>
                    <a:pt x="3117192" y="521271"/>
                  </a:lnTo>
                  <a:lnTo>
                    <a:pt x="3123452" y="521823"/>
                  </a:lnTo>
                  <a:lnTo>
                    <a:pt x="3129711" y="522376"/>
                  </a:lnTo>
                  <a:lnTo>
                    <a:pt x="3135971" y="522938"/>
                  </a:lnTo>
                  <a:lnTo>
                    <a:pt x="3142230" y="523500"/>
                  </a:lnTo>
                  <a:lnTo>
                    <a:pt x="3148489" y="524068"/>
                  </a:lnTo>
                  <a:lnTo>
                    <a:pt x="3154749" y="524640"/>
                  </a:lnTo>
                  <a:lnTo>
                    <a:pt x="3161008" y="525212"/>
                  </a:lnTo>
                  <a:lnTo>
                    <a:pt x="3167268" y="525794"/>
                  </a:lnTo>
                  <a:lnTo>
                    <a:pt x="3173527" y="526375"/>
                  </a:lnTo>
                  <a:lnTo>
                    <a:pt x="3179787" y="526962"/>
                  </a:lnTo>
                  <a:lnTo>
                    <a:pt x="3186046" y="527553"/>
                  </a:lnTo>
                  <a:lnTo>
                    <a:pt x="3192305" y="528144"/>
                  </a:lnTo>
                  <a:lnTo>
                    <a:pt x="3198565" y="528744"/>
                  </a:lnTo>
                  <a:lnTo>
                    <a:pt x="3198565" y="638529"/>
                  </a:lnTo>
                  <a:lnTo>
                    <a:pt x="3192305" y="638529"/>
                  </a:lnTo>
                  <a:lnTo>
                    <a:pt x="3186046" y="638529"/>
                  </a:lnTo>
                  <a:lnTo>
                    <a:pt x="3179787" y="638529"/>
                  </a:lnTo>
                  <a:lnTo>
                    <a:pt x="3173527" y="638529"/>
                  </a:lnTo>
                  <a:lnTo>
                    <a:pt x="3167268" y="638529"/>
                  </a:lnTo>
                  <a:lnTo>
                    <a:pt x="3161008" y="638529"/>
                  </a:lnTo>
                  <a:lnTo>
                    <a:pt x="3154749" y="638529"/>
                  </a:lnTo>
                  <a:lnTo>
                    <a:pt x="3148489" y="638529"/>
                  </a:lnTo>
                  <a:lnTo>
                    <a:pt x="3142230" y="638529"/>
                  </a:lnTo>
                  <a:lnTo>
                    <a:pt x="3135971" y="638529"/>
                  </a:lnTo>
                  <a:lnTo>
                    <a:pt x="3129711" y="638529"/>
                  </a:lnTo>
                  <a:lnTo>
                    <a:pt x="3123452" y="638529"/>
                  </a:lnTo>
                  <a:lnTo>
                    <a:pt x="3117192" y="638529"/>
                  </a:lnTo>
                  <a:lnTo>
                    <a:pt x="3110933" y="638529"/>
                  </a:lnTo>
                  <a:lnTo>
                    <a:pt x="3104674" y="638529"/>
                  </a:lnTo>
                  <a:lnTo>
                    <a:pt x="3098414" y="638529"/>
                  </a:lnTo>
                  <a:lnTo>
                    <a:pt x="3092155" y="638529"/>
                  </a:lnTo>
                  <a:lnTo>
                    <a:pt x="3085895" y="638529"/>
                  </a:lnTo>
                  <a:lnTo>
                    <a:pt x="3079636" y="638529"/>
                  </a:lnTo>
                  <a:lnTo>
                    <a:pt x="3073376" y="638529"/>
                  </a:lnTo>
                  <a:lnTo>
                    <a:pt x="3067117" y="638529"/>
                  </a:lnTo>
                  <a:lnTo>
                    <a:pt x="3060858" y="638529"/>
                  </a:lnTo>
                  <a:lnTo>
                    <a:pt x="3054598" y="638529"/>
                  </a:lnTo>
                  <a:lnTo>
                    <a:pt x="3048339" y="638529"/>
                  </a:lnTo>
                  <a:lnTo>
                    <a:pt x="3042079" y="638529"/>
                  </a:lnTo>
                  <a:lnTo>
                    <a:pt x="3035820" y="638529"/>
                  </a:lnTo>
                  <a:lnTo>
                    <a:pt x="3029560" y="638529"/>
                  </a:lnTo>
                  <a:lnTo>
                    <a:pt x="3023301" y="638529"/>
                  </a:lnTo>
                  <a:lnTo>
                    <a:pt x="3017042" y="638529"/>
                  </a:lnTo>
                  <a:lnTo>
                    <a:pt x="3010782" y="638529"/>
                  </a:lnTo>
                  <a:lnTo>
                    <a:pt x="3004523" y="638529"/>
                  </a:lnTo>
                  <a:lnTo>
                    <a:pt x="2998263" y="638529"/>
                  </a:lnTo>
                  <a:lnTo>
                    <a:pt x="2992004" y="638529"/>
                  </a:lnTo>
                  <a:lnTo>
                    <a:pt x="2985744" y="638529"/>
                  </a:lnTo>
                  <a:lnTo>
                    <a:pt x="2979485" y="638529"/>
                  </a:lnTo>
                  <a:lnTo>
                    <a:pt x="2973226" y="638529"/>
                  </a:lnTo>
                  <a:lnTo>
                    <a:pt x="2966966" y="638529"/>
                  </a:lnTo>
                  <a:lnTo>
                    <a:pt x="2960707" y="638529"/>
                  </a:lnTo>
                  <a:lnTo>
                    <a:pt x="2954447" y="638529"/>
                  </a:lnTo>
                  <a:lnTo>
                    <a:pt x="2948188" y="638529"/>
                  </a:lnTo>
                  <a:lnTo>
                    <a:pt x="2941929" y="638529"/>
                  </a:lnTo>
                  <a:lnTo>
                    <a:pt x="2935669" y="638529"/>
                  </a:lnTo>
                  <a:lnTo>
                    <a:pt x="2929410" y="638529"/>
                  </a:lnTo>
                  <a:lnTo>
                    <a:pt x="2923150" y="638529"/>
                  </a:lnTo>
                  <a:lnTo>
                    <a:pt x="2916891" y="638529"/>
                  </a:lnTo>
                  <a:lnTo>
                    <a:pt x="2910631" y="638529"/>
                  </a:lnTo>
                  <a:lnTo>
                    <a:pt x="2904372" y="638529"/>
                  </a:lnTo>
                  <a:lnTo>
                    <a:pt x="2898113" y="638529"/>
                  </a:lnTo>
                  <a:lnTo>
                    <a:pt x="2891853" y="638529"/>
                  </a:lnTo>
                  <a:lnTo>
                    <a:pt x="2885594" y="638529"/>
                  </a:lnTo>
                  <a:lnTo>
                    <a:pt x="2879334" y="638529"/>
                  </a:lnTo>
                  <a:lnTo>
                    <a:pt x="2873075" y="638529"/>
                  </a:lnTo>
                  <a:lnTo>
                    <a:pt x="2866815" y="638529"/>
                  </a:lnTo>
                  <a:lnTo>
                    <a:pt x="2860556" y="638529"/>
                  </a:lnTo>
                  <a:lnTo>
                    <a:pt x="2854297" y="638529"/>
                  </a:lnTo>
                  <a:lnTo>
                    <a:pt x="2848037" y="638529"/>
                  </a:lnTo>
                  <a:lnTo>
                    <a:pt x="2841778" y="638529"/>
                  </a:lnTo>
                  <a:lnTo>
                    <a:pt x="2835518" y="638529"/>
                  </a:lnTo>
                  <a:lnTo>
                    <a:pt x="2829259" y="638529"/>
                  </a:lnTo>
                  <a:lnTo>
                    <a:pt x="2822999" y="638529"/>
                  </a:lnTo>
                  <a:lnTo>
                    <a:pt x="2816740" y="638529"/>
                  </a:lnTo>
                  <a:lnTo>
                    <a:pt x="2810481" y="638529"/>
                  </a:lnTo>
                  <a:lnTo>
                    <a:pt x="2804221" y="638529"/>
                  </a:lnTo>
                  <a:lnTo>
                    <a:pt x="2797962" y="638529"/>
                  </a:lnTo>
                  <a:lnTo>
                    <a:pt x="2791702" y="638529"/>
                  </a:lnTo>
                  <a:lnTo>
                    <a:pt x="2785443" y="638529"/>
                  </a:lnTo>
                  <a:lnTo>
                    <a:pt x="2779184" y="638529"/>
                  </a:lnTo>
                  <a:lnTo>
                    <a:pt x="2772924" y="638529"/>
                  </a:lnTo>
                  <a:lnTo>
                    <a:pt x="2766665" y="638529"/>
                  </a:lnTo>
                  <a:lnTo>
                    <a:pt x="2760405" y="638529"/>
                  </a:lnTo>
                  <a:lnTo>
                    <a:pt x="2754146" y="638529"/>
                  </a:lnTo>
                  <a:lnTo>
                    <a:pt x="2747886" y="638529"/>
                  </a:lnTo>
                  <a:lnTo>
                    <a:pt x="2741627" y="638529"/>
                  </a:lnTo>
                  <a:lnTo>
                    <a:pt x="2735368" y="638529"/>
                  </a:lnTo>
                  <a:lnTo>
                    <a:pt x="2729108" y="638529"/>
                  </a:lnTo>
                  <a:lnTo>
                    <a:pt x="2722849" y="638529"/>
                  </a:lnTo>
                  <a:lnTo>
                    <a:pt x="2716589" y="638529"/>
                  </a:lnTo>
                  <a:lnTo>
                    <a:pt x="2710330" y="638529"/>
                  </a:lnTo>
                  <a:lnTo>
                    <a:pt x="2704070" y="638529"/>
                  </a:lnTo>
                  <a:lnTo>
                    <a:pt x="2697811" y="638529"/>
                  </a:lnTo>
                  <a:lnTo>
                    <a:pt x="2691552" y="638529"/>
                  </a:lnTo>
                  <a:lnTo>
                    <a:pt x="2685292" y="638529"/>
                  </a:lnTo>
                  <a:lnTo>
                    <a:pt x="2679033" y="638529"/>
                  </a:lnTo>
                  <a:lnTo>
                    <a:pt x="2672773" y="638529"/>
                  </a:lnTo>
                  <a:lnTo>
                    <a:pt x="2666514" y="638529"/>
                  </a:lnTo>
                  <a:lnTo>
                    <a:pt x="2660254" y="638529"/>
                  </a:lnTo>
                  <a:lnTo>
                    <a:pt x="2653995" y="638529"/>
                  </a:lnTo>
                  <a:lnTo>
                    <a:pt x="2647736" y="638529"/>
                  </a:lnTo>
                  <a:lnTo>
                    <a:pt x="2641476" y="638529"/>
                  </a:lnTo>
                  <a:lnTo>
                    <a:pt x="2635217" y="638529"/>
                  </a:lnTo>
                  <a:lnTo>
                    <a:pt x="2628957" y="638529"/>
                  </a:lnTo>
                  <a:lnTo>
                    <a:pt x="2622698" y="638529"/>
                  </a:lnTo>
                  <a:lnTo>
                    <a:pt x="2616438" y="638529"/>
                  </a:lnTo>
                  <a:lnTo>
                    <a:pt x="2610179" y="638529"/>
                  </a:lnTo>
                  <a:lnTo>
                    <a:pt x="2603920" y="638529"/>
                  </a:lnTo>
                  <a:lnTo>
                    <a:pt x="2597660" y="638529"/>
                  </a:lnTo>
                  <a:lnTo>
                    <a:pt x="2591401" y="638529"/>
                  </a:lnTo>
                  <a:lnTo>
                    <a:pt x="2585141" y="638529"/>
                  </a:lnTo>
                  <a:lnTo>
                    <a:pt x="2578882" y="638529"/>
                  </a:lnTo>
                  <a:lnTo>
                    <a:pt x="2572623" y="638529"/>
                  </a:lnTo>
                  <a:lnTo>
                    <a:pt x="2566363" y="638529"/>
                  </a:lnTo>
                  <a:lnTo>
                    <a:pt x="2560104" y="638529"/>
                  </a:lnTo>
                  <a:lnTo>
                    <a:pt x="2553844" y="638529"/>
                  </a:lnTo>
                  <a:lnTo>
                    <a:pt x="2547585" y="638529"/>
                  </a:lnTo>
                  <a:lnTo>
                    <a:pt x="2541325" y="638529"/>
                  </a:lnTo>
                  <a:lnTo>
                    <a:pt x="2535066" y="638529"/>
                  </a:lnTo>
                  <a:lnTo>
                    <a:pt x="2528807" y="638529"/>
                  </a:lnTo>
                  <a:lnTo>
                    <a:pt x="2522547" y="638529"/>
                  </a:lnTo>
                  <a:lnTo>
                    <a:pt x="2516288" y="638529"/>
                  </a:lnTo>
                  <a:lnTo>
                    <a:pt x="2510028" y="638529"/>
                  </a:lnTo>
                  <a:lnTo>
                    <a:pt x="2503769" y="638529"/>
                  </a:lnTo>
                  <a:lnTo>
                    <a:pt x="2497509" y="638529"/>
                  </a:lnTo>
                  <a:lnTo>
                    <a:pt x="2491250" y="638529"/>
                  </a:lnTo>
                  <a:lnTo>
                    <a:pt x="2484991" y="638529"/>
                  </a:lnTo>
                  <a:lnTo>
                    <a:pt x="2478731" y="638529"/>
                  </a:lnTo>
                  <a:lnTo>
                    <a:pt x="2472472" y="638529"/>
                  </a:lnTo>
                  <a:lnTo>
                    <a:pt x="2466212" y="638529"/>
                  </a:lnTo>
                  <a:lnTo>
                    <a:pt x="2459953" y="638529"/>
                  </a:lnTo>
                  <a:lnTo>
                    <a:pt x="2453693" y="638529"/>
                  </a:lnTo>
                  <a:lnTo>
                    <a:pt x="2447434" y="638529"/>
                  </a:lnTo>
                  <a:lnTo>
                    <a:pt x="2441175" y="638529"/>
                  </a:lnTo>
                  <a:lnTo>
                    <a:pt x="2434915" y="638529"/>
                  </a:lnTo>
                  <a:lnTo>
                    <a:pt x="2428656" y="638529"/>
                  </a:lnTo>
                  <a:lnTo>
                    <a:pt x="2422396" y="638529"/>
                  </a:lnTo>
                  <a:lnTo>
                    <a:pt x="2416137" y="638529"/>
                  </a:lnTo>
                  <a:lnTo>
                    <a:pt x="2409878" y="638529"/>
                  </a:lnTo>
                  <a:lnTo>
                    <a:pt x="2403618" y="638529"/>
                  </a:lnTo>
                  <a:lnTo>
                    <a:pt x="2397359" y="638529"/>
                  </a:lnTo>
                  <a:lnTo>
                    <a:pt x="2391099" y="638529"/>
                  </a:lnTo>
                  <a:lnTo>
                    <a:pt x="2384840" y="638529"/>
                  </a:lnTo>
                  <a:lnTo>
                    <a:pt x="2378580" y="638529"/>
                  </a:lnTo>
                  <a:lnTo>
                    <a:pt x="2372321" y="638529"/>
                  </a:lnTo>
                  <a:lnTo>
                    <a:pt x="2366062" y="638529"/>
                  </a:lnTo>
                  <a:lnTo>
                    <a:pt x="2359802" y="638529"/>
                  </a:lnTo>
                  <a:lnTo>
                    <a:pt x="2353543" y="638529"/>
                  </a:lnTo>
                  <a:lnTo>
                    <a:pt x="2347283" y="638529"/>
                  </a:lnTo>
                  <a:lnTo>
                    <a:pt x="2341024" y="638529"/>
                  </a:lnTo>
                  <a:lnTo>
                    <a:pt x="2334764" y="638529"/>
                  </a:lnTo>
                  <a:lnTo>
                    <a:pt x="2328505" y="638529"/>
                  </a:lnTo>
                  <a:lnTo>
                    <a:pt x="2322246" y="638529"/>
                  </a:lnTo>
                  <a:lnTo>
                    <a:pt x="2315986" y="638529"/>
                  </a:lnTo>
                  <a:lnTo>
                    <a:pt x="2309727" y="638529"/>
                  </a:lnTo>
                  <a:lnTo>
                    <a:pt x="2303467" y="638529"/>
                  </a:lnTo>
                  <a:lnTo>
                    <a:pt x="2297208" y="638529"/>
                  </a:lnTo>
                  <a:lnTo>
                    <a:pt x="2290948" y="638529"/>
                  </a:lnTo>
                  <a:lnTo>
                    <a:pt x="2284689" y="638529"/>
                  </a:lnTo>
                  <a:lnTo>
                    <a:pt x="2278430" y="638529"/>
                  </a:lnTo>
                  <a:lnTo>
                    <a:pt x="2272170" y="638529"/>
                  </a:lnTo>
                  <a:lnTo>
                    <a:pt x="2265911" y="638529"/>
                  </a:lnTo>
                  <a:lnTo>
                    <a:pt x="2259651" y="638529"/>
                  </a:lnTo>
                  <a:lnTo>
                    <a:pt x="2253392" y="638529"/>
                  </a:lnTo>
                  <a:lnTo>
                    <a:pt x="2247133" y="638529"/>
                  </a:lnTo>
                  <a:lnTo>
                    <a:pt x="2240873" y="638529"/>
                  </a:lnTo>
                  <a:lnTo>
                    <a:pt x="2234614" y="638529"/>
                  </a:lnTo>
                  <a:lnTo>
                    <a:pt x="2228354" y="638529"/>
                  </a:lnTo>
                  <a:lnTo>
                    <a:pt x="2222095" y="638529"/>
                  </a:lnTo>
                  <a:lnTo>
                    <a:pt x="2215835" y="638529"/>
                  </a:lnTo>
                  <a:lnTo>
                    <a:pt x="2209576" y="638529"/>
                  </a:lnTo>
                  <a:lnTo>
                    <a:pt x="2203317" y="638529"/>
                  </a:lnTo>
                  <a:lnTo>
                    <a:pt x="2197057" y="638529"/>
                  </a:lnTo>
                  <a:lnTo>
                    <a:pt x="2190798" y="638529"/>
                  </a:lnTo>
                  <a:lnTo>
                    <a:pt x="2184538" y="638529"/>
                  </a:lnTo>
                  <a:lnTo>
                    <a:pt x="2178279" y="638529"/>
                  </a:lnTo>
                  <a:lnTo>
                    <a:pt x="2172019" y="638529"/>
                  </a:lnTo>
                  <a:lnTo>
                    <a:pt x="2165760" y="638529"/>
                  </a:lnTo>
                  <a:lnTo>
                    <a:pt x="2159501" y="638529"/>
                  </a:lnTo>
                  <a:lnTo>
                    <a:pt x="2153241" y="638529"/>
                  </a:lnTo>
                  <a:lnTo>
                    <a:pt x="2146982" y="638529"/>
                  </a:lnTo>
                  <a:lnTo>
                    <a:pt x="2140722" y="638529"/>
                  </a:lnTo>
                  <a:lnTo>
                    <a:pt x="2134463" y="638529"/>
                  </a:lnTo>
                  <a:lnTo>
                    <a:pt x="2128203" y="638529"/>
                  </a:lnTo>
                  <a:lnTo>
                    <a:pt x="2121944" y="638529"/>
                  </a:lnTo>
                  <a:lnTo>
                    <a:pt x="2115685" y="638529"/>
                  </a:lnTo>
                  <a:lnTo>
                    <a:pt x="2109425" y="638529"/>
                  </a:lnTo>
                  <a:lnTo>
                    <a:pt x="2103166" y="638529"/>
                  </a:lnTo>
                  <a:lnTo>
                    <a:pt x="2096906" y="638529"/>
                  </a:lnTo>
                  <a:lnTo>
                    <a:pt x="2090647" y="638529"/>
                  </a:lnTo>
                  <a:lnTo>
                    <a:pt x="2084388" y="638529"/>
                  </a:lnTo>
                  <a:lnTo>
                    <a:pt x="2078128" y="638529"/>
                  </a:lnTo>
                  <a:lnTo>
                    <a:pt x="2071869" y="638529"/>
                  </a:lnTo>
                  <a:lnTo>
                    <a:pt x="2065609" y="638529"/>
                  </a:lnTo>
                  <a:lnTo>
                    <a:pt x="2059350" y="638529"/>
                  </a:lnTo>
                  <a:lnTo>
                    <a:pt x="2053090" y="638529"/>
                  </a:lnTo>
                  <a:lnTo>
                    <a:pt x="2046831" y="638529"/>
                  </a:lnTo>
                  <a:lnTo>
                    <a:pt x="2040572" y="638529"/>
                  </a:lnTo>
                  <a:lnTo>
                    <a:pt x="2034312" y="638529"/>
                  </a:lnTo>
                  <a:lnTo>
                    <a:pt x="2028053" y="638529"/>
                  </a:lnTo>
                  <a:lnTo>
                    <a:pt x="2021793" y="638529"/>
                  </a:lnTo>
                  <a:lnTo>
                    <a:pt x="2015534" y="638529"/>
                  </a:lnTo>
                  <a:lnTo>
                    <a:pt x="2009274" y="638529"/>
                  </a:lnTo>
                  <a:lnTo>
                    <a:pt x="2003015" y="638529"/>
                  </a:lnTo>
                  <a:lnTo>
                    <a:pt x="1996756" y="638529"/>
                  </a:lnTo>
                  <a:lnTo>
                    <a:pt x="1990496" y="638529"/>
                  </a:lnTo>
                  <a:lnTo>
                    <a:pt x="1984237" y="638529"/>
                  </a:lnTo>
                  <a:lnTo>
                    <a:pt x="1977977" y="638529"/>
                  </a:lnTo>
                  <a:lnTo>
                    <a:pt x="1971718" y="638529"/>
                  </a:lnTo>
                  <a:lnTo>
                    <a:pt x="1965458" y="638529"/>
                  </a:lnTo>
                  <a:lnTo>
                    <a:pt x="1959199" y="638529"/>
                  </a:lnTo>
                  <a:lnTo>
                    <a:pt x="1952940" y="638529"/>
                  </a:lnTo>
                  <a:lnTo>
                    <a:pt x="1946680" y="638529"/>
                  </a:lnTo>
                  <a:lnTo>
                    <a:pt x="1940421" y="638529"/>
                  </a:lnTo>
                  <a:lnTo>
                    <a:pt x="1934161" y="638529"/>
                  </a:lnTo>
                  <a:lnTo>
                    <a:pt x="1927902" y="638529"/>
                  </a:lnTo>
                  <a:lnTo>
                    <a:pt x="1921642" y="638529"/>
                  </a:lnTo>
                  <a:lnTo>
                    <a:pt x="1915383" y="638529"/>
                  </a:lnTo>
                  <a:lnTo>
                    <a:pt x="1909124" y="638529"/>
                  </a:lnTo>
                  <a:lnTo>
                    <a:pt x="1902864" y="638529"/>
                  </a:lnTo>
                  <a:lnTo>
                    <a:pt x="1896605" y="638529"/>
                  </a:lnTo>
                  <a:lnTo>
                    <a:pt x="1890345" y="638529"/>
                  </a:lnTo>
                  <a:lnTo>
                    <a:pt x="1884086" y="638529"/>
                  </a:lnTo>
                  <a:lnTo>
                    <a:pt x="1877827" y="638529"/>
                  </a:lnTo>
                  <a:lnTo>
                    <a:pt x="1871567" y="638529"/>
                  </a:lnTo>
                  <a:lnTo>
                    <a:pt x="1865308" y="638529"/>
                  </a:lnTo>
                  <a:lnTo>
                    <a:pt x="1859048" y="638529"/>
                  </a:lnTo>
                  <a:lnTo>
                    <a:pt x="1852789" y="638529"/>
                  </a:lnTo>
                  <a:lnTo>
                    <a:pt x="1846529" y="638529"/>
                  </a:lnTo>
                  <a:lnTo>
                    <a:pt x="1840270" y="638529"/>
                  </a:lnTo>
                  <a:lnTo>
                    <a:pt x="1834011" y="638529"/>
                  </a:lnTo>
                  <a:lnTo>
                    <a:pt x="1827751" y="638529"/>
                  </a:lnTo>
                  <a:lnTo>
                    <a:pt x="1821492" y="638529"/>
                  </a:lnTo>
                  <a:lnTo>
                    <a:pt x="1815232" y="638529"/>
                  </a:lnTo>
                  <a:lnTo>
                    <a:pt x="1808973" y="638529"/>
                  </a:lnTo>
                  <a:lnTo>
                    <a:pt x="1802713" y="638529"/>
                  </a:lnTo>
                  <a:lnTo>
                    <a:pt x="1796454" y="638529"/>
                  </a:lnTo>
                  <a:lnTo>
                    <a:pt x="1790195" y="638529"/>
                  </a:lnTo>
                  <a:lnTo>
                    <a:pt x="1783935" y="638529"/>
                  </a:lnTo>
                  <a:lnTo>
                    <a:pt x="1777676" y="638529"/>
                  </a:lnTo>
                  <a:lnTo>
                    <a:pt x="1771416" y="638529"/>
                  </a:lnTo>
                  <a:lnTo>
                    <a:pt x="1765157" y="638529"/>
                  </a:lnTo>
                  <a:lnTo>
                    <a:pt x="1758897" y="638529"/>
                  </a:lnTo>
                  <a:lnTo>
                    <a:pt x="1752638" y="638529"/>
                  </a:lnTo>
                  <a:lnTo>
                    <a:pt x="1746379" y="638529"/>
                  </a:lnTo>
                  <a:lnTo>
                    <a:pt x="1740119" y="638529"/>
                  </a:lnTo>
                  <a:lnTo>
                    <a:pt x="1733860" y="638529"/>
                  </a:lnTo>
                  <a:lnTo>
                    <a:pt x="1727600" y="638529"/>
                  </a:lnTo>
                  <a:lnTo>
                    <a:pt x="1721341" y="638529"/>
                  </a:lnTo>
                  <a:lnTo>
                    <a:pt x="1715082" y="638529"/>
                  </a:lnTo>
                  <a:lnTo>
                    <a:pt x="1708822" y="638529"/>
                  </a:lnTo>
                  <a:lnTo>
                    <a:pt x="1702563" y="638529"/>
                  </a:lnTo>
                  <a:lnTo>
                    <a:pt x="1696303" y="638529"/>
                  </a:lnTo>
                  <a:lnTo>
                    <a:pt x="1690044" y="638529"/>
                  </a:lnTo>
                  <a:lnTo>
                    <a:pt x="1683784" y="638529"/>
                  </a:lnTo>
                  <a:lnTo>
                    <a:pt x="1677525" y="638529"/>
                  </a:lnTo>
                  <a:lnTo>
                    <a:pt x="1671266" y="638529"/>
                  </a:lnTo>
                  <a:lnTo>
                    <a:pt x="1665006" y="638529"/>
                  </a:lnTo>
                  <a:lnTo>
                    <a:pt x="1658747" y="638529"/>
                  </a:lnTo>
                  <a:lnTo>
                    <a:pt x="1652487" y="638529"/>
                  </a:lnTo>
                  <a:lnTo>
                    <a:pt x="1646228" y="638529"/>
                  </a:lnTo>
                  <a:lnTo>
                    <a:pt x="1639968" y="638529"/>
                  </a:lnTo>
                  <a:lnTo>
                    <a:pt x="1633709" y="638529"/>
                  </a:lnTo>
                  <a:lnTo>
                    <a:pt x="1627450" y="638529"/>
                  </a:lnTo>
                  <a:lnTo>
                    <a:pt x="1621190" y="638529"/>
                  </a:lnTo>
                  <a:lnTo>
                    <a:pt x="1614931" y="638529"/>
                  </a:lnTo>
                  <a:lnTo>
                    <a:pt x="1608671" y="638529"/>
                  </a:lnTo>
                  <a:lnTo>
                    <a:pt x="1602412" y="638529"/>
                  </a:lnTo>
                  <a:lnTo>
                    <a:pt x="1596152" y="638529"/>
                  </a:lnTo>
                  <a:lnTo>
                    <a:pt x="1589893" y="638529"/>
                  </a:lnTo>
                  <a:lnTo>
                    <a:pt x="1583634" y="638529"/>
                  </a:lnTo>
                  <a:lnTo>
                    <a:pt x="1577374" y="638529"/>
                  </a:lnTo>
                  <a:lnTo>
                    <a:pt x="1571115" y="638529"/>
                  </a:lnTo>
                  <a:lnTo>
                    <a:pt x="1564855" y="638529"/>
                  </a:lnTo>
                  <a:lnTo>
                    <a:pt x="1558596" y="638529"/>
                  </a:lnTo>
                  <a:lnTo>
                    <a:pt x="1552337" y="638529"/>
                  </a:lnTo>
                  <a:lnTo>
                    <a:pt x="1546077" y="638529"/>
                  </a:lnTo>
                  <a:lnTo>
                    <a:pt x="1539818" y="638529"/>
                  </a:lnTo>
                  <a:lnTo>
                    <a:pt x="1533558" y="638529"/>
                  </a:lnTo>
                  <a:lnTo>
                    <a:pt x="1527299" y="638529"/>
                  </a:lnTo>
                  <a:lnTo>
                    <a:pt x="1521039" y="638529"/>
                  </a:lnTo>
                  <a:lnTo>
                    <a:pt x="1514780" y="638529"/>
                  </a:lnTo>
                  <a:lnTo>
                    <a:pt x="1508521" y="638529"/>
                  </a:lnTo>
                  <a:lnTo>
                    <a:pt x="1502261" y="638529"/>
                  </a:lnTo>
                  <a:lnTo>
                    <a:pt x="1496002" y="638529"/>
                  </a:lnTo>
                  <a:lnTo>
                    <a:pt x="1489742" y="638529"/>
                  </a:lnTo>
                  <a:lnTo>
                    <a:pt x="1483483" y="638529"/>
                  </a:lnTo>
                  <a:lnTo>
                    <a:pt x="1477223" y="638529"/>
                  </a:lnTo>
                  <a:lnTo>
                    <a:pt x="1470964" y="638529"/>
                  </a:lnTo>
                  <a:lnTo>
                    <a:pt x="1464705" y="638529"/>
                  </a:lnTo>
                  <a:lnTo>
                    <a:pt x="1458445" y="638529"/>
                  </a:lnTo>
                  <a:lnTo>
                    <a:pt x="1452186" y="638529"/>
                  </a:lnTo>
                  <a:lnTo>
                    <a:pt x="1445926" y="638529"/>
                  </a:lnTo>
                  <a:lnTo>
                    <a:pt x="1439667" y="638529"/>
                  </a:lnTo>
                  <a:lnTo>
                    <a:pt x="1433407" y="638529"/>
                  </a:lnTo>
                  <a:lnTo>
                    <a:pt x="1427148" y="638529"/>
                  </a:lnTo>
                  <a:lnTo>
                    <a:pt x="1420889" y="638529"/>
                  </a:lnTo>
                  <a:lnTo>
                    <a:pt x="1414629" y="638529"/>
                  </a:lnTo>
                  <a:lnTo>
                    <a:pt x="1408370" y="638529"/>
                  </a:lnTo>
                  <a:lnTo>
                    <a:pt x="1402110" y="638529"/>
                  </a:lnTo>
                  <a:lnTo>
                    <a:pt x="1395851" y="638529"/>
                  </a:lnTo>
                  <a:lnTo>
                    <a:pt x="1389592" y="638529"/>
                  </a:lnTo>
                  <a:lnTo>
                    <a:pt x="1383332" y="638529"/>
                  </a:lnTo>
                  <a:lnTo>
                    <a:pt x="1377073" y="638529"/>
                  </a:lnTo>
                  <a:lnTo>
                    <a:pt x="1370813" y="638529"/>
                  </a:lnTo>
                  <a:lnTo>
                    <a:pt x="1364554" y="638529"/>
                  </a:lnTo>
                  <a:lnTo>
                    <a:pt x="1358294" y="638529"/>
                  </a:lnTo>
                  <a:lnTo>
                    <a:pt x="1352035" y="638529"/>
                  </a:lnTo>
                  <a:lnTo>
                    <a:pt x="1345776" y="638529"/>
                  </a:lnTo>
                  <a:lnTo>
                    <a:pt x="1339516" y="638529"/>
                  </a:lnTo>
                  <a:lnTo>
                    <a:pt x="1333257" y="638529"/>
                  </a:lnTo>
                  <a:lnTo>
                    <a:pt x="1326997" y="638529"/>
                  </a:lnTo>
                  <a:lnTo>
                    <a:pt x="1320738" y="638529"/>
                  </a:lnTo>
                  <a:lnTo>
                    <a:pt x="1314478" y="638529"/>
                  </a:lnTo>
                  <a:lnTo>
                    <a:pt x="1308219" y="638529"/>
                  </a:lnTo>
                  <a:lnTo>
                    <a:pt x="1301960" y="638529"/>
                  </a:lnTo>
                  <a:lnTo>
                    <a:pt x="1295700" y="638529"/>
                  </a:lnTo>
                  <a:lnTo>
                    <a:pt x="1289441" y="638529"/>
                  </a:lnTo>
                  <a:lnTo>
                    <a:pt x="1283181" y="638529"/>
                  </a:lnTo>
                  <a:lnTo>
                    <a:pt x="1276922" y="638529"/>
                  </a:lnTo>
                  <a:lnTo>
                    <a:pt x="1270662" y="638529"/>
                  </a:lnTo>
                  <a:lnTo>
                    <a:pt x="1264403" y="638529"/>
                  </a:lnTo>
                  <a:lnTo>
                    <a:pt x="1258144" y="638529"/>
                  </a:lnTo>
                  <a:lnTo>
                    <a:pt x="1251884" y="638529"/>
                  </a:lnTo>
                  <a:lnTo>
                    <a:pt x="1245625" y="638529"/>
                  </a:lnTo>
                  <a:lnTo>
                    <a:pt x="1239365" y="638529"/>
                  </a:lnTo>
                  <a:lnTo>
                    <a:pt x="1233106" y="638529"/>
                  </a:lnTo>
                  <a:lnTo>
                    <a:pt x="1226846" y="638529"/>
                  </a:lnTo>
                  <a:lnTo>
                    <a:pt x="1220587" y="638529"/>
                  </a:lnTo>
                  <a:lnTo>
                    <a:pt x="1214328" y="638529"/>
                  </a:lnTo>
                  <a:lnTo>
                    <a:pt x="1208068" y="638529"/>
                  </a:lnTo>
                  <a:lnTo>
                    <a:pt x="1201809" y="638529"/>
                  </a:lnTo>
                  <a:lnTo>
                    <a:pt x="1195549" y="638529"/>
                  </a:lnTo>
                  <a:lnTo>
                    <a:pt x="1189290" y="638529"/>
                  </a:lnTo>
                  <a:lnTo>
                    <a:pt x="1183031" y="638529"/>
                  </a:lnTo>
                  <a:lnTo>
                    <a:pt x="1176771" y="638529"/>
                  </a:lnTo>
                  <a:lnTo>
                    <a:pt x="1170512" y="638529"/>
                  </a:lnTo>
                  <a:lnTo>
                    <a:pt x="1164252" y="638529"/>
                  </a:lnTo>
                  <a:lnTo>
                    <a:pt x="1157993" y="638529"/>
                  </a:lnTo>
                  <a:lnTo>
                    <a:pt x="1151733" y="638529"/>
                  </a:lnTo>
                  <a:lnTo>
                    <a:pt x="1145474" y="638529"/>
                  </a:lnTo>
                  <a:lnTo>
                    <a:pt x="1139215" y="638529"/>
                  </a:lnTo>
                  <a:lnTo>
                    <a:pt x="1132955" y="638529"/>
                  </a:lnTo>
                  <a:lnTo>
                    <a:pt x="1126696" y="638529"/>
                  </a:lnTo>
                  <a:lnTo>
                    <a:pt x="1120436" y="638529"/>
                  </a:lnTo>
                  <a:lnTo>
                    <a:pt x="1114177" y="638529"/>
                  </a:lnTo>
                  <a:lnTo>
                    <a:pt x="1107917" y="638529"/>
                  </a:lnTo>
                  <a:lnTo>
                    <a:pt x="1101658" y="638529"/>
                  </a:lnTo>
                  <a:lnTo>
                    <a:pt x="1095399" y="638529"/>
                  </a:lnTo>
                  <a:lnTo>
                    <a:pt x="1089139" y="638529"/>
                  </a:lnTo>
                  <a:lnTo>
                    <a:pt x="1082880" y="638529"/>
                  </a:lnTo>
                  <a:lnTo>
                    <a:pt x="1076620" y="638529"/>
                  </a:lnTo>
                  <a:lnTo>
                    <a:pt x="1070361" y="638529"/>
                  </a:lnTo>
                  <a:lnTo>
                    <a:pt x="1064101" y="638529"/>
                  </a:lnTo>
                  <a:lnTo>
                    <a:pt x="1057842" y="638529"/>
                  </a:lnTo>
                  <a:lnTo>
                    <a:pt x="1051583" y="638529"/>
                  </a:lnTo>
                  <a:lnTo>
                    <a:pt x="1045323" y="638529"/>
                  </a:lnTo>
                  <a:lnTo>
                    <a:pt x="1039064" y="638529"/>
                  </a:lnTo>
                  <a:lnTo>
                    <a:pt x="1032804" y="638529"/>
                  </a:lnTo>
                  <a:lnTo>
                    <a:pt x="1026545" y="638529"/>
                  </a:lnTo>
                  <a:lnTo>
                    <a:pt x="1020286" y="638529"/>
                  </a:lnTo>
                  <a:lnTo>
                    <a:pt x="1014026" y="638529"/>
                  </a:lnTo>
                  <a:lnTo>
                    <a:pt x="1007767" y="638529"/>
                  </a:lnTo>
                  <a:lnTo>
                    <a:pt x="1001507" y="638529"/>
                  </a:lnTo>
                  <a:lnTo>
                    <a:pt x="995248" y="638529"/>
                  </a:lnTo>
                  <a:lnTo>
                    <a:pt x="988988" y="638529"/>
                  </a:lnTo>
                  <a:lnTo>
                    <a:pt x="982729" y="638529"/>
                  </a:lnTo>
                  <a:lnTo>
                    <a:pt x="976470" y="638529"/>
                  </a:lnTo>
                  <a:lnTo>
                    <a:pt x="970210" y="638529"/>
                  </a:lnTo>
                  <a:lnTo>
                    <a:pt x="963951" y="638529"/>
                  </a:lnTo>
                  <a:lnTo>
                    <a:pt x="957691" y="638529"/>
                  </a:lnTo>
                  <a:lnTo>
                    <a:pt x="951432" y="638529"/>
                  </a:lnTo>
                  <a:lnTo>
                    <a:pt x="945172" y="638529"/>
                  </a:lnTo>
                  <a:lnTo>
                    <a:pt x="938913" y="638529"/>
                  </a:lnTo>
                  <a:lnTo>
                    <a:pt x="932654" y="638529"/>
                  </a:lnTo>
                  <a:lnTo>
                    <a:pt x="926394" y="638529"/>
                  </a:lnTo>
                  <a:lnTo>
                    <a:pt x="920135" y="638529"/>
                  </a:lnTo>
                  <a:lnTo>
                    <a:pt x="913875" y="638529"/>
                  </a:lnTo>
                  <a:lnTo>
                    <a:pt x="907616" y="638529"/>
                  </a:lnTo>
                  <a:lnTo>
                    <a:pt x="901356" y="638529"/>
                  </a:lnTo>
                  <a:lnTo>
                    <a:pt x="895097" y="638529"/>
                  </a:lnTo>
                  <a:lnTo>
                    <a:pt x="888838" y="638529"/>
                  </a:lnTo>
                  <a:lnTo>
                    <a:pt x="882578" y="638529"/>
                  </a:lnTo>
                  <a:lnTo>
                    <a:pt x="876319" y="638529"/>
                  </a:lnTo>
                  <a:lnTo>
                    <a:pt x="870059" y="638529"/>
                  </a:lnTo>
                  <a:lnTo>
                    <a:pt x="863800" y="638529"/>
                  </a:lnTo>
                  <a:lnTo>
                    <a:pt x="857541" y="638529"/>
                  </a:lnTo>
                  <a:lnTo>
                    <a:pt x="851281" y="638529"/>
                  </a:lnTo>
                  <a:lnTo>
                    <a:pt x="845022" y="638529"/>
                  </a:lnTo>
                  <a:lnTo>
                    <a:pt x="838762" y="638529"/>
                  </a:lnTo>
                  <a:lnTo>
                    <a:pt x="832503" y="638529"/>
                  </a:lnTo>
                  <a:lnTo>
                    <a:pt x="826243" y="638529"/>
                  </a:lnTo>
                  <a:lnTo>
                    <a:pt x="819984" y="638529"/>
                  </a:lnTo>
                  <a:lnTo>
                    <a:pt x="813725" y="638529"/>
                  </a:lnTo>
                  <a:lnTo>
                    <a:pt x="807465" y="638529"/>
                  </a:lnTo>
                  <a:lnTo>
                    <a:pt x="801206" y="638529"/>
                  </a:lnTo>
                  <a:lnTo>
                    <a:pt x="794946" y="638529"/>
                  </a:lnTo>
                  <a:lnTo>
                    <a:pt x="788687" y="638529"/>
                  </a:lnTo>
                  <a:lnTo>
                    <a:pt x="782427" y="638529"/>
                  </a:lnTo>
                  <a:lnTo>
                    <a:pt x="776168" y="638529"/>
                  </a:lnTo>
                  <a:lnTo>
                    <a:pt x="769909" y="638529"/>
                  </a:lnTo>
                  <a:lnTo>
                    <a:pt x="763649" y="638529"/>
                  </a:lnTo>
                  <a:lnTo>
                    <a:pt x="757390" y="638529"/>
                  </a:lnTo>
                  <a:lnTo>
                    <a:pt x="751130" y="638529"/>
                  </a:lnTo>
                  <a:lnTo>
                    <a:pt x="744871" y="638529"/>
                  </a:lnTo>
                  <a:lnTo>
                    <a:pt x="738611" y="638529"/>
                  </a:lnTo>
                  <a:lnTo>
                    <a:pt x="732352" y="638529"/>
                  </a:lnTo>
                  <a:lnTo>
                    <a:pt x="726093" y="638529"/>
                  </a:lnTo>
                  <a:lnTo>
                    <a:pt x="719833" y="638529"/>
                  </a:lnTo>
                  <a:lnTo>
                    <a:pt x="713574" y="638529"/>
                  </a:lnTo>
                  <a:lnTo>
                    <a:pt x="707314" y="638529"/>
                  </a:lnTo>
                  <a:lnTo>
                    <a:pt x="701055" y="638529"/>
                  </a:lnTo>
                  <a:lnTo>
                    <a:pt x="694796" y="638529"/>
                  </a:lnTo>
                  <a:lnTo>
                    <a:pt x="688536" y="638529"/>
                  </a:lnTo>
                  <a:lnTo>
                    <a:pt x="682277" y="638529"/>
                  </a:lnTo>
                  <a:lnTo>
                    <a:pt x="676017" y="638529"/>
                  </a:lnTo>
                  <a:lnTo>
                    <a:pt x="669758" y="638529"/>
                  </a:lnTo>
                  <a:lnTo>
                    <a:pt x="663498" y="638529"/>
                  </a:lnTo>
                  <a:lnTo>
                    <a:pt x="657239" y="638529"/>
                  </a:lnTo>
                  <a:lnTo>
                    <a:pt x="650980" y="638529"/>
                  </a:lnTo>
                  <a:lnTo>
                    <a:pt x="644720" y="638529"/>
                  </a:lnTo>
                  <a:lnTo>
                    <a:pt x="638461" y="638529"/>
                  </a:lnTo>
                  <a:lnTo>
                    <a:pt x="632201" y="638529"/>
                  </a:lnTo>
                  <a:lnTo>
                    <a:pt x="625942" y="638529"/>
                  </a:lnTo>
                  <a:lnTo>
                    <a:pt x="619682" y="638529"/>
                  </a:lnTo>
                  <a:lnTo>
                    <a:pt x="613423" y="638529"/>
                  </a:lnTo>
                  <a:lnTo>
                    <a:pt x="607164" y="638529"/>
                  </a:lnTo>
                  <a:lnTo>
                    <a:pt x="600904" y="638529"/>
                  </a:lnTo>
                  <a:lnTo>
                    <a:pt x="594645" y="638529"/>
                  </a:lnTo>
                  <a:lnTo>
                    <a:pt x="588385" y="638529"/>
                  </a:lnTo>
                  <a:lnTo>
                    <a:pt x="582126" y="638529"/>
                  </a:lnTo>
                  <a:lnTo>
                    <a:pt x="575866" y="638529"/>
                  </a:lnTo>
                  <a:lnTo>
                    <a:pt x="569607" y="638529"/>
                  </a:lnTo>
                  <a:lnTo>
                    <a:pt x="563348" y="638529"/>
                  </a:lnTo>
                  <a:lnTo>
                    <a:pt x="557088" y="638529"/>
                  </a:lnTo>
                  <a:lnTo>
                    <a:pt x="550829" y="638529"/>
                  </a:lnTo>
                  <a:lnTo>
                    <a:pt x="544569" y="638529"/>
                  </a:lnTo>
                  <a:lnTo>
                    <a:pt x="538310" y="638529"/>
                  </a:lnTo>
                  <a:lnTo>
                    <a:pt x="532050" y="638529"/>
                  </a:lnTo>
                  <a:lnTo>
                    <a:pt x="525791" y="638529"/>
                  </a:lnTo>
                  <a:lnTo>
                    <a:pt x="519532" y="638529"/>
                  </a:lnTo>
                  <a:lnTo>
                    <a:pt x="513272" y="638529"/>
                  </a:lnTo>
                  <a:lnTo>
                    <a:pt x="507013" y="638529"/>
                  </a:lnTo>
                  <a:lnTo>
                    <a:pt x="500753" y="638529"/>
                  </a:lnTo>
                  <a:lnTo>
                    <a:pt x="494494" y="638529"/>
                  </a:lnTo>
                  <a:lnTo>
                    <a:pt x="488235" y="638529"/>
                  </a:lnTo>
                  <a:lnTo>
                    <a:pt x="481975" y="638529"/>
                  </a:lnTo>
                  <a:lnTo>
                    <a:pt x="475716" y="638529"/>
                  </a:lnTo>
                  <a:lnTo>
                    <a:pt x="469456" y="638529"/>
                  </a:lnTo>
                  <a:lnTo>
                    <a:pt x="463197" y="638529"/>
                  </a:lnTo>
                  <a:lnTo>
                    <a:pt x="456937" y="638529"/>
                  </a:lnTo>
                  <a:lnTo>
                    <a:pt x="450678" y="638529"/>
                  </a:lnTo>
                  <a:lnTo>
                    <a:pt x="444419" y="638529"/>
                  </a:lnTo>
                  <a:lnTo>
                    <a:pt x="438159" y="638529"/>
                  </a:lnTo>
                  <a:lnTo>
                    <a:pt x="431900" y="638529"/>
                  </a:lnTo>
                  <a:lnTo>
                    <a:pt x="425640" y="638529"/>
                  </a:lnTo>
                  <a:lnTo>
                    <a:pt x="419381" y="638529"/>
                  </a:lnTo>
                  <a:lnTo>
                    <a:pt x="413121" y="638529"/>
                  </a:lnTo>
                  <a:lnTo>
                    <a:pt x="406862" y="638529"/>
                  </a:lnTo>
                  <a:lnTo>
                    <a:pt x="400603" y="638529"/>
                  </a:lnTo>
                  <a:lnTo>
                    <a:pt x="394343" y="638529"/>
                  </a:lnTo>
                  <a:lnTo>
                    <a:pt x="388084" y="638529"/>
                  </a:lnTo>
                  <a:lnTo>
                    <a:pt x="381824" y="638529"/>
                  </a:lnTo>
                  <a:lnTo>
                    <a:pt x="375565" y="638529"/>
                  </a:lnTo>
                  <a:lnTo>
                    <a:pt x="369305" y="638529"/>
                  </a:lnTo>
                  <a:lnTo>
                    <a:pt x="363046" y="638529"/>
                  </a:lnTo>
                  <a:lnTo>
                    <a:pt x="356787" y="638529"/>
                  </a:lnTo>
                  <a:lnTo>
                    <a:pt x="350527" y="638529"/>
                  </a:lnTo>
                  <a:lnTo>
                    <a:pt x="344268" y="638529"/>
                  </a:lnTo>
                  <a:lnTo>
                    <a:pt x="338008" y="638529"/>
                  </a:lnTo>
                  <a:lnTo>
                    <a:pt x="331749" y="638529"/>
                  </a:lnTo>
                  <a:lnTo>
                    <a:pt x="325490" y="638529"/>
                  </a:lnTo>
                  <a:lnTo>
                    <a:pt x="319230" y="638529"/>
                  </a:lnTo>
                  <a:lnTo>
                    <a:pt x="312971" y="638529"/>
                  </a:lnTo>
                  <a:lnTo>
                    <a:pt x="306711" y="638529"/>
                  </a:lnTo>
                  <a:lnTo>
                    <a:pt x="300452" y="638529"/>
                  </a:lnTo>
                  <a:lnTo>
                    <a:pt x="294192" y="638529"/>
                  </a:lnTo>
                  <a:lnTo>
                    <a:pt x="287933" y="638529"/>
                  </a:lnTo>
                  <a:lnTo>
                    <a:pt x="281674" y="638529"/>
                  </a:lnTo>
                  <a:lnTo>
                    <a:pt x="275414" y="638529"/>
                  </a:lnTo>
                  <a:lnTo>
                    <a:pt x="269155" y="638529"/>
                  </a:lnTo>
                  <a:lnTo>
                    <a:pt x="262895" y="638529"/>
                  </a:lnTo>
                  <a:lnTo>
                    <a:pt x="256636" y="638529"/>
                  </a:lnTo>
                  <a:lnTo>
                    <a:pt x="250376" y="638529"/>
                  </a:lnTo>
                  <a:lnTo>
                    <a:pt x="244117" y="638529"/>
                  </a:lnTo>
                  <a:lnTo>
                    <a:pt x="237858" y="638529"/>
                  </a:lnTo>
                  <a:lnTo>
                    <a:pt x="231598" y="638529"/>
                  </a:lnTo>
                  <a:lnTo>
                    <a:pt x="225339" y="638529"/>
                  </a:lnTo>
                  <a:lnTo>
                    <a:pt x="219079" y="638529"/>
                  </a:lnTo>
                  <a:lnTo>
                    <a:pt x="212820" y="638529"/>
                  </a:lnTo>
                  <a:lnTo>
                    <a:pt x="206560" y="638529"/>
                  </a:lnTo>
                  <a:lnTo>
                    <a:pt x="200301" y="638529"/>
                  </a:lnTo>
                  <a:lnTo>
                    <a:pt x="194042" y="638529"/>
                  </a:lnTo>
                  <a:lnTo>
                    <a:pt x="187782" y="638529"/>
                  </a:lnTo>
                  <a:lnTo>
                    <a:pt x="181523" y="638529"/>
                  </a:lnTo>
                  <a:lnTo>
                    <a:pt x="175263" y="638529"/>
                  </a:lnTo>
                  <a:lnTo>
                    <a:pt x="169004" y="638529"/>
                  </a:lnTo>
                  <a:lnTo>
                    <a:pt x="162745" y="638529"/>
                  </a:lnTo>
                  <a:lnTo>
                    <a:pt x="156485" y="638529"/>
                  </a:lnTo>
                  <a:lnTo>
                    <a:pt x="150226" y="638529"/>
                  </a:lnTo>
                  <a:lnTo>
                    <a:pt x="143966" y="638529"/>
                  </a:lnTo>
                  <a:lnTo>
                    <a:pt x="137707" y="638529"/>
                  </a:lnTo>
                  <a:lnTo>
                    <a:pt x="131447" y="638529"/>
                  </a:lnTo>
                  <a:lnTo>
                    <a:pt x="125188" y="638529"/>
                  </a:lnTo>
                  <a:lnTo>
                    <a:pt x="118929" y="638529"/>
                  </a:lnTo>
                  <a:lnTo>
                    <a:pt x="112669" y="638529"/>
                  </a:lnTo>
                  <a:lnTo>
                    <a:pt x="106410" y="638529"/>
                  </a:lnTo>
                  <a:lnTo>
                    <a:pt x="100150" y="638529"/>
                  </a:lnTo>
                  <a:lnTo>
                    <a:pt x="93891" y="638529"/>
                  </a:lnTo>
                  <a:lnTo>
                    <a:pt x="87631" y="638529"/>
                  </a:lnTo>
                  <a:lnTo>
                    <a:pt x="81372" y="638529"/>
                  </a:lnTo>
                  <a:lnTo>
                    <a:pt x="75113" y="638529"/>
                  </a:lnTo>
                  <a:lnTo>
                    <a:pt x="68853" y="638529"/>
                  </a:lnTo>
                  <a:lnTo>
                    <a:pt x="62594" y="638529"/>
                  </a:lnTo>
                  <a:lnTo>
                    <a:pt x="56334" y="638529"/>
                  </a:lnTo>
                  <a:lnTo>
                    <a:pt x="50075" y="638529"/>
                  </a:lnTo>
                  <a:lnTo>
                    <a:pt x="43815" y="638529"/>
                  </a:lnTo>
                  <a:lnTo>
                    <a:pt x="37556" y="638529"/>
                  </a:lnTo>
                  <a:lnTo>
                    <a:pt x="31297" y="638529"/>
                  </a:lnTo>
                  <a:lnTo>
                    <a:pt x="25037" y="638529"/>
                  </a:lnTo>
                  <a:lnTo>
                    <a:pt x="18778" y="638529"/>
                  </a:lnTo>
                  <a:lnTo>
                    <a:pt x="12518" y="638529"/>
                  </a:lnTo>
                  <a:lnTo>
                    <a:pt x="6259" y="638529"/>
                  </a:lnTo>
                  <a:lnTo>
                    <a:pt x="0" y="63852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49798" y="1092214"/>
              <a:ext cx="3198565" cy="528744"/>
            </a:xfrm>
            <a:custGeom>
              <a:avLst/>
              <a:pathLst>
                <a:path w="3198565" h="528744">
                  <a:moveTo>
                    <a:pt x="0" y="53333"/>
                  </a:moveTo>
                  <a:lnTo>
                    <a:pt x="6259" y="51105"/>
                  </a:lnTo>
                  <a:lnTo>
                    <a:pt x="12518" y="48979"/>
                  </a:lnTo>
                  <a:lnTo>
                    <a:pt x="18778" y="46853"/>
                  </a:lnTo>
                  <a:lnTo>
                    <a:pt x="25037" y="44781"/>
                  </a:lnTo>
                  <a:lnTo>
                    <a:pt x="31297" y="42765"/>
                  </a:lnTo>
                  <a:lnTo>
                    <a:pt x="37556" y="40749"/>
                  </a:lnTo>
                  <a:lnTo>
                    <a:pt x="43815" y="38838"/>
                  </a:lnTo>
                  <a:lnTo>
                    <a:pt x="50075" y="36934"/>
                  </a:lnTo>
                  <a:lnTo>
                    <a:pt x="56334" y="35074"/>
                  </a:lnTo>
                  <a:lnTo>
                    <a:pt x="62594" y="33285"/>
                  </a:lnTo>
                  <a:lnTo>
                    <a:pt x="68853" y="31496"/>
                  </a:lnTo>
                  <a:lnTo>
                    <a:pt x="75113" y="29803"/>
                  </a:lnTo>
                  <a:lnTo>
                    <a:pt x="81372" y="28131"/>
                  </a:lnTo>
                  <a:lnTo>
                    <a:pt x="87631" y="26490"/>
                  </a:lnTo>
                  <a:lnTo>
                    <a:pt x="93891" y="24936"/>
                  </a:lnTo>
                  <a:lnTo>
                    <a:pt x="100150" y="23383"/>
                  </a:lnTo>
                  <a:lnTo>
                    <a:pt x="106410" y="21915"/>
                  </a:lnTo>
                  <a:lnTo>
                    <a:pt x="112669" y="20483"/>
                  </a:lnTo>
                  <a:lnTo>
                    <a:pt x="118929" y="19068"/>
                  </a:lnTo>
                  <a:lnTo>
                    <a:pt x="125188" y="17757"/>
                  </a:lnTo>
                  <a:lnTo>
                    <a:pt x="131447" y="16447"/>
                  </a:lnTo>
                  <a:lnTo>
                    <a:pt x="137707" y="15209"/>
                  </a:lnTo>
                  <a:lnTo>
                    <a:pt x="143966" y="14022"/>
                  </a:lnTo>
                  <a:lnTo>
                    <a:pt x="150226" y="12839"/>
                  </a:lnTo>
                  <a:lnTo>
                    <a:pt x="156485" y="11776"/>
                  </a:lnTo>
                  <a:lnTo>
                    <a:pt x="162745" y="10714"/>
                  </a:lnTo>
                  <a:lnTo>
                    <a:pt x="169004" y="9711"/>
                  </a:lnTo>
                  <a:lnTo>
                    <a:pt x="175263" y="8774"/>
                  </a:lnTo>
                  <a:lnTo>
                    <a:pt x="181523" y="7837"/>
                  </a:lnTo>
                  <a:lnTo>
                    <a:pt x="187782" y="7014"/>
                  </a:lnTo>
                  <a:lnTo>
                    <a:pt x="194042" y="6203"/>
                  </a:lnTo>
                  <a:lnTo>
                    <a:pt x="200301" y="5436"/>
                  </a:lnTo>
                  <a:lnTo>
                    <a:pt x="206560" y="4751"/>
                  </a:lnTo>
                  <a:lnTo>
                    <a:pt x="212820" y="4067"/>
                  </a:lnTo>
                  <a:lnTo>
                    <a:pt x="219079" y="3482"/>
                  </a:lnTo>
                  <a:lnTo>
                    <a:pt x="225339" y="2923"/>
                  </a:lnTo>
                  <a:lnTo>
                    <a:pt x="231598" y="2395"/>
                  </a:lnTo>
                  <a:lnTo>
                    <a:pt x="237858" y="1962"/>
                  </a:lnTo>
                  <a:lnTo>
                    <a:pt x="244117" y="1530"/>
                  </a:lnTo>
                  <a:lnTo>
                    <a:pt x="250376" y="1183"/>
                  </a:lnTo>
                  <a:lnTo>
                    <a:pt x="256636" y="877"/>
                  </a:lnTo>
                  <a:lnTo>
                    <a:pt x="262895" y="585"/>
                  </a:lnTo>
                  <a:lnTo>
                    <a:pt x="269155" y="404"/>
                  </a:lnTo>
                  <a:lnTo>
                    <a:pt x="275414" y="223"/>
                  </a:lnTo>
                  <a:lnTo>
                    <a:pt x="281674" y="112"/>
                  </a:lnTo>
                  <a:lnTo>
                    <a:pt x="287933" y="56"/>
                  </a:lnTo>
                  <a:lnTo>
                    <a:pt x="294192" y="0"/>
                  </a:lnTo>
                  <a:lnTo>
                    <a:pt x="300452" y="67"/>
                  </a:lnTo>
                  <a:lnTo>
                    <a:pt x="306711" y="134"/>
                  </a:lnTo>
                  <a:lnTo>
                    <a:pt x="312971" y="255"/>
                  </a:lnTo>
                  <a:lnTo>
                    <a:pt x="319230" y="444"/>
                  </a:lnTo>
                  <a:lnTo>
                    <a:pt x="325490" y="633"/>
                  </a:lnTo>
                  <a:lnTo>
                    <a:pt x="331749" y="930"/>
                  </a:lnTo>
                  <a:lnTo>
                    <a:pt x="338008" y="1240"/>
                  </a:lnTo>
                  <a:lnTo>
                    <a:pt x="344268" y="1589"/>
                  </a:lnTo>
                  <a:lnTo>
                    <a:pt x="350527" y="2018"/>
                  </a:lnTo>
                  <a:lnTo>
                    <a:pt x="356787" y="2447"/>
                  </a:lnTo>
                  <a:lnTo>
                    <a:pt x="363046" y="2966"/>
                  </a:lnTo>
                  <a:lnTo>
                    <a:pt x="369305" y="3513"/>
                  </a:lnTo>
                  <a:lnTo>
                    <a:pt x="375565" y="4083"/>
                  </a:lnTo>
                  <a:lnTo>
                    <a:pt x="381824" y="4745"/>
                  </a:lnTo>
                  <a:lnTo>
                    <a:pt x="388084" y="5406"/>
                  </a:lnTo>
                  <a:lnTo>
                    <a:pt x="394343" y="6141"/>
                  </a:lnTo>
                  <a:lnTo>
                    <a:pt x="400603" y="6916"/>
                  </a:lnTo>
                  <a:lnTo>
                    <a:pt x="406862" y="7701"/>
                  </a:lnTo>
                  <a:lnTo>
                    <a:pt x="413121" y="8586"/>
                  </a:lnTo>
                  <a:lnTo>
                    <a:pt x="419381" y="9470"/>
                  </a:lnTo>
                  <a:lnTo>
                    <a:pt x="425640" y="10413"/>
                  </a:lnTo>
                  <a:lnTo>
                    <a:pt x="431900" y="11406"/>
                  </a:lnTo>
                  <a:lnTo>
                    <a:pt x="438159" y="12399"/>
                  </a:lnTo>
                  <a:lnTo>
                    <a:pt x="444419" y="13494"/>
                  </a:lnTo>
                  <a:lnTo>
                    <a:pt x="450678" y="14592"/>
                  </a:lnTo>
                  <a:lnTo>
                    <a:pt x="456937" y="15732"/>
                  </a:lnTo>
                  <a:lnTo>
                    <a:pt x="463197" y="16932"/>
                  </a:lnTo>
                  <a:lnTo>
                    <a:pt x="469456" y="18132"/>
                  </a:lnTo>
                  <a:lnTo>
                    <a:pt x="475716" y="19417"/>
                  </a:lnTo>
                  <a:lnTo>
                    <a:pt x="481975" y="20716"/>
                  </a:lnTo>
                  <a:lnTo>
                    <a:pt x="488235" y="22044"/>
                  </a:lnTo>
                  <a:lnTo>
                    <a:pt x="494494" y="23439"/>
                  </a:lnTo>
                  <a:lnTo>
                    <a:pt x="500753" y="24834"/>
                  </a:lnTo>
                  <a:lnTo>
                    <a:pt x="507013" y="26297"/>
                  </a:lnTo>
                  <a:lnTo>
                    <a:pt x="513272" y="27785"/>
                  </a:lnTo>
                  <a:lnTo>
                    <a:pt x="519532" y="29288"/>
                  </a:lnTo>
                  <a:lnTo>
                    <a:pt x="525791" y="30865"/>
                  </a:lnTo>
                  <a:lnTo>
                    <a:pt x="532050" y="32441"/>
                  </a:lnTo>
                  <a:lnTo>
                    <a:pt x="538310" y="34071"/>
                  </a:lnTo>
                  <a:lnTo>
                    <a:pt x="544569" y="35733"/>
                  </a:lnTo>
                  <a:lnTo>
                    <a:pt x="550829" y="37400"/>
                  </a:lnTo>
                  <a:lnTo>
                    <a:pt x="557088" y="39144"/>
                  </a:lnTo>
                  <a:lnTo>
                    <a:pt x="563348" y="40888"/>
                  </a:lnTo>
                  <a:lnTo>
                    <a:pt x="569607" y="42671"/>
                  </a:lnTo>
                  <a:lnTo>
                    <a:pt x="575866" y="44493"/>
                  </a:lnTo>
                  <a:lnTo>
                    <a:pt x="582126" y="46314"/>
                  </a:lnTo>
                  <a:lnTo>
                    <a:pt x="588385" y="48207"/>
                  </a:lnTo>
                  <a:lnTo>
                    <a:pt x="594645" y="50103"/>
                  </a:lnTo>
                  <a:lnTo>
                    <a:pt x="600904" y="52027"/>
                  </a:lnTo>
                  <a:lnTo>
                    <a:pt x="607164" y="53993"/>
                  </a:lnTo>
                  <a:lnTo>
                    <a:pt x="613423" y="55959"/>
                  </a:lnTo>
                  <a:lnTo>
                    <a:pt x="619682" y="57981"/>
                  </a:lnTo>
                  <a:lnTo>
                    <a:pt x="625942" y="60014"/>
                  </a:lnTo>
                  <a:lnTo>
                    <a:pt x="632201" y="62065"/>
                  </a:lnTo>
                  <a:lnTo>
                    <a:pt x="638461" y="64160"/>
                  </a:lnTo>
                  <a:lnTo>
                    <a:pt x="644720" y="66255"/>
                  </a:lnTo>
                  <a:lnTo>
                    <a:pt x="650980" y="68393"/>
                  </a:lnTo>
                  <a:lnTo>
                    <a:pt x="657239" y="70547"/>
                  </a:lnTo>
                  <a:lnTo>
                    <a:pt x="663498" y="72710"/>
                  </a:lnTo>
                  <a:lnTo>
                    <a:pt x="669758" y="74918"/>
                  </a:lnTo>
                  <a:lnTo>
                    <a:pt x="676017" y="77127"/>
                  </a:lnTo>
                  <a:lnTo>
                    <a:pt x="682277" y="79366"/>
                  </a:lnTo>
                  <a:lnTo>
                    <a:pt x="688536" y="81625"/>
                  </a:lnTo>
                  <a:lnTo>
                    <a:pt x="694796" y="83886"/>
                  </a:lnTo>
                  <a:lnTo>
                    <a:pt x="701055" y="86192"/>
                  </a:lnTo>
                  <a:lnTo>
                    <a:pt x="707314" y="88497"/>
                  </a:lnTo>
                  <a:lnTo>
                    <a:pt x="713574" y="90824"/>
                  </a:lnTo>
                  <a:lnTo>
                    <a:pt x="719833" y="93172"/>
                  </a:lnTo>
                  <a:lnTo>
                    <a:pt x="726093" y="95520"/>
                  </a:lnTo>
                  <a:lnTo>
                    <a:pt x="732352" y="97904"/>
                  </a:lnTo>
                  <a:lnTo>
                    <a:pt x="738611" y="100291"/>
                  </a:lnTo>
                  <a:lnTo>
                    <a:pt x="744871" y="102691"/>
                  </a:lnTo>
                  <a:lnTo>
                    <a:pt x="751130" y="105112"/>
                  </a:lnTo>
                  <a:lnTo>
                    <a:pt x="757390" y="107534"/>
                  </a:lnTo>
                  <a:lnTo>
                    <a:pt x="763649" y="109980"/>
                  </a:lnTo>
                  <a:lnTo>
                    <a:pt x="769909" y="112432"/>
                  </a:lnTo>
                  <a:lnTo>
                    <a:pt x="776168" y="114891"/>
                  </a:lnTo>
                  <a:lnTo>
                    <a:pt x="782427" y="117370"/>
                  </a:lnTo>
                  <a:lnTo>
                    <a:pt x="788687" y="119850"/>
                  </a:lnTo>
                  <a:lnTo>
                    <a:pt x="794946" y="122345"/>
                  </a:lnTo>
                  <a:lnTo>
                    <a:pt x="801206" y="124847"/>
                  </a:lnTo>
                  <a:lnTo>
                    <a:pt x="807465" y="127352"/>
                  </a:lnTo>
                  <a:lnTo>
                    <a:pt x="813725" y="129874"/>
                  </a:lnTo>
                  <a:lnTo>
                    <a:pt x="819984" y="132396"/>
                  </a:lnTo>
                  <a:lnTo>
                    <a:pt x="826243" y="134926"/>
                  </a:lnTo>
                  <a:lnTo>
                    <a:pt x="832503" y="137464"/>
                  </a:lnTo>
                  <a:lnTo>
                    <a:pt x="838762" y="140002"/>
                  </a:lnTo>
                  <a:lnTo>
                    <a:pt x="845022" y="142552"/>
                  </a:lnTo>
                  <a:lnTo>
                    <a:pt x="851281" y="145102"/>
                  </a:lnTo>
                  <a:lnTo>
                    <a:pt x="857541" y="147655"/>
                  </a:lnTo>
                  <a:lnTo>
                    <a:pt x="863800" y="150214"/>
                  </a:lnTo>
                  <a:lnTo>
                    <a:pt x="870059" y="152773"/>
                  </a:lnTo>
                  <a:lnTo>
                    <a:pt x="876319" y="155336"/>
                  </a:lnTo>
                  <a:lnTo>
                    <a:pt x="882578" y="157900"/>
                  </a:lnTo>
                  <a:lnTo>
                    <a:pt x="888838" y="160465"/>
                  </a:lnTo>
                  <a:lnTo>
                    <a:pt x="895097" y="163031"/>
                  </a:lnTo>
                  <a:lnTo>
                    <a:pt x="901356" y="165598"/>
                  </a:lnTo>
                  <a:lnTo>
                    <a:pt x="907616" y="168163"/>
                  </a:lnTo>
                  <a:lnTo>
                    <a:pt x="913875" y="170729"/>
                  </a:lnTo>
                  <a:lnTo>
                    <a:pt x="920135" y="173293"/>
                  </a:lnTo>
                  <a:lnTo>
                    <a:pt x="926394" y="175854"/>
                  </a:lnTo>
                  <a:lnTo>
                    <a:pt x="932654" y="178415"/>
                  </a:lnTo>
                  <a:lnTo>
                    <a:pt x="938913" y="180972"/>
                  </a:lnTo>
                  <a:lnTo>
                    <a:pt x="945172" y="183526"/>
                  </a:lnTo>
                  <a:lnTo>
                    <a:pt x="951432" y="186080"/>
                  </a:lnTo>
                  <a:lnTo>
                    <a:pt x="957691" y="188624"/>
                  </a:lnTo>
                  <a:lnTo>
                    <a:pt x="963951" y="191169"/>
                  </a:lnTo>
                  <a:lnTo>
                    <a:pt x="970210" y="193706"/>
                  </a:lnTo>
                  <a:lnTo>
                    <a:pt x="976470" y="196239"/>
                  </a:lnTo>
                  <a:lnTo>
                    <a:pt x="982729" y="198771"/>
                  </a:lnTo>
                  <a:lnTo>
                    <a:pt x="988988" y="201288"/>
                  </a:lnTo>
                  <a:lnTo>
                    <a:pt x="995248" y="203805"/>
                  </a:lnTo>
                  <a:lnTo>
                    <a:pt x="1001507" y="206315"/>
                  </a:lnTo>
                  <a:lnTo>
                    <a:pt x="1007767" y="208814"/>
                  </a:lnTo>
                  <a:lnTo>
                    <a:pt x="1014026" y="211314"/>
                  </a:lnTo>
                  <a:lnTo>
                    <a:pt x="1020286" y="213797"/>
                  </a:lnTo>
                  <a:lnTo>
                    <a:pt x="1026545" y="216277"/>
                  </a:lnTo>
                  <a:lnTo>
                    <a:pt x="1032804" y="218749"/>
                  </a:lnTo>
                  <a:lnTo>
                    <a:pt x="1039064" y="221208"/>
                  </a:lnTo>
                  <a:lnTo>
                    <a:pt x="1045323" y="223666"/>
                  </a:lnTo>
                  <a:lnTo>
                    <a:pt x="1051583" y="226106"/>
                  </a:lnTo>
                  <a:lnTo>
                    <a:pt x="1057842" y="228540"/>
                  </a:lnTo>
                  <a:lnTo>
                    <a:pt x="1064101" y="230969"/>
                  </a:lnTo>
                  <a:lnTo>
                    <a:pt x="1070361" y="233377"/>
                  </a:lnTo>
                  <a:lnTo>
                    <a:pt x="1076620" y="235785"/>
                  </a:lnTo>
                  <a:lnTo>
                    <a:pt x="1082880" y="238176"/>
                  </a:lnTo>
                  <a:lnTo>
                    <a:pt x="1089139" y="240557"/>
                  </a:lnTo>
                  <a:lnTo>
                    <a:pt x="1095399" y="242935"/>
                  </a:lnTo>
                  <a:lnTo>
                    <a:pt x="1101658" y="245286"/>
                  </a:lnTo>
                  <a:lnTo>
                    <a:pt x="1107917" y="247638"/>
                  </a:lnTo>
                  <a:lnTo>
                    <a:pt x="1114177" y="249973"/>
                  </a:lnTo>
                  <a:lnTo>
                    <a:pt x="1120436" y="252294"/>
                  </a:lnTo>
                  <a:lnTo>
                    <a:pt x="1126696" y="254615"/>
                  </a:lnTo>
                  <a:lnTo>
                    <a:pt x="1132955" y="256904"/>
                  </a:lnTo>
                  <a:lnTo>
                    <a:pt x="1139215" y="259193"/>
                  </a:lnTo>
                  <a:lnTo>
                    <a:pt x="1145474" y="261468"/>
                  </a:lnTo>
                  <a:lnTo>
                    <a:pt x="1151733" y="263723"/>
                  </a:lnTo>
                  <a:lnTo>
                    <a:pt x="1157993" y="265978"/>
                  </a:lnTo>
                  <a:lnTo>
                    <a:pt x="1164252" y="268204"/>
                  </a:lnTo>
                  <a:lnTo>
                    <a:pt x="1170512" y="270424"/>
                  </a:lnTo>
                  <a:lnTo>
                    <a:pt x="1176771" y="272635"/>
                  </a:lnTo>
                  <a:lnTo>
                    <a:pt x="1183031" y="274820"/>
                  </a:lnTo>
                  <a:lnTo>
                    <a:pt x="1189290" y="277005"/>
                  </a:lnTo>
                  <a:lnTo>
                    <a:pt x="1195549" y="279163"/>
                  </a:lnTo>
                  <a:lnTo>
                    <a:pt x="1201809" y="281312"/>
                  </a:lnTo>
                  <a:lnTo>
                    <a:pt x="1208068" y="283454"/>
                  </a:lnTo>
                  <a:lnTo>
                    <a:pt x="1214328" y="285566"/>
                  </a:lnTo>
                  <a:lnTo>
                    <a:pt x="1220587" y="287677"/>
                  </a:lnTo>
                  <a:lnTo>
                    <a:pt x="1226846" y="289765"/>
                  </a:lnTo>
                  <a:lnTo>
                    <a:pt x="1233106" y="291839"/>
                  </a:lnTo>
                  <a:lnTo>
                    <a:pt x="1239365" y="293910"/>
                  </a:lnTo>
                  <a:lnTo>
                    <a:pt x="1245625" y="295946"/>
                  </a:lnTo>
                  <a:lnTo>
                    <a:pt x="1251884" y="297981"/>
                  </a:lnTo>
                  <a:lnTo>
                    <a:pt x="1258144" y="299997"/>
                  </a:lnTo>
                  <a:lnTo>
                    <a:pt x="1264403" y="301994"/>
                  </a:lnTo>
                  <a:lnTo>
                    <a:pt x="1270662" y="303990"/>
                  </a:lnTo>
                  <a:lnTo>
                    <a:pt x="1276922" y="305950"/>
                  </a:lnTo>
                  <a:lnTo>
                    <a:pt x="1283181" y="307907"/>
                  </a:lnTo>
                  <a:lnTo>
                    <a:pt x="1289441" y="309849"/>
                  </a:lnTo>
                  <a:lnTo>
                    <a:pt x="1295700" y="311767"/>
                  </a:lnTo>
                  <a:lnTo>
                    <a:pt x="1301960" y="313685"/>
                  </a:lnTo>
                  <a:lnTo>
                    <a:pt x="1308219" y="315570"/>
                  </a:lnTo>
                  <a:lnTo>
                    <a:pt x="1314478" y="317449"/>
                  </a:lnTo>
                  <a:lnTo>
                    <a:pt x="1320738" y="319317"/>
                  </a:lnTo>
                  <a:lnTo>
                    <a:pt x="1326997" y="321155"/>
                  </a:lnTo>
                  <a:lnTo>
                    <a:pt x="1333257" y="322994"/>
                  </a:lnTo>
                  <a:lnTo>
                    <a:pt x="1339516" y="324805"/>
                  </a:lnTo>
                  <a:lnTo>
                    <a:pt x="1345776" y="326604"/>
                  </a:lnTo>
                  <a:lnTo>
                    <a:pt x="1352035" y="328398"/>
                  </a:lnTo>
                  <a:lnTo>
                    <a:pt x="1358294" y="330157"/>
                  </a:lnTo>
                  <a:lnTo>
                    <a:pt x="1364554" y="331917"/>
                  </a:lnTo>
                  <a:lnTo>
                    <a:pt x="1370813" y="333654"/>
                  </a:lnTo>
                  <a:lnTo>
                    <a:pt x="1377073" y="335374"/>
                  </a:lnTo>
                  <a:lnTo>
                    <a:pt x="1383332" y="337093"/>
                  </a:lnTo>
                  <a:lnTo>
                    <a:pt x="1389592" y="338775"/>
                  </a:lnTo>
                  <a:lnTo>
                    <a:pt x="1395851" y="340456"/>
                  </a:lnTo>
                  <a:lnTo>
                    <a:pt x="1402110" y="342119"/>
                  </a:lnTo>
                  <a:lnTo>
                    <a:pt x="1408370" y="343762"/>
                  </a:lnTo>
                  <a:lnTo>
                    <a:pt x="1414629" y="345405"/>
                  </a:lnTo>
                  <a:lnTo>
                    <a:pt x="1420889" y="347012"/>
                  </a:lnTo>
                  <a:lnTo>
                    <a:pt x="1427148" y="348617"/>
                  </a:lnTo>
                  <a:lnTo>
                    <a:pt x="1433407" y="350207"/>
                  </a:lnTo>
                  <a:lnTo>
                    <a:pt x="1439667" y="351774"/>
                  </a:lnTo>
                  <a:lnTo>
                    <a:pt x="1445926" y="353341"/>
                  </a:lnTo>
                  <a:lnTo>
                    <a:pt x="1452186" y="354877"/>
                  </a:lnTo>
                  <a:lnTo>
                    <a:pt x="1458445" y="356406"/>
                  </a:lnTo>
                  <a:lnTo>
                    <a:pt x="1464705" y="357926"/>
                  </a:lnTo>
                  <a:lnTo>
                    <a:pt x="1470964" y="359418"/>
                  </a:lnTo>
                  <a:lnTo>
                    <a:pt x="1477223" y="360911"/>
                  </a:lnTo>
                  <a:lnTo>
                    <a:pt x="1483483" y="362378"/>
                  </a:lnTo>
                  <a:lnTo>
                    <a:pt x="1489742" y="363834"/>
                  </a:lnTo>
                  <a:lnTo>
                    <a:pt x="1496002" y="365285"/>
                  </a:lnTo>
                  <a:lnTo>
                    <a:pt x="1502261" y="366705"/>
                  </a:lnTo>
                  <a:lnTo>
                    <a:pt x="1508521" y="368125"/>
                  </a:lnTo>
                  <a:lnTo>
                    <a:pt x="1514780" y="369525"/>
                  </a:lnTo>
                  <a:lnTo>
                    <a:pt x="1521039" y="370911"/>
                  </a:lnTo>
                  <a:lnTo>
                    <a:pt x="1527299" y="372295"/>
                  </a:lnTo>
                  <a:lnTo>
                    <a:pt x="1533558" y="373646"/>
                  </a:lnTo>
                  <a:lnTo>
                    <a:pt x="1539818" y="374996"/>
                  </a:lnTo>
                  <a:lnTo>
                    <a:pt x="1546077" y="376332"/>
                  </a:lnTo>
                  <a:lnTo>
                    <a:pt x="1552337" y="377649"/>
                  </a:lnTo>
                  <a:lnTo>
                    <a:pt x="1558596" y="378966"/>
                  </a:lnTo>
                  <a:lnTo>
                    <a:pt x="1564855" y="380253"/>
                  </a:lnTo>
                  <a:lnTo>
                    <a:pt x="1571115" y="381537"/>
                  </a:lnTo>
                  <a:lnTo>
                    <a:pt x="1577374" y="382810"/>
                  </a:lnTo>
                  <a:lnTo>
                    <a:pt x="1583634" y="384061"/>
                  </a:lnTo>
                  <a:lnTo>
                    <a:pt x="1589893" y="385313"/>
                  </a:lnTo>
                  <a:lnTo>
                    <a:pt x="1596152" y="386540"/>
                  </a:lnTo>
                  <a:lnTo>
                    <a:pt x="1602412" y="387760"/>
                  </a:lnTo>
                  <a:lnTo>
                    <a:pt x="1608671" y="388973"/>
                  </a:lnTo>
                  <a:lnTo>
                    <a:pt x="1614931" y="390162"/>
                  </a:lnTo>
                  <a:lnTo>
                    <a:pt x="1621190" y="391352"/>
                  </a:lnTo>
                  <a:lnTo>
                    <a:pt x="1627450" y="392521"/>
                  </a:lnTo>
                  <a:lnTo>
                    <a:pt x="1633709" y="393680"/>
                  </a:lnTo>
                  <a:lnTo>
                    <a:pt x="1639968" y="394836"/>
                  </a:lnTo>
                  <a:lnTo>
                    <a:pt x="1646228" y="395966"/>
                  </a:lnTo>
                  <a:lnTo>
                    <a:pt x="1652487" y="397096"/>
                  </a:lnTo>
                  <a:lnTo>
                    <a:pt x="1658747" y="398210"/>
                  </a:lnTo>
                  <a:lnTo>
                    <a:pt x="1665006" y="399311"/>
                  </a:lnTo>
                  <a:lnTo>
                    <a:pt x="1671266" y="400412"/>
                  </a:lnTo>
                  <a:lnTo>
                    <a:pt x="1677525" y="401486"/>
                  </a:lnTo>
                  <a:lnTo>
                    <a:pt x="1683784" y="402559"/>
                  </a:lnTo>
                  <a:lnTo>
                    <a:pt x="1690044" y="403621"/>
                  </a:lnTo>
                  <a:lnTo>
                    <a:pt x="1696303" y="404668"/>
                  </a:lnTo>
                  <a:lnTo>
                    <a:pt x="1702563" y="405714"/>
                  </a:lnTo>
                  <a:lnTo>
                    <a:pt x="1708822" y="406737"/>
                  </a:lnTo>
                  <a:lnTo>
                    <a:pt x="1715082" y="407757"/>
                  </a:lnTo>
                  <a:lnTo>
                    <a:pt x="1721341" y="408769"/>
                  </a:lnTo>
                  <a:lnTo>
                    <a:pt x="1727600" y="409764"/>
                  </a:lnTo>
                  <a:lnTo>
                    <a:pt x="1733860" y="410758"/>
                  </a:lnTo>
                  <a:lnTo>
                    <a:pt x="1740119" y="411734"/>
                  </a:lnTo>
                  <a:lnTo>
                    <a:pt x="1746379" y="412703"/>
                  </a:lnTo>
                  <a:lnTo>
                    <a:pt x="1752638" y="413668"/>
                  </a:lnTo>
                  <a:lnTo>
                    <a:pt x="1758897" y="414613"/>
                  </a:lnTo>
                  <a:lnTo>
                    <a:pt x="1765157" y="415558"/>
                  </a:lnTo>
                  <a:lnTo>
                    <a:pt x="1771416" y="416488"/>
                  </a:lnTo>
                  <a:lnTo>
                    <a:pt x="1777676" y="417410"/>
                  </a:lnTo>
                  <a:lnTo>
                    <a:pt x="1783935" y="418330"/>
                  </a:lnTo>
                  <a:lnTo>
                    <a:pt x="1790195" y="419229"/>
                  </a:lnTo>
                  <a:lnTo>
                    <a:pt x="1796454" y="420128"/>
                  </a:lnTo>
                  <a:lnTo>
                    <a:pt x="1802713" y="421015"/>
                  </a:lnTo>
                  <a:lnTo>
                    <a:pt x="1808973" y="421892"/>
                  </a:lnTo>
                  <a:lnTo>
                    <a:pt x="1815232" y="422768"/>
                  </a:lnTo>
                  <a:lnTo>
                    <a:pt x="1821492" y="423624"/>
                  </a:lnTo>
                  <a:lnTo>
                    <a:pt x="1827751" y="424479"/>
                  </a:lnTo>
                  <a:lnTo>
                    <a:pt x="1834011" y="425325"/>
                  </a:lnTo>
                  <a:lnTo>
                    <a:pt x="1840270" y="426159"/>
                  </a:lnTo>
                  <a:lnTo>
                    <a:pt x="1846529" y="426993"/>
                  </a:lnTo>
                  <a:lnTo>
                    <a:pt x="1852789" y="427810"/>
                  </a:lnTo>
                  <a:lnTo>
                    <a:pt x="1859048" y="428624"/>
                  </a:lnTo>
                  <a:lnTo>
                    <a:pt x="1865308" y="429432"/>
                  </a:lnTo>
                  <a:lnTo>
                    <a:pt x="1871567" y="430225"/>
                  </a:lnTo>
                  <a:lnTo>
                    <a:pt x="1877827" y="431019"/>
                  </a:lnTo>
                  <a:lnTo>
                    <a:pt x="1884086" y="431799"/>
                  </a:lnTo>
                  <a:lnTo>
                    <a:pt x="1890345" y="432573"/>
                  </a:lnTo>
                  <a:lnTo>
                    <a:pt x="1896605" y="433345"/>
                  </a:lnTo>
                  <a:lnTo>
                    <a:pt x="1902864" y="434100"/>
                  </a:lnTo>
                  <a:lnTo>
                    <a:pt x="1909124" y="434856"/>
                  </a:lnTo>
                  <a:lnTo>
                    <a:pt x="1915383" y="435601"/>
                  </a:lnTo>
                  <a:lnTo>
                    <a:pt x="1921642" y="436338"/>
                  </a:lnTo>
                  <a:lnTo>
                    <a:pt x="1927902" y="437075"/>
                  </a:lnTo>
                  <a:lnTo>
                    <a:pt x="1934161" y="437795"/>
                  </a:lnTo>
                  <a:lnTo>
                    <a:pt x="1940421" y="438514"/>
                  </a:lnTo>
                  <a:lnTo>
                    <a:pt x="1946680" y="439226"/>
                  </a:lnTo>
                  <a:lnTo>
                    <a:pt x="1952940" y="439928"/>
                  </a:lnTo>
                  <a:lnTo>
                    <a:pt x="1959199" y="440631"/>
                  </a:lnTo>
                  <a:lnTo>
                    <a:pt x="1965458" y="441317"/>
                  </a:lnTo>
                  <a:lnTo>
                    <a:pt x="1971718" y="442003"/>
                  </a:lnTo>
                  <a:lnTo>
                    <a:pt x="1977977" y="442682"/>
                  </a:lnTo>
                  <a:lnTo>
                    <a:pt x="1984237" y="443352"/>
                  </a:lnTo>
                  <a:lnTo>
                    <a:pt x="1990496" y="444021"/>
                  </a:lnTo>
                  <a:lnTo>
                    <a:pt x="1996756" y="444677"/>
                  </a:lnTo>
                  <a:lnTo>
                    <a:pt x="2003015" y="445331"/>
                  </a:lnTo>
                  <a:lnTo>
                    <a:pt x="2009274" y="445980"/>
                  </a:lnTo>
                  <a:lnTo>
                    <a:pt x="2015534" y="446618"/>
                  </a:lnTo>
                  <a:lnTo>
                    <a:pt x="2021793" y="447255"/>
                  </a:lnTo>
                  <a:lnTo>
                    <a:pt x="2028053" y="447882"/>
                  </a:lnTo>
                  <a:lnTo>
                    <a:pt x="2034312" y="448505"/>
                  </a:lnTo>
                  <a:lnTo>
                    <a:pt x="2040572" y="449126"/>
                  </a:lnTo>
                  <a:lnTo>
                    <a:pt x="2046831" y="449733"/>
                  </a:lnTo>
                  <a:lnTo>
                    <a:pt x="2053090" y="450341"/>
                  </a:lnTo>
                  <a:lnTo>
                    <a:pt x="2059350" y="450941"/>
                  </a:lnTo>
                  <a:lnTo>
                    <a:pt x="2065609" y="451534"/>
                  </a:lnTo>
                  <a:lnTo>
                    <a:pt x="2071869" y="452127"/>
                  </a:lnTo>
                  <a:lnTo>
                    <a:pt x="2078128" y="452707"/>
                  </a:lnTo>
                  <a:lnTo>
                    <a:pt x="2084388" y="453286"/>
                  </a:lnTo>
                  <a:lnTo>
                    <a:pt x="2090647" y="453859"/>
                  </a:lnTo>
                  <a:lnTo>
                    <a:pt x="2096906" y="454425"/>
                  </a:lnTo>
                  <a:lnTo>
                    <a:pt x="2103166" y="454991"/>
                  </a:lnTo>
                  <a:lnTo>
                    <a:pt x="2109425" y="455544"/>
                  </a:lnTo>
                  <a:lnTo>
                    <a:pt x="2115685" y="456097"/>
                  </a:lnTo>
                  <a:lnTo>
                    <a:pt x="2121944" y="456645"/>
                  </a:lnTo>
                  <a:lnTo>
                    <a:pt x="2128203" y="457184"/>
                  </a:lnTo>
                  <a:lnTo>
                    <a:pt x="2134463" y="457723"/>
                  </a:lnTo>
                  <a:lnTo>
                    <a:pt x="2140722" y="458253"/>
                  </a:lnTo>
                  <a:lnTo>
                    <a:pt x="2146982" y="458780"/>
                  </a:lnTo>
                  <a:lnTo>
                    <a:pt x="2153241" y="459303"/>
                  </a:lnTo>
                  <a:lnTo>
                    <a:pt x="2159501" y="459818"/>
                  </a:lnTo>
                  <a:lnTo>
                    <a:pt x="2165760" y="460332"/>
                  </a:lnTo>
                  <a:lnTo>
                    <a:pt x="2172019" y="460839"/>
                  </a:lnTo>
                  <a:lnTo>
                    <a:pt x="2178279" y="461341"/>
                  </a:lnTo>
                  <a:lnTo>
                    <a:pt x="2184538" y="461842"/>
                  </a:lnTo>
                  <a:lnTo>
                    <a:pt x="2190798" y="462333"/>
                  </a:lnTo>
                  <a:lnTo>
                    <a:pt x="2197057" y="462824"/>
                  </a:lnTo>
                  <a:lnTo>
                    <a:pt x="2203317" y="463308"/>
                  </a:lnTo>
                  <a:lnTo>
                    <a:pt x="2209576" y="463788"/>
                  </a:lnTo>
                  <a:lnTo>
                    <a:pt x="2215835" y="464267"/>
                  </a:lnTo>
                  <a:lnTo>
                    <a:pt x="2222095" y="464735"/>
                  </a:lnTo>
                  <a:lnTo>
                    <a:pt x="2228354" y="465204"/>
                  </a:lnTo>
                  <a:lnTo>
                    <a:pt x="2234614" y="465668"/>
                  </a:lnTo>
                  <a:lnTo>
                    <a:pt x="2240873" y="466125"/>
                  </a:lnTo>
                  <a:lnTo>
                    <a:pt x="2247133" y="466583"/>
                  </a:lnTo>
                  <a:lnTo>
                    <a:pt x="2253392" y="467032"/>
                  </a:lnTo>
                  <a:lnTo>
                    <a:pt x="2259651" y="467480"/>
                  </a:lnTo>
                  <a:lnTo>
                    <a:pt x="2265911" y="467924"/>
                  </a:lnTo>
                  <a:lnTo>
                    <a:pt x="2272170" y="468361"/>
                  </a:lnTo>
                  <a:lnTo>
                    <a:pt x="2278430" y="468799"/>
                  </a:lnTo>
                  <a:lnTo>
                    <a:pt x="2284689" y="469229"/>
                  </a:lnTo>
                  <a:lnTo>
                    <a:pt x="2290948" y="469657"/>
                  </a:lnTo>
                  <a:lnTo>
                    <a:pt x="2297208" y="470083"/>
                  </a:lnTo>
                  <a:lnTo>
                    <a:pt x="2303467" y="470502"/>
                  </a:lnTo>
                  <a:lnTo>
                    <a:pt x="2309727" y="470921"/>
                  </a:lnTo>
                  <a:lnTo>
                    <a:pt x="2315986" y="471334"/>
                  </a:lnTo>
                  <a:lnTo>
                    <a:pt x="2322246" y="471744"/>
                  </a:lnTo>
                  <a:lnTo>
                    <a:pt x="2328505" y="472153"/>
                  </a:lnTo>
                  <a:lnTo>
                    <a:pt x="2334764" y="472554"/>
                  </a:lnTo>
                  <a:lnTo>
                    <a:pt x="2341024" y="472956"/>
                  </a:lnTo>
                  <a:lnTo>
                    <a:pt x="2347283" y="473353"/>
                  </a:lnTo>
                  <a:lnTo>
                    <a:pt x="2353543" y="473746"/>
                  </a:lnTo>
                  <a:lnTo>
                    <a:pt x="2359802" y="474140"/>
                  </a:lnTo>
                  <a:lnTo>
                    <a:pt x="2366062" y="474526"/>
                  </a:lnTo>
                  <a:lnTo>
                    <a:pt x="2372321" y="474911"/>
                  </a:lnTo>
                  <a:lnTo>
                    <a:pt x="2378580" y="475294"/>
                  </a:lnTo>
                  <a:lnTo>
                    <a:pt x="2384840" y="475673"/>
                  </a:lnTo>
                  <a:lnTo>
                    <a:pt x="2391099" y="476051"/>
                  </a:lnTo>
                  <a:lnTo>
                    <a:pt x="2397359" y="476424"/>
                  </a:lnTo>
                  <a:lnTo>
                    <a:pt x="2403618" y="476795"/>
                  </a:lnTo>
                  <a:lnTo>
                    <a:pt x="2409878" y="477165"/>
                  </a:lnTo>
                  <a:lnTo>
                    <a:pt x="2416137" y="477531"/>
                  </a:lnTo>
                  <a:lnTo>
                    <a:pt x="2422396" y="477896"/>
                  </a:lnTo>
                  <a:lnTo>
                    <a:pt x="2428656" y="478257"/>
                  </a:lnTo>
                  <a:lnTo>
                    <a:pt x="2434915" y="478616"/>
                  </a:lnTo>
                  <a:lnTo>
                    <a:pt x="2441175" y="478975"/>
                  </a:lnTo>
                  <a:lnTo>
                    <a:pt x="2447434" y="479329"/>
                  </a:lnTo>
                  <a:lnTo>
                    <a:pt x="2453693" y="479683"/>
                  </a:lnTo>
                  <a:lnTo>
                    <a:pt x="2459953" y="480033"/>
                  </a:lnTo>
                  <a:lnTo>
                    <a:pt x="2466212" y="480383"/>
                  </a:lnTo>
                  <a:lnTo>
                    <a:pt x="2472472" y="480731"/>
                  </a:lnTo>
                  <a:lnTo>
                    <a:pt x="2478731" y="481076"/>
                  </a:lnTo>
                  <a:lnTo>
                    <a:pt x="2484991" y="481420"/>
                  </a:lnTo>
                  <a:lnTo>
                    <a:pt x="2491250" y="481763"/>
                  </a:lnTo>
                  <a:lnTo>
                    <a:pt x="2497509" y="482103"/>
                  </a:lnTo>
                  <a:lnTo>
                    <a:pt x="2503769" y="482444"/>
                  </a:lnTo>
                  <a:lnTo>
                    <a:pt x="2510028" y="482781"/>
                  </a:lnTo>
                  <a:lnTo>
                    <a:pt x="2516288" y="483118"/>
                  </a:lnTo>
                  <a:lnTo>
                    <a:pt x="2522547" y="483454"/>
                  </a:lnTo>
                  <a:lnTo>
                    <a:pt x="2528807" y="483788"/>
                  </a:lnTo>
                  <a:lnTo>
                    <a:pt x="2535066" y="484122"/>
                  </a:lnTo>
                  <a:lnTo>
                    <a:pt x="2541325" y="484455"/>
                  </a:lnTo>
                  <a:lnTo>
                    <a:pt x="2547585" y="484786"/>
                  </a:lnTo>
                  <a:lnTo>
                    <a:pt x="2553844" y="485117"/>
                  </a:lnTo>
                  <a:lnTo>
                    <a:pt x="2560104" y="485447"/>
                  </a:lnTo>
                  <a:lnTo>
                    <a:pt x="2566363" y="485777"/>
                  </a:lnTo>
                  <a:lnTo>
                    <a:pt x="2572623" y="486106"/>
                  </a:lnTo>
                  <a:lnTo>
                    <a:pt x="2578882" y="486434"/>
                  </a:lnTo>
                  <a:lnTo>
                    <a:pt x="2585141" y="486763"/>
                  </a:lnTo>
                  <a:lnTo>
                    <a:pt x="2591401" y="487090"/>
                  </a:lnTo>
                  <a:lnTo>
                    <a:pt x="2597660" y="487418"/>
                  </a:lnTo>
                  <a:lnTo>
                    <a:pt x="2603920" y="487745"/>
                  </a:lnTo>
                  <a:lnTo>
                    <a:pt x="2610179" y="488073"/>
                  </a:lnTo>
                  <a:lnTo>
                    <a:pt x="2616438" y="488400"/>
                  </a:lnTo>
                  <a:lnTo>
                    <a:pt x="2622698" y="488728"/>
                  </a:lnTo>
                  <a:lnTo>
                    <a:pt x="2628957" y="489055"/>
                  </a:lnTo>
                  <a:lnTo>
                    <a:pt x="2635217" y="489383"/>
                  </a:lnTo>
                  <a:lnTo>
                    <a:pt x="2641476" y="489712"/>
                  </a:lnTo>
                  <a:lnTo>
                    <a:pt x="2647736" y="490040"/>
                  </a:lnTo>
                  <a:lnTo>
                    <a:pt x="2653995" y="490370"/>
                  </a:lnTo>
                  <a:lnTo>
                    <a:pt x="2660254" y="490700"/>
                  </a:lnTo>
                  <a:lnTo>
                    <a:pt x="2666514" y="491031"/>
                  </a:lnTo>
                  <a:lnTo>
                    <a:pt x="2672773" y="491362"/>
                  </a:lnTo>
                  <a:lnTo>
                    <a:pt x="2679033" y="491694"/>
                  </a:lnTo>
                  <a:lnTo>
                    <a:pt x="2685292" y="492028"/>
                  </a:lnTo>
                  <a:lnTo>
                    <a:pt x="2691552" y="492362"/>
                  </a:lnTo>
                  <a:lnTo>
                    <a:pt x="2697811" y="492698"/>
                  </a:lnTo>
                  <a:lnTo>
                    <a:pt x="2704070" y="493035"/>
                  </a:lnTo>
                  <a:lnTo>
                    <a:pt x="2710330" y="493372"/>
                  </a:lnTo>
                  <a:lnTo>
                    <a:pt x="2716589" y="493712"/>
                  </a:lnTo>
                  <a:lnTo>
                    <a:pt x="2722849" y="494053"/>
                  </a:lnTo>
                  <a:lnTo>
                    <a:pt x="2729108" y="494394"/>
                  </a:lnTo>
                  <a:lnTo>
                    <a:pt x="2735368" y="494739"/>
                  </a:lnTo>
                  <a:lnTo>
                    <a:pt x="2741627" y="495084"/>
                  </a:lnTo>
                  <a:lnTo>
                    <a:pt x="2747886" y="495432"/>
                  </a:lnTo>
                  <a:lnTo>
                    <a:pt x="2754146" y="495782"/>
                  </a:lnTo>
                  <a:lnTo>
                    <a:pt x="2760405" y="496132"/>
                  </a:lnTo>
                  <a:lnTo>
                    <a:pt x="2766665" y="496486"/>
                  </a:lnTo>
                  <a:lnTo>
                    <a:pt x="2772924" y="496841"/>
                  </a:lnTo>
                  <a:lnTo>
                    <a:pt x="2779184" y="497198"/>
                  </a:lnTo>
                  <a:lnTo>
                    <a:pt x="2785443" y="497559"/>
                  </a:lnTo>
                  <a:lnTo>
                    <a:pt x="2791702" y="497919"/>
                  </a:lnTo>
                  <a:lnTo>
                    <a:pt x="2797962" y="498285"/>
                  </a:lnTo>
                  <a:lnTo>
                    <a:pt x="2804221" y="498651"/>
                  </a:lnTo>
                  <a:lnTo>
                    <a:pt x="2810481" y="499020"/>
                  </a:lnTo>
                  <a:lnTo>
                    <a:pt x="2816740" y="499393"/>
                  </a:lnTo>
                  <a:lnTo>
                    <a:pt x="2822999" y="499766"/>
                  </a:lnTo>
                  <a:lnTo>
                    <a:pt x="2829259" y="500144"/>
                  </a:lnTo>
                  <a:lnTo>
                    <a:pt x="2835518" y="500524"/>
                  </a:lnTo>
                  <a:lnTo>
                    <a:pt x="2841778" y="500906"/>
                  </a:lnTo>
                  <a:lnTo>
                    <a:pt x="2848037" y="501293"/>
                  </a:lnTo>
                  <a:lnTo>
                    <a:pt x="2854297" y="501681"/>
                  </a:lnTo>
                  <a:lnTo>
                    <a:pt x="2860556" y="502073"/>
                  </a:lnTo>
                  <a:lnTo>
                    <a:pt x="2866815" y="502468"/>
                  </a:lnTo>
                  <a:lnTo>
                    <a:pt x="2873075" y="502865"/>
                  </a:lnTo>
                  <a:lnTo>
                    <a:pt x="2879334" y="503268"/>
                  </a:lnTo>
                  <a:lnTo>
                    <a:pt x="2885594" y="503671"/>
                  </a:lnTo>
                  <a:lnTo>
                    <a:pt x="2891853" y="504079"/>
                  </a:lnTo>
                  <a:lnTo>
                    <a:pt x="2898113" y="504491"/>
                  </a:lnTo>
                  <a:lnTo>
                    <a:pt x="2904372" y="504903"/>
                  </a:lnTo>
                  <a:lnTo>
                    <a:pt x="2910631" y="505324"/>
                  </a:lnTo>
                  <a:lnTo>
                    <a:pt x="2916891" y="505744"/>
                  </a:lnTo>
                  <a:lnTo>
                    <a:pt x="2923150" y="506169"/>
                  </a:lnTo>
                  <a:lnTo>
                    <a:pt x="2929410" y="506599"/>
                  </a:lnTo>
                  <a:lnTo>
                    <a:pt x="2935669" y="507029"/>
                  </a:lnTo>
                  <a:lnTo>
                    <a:pt x="2941929" y="507467"/>
                  </a:lnTo>
                  <a:lnTo>
                    <a:pt x="2948188" y="507906"/>
                  </a:lnTo>
                  <a:lnTo>
                    <a:pt x="2954447" y="508349"/>
                  </a:lnTo>
                  <a:lnTo>
                    <a:pt x="2960707" y="508798"/>
                  </a:lnTo>
                  <a:lnTo>
                    <a:pt x="2966966" y="509247"/>
                  </a:lnTo>
                  <a:lnTo>
                    <a:pt x="2973226" y="509703"/>
                  </a:lnTo>
                  <a:lnTo>
                    <a:pt x="2979485" y="510162"/>
                  </a:lnTo>
                  <a:lnTo>
                    <a:pt x="2985744" y="510623"/>
                  </a:lnTo>
                  <a:lnTo>
                    <a:pt x="2992004" y="511092"/>
                  </a:lnTo>
                  <a:lnTo>
                    <a:pt x="2998263" y="511561"/>
                  </a:lnTo>
                  <a:lnTo>
                    <a:pt x="3004523" y="512036"/>
                  </a:lnTo>
                  <a:lnTo>
                    <a:pt x="3010782" y="512515"/>
                  </a:lnTo>
                  <a:lnTo>
                    <a:pt x="3017042" y="512995"/>
                  </a:lnTo>
                  <a:lnTo>
                    <a:pt x="3023301" y="513485"/>
                  </a:lnTo>
                  <a:lnTo>
                    <a:pt x="3029560" y="513974"/>
                  </a:lnTo>
                  <a:lnTo>
                    <a:pt x="3035820" y="514469"/>
                  </a:lnTo>
                  <a:lnTo>
                    <a:pt x="3042079" y="514969"/>
                  </a:lnTo>
                  <a:lnTo>
                    <a:pt x="3048339" y="515468"/>
                  </a:lnTo>
                  <a:lnTo>
                    <a:pt x="3054598" y="515978"/>
                  </a:lnTo>
                  <a:lnTo>
                    <a:pt x="3060858" y="516488"/>
                  </a:lnTo>
                  <a:lnTo>
                    <a:pt x="3067117" y="517003"/>
                  </a:lnTo>
                  <a:lnTo>
                    <a:pt x="3073376" y="517524"/>
                  </a:lnTo>
                  <a:lnTo>
                    <a:pt x="3079636" y="518044"/>
                  </a:lnTo>
                  <a:lnTo>
                    <a:pt x="3085895" y="518574"/>
                  </a:lnTo>
                  <a:lnTo>
                    <a:pt x="3092155" y="519105"/>
                  </a:lnTo>
                  <a:lnTo>
                    <a:pt x="3098414" y="519639"/>
                  </a:lnTo>
                  <a:lnTo>
                    <a:pt x="3104674" y="520180"/>
                  </a:lnTo>
                  <a:lnTo>
                    <a:pt x="3110933" y="520722"/>
                  </a:lnTo>
                  <a:lnTo>
                    <a:pt x="3117192" y="521271"/>
                  </a:lnTo>
                  <a:lnTo>
                    <a:pt x="3123452" y="521823"/>
                  </a:lnTo>
                  <a:lnTo>
                    <a:pt x="3129711" y="522376"/>
                  </a:lnTo>
                  <a:lnTo>
                    <a:pt x="3135971" y="522938"/>
                  </a:lnTo>
                  <a:lnTo>
                    <a:pt x="3142230" y="523500"/>
                  </a:lnTo>
                  <a:lnTo>
                    <a:pt x="3148489" y="524068"/>
                  </a:lnTo>
                  <a:lnTo>
                    <a:pt x="3154749" y="524640"/>
                  </a:lnTo>
                  <a:lnTo>
                    <a:pt x="3161008" y="525212"/>
                  </a:lnTo>
                  <a:lnTo>
                    <a:pt x="3167268" y="525794"/>
                  </a:lnTo>
                  <a:lnTo>
                    <a:pt x="3173527" y="526375"/>
                  </a:lnTo>
                  <a:lnTo>
                    <a:pt x="3179787" y="526962"/>
                  </a:lnTo>
                  <a:lnTo>
                    <a:pt x="3186046" y="527553"/>
                  </a:lnTo>
                  <a:lnTo>
                    <a:pt x="3192305" y="528144"/>
                  </a:lnTo>
                  <a:lnTo>
                    <a:pt x="3198565" y="528744"/>
                  </a:lnTo>
                </a:path>
              </a:pathLst>
            </a:cu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3749798" y="918895"/>
              <a:ext cx="3198565" cy="811848"/>
            </a:xfrm>
            <a:custGeom>
              <a:avLst/>
              <a:pathLst>
                <a:path w="3198565" h="811848">
                  <a:moveTo>
                    <a:pt x="0" y="66780"/>
                  </a:moveTo>
                  <a:lnTo>
                    <a:pt x="6259" y="63207"/>
                  </a:lnTo>
                  <a:lnTo>
                    <a:pt x="12518" y="59704"/>
                  </a:lnTo>
                  <a:lnTo>
                    <a:pt x="18778" y="56285"/>
                  </a:lnTo>
                  <a:lnTo>
                    <a:pt x="25037" y="52984"/>
                  </a:lnTo>
                  <a:lnTo>
                    <a:pt x="31297" y="49723"/>
                  </a:lnTo>
                  <a:lnTo>
                    <a:pt x="37556" y="46630"/>
                  </a:lnTo>
                  <a:lnTo>
                    <a:pt x="43815" y="43538"/>
                  </a:lnTo>
                  <a:lnTo>
                    <a:pt x="50075" y="40651"/>
                  </a:lnTo>
                  <a:lnTo>
                    <a:pt x="56334" y="37772"/>
                  </a:lnTo>
                  <a:lnTo>
                    <a:pt x="62594" y="35053"/>
                  </a:lnTo>
                  <a:lnTo>
                    <a:pt x="68853" y="32393"/>
                  </a:lnTo>
                  <a:lnTo>
                    <a:pt x="75113" y="29845"/>
                  </a:lnTo>
                  <a:lnTo>
                    <a:pt x="81372" y="27408"/>
                  </a:lnTo>
                  <a:lnTo>
                    <a:pt x="87631" y="25033"/>
                  </a:lnTo>
                  <a:lnTo>
                    <a:pt x="93891" y="22822"/>
                  </a:lnTo>
                  <a:lnTo>
                    <a:pt x="100150" y="20622"/>
                  </a:lnTo>
                  <a:lnTo>
                    <a:pt x="106410" y="18642"/>
                  </a:lnTo>
                  <a:lnTo>
                    <a:pt x="112669" y="16662"/>
                  </a:lnTo>
                  <a:lnTo>
                    <a:pt x="118929" y="14872"/>
                  </a:lnTo>
                  <a:lnTo>
                    <a:pt x="125188" y="13125"/>
                  </a:lnTo>
                  <a:lnTo>
                    <a:pt x="131447" y="11517"/>
                  </a:lnTo>
                  <a:lnTo>
                    <a:pt x="137707" y="10005"/>
                  </a:lnTo>
                  <a:lnTo>
                    <a:pt x="143966" y="8579"/>
                  </a:lnTo>
                  <a:lnTo>
                    <a:pt x="150226" y="7305"/>
                  </a:lnTo>
                  <a:lnTo>
                    <a:pt x="156485" y="6062"/>
                  </a:lnTo>
                  <a:lnTo>
                    <a:pt x="162745" y="5027"/>
                  </a:lnTo>
                  <a:lnTo>
                    <a:pt x="169004" y="3991"/>
                  </a:lnTo>
                  <a:lnTo>
                    <a:pt x="175263" y="3172"/>
                  </a:lnTo>
                  <a:lnTo>
                    <a:pt x="181523" y="2376"/>
                  </a:lnTo>
                  <a:lnTo>
                    <a:pt x="187782" y="1742"/>
                  </a:lnTo>
                  <a:lnTo>
                    <a:pt x="194042" y="1186"/>
                  </a:lnTo>
                  <a:lnTo>
                    <a:pt x="200301" y="737"/>
                  </a:lnTo>
                  <a:lnTo>
                    <a:pt x="206560" y="420"/>
                  </a:lnTo>
                  <a:lnTo>
                    <a:pt x="212820" y="155"/>
                  </a:lnTo>
                  <a:lnTo>
                    <a:pt x="219079" y="77"/>
                  </a:lnTo>
                  <a:lnTo>
                    <a:pt x="225339" y="0"/>
                  </a:lnTo>
                  <a:lnTo>
                    <a:pt x="231598" y="157"/>
                  </a:lnTo>
                  <a:lnTo>
                    <a:pt x="237858" y="316"/>
                  </a:lnTo>
                  <a:lnTo>
                    <a:pt x="244117" y="655"/>
                  </a:lnTo>
                  <a:lnTo>
                    <a:pt x="250376" y="1051"/>
                  </a:lnTo>
                  <a:lnTo>
                    <a:pt x="256636" y="1571"/>
                  </a:lnTo>
                  <a:lnTo>
                    <a:pt x="262895" y="2199"/>
                  </a:lnTo>
                  <a:lnTo>
                    <a:pt x="269155" y="2898"/>
                  </a:lnTo>
                  <a:lnTo>
                    <a:pt x="275414" y="3757"/>
                  </a:lnTo>
                  <a:lnTo>
                    <a:pt x="281674" y="4634"/>
                  </a:lnTo>
                  <a:lnTo>
                    <a:pt x="287933" y="5721"/>
                  </a:lnTo>
                  <a:lnTo>
                    <a:pt x="294192" y="6807"/>
                  </a:lnTo>
                  <a:lnTo>
                    <a:pt x="300452" y="8084"/>
                  </a:lnTo>
                  <a:lnTo>
                    <a:pt x="306711" y="9394"/>
                  </a:lnTo>
                  <a:lnTo>
                    <a:pt x="312971" y="10840"/>
                  </a:lnTo>
                  <a:lnTo>
                    <a:pt x="319230" y="12369"/>
                  </a:lnTo>
                  <a:lnTo>
                    <a:pt x="325490" y="13983"/>
                  </a:lnTo>
                  <a:lnTo>
                    <a:pt x="331749" y="15728"/>
                  </a:lnTo>
                  <a:lnTo>
                    <a:pt x="338008" y="17506"/>
                  </a:lnTo>
                  <a:lnTo>
                    <a:pt x="344268" y="19460"/>
                  </a:lnTo>
                  <a:lnTo>
                    <a:pt x="350527" y="21415"/>
                  </a:lnTo>
                  <a:lnTo>
                    <a:pt x="356787" y="23560"/>
                  </a:lnTo>
                  <a:lnTo>
                    <a:pt x="363046" y="25718"/>
                  </a:lnTo>
                  <a:lnTo>
                    <a:pt x="369305" y="28017"/>
                  </a:lnTo>
                  <a:lnTo>
                    <a:pt x="375565" y="30374"/>
                  </a:lnTo>
                  <a:lnTo>
                    <a:pt x="381824" y="32823"/>
                  </a:lnTo>
                  <a:lnTo>
                    <a:pt x="388084" y="35373"/>
                  </a:lnTo>
                  <a:lnTo>
                    <a:pt x="394343" y="37969"/>
                  </a:lnTo>
                  <a:lnTo>
                    <a:pt x="400603" y="40705"/>
                  </a:lnTo>
                  <a:lnTo>
                    <a:pt x="406862" y="43444"/>
                  </a:lnTo>
                  <a:lnTo>
                    <a:pt x="413121" y="46359"/>
                  </a:lnTo>
                  <a:lnTo>
                    <a:pt x="419381" y="49273"/>
                  </a:lnTo>
                  <a:lnTo>
                    <a:pt x="425640" y="52325"/>
                  </a:lnTo>
                  <a:lnTo>
                    <a:pt x="431900" y="55411"/>
                  </a:lnTo>
                  <a:lnTo>
                    <a:pt x="438159" y="58591"/>
                  </a:lnTo>
                  <a:lnTo>
                    <a:pt x="444419" y="61843"/>
                  </a:lnTo>
                  <a:lnTo>
                    <a:pt x="450678" y="65148"/>
                  </a:lnTo>
                  <a:lnTo>
                    <a:pt x="456937" y="68557"/>
                  </a:lnTo>
                  <a:lnTo>
                    <a:pt x="463197" y="71982"/>
                  </a:lnTo>
                  <a:lnTo>
                    <a:pt x="469456" y="75541"/>
                  </a:lnTo>
                  <a:lnTo>
                    <a:pt x="475716" y="79100"/>
                  </a:lnTo>
                  <a:lnTo>
                    <a:pt x="481975" y="82783"/>
                  </a:lnTo>
                  <a:lnTo>
                    <a:pt x="488235" y="86483"/>
                  </a:lnTo>
                  <a:lnTo>
                    <a:pt x="494494" y="90271"/>
                  </a:lnTo>
                  <a:lnTo>
                    <a:pt x="500753" y="94105"/>
                  </a:lnTo>
                  <a:lnTo>
                    <a:pt x="507013" y="97992"/>
                  </a:lnTo>
                  <a:lnTo>
                    <a:pt x="513272" y="101952"/>
                  </a:lnTo>
                  <a:lnTo>
                    <a:pt x="519532" y="105934"/>
                  </a:lnTo>
                  <a:lnTo>
                    <a:pt x="525791" y="110011"/>
                  </a:lnTo>
                  <a:lnTo>
                    <a:pt x="532050" y="114088"/>
                  </a:lnTo>
                  <a:lnTo>
                    <a:pt x="538310" y="118270"/>
                  </a:lnTo>
                  <a:lnTo>
                    <a:pt x="544569" y="122456"/>
                  </a:lnTo>
                  <a:lnTo>
                    <a:pt x="550829" y="126716"/>
                  </a:lnTo>
                  <a:lnTo>
                    <a:pt x="557088" y="131002"/>
                  </a:lnTo>
                  <a:lnTo>
                    <a:pt x="563348" y="135335"/>
                  </a:lnTo>
                  <a:lnTo>
                    <a:pt x="569607" y="139714"/>
                  </a:lnTo>
                  <a:lnTo>
                    <a:pt x="575866" y="144116"/>
                  </a:lnTo>
                  <a:lnTo>
                    <a:pt x="582126" y="148578"/>
                  </a:lnTo>
                  <a:lnTo>
                    <a:pt x="588385" y="153044"/>
                  </a:lnTo>
                  <a:lnTo>
                    <a:pt x="594645" y="157581"/>
                  </a:lnTo>
                  <a:lnTo>
                    <a:pt x="600904" y="162119"/>
                  </a:lnTo>
                  <a:lnTo>
                    <a:pt x="607164" y="166712"/>
                  </a:lnTo>
                  <a:lnTo>
                    <a:pt x="613423" y="171316"/>
                  </a:lnTo>
                  <a:lnTo>
                    <a:pt x="619682" y="175956"/>
                  </a:lnTo>
                  <a:lnTo>
                    <a:pt x="625942" y="180619"/>
                  </a:lnTo>
                  <a:lnTo>
                    <a:pt x="632201" y="185301"/>
                  </a:lnTo>
                  <a:lnTo>
                    <a:pt x="638461" y="190015"/>
                  </a:lnTo>
                  <a:lnTo>
                    <a:pt x="644720" y="194735"/>
                  </a:lnTo>
                  <a:lnTo>
                    <a:pt x="650980" y="199491"/>
                  </a:lnTo>
                  <a:lnTo>
                    <a:pt x="657239" y="204248"/>
                  </a:lnTo>
                  <a:lnTo>
                    <a:pt x="663498" y="209036"/>
                  </a:lnTo>
                  <a:lnTo>
                    <a:pt x="669758" y="213827"/>
                  </a:lnTo>
                  <a:lnTo>
                    <a:pt x="676017" y="218637"/>
                  </a:lnTo>
                  <a:lnTo>
                    <a:pt x="682277" y="223455"/>
                  </a:lnTo>
                  <a:lnTo>
                    <a:pt x="688536" y="228282"/>
                  </a:lnTo>
                  <a:lnTo>
                    <a:pt x="694796" y="233119"/>
                  </a:lnTo>
                  <a:lnTo>
                    <a:pt x="701055" y="237959"/>
                  </a:lnTo>
                  <a:lnTo>
                    <a:pt x="707314" y="242809"/>
                  </a:lnTo>
                  <a:lnTo>
                    <a:pt x="713574" y="247658"/>
                  </a:lnTo>
                  <a:lnTo>
                    <a:pt x="719833" y="252512"/>
                  </a:lnTo>
                  <a:lnTo>
                    <a:pt x="726093" y="257366"/>
                  </a:lnTo>
                  <a:lnTo>
                    <a:pt x="732352" y="262218"/>
                  </a:lnTo>
                  <a:lnTo>
                    <a:pt x="738611" y="267070"/>
                  </a:lnTo>
                  <a:lnTo>
                    <a:pt x="744871" y="271917"/>
                  </a:lnTo>
                  <a:lnTo>
                    <a:pt x="751130" y="276760"/>
                  </a:lnTo>
                  <a:lnTo>
                    <a:pt x="757390" y="281597"/>
                  </a:lnTo>
                  <a:lnTo>
                    <a:pt x="763649" y="286424"/>
                  </a:lnTo>
                  <a:lnTo>
                    <a:pt x="769909" y="291250"/>
                  </a:lnTo>
                  <a:lnTo>
                    <a:pt x="776168" y="296055"/>
                  </a:lnTo>
                  <a:lnTo>
                    <a:pt x="782427" y="300860"/>
                  </a:lnTo>
                  <a:lnTo>
                    <a:pt x="788687" y="305641"/>
                  </a:lnTo>
                  <a:lnTo>
                    <a:pt x="794946" y="310418"/>
                  </a:lnTo>
                  <a:lnTo>
                    <a:pt x="801206" y="315174"/>
                  </a:lnTo>
                  <a:lnTo>
                    <a:pt x="807465" y="319917"/>
                  </a:lnTo>
                  <a:lnTo>
                    <a:pt x="813725" y="324645"/>
                  </a:lnTo>
                  <a:lnTo>
                    <a:pt x="819984" y="329349"/>
                  </a:lnTo>
                  <a:lnTo>
                    <a:pt x="826243" y="334045"/>
                  </a:lnTo>
                  <a:lnTo>
                    <a:pt x="832503" y="338705"/>
                  </a:lnTo>
                  <a:lnTo>
                    <a:pt x="838762" y="343364"/>
                  </a:lnTo>
                  <a:lnTo>
                    <a:pt x="845022" y="347977"/>
                  </a:lnTo>
                  <a:lnTo>
                    <a:pt x="851281" y="352587"/>
                  </a:lnTo>
                  <a:lnTo>
                    <a:pt x="857541" y="357158"/>
                  </a:lnTo>
                  <a:lnTo>
                    <a:pt x="863800" y="361714"/>
                  </a:lnTo>
                  <a:lnTo>
                    <a:pt x="870059" y="366241"/>
                  </a:lnTo>
                  <a:lnTo>
                    <a:pt x="876319" y="370737"/>
                  </a:lnTo>
                  <a:lnTo>
                    <a:pt x="882578" y="375218"/>
                  </a:lnTo>
                  <a:lnTo>
                    <a:pt x="888838" y="379652"/>
                  </a:lnTo>
                  <a:lnTo>
                    <a:pt x="895097" y="384084"/>
                  </a:lnTo>
                  <a:lnTo>
                    <a:pt x="901356" y="388451"/>
                  </a:lnTo>
                  <a:lnTo>
                    <a:pt x="907616" y="392818"/>
                  </a:lnTo>
                  <a:lnTo>
                    <a:pt x="913875" y="397129"/>
                  </a:lnTo>
                  <a:lnTo>
                    <a:pt x="920135" y="401426"/>
                  </a:lnTo>
                  <a:lnTo>
                    <a:pt x="926394" y="405680"/>
                  </a:lnTo>
                  <a:lnTo>
                    <a:pt x="932654" y="409904"/>
                  </a:lnTo>
                  <a:lnTo>
                    <a:pt x="938913" y="414100"/>
                  </a:lnTo>
                  <a:lnTo>
                    <a:pt x="945172" y="418246"/>
                  </a:lnTo>
                  <a:lnTo>
                    <a:pt x="951432" y="422383"/>
                  </a:lnTo>
                  <a:lnTo>
                    <a:pt x="957691" y="426450"/>
                  </a:lnTo>
                  <a:lnTo>
                    <a:pt x="963951" y="430517"/>
                  </a:lnTo>
                  <a:lnTo>
                    <a:pt x="970210" y="434510"/>
                  </a:lnTo>
                  <a:lnTo>
                    <a:pt x="976470" y="438495"/>
                  </a:lnTo>
                  <a:lnTo>
                    <a:pt x="982729" y="442423"/>
                  </a:lnTo>
                  <a:lnTo>
                    <a:pt x="988988" y="446324"/>
                  </a:lnTo>
                  <a:lnTo>
                    <a:pt x="995248" y="450186"/>
                  </a:lnTo>
                  <a:lnTo>
                    <a:pt x="1001507" y="454000"/>
                  </a:lnTo>
                  <a:lnTo>
                    <a:pt x="1007767" y="457795"/>
                  </a:lnTo>
                  <a:lnTo>
                    <a:pt x="1014026" y="461521"/>
                  </a:lnTo>
                  <a:lnTo>
                    <a:pt x="1020286" y="465246"/>
                  </a:lnTo>
                  <a:lnTo>
                    <a:pt x="1026545" y="468883"/>
                  </a:lnTo>
                  <a:lnTo>
                    <a:pt x="1032804" y="472519"/>
                  </a:lnTo>
                  <a:lnTo>
                    <a:pt x="1039064" y="476086"/>
                  </a:lnTo>
                  <a:lnTo>
                    <a:pt x="1045323" y="479630"/>
                  </a:lnTo>
                  <a:lnTo>
                    <a:pt x="1051583" y="483127"/>
                  </a:lnTo>
                  <a:lnTo>
                    <a:pt x="1057842" y="486579"/>
                  </a:lnTo>
                  <a:lnTo>
                    <a:pt x="1064101" y="490004"/>
                  </a:lnTo>
                  <a:lnTo>
                    <a:pt x="1070361" y="493363"/>
                  </a:lnTo>
                  <a:lnTo>
                    <a:pt x="1076620" y="496716"/>
                  </a:lnTo>
                  <a:lnTo>
                    <a:pt x="1082880" y="499980"/>
                  </a:lnTo>
                  <a:lnTo>
                    <a:pt x="1089139" y="503245"/>
                  </a:lnTo>
                  <a:lnTo>
                    <a:pt x="1095399" y="506432"/>
                  </a:lnTo>
                  <a:lnTo>
                    <a:pt x="1101658" y="509602"/>
                  </a:lnTo>
                  <a:lnTo>
                    <a:pt x="1107917" y="512716"/>
                  </a:lnTo>
                  <a:lnTo>
                    <a:pt x="1114177" y="515792"/>
                  </a:lnTo>
                  <a:lnTo>
                    <a:pt x="1120436" y="518832"/>
                  </a:lnTo>
                  <a:lnTo>
                    <a:pt x="1126696" y="521813"/>
                  </a:lnTo>
                  <a:lnTo>
                    <a:pt x="1132955" y="524780"/>
                  </a:lnTo>
                  <a:lnTo>
                    <a:pt x="1139215" y="527667"/>
                  </a:lnTo>
                  <a:lnTo>
                    <a:pt x="1145474" y="530553"/>
                  </a:lnTo>
                  <a:lnTo>
                    <a:pt x="1151733" y="533353"/>
                  </a:lnTo>
                  <a:lnTo>
                    <a:pt x="1157993" y="536145"/>
                  </a:lnTo>
                  <a:lnTo>
                    <a:pt x="1164252" y="538872"/>
                  </a:lnTo>
                  <a:lnTo>
                    <a:pt x="1170512" y="541570"/>
                  </a:lnTo>
                  <a:lnTo>
                    <a:pt x="1176771" y="544225"/>
                  </a:lnTo>
                  <a:lnTo>
                    <a:pt x="1183031" y="546829"/>
                  </a:lnTo>
                  <a:lnTo>
                    <a:pt x="1189290" y="549412"/>
                  </a:lnTo>
                  <a:lnTo>
                    <a:pt x="1195549" y="551923"/>
                  </a:lnTo>
                  <a:lnTo>
                    <a:pt x="1201809" y="554434"/>
                  </a:lnTo>
                  <a:lnTo>
                    <a:pt x="1208068" y="556854"/>
                  </a:lnTo>
                  <a:lnTo>
                    <a:pt x="1214328" y="559273"/>
                  </a:lnTo>
                  <a:lnTo>
                    <a:pt x="1220587" y="561622"/>
                  </a:lnTo>
                  <a:lnTo>
                    <a:pt x="1226846" y="563950"/>
                  </a:lnTo>
                  <a:lnTo>
                    <a:pt x="1233106" y="566229"/>
                  </a:lnTo>
                  <a:lnTo>
                    <a:pt x="1239365" y="568467"/>
                  </a:lnTo>
                  <a:lnTo>
                    <a:pt x="1245625" y="570677"/>
                  </a:lnTo>
                  <a:lnTo>
                    <a:pt x="1251884" y="572826"/>
                  </a:lnTo>
                  <a:lnTo>
                    <a:pt x="1258144" y="574967"/>
                  </a:lnTo>
                  <a:lnTo>
                    <a:pt x="1264403" y="577028"/>
                  </a:lnTo>
                  <a:lnTo>
                    <a:pt x="1270662" y="579090"/>
                  </a:lnTo>
                  <a:lnTo>
                    <a:pt x="1276922" y="581077"/>
                  </a:lnTo>
                  <a:lnTo>
                    <a:pt x="1283181" y="583052"/>
                  </a:lnTo>
                  <a:lnTo>
                    <a:pt x="1289441" y="584973"/>
                  </a:lnTo>
                  <a:lnTo>
                    <a:pt x="1295700" y="586863"/>
                  </a:lnTo>
                  <a:lnTo>
                    <a:pt x="1301960" y="588719"/>
                  </a:lnTo>
                  <a:lnTo>
                    <a:pt x="1308219" y="590526"/>
                  </a:lnTo>
                  <a:lnTo>
                    <a:pt x="1314478" y="592318"/>
                  </a:lnTo>
                  <a:lnTo>
                    <a:pt x="1320738" y="594043"/>
                  </a:lnTo>
                  <a:lnTo>
                    <a:pt x="1326997" y="595768"/>
                  </a:lnTo>
                  <a:lnTo>
                    <a:pt x="1333257" y="597416"/>
                  </a:lnTo>
                  <a:lnTo>
                    <a:pt x="1339516" y="599061"/>
                  </a:lnTo>
                  <a:lnTo>
                    <a:pt x="1345776" y="600649"/>
                  </a:lnTo>
                  <a:lnTo>
                    <a:pt x="1352035" y="602215"/>
                  </a:lnTo>
                  <a:lnTo>
                    <a:pt x="1358294" y="603743"/>
                  </a:lnTo>
                  <a:lnTo>
                    <a:pt x="1364554" y="605232"/>
                  </a:lnTo>
                  <a:lnTo>
                    <a:pt x="1370813" y="606702"/>
                  </a:lnTo>
                  <a:lnTo>
                    <a:pt x="1377073" y="608116"/>
                  </a:lnTo>
                  <a:lnTo>
                    <a:pt x="1383332" y="609528"/>
                  </a:lnTo>
                  <a:lnTo>
                    <a:pt x="1389592" y="610869"/>
                  </a:lnTo>
                  <a:lnTo>
                    <a:pt x="1395851" y="612210"/>
                  </a:lnTo>
                  <a:lnTo>
                    <a:pt x="1402110" y="613494"/>
                  </a:lnTo>
                  <a:lnTo>
                    <a:pt x="1408370" y="614764"/>
                  </a:lnTo>
                  <a:lnTo>
                    <a:pt x="1414629" y="615994"/>
                  </a:lnTo>
                  <a:lnTo>
                    <a:pt x="1420889" y="617195"/>
                  </a:lnTo>
                  <a:lnTo>
                    <a:pt x="1427148" y="618372"/>
                  </a:lnTo>
                  <a:lnTo>
                    <a:pt x="1433407" y="619505"/>
                  </a:lnTo>
                  <a:lnTo>
                    <a:pt x="1439667" y="620630"/>
                  </a:lnTo>
                  <a:lnTo>
                    <a:pt x="1445926" y="621698"/>
                  </a:lnTo>
                  <a:lnTo>
                    <a:pt x="1452186" y="622767"/>
                  </a:lnTo>
                  <a:lnTo>
                    <a:pt x="1458445" y="623778"/>
                  </a:lnTo>
                  <a:lnTo>
                    <a:pt x="1464705" y="624783"/>
                  </a:lnTo>
                  <a:lnTo>
                    <a:pt x="1470964" y="625746"/>
                  </a:lnTo>
                  <a:lnTo>
                    <a:pt x="1477223" y="626690"/>
                  </a:lnTo>
                  <a:lnTo>
                    <a:pt x="1483483" y="627607"/>
                  </a:lnTo>
                  <a:lnTo>
                    <a:pt x="1489742" y="628491"/>
                  </a:lnTo>
                  <a:lnTo>
                    <a:pt x="1496002" y="629363"/>
                  </a:lnTo>
                  <a:lnTo>
                    <a:pt x="1502261" y="630189"/>
                  </a:lnTo>
                  <a:lnTo>
                    <a:pt x="1508521" y="631016"/>
                  </a:lnTo>
                  <a:lnTo>
                    <a:pt x="1514780" y="631789"/>
                  </a:lnTo>
                  <a:lnTo>
                    <a:pt x="1521039" y="632560"/>
                  </a:lnTo>
                  <a:lnTo>
                    <a:pt x="1527299" y="633291"/>
                  </a:lnTo>
                  <a:lnTo>
                    <a:pt x="1533558" y="634009"/>
                  </a:lnTo>
                  <a:lnTo>
                    <a:pt x="1539818" y="634700"/>
                  </a:lnTo>
                  <a:lnTo>
                    <a:pt x="1546077" y="635367"/>
                  </a:lnTo>
                  <a:lnTo>
                    <a:pt x="1552337" y="636020"/>
                  </a:lnTo>
                  <a:lnTo>
                    <a:pt x="1558596" y="636637"/>
                  </a:lnTo>
                  <a:lnTo>
                    <a:pt x="1564855" y="637252"/>
                  </a:lnTo>
                  <a:lnTo>
                    <a:pt x="1571115" y="637822"/>
                  </a:lnTo>
                  <a:lnTo>
                    <a:pt x="1577374" y="638393"/>
                  </a:lnTo>
                  <a:lnTo>
                    <a:pt x="1583634" y="638925"/>
                  </a:lnTo>
                  <a:lnTo>
                    <a:pt x="1589893" y="639451"/>
                  </a:lnTo>
                  <a:lnTo>
                    <a:pt x="1596152" y="639950"/>
                  </a:lnTo>
                  <a:lnTo>
                    <a:pt x="1602412" y="640432"/>
                  </a:lnTo>
                  <a:lnTo>
                    <a:pt x="1608671" y="640898"/>
                  </a:lnTo>
                  <a:lnTo>
                    <a:pt x="1614931" y="641339"/>
                  </a:lnTo>
                  <a:lnTo>
                    <a:pt x="1621190" y="641774"/>
                  </a:lnTo>
                  <a:lnTo>
                    <a:pt x="1627450" y="642175"/>
                  </a:lnTo>
                  <a:lnTo>
                    <a:pt x="1633709" y="642577"/>
                  </a:lnTo>
                  <a:lnTo>
                    <a:pt x="1639968" y="642944"/>
                  </a:lnTo>
                  <a:lnTo>
                    <a:pt x="1646228" y="643308"/>
                  </a:lnTo>
                  <a:lnTo>
                    <a:pt x="1652487" y="643648"/>
                  </a:lnTo>
                  <a:lnTo>
                    <a:pt x="1658747" y="643977"/>
                  </a:lnTo>
                  <a:lnTo>
                    <a:pt x="1665006" y="644290"/>
                  </a:lnTo>
                  <a:lnTo>
                    <a:pt x="1671266" y="644585"/>
                  </a:lnTo>
                  <a:lnTo>
                    <a:pt x="1677525" y="644872"/>
                  </a:lnTo>
                  <a:lnTo>
                    <a:pt x="1683784" y="645136"/>
                  </a:lnTo>
                  <a:lnTo>
                    <a:pt x="1690044" y="645399"/>
                  </a:lnTo>
                  <a:lnTo>
                    <a:pt x="1696303" y="645633"/>
                  </a:lnTo>
                  <a:lnTo>
                    <a:pt x="1702563" y="645866"/>
                  </a:lnTo>
                  <a:lnTo>
                    <a:pt x="1708822" y="646078"/>
                  </a:lnTo>
                  <a:lnTo>
                    <a:pt x="1715082" y="646283"/>
                  </a:lnTo>
                  <a:lnTo>
                    <a:pt x="1721341" y="646474"/>
                  </a:lnTo>
                  <a:lnTo>
                    <a:pt x="1727600" y="646653"/>
                  </a:lnTo>
                  <a:lnTo>
                    <a:pt x="1733860" y="646824"/>
                  </a:lnTo>
                  <a:lnTo>
                    <a:pt x="1740119" y="646978"/>
                  </a:lnTo>
                  <a:lnTo>
                    <a:pt x="1746379" y="647130"/>
                  </a:lnTo>
                  <a:lnTo>
                    <a:pt x="1752638" y="647262"/>
                  </a:lnTo>
                  <a:lnTo>
                    <a:pt x="1758897" y="647393"/>
                  </a:lnTo>
                  <a:lnTo>
                    <a:pt x="1765157" y="647506"/>
                  </a:lnTo>
                  <a:lnTo>
                    <a:pt x="1771416" y="647616"/>
                  </a:lnTo>
                  <a:lnTo>
                    <a:pt x="1777676" y="647713"/>
                  </a:lnTo>
                  <a:lnTo>
                    <a:pt x="1783935" y="647803"/>
                  </a:lnTo>
                  <a:lnTo>
                    <a:pt x="1790195" y="647885"/>
                  </a:lnTo>
                  <a:lnTo>
                    <a:pt x="1796454" y="647957"/>
                  </a:lnTo>
                  <a:lnTo>
                    <a:pt x="1802713" y="648026"/>
                  </a:lnTo>
                  <a:lnTo>
                    <a:pt x="1808973" y="648081"/>
                  </a:lnTo>
                  <a:lnTo>
                    <a:pt x="1815232" y="648136"/>
                  </a:lnTo>
                  <a:lnTo>
                    <a:pt x="1821492" y="648176"/>
                  </a:lnTo>
                  <a:lnTo>
                    <a:pt x="1827751" y="648216"/>
                  </a:lnTo>
                  <a:lnTo>
                    <a:pt x="1834011" y="648245"/>
                  </a:lnTo>
                  <a:lnTo>
                    <a:pt x="1840270" y="648271"/>
                  </a:lnTo>
                  <a:lnTo>
                    <a:pt x="1846529" y="648291"/>
                  </a:lnTo>
                  <a:lnTo>
                    <a:pt x="1852789" y="648304"/>
                  </a:lnTo>
                  <a:lnTo>
                    <a:pt x="1859048" y="648314"/>
                  </a:lnTo>
                  <a:lnTo>
                    <a:pt x="1865308" y="648315"/>
                  </a:lnTo>
                  <a:lnTo>
                    <a:pt x="1871567" y="648317"/>
                  </a:lnTo>
                  <a:lnTo>
                    <a:pt x="1877827" y="648308"/>
                  </a:lnTo>
                  <a:lnTo>
                    <a:pt x="1884086" y="648300"/>
                  </a:lnTo>
                  <a:lnTo>
                    <a:pt x="1890345" y="648284"/>
                  </a:lnTo>
                  <a:lnTo>
                    <a:pt x="1896605" y="648267"/>
                  </a:lnTo>
                  <a:lnTo>
                    <a:pt x="1902864" y="648245"/>
                  </a:lnTo>
                  <a:lnTo>
                    <a:pt x="1909124" y="648220"/>
                  </a:lnTo>
                  <a:lnTo>
                    <a:pt x="1915383" y="648193"/>
                  </a:lnTo>
                  <a:lnTo>
                    <a:pt x="1921642" y="648161"/>
                  </a:lnTo>
                  <a:lnTo>
                    <a:pt x="1927902" y="648128"/>
                  </a:lnTo>
                  <a:lnTo>
                    <a:pt x="1934161" y="648091"/>
                  </a:lnTo>
                  <a:lnTo>
                    <a:pt x="1940421" y="648054"/>
                  </a:lnTo>
                  <a:lnTo>
                    <a:pt x="1946680" y="648012"/>
                  </a:lnTo>
                  <a:lnTo>
                    <a:pt x="1952940" y="647970"/>
                  </a:lnTo>
                  <a:lnTo>
                    <a:pt x="1959199" y="647925"/>
                  </a:lnTo>
                  <a:lnTo>
                    <a:pt x="1965458" y="647879"/>
                  </a:lnTo>
                  <a:lnTo>
                    <a:pt x="1971718" y="647832"/>
                  </a:lnTo>
                  <a:lnTo>
                    <a:pt x="1977977" y="647783"/>
                  </a:lnTo>
                  <a:lnTo>
                    <a:pt x="1984237" y="647734"/>
                  </a:lnTo>
                  <a:lnTo>
                    <a:pt x="1990496" y="647683"/>
                  </a:lnTo>
                  <a:lnTo>
                    <a:pt x="1996756" y="647632"/>
                  </a:lnTo>
                  <a:lnTo>
                    <a:pt x="2003015" y="647579"/>
                  </a:lnTo>
                  <a:lnTo>
                    <a:pt x="2009274" y="647527"/>
                  </a:lnTo>
                  <a:lnTo>
                    <a:pt x="2015534" y="647474"/>
                  </a:lnTo>
                  <a:lnTo>
                    <a:pt x="2021793" y="647421"/>
                  </a:lnTo>
                  <a:lnTo>
                    <a:pt x="2028053" y="647368"/>
                  </a:lnTo>
                  <a:lnTo>
                    <a:pt x="2034312" y="647315"/>
                  </a:lnTo>
                  <a:lnTo>
                    <a:pt x="2040572" y="647262"/>
                  </a:lnTo>
                  <a:lnTo>
                    <a:pt x="2046831" y="647209"/>
                  </a:lnTo>
                  <a:lnTo>
                    <a:pt x="2053090" y="647157"/>
                  </a:lnTo>
                  <a:lnTo>
                    <a:pt x="2059350" y="647106"/>
                  </a:lnTo>
                  <a:lnTo>
                    <a:pt x="2065609" y="647054"/>
                  </a:lnTo>
                  <a:lnTo>
                    <a:pt x="2071869" y="647004"/>
                  </a:lnTo>
                  <a:lnTo>
                    <a:pt x="2078128" y="646954"/>
                  </a:lnTo>
                  <a:lnTo>
                    <a:pt x="2084388" y="646906"/>
                  </a:lnTo>
                  <a:lnTo>
                    <a:pt x="2090647" y="646858"/>
                  </a:lnTo>
                  <a:lnTo>
                    <a:pt x="2096906" y="646811"/>
                  </a:lnTo>
                  <a:lnTo>
                    <a:pt x="2103166" y="646766"/>
                  </a:lnTo>
                  <a:lnTo>
                    <a:pt x="2109425" y="646721"/>
                  </a:lnTo>
                  <a:lnTo>
                    <a:pt x="2115685" y="646679"/>
                  </a:lnTo>
                  <a:lnTo>
                    <a:pt x="2121944" y="646636"/>
                  </a:lnTo>
                  <a:lnTo>
                    <a:pt x="2128203" y="646597"/>
                  </a:lnTo>
                  <a:lnTo>
                    <a:pt x="2134463" y="646558"/>
                  </a:lnTo>
                  <a:lnTo>
                    <a:pt x="2140722" y="646521"/>
                  </a:lnTo>
                  <a:lnTo>
                    <a:pt x="2146982" y="646485"/>
                  </a:lnTo>
                  <a:lnTo>
                    <a:pt x="2153241" y="646451"/>
                  </a:lnTo>
                  <a:lnTo>
                    <a:pt x="2159501" y="646418"/>
                  </a:lnTo>
                  <a:lnTo>
                    <a:pt x="2165760" y="646387"/>
                  </a:lnTo>
                  <a:lnTo>
                    <a:pt x="2172019" y="646359"/>
                  </a:lnTo>
                  <a:lnTo>
                    <a:pt x="2178279" y="646331"/>
                  </a:lnTo>
                  <a:lnTo>
                    <a:pt x="2184538" y="646306"/>
                  </a:lnTo>
                  <a:lnTo>
                    <a:pt x="2190798" y="646282"/>
                  </a:lnTo>
                  <a:lnTo>
                    <a:pt x="2197057" y="646261"/>
                  </a:lnTo>
                  <a:lnTo>
                    <a:pt x="2203317" y="646241"/>
                  </a:lnTo>
                  <a:lnTo>
                    <a:pt x="2209576" y="646223"/>
                  </a:lnTo>
                  <a:lnTo>
                    <a:pt x="2215835" y="646207"/>
                  </a:lnTo>
                  <a:lnTo>
                    <a:pt x="2222095" y="646193"/>
                  </a:lnTo>
                  <a:lnTo>
                    <a:pt x="2228354" y="646182"/>
                  </a:lnTo>
                  <a:lnTo>
                    <a:pt x="2234614" y="646171"/>
                  </a:lnTo>
                  <a:lnTo>
                    <a:pt x="2240873" y="646164"/>
                  </a:lnTo>
                  <a:lnTo>
                    <a:pt x="2247133" y="646157"/>
                  </a:lnTo>
                  <a:lnTo>
                    <a:pt x="2253392" y="646154"/>
                  </a:lnTo>
                  <a:lnTo>
                    <a:pt x="2259651" y="646152"/>
                  </a:lnTo>
                  <a:lnTo>
                    <a:pt x="2265911" y="646152"/>
                  </a:lnTo>
                  <a:lnTo>
                    <a:pt x="2272170" y="646154"/>
                  </a:lnTo>
                  <a:lnTo>
                    <a:pt x="2278430" y="646159"/>
                  </a:lnTo>
                  <a:lnTo>
                    <a:pt x="2284689" y="646165"/>
                  </a:lnTo>
                  <a:lnTo>
                    <a:pt x="2290948" y="646173"/>
                  </a:lnTo>
                  <a:lnTo>
                    <a:pt x="2297208" y="646185"/>
                  </a:lnTo>
                  <a:lnTo>
                    <a:pt x="2303467" y="646196"/>
                  </a:lnTo>
                  <a:lnTo>
                    <a:pt x="2309727" y="646212"/>
                  </a:lnTo>
                  <a:lnTo>
                    <a:pt x="2315986" y="646228"/>
                  </a:lnTo>
                  <a:lnTo>
                    <a:pt x="2322246" y="646248"/>
                  </a:lnTo>
                  <a:lnTo>
                    <a:pt x="2328505" y="646268"/>
                  </a:lnTo>
                  <a:lnTo>
                    <a:pt x="2334764" y="646291"/>
                  </a:lnTo>
                  <a:lnTo>
                    <a:pt x="2341024" y="646317"/>
                  </a:lnTo>
                  <a:lnTo>
                    <a:pt x="2347283" y="646343"/>
                  </a:lnTo>
                  <a:lnTo>
                    <a:pt x="2353543" y="646373"/>
                  </a:lnTo>
                  <a:lnTo>
                    <a:pt x="2359802" y="646404"/>
                  </a:lnTo>
                  <a:lnTo>
                    <a:pt x="2366062" y="646439"/>
                  </a:lnTo>
                  <a:lnTo>
                    <a:pt x="2372321" y="646473"/>
                  </a:lnTo>
                  <a:lnTo>
                    <a:pt x="2378580" y="646512"/>
                  </a:lnTo>
                  <a:lnTo>
                    <a:pt x="2384840" y="646551"/>
                  </a:lnTo>
                  <a:lnTo>
                    <a:pt x="2391099" y="646594"/>
                  </a:lnTo>
                  <a:lnTo>
                    <a:pt x="2397359" y="646638"/>
                  </a:lnTo>
                  <a:lnTo>
                    <a:pt x="2403618" y="646684"/>
                  </a:lnTo>
                  <a:lnTo>
                    <a:pt x="2409878" y="646733"/>
                  </a:lnTo>
                  <a:lnTo>
                    <a:pt x="2416137" y="646783"/>
                  </a:lnTo>
                  <a:lnTo>
                    <a:pt x="2422396" y="646836"/>
                  </a:lnTo>
                  <a:lnTo>
                    <a:pt x="2428656" y="646890"/>
                  </a:lnTo>
                  <a:lnTo>
                    <a:pt x="2434915" y="646949"/>
                  </a:lnTo>
                  <a:lnTo>
                    <a:pt x="2441175" y="647007"/>
                  </a:lnTo>
                  <a:lnTo>
                    <a:pt x="2447434" y="647070"/>
                  </a:lnTo>
                  <a:lnTo>
                    <a:pt x="2453693" y="647134"/>
                  </a:lnTo>
                  <a:lnTo>
                    <a:pt x="2459953" y="647200"/>
                  </a:lnTo>
                  <a:lnTo>
                    <a:pt x="2466212" y="647269"/>
                  </a:lnTo>
                  <a:lnTo>
                    <a:pt x="2472472" y="647339"/>
                  </a:lnTo>
                  <a:lnTo>
                    <a:pt x="2478731" y="647413"/>
                  </a:lnTo>
                  <a:lnTo>
                    <a:pt x="2484991" y="647488"/>
                  </a:lnTo>
                  <a:lnTo>
                    <a:pt x="2491250" y="647568"/>
                  </a:lnTo>
                  <a:lnTo>
                    <a:pt x="2497509" y="647647"/>
                  </a:lnTo>
                  <a:lnTo>
                    <a:pt x="2503769" y="647732"/>
                  </a:lnTo>
                  <a:lnTo>
                    <a:pt x="2510028" y="647817"/>
                  </a:lnTo>
                  <a:lnTo>
                    <a:pt x="2516288" y="647906"/>
                  </a:lnTo>
                  <a:lnTo>
                    <a:pt x="2522547" y="647997"/>
                  </a:lnTo>
                  <a:lnTo>
                    <a:pt x="2528807" y="648090"/>
                  </a:lnTo>
                  <a:lnTo>
                    <a:pt x="2535066" y="648188"/>
                  </a:lnTo>
                  <a:lnTo>
                    <a:pt x="2541325" y="648286"/>
                  </a:lnTo>
                  <a:lnTo>
                    <a:pt x="2547585" y="648390"/>
                  </a:lnTo>
                  <a:lnTo>
                    <a:pt x="2553844" y="648494"/>
                  </a:lnTo>
                  <a:lnTo>
                    <a:pt x="2560104" y="648604"/>
                  </a:lnTo>
                  <a:lnTo>
                    <a:pt x="2566363" y="648714"/>
                  </a:lnTo>
                  <a:lnTo>
                    <a:pt x="2572623" y="648829"/>
                  </a:lnTo>
                  <a:lnTo>
                    <a:pt x="2578882" y="648947"/>
                  </a:lnTo>
                  <a:lnTo>
                    <a:pt x="2585141" y="649068"/>
                  </a:lnTo>
                  <a:lnTo>
                    <a:pt x="2591401" y="649193"/>
                  </a:lnTo>
                  <a:lnTo>
                    <a:pt x="2597660" y="649319"/>
                  </a:lnTo>
                  <a:lnTo>
                    <a:pt x="2603920" y="649452"/>
                  </a:lnTo>
                  <a:lnTo>
                    <a:pt x="2610179" y="649585"/>
                  </a:lnTo>
                  <a:lnTo>
                    <a:pt x="2616438" y="649725"/>
                  </a:lnTo>
                  <a:lnTo>
                    <a:pt x="2622698" y="649867"/>
                  </a:lnTo>
                  <a:lnTo>
                    <a:pt x="2628957" y="650014"/>
                  </a:lnTo>
                  <a:lnTo>
                    <a:pt x="2635217" y="650163"/>
                  </a:lnTo>
                  <a:lnTo>
                    <a:pt x="2641476" y="650317"/>
                  </a:lnTo>
                  <a:lnTo>
                    <a:pt x="2647736" y="650476"/>
                  </a:lnTo>
                  <a:lnTo>
                    <a:pt x="2653995" y="650637"/>
                  </a:lnTo>
                  <a:lnTo>
                    <a:pt x="2660254" y="650806"/>
                  </a:lnTo>
                  <a:lnTo>
                    <a:pt x="2666514" y="650974"/>
                  </a:lnTo>
                  <a:lnTo>
                    <a:pt x="2672773" y="651153"/>
                  </a:lnTo>
                  <a:lnTo>
                    <a:pt x="2679033" y="651331"/>
                  </a:lnTo>
                  <a:lnTo>
                    <a:pt x="2685292" y="651518"/>
                  </a:lnTo>
                  <a:lnTo>
                    <a:pt x="2691552" y="651706"/>
                  </a:lnTo>
                  <a:lnTo>
                    <a:pt x="2697811" y="651902"/>
                  </a:lnTo>
                  <a:lnTo>
                    <a:pt x="2704070" y="652101"/>
                  </a:lnTo>
                  <a:lnTo>
                    <a:pt x="2710330" y="652305"/>
                  </a:lnTo>
                  <a:lnTo>
                    <a:pt x="2716589" y="652517"/>
                  </a:lnTo>
                  <a:lnTo>
                    <a:pt x="2722849" y="652730"/>
                  </a:lnTo>
                  <a:lnTo>
                    <a:pt x="2729108" y="652954"/>
                  </a:lnTo>
                  <a:lnTo>
                    <a:pt x="2735368" y="653177"/>
                  </a:lnTo>
                  <a:lnTo>
                    <a:pt x="2741627" y="653412"/>
                  </a:lnTo>
                  <a:lnTo>
                    <a:pt x="2747886" y="653649"/>
                  </a:lnTo>
                  <a:lnTo>
                    <a:pt x="2754146" y="653894"/>
                  </a:lnTo>
                  <a:lnTo>
                    <a:pt x="2760405" y="654143"/>
                  </a:lnTo>
                  <a:lnTo>
                    <a:pt x="2766665" y="654399"/>
                  </a:lnTo>
                  <a:lnTo>
                    <a:pt x="2772924" y="654662"/>
                  </a:lnTo>
                  <a:lnTo>
                    <a:pt x="2779184" y="654929"/>
                  </a:lnTo>
                  <a:lnTo>
                    <a:pt x="2785443" y="655207"/>
                  </a:lnTo>
                  <a:lnTo>
                    <a:pt x="2791702" y="655485"/>
                  </a:lnTo>
                  <a:lnTo>
                    <a:pt x="2797962" y="655777"/>
                  </a:lnTo>
                  <a:lnTo>
                    <a:pt x="2804221" y="656070"/>
                  </a:lnTo>
                  <a:lnTo>
                    <a:pt x="2810481" y="656374"/>
                  </a:lnTo>
                  <a:lnTo>
                    <a:pt x="2816740" y="656682"/>
                  </a:lnTo>
                  <a:lnTo>
                    <a:pt x="2822999" y="656999"/>
                  </a:lnTo>
                  <a:lnTo>
                    <a:pt x="2829259" y="657323"/>
                  </a:lnTo>
                  <a:lnTo>
                    <a:pt x="2835518" y="657653"/>
                  </a:lnTo>
                  <a:lnTo>
                    <a:pt x="2841778" y="657993"/>
                  </a:lnTo>
                  <a:lnTo>
                    <a:pt x="2848037" y="658335"/>
                  </a:lnTo>
                  <a:lnTo>
                    <a:pt x="2854297" y="658693"/>
                  </a:lnTo>
                  <a:lnTo>
                    <a:pt x="2860556" y="659051"/>
                  </a:lnTo>
                  <a:lnTo>
                    <a:pt x="2866815" y="659424"/>
                  </a:lnTo>
                  <a:lnTo>
                    <a:pt x="2873075" y="659799"/>
                  </a:lnTo>
                  <a:lnTo>
                    <a:pt x="2879334" y="660186"/>
                  </a:lnTo>
                  <a:lnTo>
                    <a:pt x="2885594" y="660579"/>
                  </a:lnTo>
                  <a:lnTo>
                    <a:pt x="2891853" y="660979"/>
                  </a:lnTo>
                  <a:lnTo>
                    <a:pt x="2898113" y="661391"/>
                  </a:lnTo>
                  <a:lnTo>
                    <a:pt x="2904372" y="661806"/>
                  </a:lnTo>
                  <a:lnTo>
                    <a:pt x="2910631" y="662237"/>
                  </a:lnTo>
                  <a:lnTo>
                    <a:pt x="2916891" y="662667"/>
                  </a:lnTo>
                  <a:lnTo>
                    <a:pt x="2923150" y="663116"/>
                  </a:lnTo>
                  <a:lnTo>
                    <a:pt x="2929410" y="663565"/>
                  </a:lnTo>
                  <a:lnTo>
                    <a:pt x="2935669" y="664029"/>
                  </a:lnTo>
                  <a:lnTo>
                    <a:pt x="2941929" y="664498"/>
                  </a:lnTo>
                  <a:lnTo>
                    <a:pt x="2948188" y="664977"/>
                  </a:lnTo>
                  <a:lnTo>
                    <a:pt x="2954447" y="665466"/>
                  </a:lnTo>
                  <a:lnTo>
                    <a:pt x="2960707" y="665960"/>
                  </a:lnTo>
                  <a:lnTo>
                    <a:pt x="2966966" y="666469"/>
                  </a:lnTo>
                  <a:lnTo>
                    <a:pt x="2973226" y="666978"/>
                  </a:lnTo>
                  <a:lnTo>
                    <a:pt x="2979485" y="667507"/>
                  </a:lnTo>
                  <a:lnTo>
                    <a:pt x="2985744" y="668037"/>
                  </a:lnTo>
                  <a:lnTo>
                    <a:pt x="2992004" y="668582"/>
                  </a:lnTo>
                  <a:lnTo>
                    <a:pt x="2998263" y="669132"/>
                  </a:lnTo>
                  <a:lnTo>
                    <a:pt x="3004523" y="669693"/>
                  </a:lnTo>
                  <a:lnTo>
                    <a:pt x="3010782" y="670263"/>
                  </a:lnTo>
                  <a:lnTo>
                    <a:pt x="3017042" y="670840"/>
                  </a:lnTo>
                  <a:lnTo>
                    <a:pt x="3023301" y="671430"/>
                  </a:lnTo>
                  <a:lnTo>
                    <a:pt x="3029560" y="672023"/>
                  </a:lnTo>
                  <a:lnTo>
                    <a:pt x="3035820" y="672634"/>
                  </a:lnTo>
                  <a:lnTo>
                    <a:pt x="3042079" y="673245"/>
                  </a:lnTo>
                  <a:lnTo>
                    <a:pt x="3048339" y="673874"/>
                  </a:lnTo>
                  <a:lnTo>
                    <a:pt x="3054598" y="674506"/>
                  </a:lnTo>
                  <a:lnTo>
                    <a:pt x="3060858" y="675151"/>
                  </a:lnTo>
                  <a:lnTo>
                    <a:pt x="3067117" y="675803"/>
                  </a:lnTo>
                  <a:lnTo>
                    <a:pt x="3073376" y="676463"/>
                  </a:lnTo>
                  <a:lnTo>
                    <a:pt x="3079636" y="677135"/>
                  </a:lnTo>
                  <a:lnTo>
                    <a:pt x="3085895" y="677811"/>
                  </a:lnTo>
                  <a:lnTo>
                    <a:pt x="3092155" y="678503"/>
                  </a:lnTo>
                  <a:lnTo>
                    <a:pt x="3098414" y="679196"/>
                  </a:lnTo>
                  <a:lnTo>
                    <a:pt x="3104674" y="679907"/>
                  </a:lnTo>
                  <a:lnTo>
                    <a:pt x="3110933" y="680618"/>
                  </a:lnTo>
                  <a:lnTo>
                    <a:pt x="3117192" y="681344"/>
                  </a:lnTo>
                  <a:lnTo>
                    <a:pt x="3123452" y="682076"/>
                  </a:lnTo>
                  <a:lnTo>
                    <a:pt x="3129711" y="682816"/>
                  </a:lnTo>
                  <a:lnTo>
                    <a:pt x="3135971" y="683567"/>
                  </a:lnTo>
                  <a:lnTo>
                    <a:pt x="3142230" y="684322"/>
                  </a:lnTo>
                  <a:lnTo>
                    <a:pt x="3148489" y="685091"/>
                  </a:lnTo>
                  <a:lnTo>
                    <a:pt x="3154749" y="685860"/>
                  </a:lnTo>
                  <a:lnTo>
                    <a:pt x="3161008" y="686647"/>
                  </a:lnTo>
                  <a:lnTo>
                    <a:pt x="3167268" y="687434"/>
                  </a:lnTo>
                  <a:lnTo>
                    <a:pt x="3173527" y="688235"/>
                  </a:lnTo>
                  <a:lnTo>
                    <a:pt x="3179787" y="689039"/>
                  </a:lnTo>
                  <a:lnTo>
                    <a:pt x="3186046" y="689853"/>
                  </a:lnTo>
                  <a:lnTo>
                    <a:pt x="3192305" y="690674"/>
                  </a:lnTo>
                  <a:lnTo>
                    <a:pt x="3198565" y="691501"/>
                  </a:lnTo>
                  <a:lnTo>
                    <a:pt x="3198565" y="811848"/>
                  </a:lnTo>
                  <a:lnTo>
                    <a:pt x="3192305" y="811848"/>
                  </a:lnTo>
                  <a:lnTo>
                    <a:pt x="3186046" y="811848"/>
                  </a:lnTo>
                  <a:lnTo>
                    <a:pt x="3179787" y="811848"/>
                  </a:lnTo>
                  <a:lnTo>
                    <a:pt x="3173527" y="811848"/>
                  </a:lnTo>
                  <a:lnTo>
                    <a:pt x="3167268" y="811848"/>
                  </a:lnTo>
                  <a:lnTo>
                    <a:pt x="3161008" y="811848"/>
                  </a:lnTo>
                  <a:lnTo>
                    <a:pt x="3154749" y="811848"/>
                  </a:lnTo>
                  <a:lnTo>
                    <a:pt x="3148489" y="811848"/>
                  </a:lnTo>
                  <a:lnTo>
                    <a:pt x="3142230" y="811848"/>
                  </a:lnTo>
                  <a:lnTo>
                    <a:pt x="3135971" y="811848"/>
                  </a:lnTo>
                  <a:lnTo>
                    <a:pt x="3129711" y="811848"/>
                  </a:lnTo>
                  <a:lnTo>
                    <a:pt x="3123452" y="811848"/>
                  </a:lnTo>
                  <a:lnTo>
                    <a:pt x="3117192" y="811848"/>
                  </a:lnTo>
                  <a:lnTo>
                    <a:pt x="3110933" y="811848"/>
                  </a:lnTo>
                  <a:lnTo>
                    <a:pt x="3104674" y="811848"/>
                  </a:lnTo>
                  <a:lnTo>
                    <a:pt x="3098414" y="811848"/>
                  </a:lnTo>
                  <a:lnTo>
                    <a:pt x="3092155" y="811848"/>
                  </a:lnTo>
                  <a:lnTo>
                    <a:pt x="3085895" y="811848"/>
                  </a:lnTo>
                  <a:lnTo>
                    <a:pt x="3079636" y="811848"/>
                  </a:lnTo>
                  <a:lnTo>
                    <a:pt x="3073376" y="811848"/>
                  </a:lnTo>
                  <a:lnTo>
                    <a:pt x="3067117" y="811848"/>
                  </a:lnTo>
                  <a:lnTo>
                    <a:pt x="3060858" y="811848"/>
                  </a:lnTo>
                  <a:lnTo>
                    <a:pt x="3054598" y="811848"/>
                  </a:lnTo>
                  <a:lnTo>
                    <a:pt x="3048339" y="811848"/>
                  </a:lnTo>
                  <a:lnTo>
                    <a:pt x="3042079" y="811848"/>
                  </a:lnTo>
                  <a:lnTo>
                    <a:pt x="3035820" y="811848"/>
                  </a:lnTo>
                  <a:lnTo>
                    <a:pt x="3029560" y="811848"/>
                  </a:lnTo>
                  <a:lnTo>
                    <a:pt x="3023301" y="811848"/>
                  </a:lnTo>
                  <a:lnTo>
                    <a:pt x="3017042" y="811848"/>
                  </a:lnTo>
                  <a:lnTo>
                    <a:pt x="3010782" y="811848"/>
                  </a:lnTo>
                  <a:lnTo>
                    <a:pt x="3004523" y="811848"/>
                  </a:lnTo>
                  <a:lnTo>
                    <a:pt x="2998263" y="811848"/>
                  </a:lnTo>
                  <a:lnTo>
                    <a:pt x="2992004" y="811848"/>
                  </a:lnTo>
                  <a:lnTo>
                    <a:pt x="2985744" y="811848"/>
                  </a:lnTo>
                  <a:lnTo>
                    <a:pt x="2979485" y="811848"/>
                  </a:lnTo>
                  <a:lnTo>
                    <a:pt x="2973226" y="811848"/>
                  </a:lnTo>
                  <a:lnTo>
                    <a:pt x="2966966" y="811848"/>
                  </a:lnTo>
                  <a:lnTo>
                    <a:pt x="2960707" y="811848"/>
                  </a:lnTo>
                  <a:lnTo>
                    <a:pt x="2954447" y="811848"/>
                  </a:lnTo>
                  <a:lnTo>
                    <a:pt x="2948188" y="811848"/>
                  </a:lnTo>
                  <a:lnTo>
                    <a:pt x="2941929" y="811848"/>
                  </a:lnTo>
                  <a:lnTo>
                    <a:pt x="2935669" y="811848"/>
                  </a:lnTo>
                  <a:lnTo>
                    <a:pt x="2929410" y="811848"/>
                  </a:lnTo>
                  <a:lnTo>
                    <a:pt x="2923150" y="811848"/>
                  </a:lnTo>
                  <a:lnTo>
                    <a:pt x="2916891" y="811848"/>
                  </a:lnTo>
                  <a:lnTo>
                    <a:pt x="2910631" y="811848"/>
                  </a:lnTo>
                  <a:lnTo>
                    <a:pt x="2904372" y="811848"/>
                  </a:lnTo>
                  <a:lnTo>
                    <a:pt x="2898113" y="811848"/>
                  </a:lnTo>
                  <a:lnTo>
                    <a:pt x="2891853" y="811848"/>
                  </a:lnTo>
                  <a:lnTo>
                    <a:pt x="2885594" y="811848"/>
                  </a:lnTo>
                  <a:lnTo>
                    <a:pt x="2879334" y="811848"/>
                  </a:lnTo>
                  <a:lnTo>
                    <a:pt x="2873075" y="811848"/>
                  </a:lnTo>
                  <a:lnTo>
                    <a:pt x="2866815" y="811848"/>
                  </a:lnTo>
                  <a:lnTo>
                    <a:pt x="2860556" y="811848"/>
                  </a:lnTo>
                  <a:lnTo>
                    <a:pt x="2854297" y="811848"/>
                  </a:lnTo>
                  <a:lnTo>
                    <a:pt x="2848037" y="811848"/>
                  </a:lnTo>
                  <a:lnTo>
                    <a:pt x="2841778" y="811848"/>
                  </a:lnTo>
                  <a:lnTo>
                    <a:pt x="2835518" y="811848"/>
                  </a:lnTo>
                  <a:lnTo>
                    <a:pt x="2829259" y="811848"/>
                  </a:lnTo>
                  <a:lnTo>
                    <a:pt x="2822999" y="811848"/>
                  </a:lnTo>
                  <a:lnTo>
                    <a:pt x="2816740" y="811848"/>
                  </a:lnTo>
                  <a:lnTo>
                    <a:pt x="2810481" y="811848"/>
                  </a:lnTo>
                  <a:lnTo>
                    <a:pt x="2804221" y="811848"/>
                  </a:lnTo>
                  <a:lnTo>
                    <a:pt x="2797962" y="811848"/>
                  </a:lnTo>
                  <a:lnTo>
                    <a:pt x="2791702" y="811848"/>
                  </a:lnTo>
                  <a:lnTo>
                    <a:pt x="2785443" y="811848"/>
                  </a:lnTo>
                  <a:lnTo>
                    <a:pt x="2779184" y="811848"/>
                  </a:lnTo>
                  <a:lnTo>
                    <a:pt x="2772924" y="811848"/>
                  </a:lnTo>
                  <a:lnTo>
                    <a:pt x="2766665" y="811848"/>
                  </a:lnTo>
                  <a:lnTo>
                    <a:pt x="2760405" y="811848"/>
                  </a:lnTo>
                  <a:lnTo>
                    <a:pt x="2754146" y="811848"/>
                  </a:lnTo>
                  <a:lnTo>
                    <a:pt x="2747886" y="811848"/>
                  </a:lnTo>
                  <a:lnTo>
                    <a:pt x="2741627" y="811848"/>
                  </a:lnTo>
                  <a:lnTo>
                    <a:pt x="2735368" y="811848"/>
                  </a:lnTo>
                  <a:lnTo>
                    <a:pt x="2729108" y="811848"/>
                  </a:lnTo>
                  <a:lnTo>
                    <a:pt x="2722849" y="811848"/>
                  </a:lnTo>
                  <a:lnTo>
                    <a:pt x="2716589" y="811848"/>
                  </a:lnTo>
                  <a:lnTo>
                    <a:pt x="2710330" y="811848"/>
                  </a:lnTo>
                  <a:lnTo>
                    <a:pt x="2704070" y="811848"/>
                  </a:lnTo>
                  <a:lnTo>
                    <a:pt x="2697811" y="811848"/>
                  </a:lnTo>
                  <a:lnTo>
                    <a:pt x="2691552" y="811848"/>
                  </a:lnTo>
                  <a:lnTo>
                    <a:pt x="2685292" y="811848"/>
                  </a:lnTo>
                  <a:lnTo>
                    <a:pt x="2679033" y="811848"/>
                  </a:lnTo>
                  <a:lnTo>
                    <a:pt x="2672773" y="811848"/>
                  </a:lnTo>
                  <a:lnTo>
                    <a:pt x="2666514" y="811848"/>
                  </a:lnTo>
                  <a:lnTo>
                    <a:pt x="2660254" y="811848"/>
                  </a:lnTo>
                  <a:lnTo>
                    <a:pt x="2653995" y="811848"/>
                  </a:lnTo>
                  <a:lnTo>
                    <a:pt x="2647736" y="811848"/>
                  </a:lnTo>
                  <a:lnTo>
                    <a:pt x="2641476" y="811848"/>
                  </a:lnTo>
                  <a:lnTo>
                    <a:pt x="2635217" y="811848"/>
                  </a:lnTo>
                  <a:lnTo>
                    <a:pt x="2628957" y="811848"/>
                  </a:lnTo>
                  <a:lnTo>
                    <a:pt x="2622698" y="811848"/>
                  </a:lnTo>
                  <a:lnTo>
                    <a:pt x="2616438" y="811848"/>
                  </a:lnTo>
                  <a:lnTo>
                    <a:pt x="2610179" y="811848"/>
                  </a:lnTo>
                  <a:lnTo>
                    <a:pt x="2603920" y="811848"/>
                  </a:lnTo>
                  <a:lnTo>
                    <a:pt x="2597660" y="811848"/>
                  </a:lnTo>
                  <a:lnTo>
                    <a:pt x="2591401" y="811848"/>
                  </a:lnTo>
                  <a:lnTo>
                    <a:pt x="2585141" y="811848"/>
                  </a:lnTo>
                  <a:lnTo>
                    <a:pt x="2578882" y="811848"/>
                  </a:lnTo>
                  <a:lnTo>
                    <a:pt x="2572623" y="811848"/>
                  </a:lnTo>
                  <a:lnTo>
                    <a:pt x="2566363" y="811848"/>
                  </a:lnTo>
                  <a:lnTo>
                    <a:pt x="2560104" y="811848"/>
                  </a:lnTo>
                  <a:lnTo>
                    <a:pt x="2553844" y="811848"/>
                  </a:lnTo>
                  <a:lnTo>
                    <a:pt x="2547585" y="811848"/>
                  </a:lnTo>
                  <a:lnTo>
                    <a:pt x="2541325" y="811848"/>
                  </a:lnTo>
                  <a:lnTo>
                    <a:pt x="2535066" y="811848"/>
                  </a:lnTo>
                  <a:lnTo>
                    <a:pt x="2528807" y="811848"/>
                  </a:lnTo>
                  <a:lnTo>
                    <a:pt x="2522547" y="811848"/>
                  </a:lnTo>
                  <a:lnTo>
                    <a:pt x="2516288" y="811848"/>
                  </a:lnTo>
                  <a:lnTo>
                    <a:pt x="2510028" y="811848"/>
                  </a:lnTo>
                  <a:lnTo>
                    <a:pt x="2503769" y="811848"/>
                  </a:lnTo>
                  <a:lnTo>
                    <a:pt x="2497509" y="811848"/>
                  </a:lnTo>
                  <a:lnTo>
                    <a:pt x="2491250" y="811848"/>
                  </a:lnTo>
                  <a:lnTo>
                    <a:pt x="2484991" y="811848"/>
                  </a:lnTo>
                  <a:lnTo>
                    <a:pt x="2478731" y="811848"/>
                  </a:lnTo>
                  <a:lnTo>
                    <a:pt x="2472472" y="811848"/>
                  </a:lnTo>
                  <a:lnTo>
                    <a:pt x="2466212" y="811848"/>
                  </a:lnTo>
                  <a:lnTo>
                    <a:pt x="2459953" y="811848"/>
                  </a:lnTo>
                  <a:lnTo>
                    <a:pt x="2453693" y="811848"/>
                  </a:lnTo>
                  <a:lnTo>
                    <a:pt x="2447434" y="811848"/>
                  </a:lnTo>
                  <a:lnTo>
                    <a:pt x="2441175" y="811848"/>
                  </a:lnTo>
                  <a:lnTo>
                    <a:pt x="2434915" y="811848"/>
                  </a:lnTo>
                  <a:lnTo>
                    <a:pt x="2428656" y="811848"/>
                  </a:lnTo>
                  <a:lnTo>
                    <a:pt x="2422396" y="811848"/>
                  </a:lnTo>
                  <a:lnTo>
                    <a:pt x="2416137" y="811848"/>
                  </a:lnTo>
                  <a:lnTo>
                    <a:pt x="2409878" y="811848"/>
                  </a:lnTo>
                  <a:lnTo>
                    <a:pt x="2403618" y="811848"/>
                  </a:lnTo>
                  <a:lnTo>
                    <a:pt x="2397359" y="811848"/>
                  </a:lnTo>
                  <a:lnTo>
                    <a:pt x="2391099" y="811848"/>
                  </a:lnTo>
                  <a:lnTo>
                    <a:pt x="2384840" y="811848"/>
                  </a:lnTo>
                  <a:lnTo>
                    <a:pt x="2378580" y="811848"/>
                  </a:lnTo>
                  <a:lnTo>
                    <a:pt x="2372321" y="811848"/>
                  </a:lnTo>
                  <a:lnTo>
                    <a:pt x="2366062" y="811848"/>
                  </a:lnTo>
                  <a:lnTo>
                    <a:pt x="2359802" y="811848"/>
                  </a:lnTo>
                  <a:lnTo>
                    <a:pt x="2353543" y="811848"/>
                  </a:lnTo>
                  <a:lnTo>
                    <a:pt x="2347283" y="811848"/>
                  </a:lnTo>
                  <a:lnTo>
                    <a:pt x="2341024" y="811848"/>
                  </a:lnTo>
                  <a:lnTo>
                    <a:pt x="2334764" y="811848"/>
                  </a:lnTo>
                  <a:lnTo>
                    <a:pt x="2328505" y="811848"/>
                  </a:lnTo>
                  <a:lnTo>
                    <a:pt x="2322246" y="811848"/>
                  </a:lnTo>
                  <a:lnTo>
                    <a:pt x="2315986" y="811848"/>
                  </a:lnTo>
                  <a:lnTo>
                    <a:pt x="2309727" y="811848"/>
                  </a:lnTo>
                  <a:lnTo>
                    <a:pt x="2303467" y="811848"/>
                  </a:lnTo>
                  <a:lnTo>
                    <a:pt x="2297208" y="811848"/>
                  </a:lnTo>
                  <a:lnTo>
                    <a:pt x="2290948" y="811848"/>
                  </a:lnTo>
                  <a:lnTo>
                    <a:pt x="2284689" y="811848"/>
                  </a:lnTo>
                  <a:lnTo>
                    <a:pt x="2278430" y="811848"/>
                  </a:lnTo>
                  <a:lnTo>
                    <a:pt x="2272170" y="811848"/>
                  </a:lnTo>
                  <a:lnTo>
                    <a:pt x="2265911" y="811848"/>
                  </a:lnTo>
                  <a:lnTo>
                    <a:pt x="2259651" y="811848"/>
                  </a:lnTo>
                  <a:lnTo>
                    <a:pt x="2253392" y="811848"/>
                  </a:lnTo>
                  <a:lnTo>
                    <a:pt x="2247133" y="811848"/>
                  </a:lnTo>
                  <a:lnTo>
                    <a:pt x="2240873" y="811848"/>
                  </a:lnTo>
                  <a:lnTo>
                    <a:pt x="2234614" y="811848"/>
                  </a:lnTo>
                  <a:lnTo>
                    <a:pt x="2228354" y="811848"/>
                  </a:lnTo>
                  <a:lnTo>
                    <a:pt x="2222095" y="811848"/>
                  </a:lnTo>
                  <a:lnTo>
                    <a:pt x="2215835" y="811848"/>
                  </a:lnTo>
                  <a:lnTo>
                    <a:pt x="2209576" y="811848"/>
                  </a:lnTo>
                  <a:lnTo>
                    <a:pt x="2203317" y="811848"/>
                  </a:lnTo>
                  <a:lnTo>
                    <a:pt x="2197057" y="811848"/>
                  </a:lnTo>
                  <a:lnTo>
                    <a:pt x="2190798" y="811848"/>
                  </a:lnTo>
                  <a:lnTo>
                    <a:pt x="2184538" y="811848"/>
                  </a:lnTo>
                  <a:lnTo>
                    <a:pt x="2178279" y="811848"/>
                  </a:lnTo>
                  <a:lnTo>
                    <a:pt x="2172019" y="811848"/>
                  </a:lnTo>
                  <a:lnTo>
                    <a:pt x="2165760" y="811848"/>
                  </a:lnTo>
                  <a:lnTo>
                    <a:pt x="2159501" y="811848"/>
                  </a:lnTo>
                  <a:lnTo>
                    <a:pt x="2153241" y="811848"/>
                  </a:lnTo>
                  <a:lnTo>
                    <a:pt x="2146982" y="811848"/>
                  </a:lnTo>
                  <a:lnTo>
                    <a:pt x="2140722" y="811848"/>
                  </a:lnTo>
                  <a:lnTo>
                    <a:pt x="2134463" y="811848"/>
                  </a:lnTo>
                  <a:lnTo>
                    <a:pt x="2128203" y="811848"/>
                  </a:lnTo>
                  <a:lnTo>
                    <a:pt x="2121944" y="811848"/>
                  </a:lnTo>
                  <a:lnTo>
                    <a:pt x="2115685" y="811848"/>
                  </a:lnTo>
                  <a:lnTo>
                    <a:pt x="2109425" y="811848"/>
                  </a:lnTo>
                  <a:lnTo>
                    <a:pt x="2103166" y="811848"/>
                  </a:lnTo>
                  <a:lnTo>
                    <a:pt x="2096906" y="811848"/>
                  </a:lnTo>
                  <a:lnTo>
                    <a:pt x="2090647" y="811848"/>
                  </a:lnTo>
                  <a:lnTo>
                    <a:pt x="2084388" y="811848"/>
                  </a:lnTo>
                  <a:lnTo>
                    <a:pt x="2078128" y="811848"/>
                  </a:lnTo>
                  <a:lnTo>
                    <a:pt x="2071869" y="811848"/>
                  </a:lnTo>
                  <a:lnTo>
                    <a:pt x="2065609" y="811848"/>
                  </a:lnTo>
                  <a:lnTo>
                    <a:pt x="2059350" y="811848"/>
                  </a:lnTo>
                  <a:lnTo>
                    <a:pt x="2053090" y="811848"/>
                  </a:lnTo>
                  <a:lnTo>
                    <a:pt x="2046831" y="811848"/>
                  </a:lnTo>
                  <a:lnTo>
                    <a:pt x="2040572" y="811848"/>
                  </a:lnTo>
                  <a:lnTo>
                    <a:pt x="2034312" y="811848"/>
                  </a:lnTo>
                  <a:lnTo>
                    <a:pt x="2028053" y="811848"/>
                  </a:lnTo>
                  <a:lnTo>
                    <a:pt x="2021793" y="811848"/>
                  </a:lnTo>
                  <a:lnTo>
                    <a:pt x="2015534" y="811848"/>
                  </a:lnTo>
                  <a:lnTo>
                    <a:pt x="2009274" y="811848"/>
                  </a:lnTo>
                  <a:lnTo>
                    <a:pt x="2003015" y="811848"/>
                  </a:lnTo>
                  <a:lnTo>
                    <a:pt x="1996756" y="811848"/>
                  </a:lnTo>
                  <a:lnTo>
                    <a:pt x="1990496" y="811848"/>
                  </a:lnTo>
                  <a:lnTo>
                    <a:pt x="1984237" y="811848"/>
                  </a:lnTo>
                  <a:lnTo>
                    <a:pt x="1977977" y="811848"/>
                  </a:lnTo>
                  <a:lnTo>
                    <a:pt x="1971718" y="811848"/>
                  </a:lnTo>
                  <a:lnTo>
                    <a:pt x="1965458" y="811848"/>
                  </a:lnTo>
                  <a:lnTo>
                    <a:pt x="1959199" y="811848"/>
                  </a:lnTo>
                  <a:lnTo>
                    <a:pt x="1952940" y="811848"/>
                  </a:lnTo>
                  <a:lnTo>
                    <a:pt x="1946680" y="811848"/>
                  </a:lnTo>
                  <a:lnTo>
                    <a:pt x="1940421" y="811848"/>
                  </a:lnTo>
                  <a:lnTo>
                    <a:pt x="1934161" y="811848"/>
                  </a:lnTo>
                  <a:lnTo>
                    <a:pt x="1927902" y="811848"/>
                  </a:lnTo>
                  <a:lnTo>
                    <a:pt x="1921642" y="811848"/>
                  </a:lnTo>
                  <a:lnTo>
                    <a:pt x="1915383" y="811848"/>
                  </a:lnTo>
                  <a:lnTo>
                    <a:pt x="1909124" y="811848"/>
                  </a:lnTo>
                  <a:lnTo>
                    <a:pt x="1902864" y="811848"/>
                  </a:lnTo>
                  <a:lnTo>
                    <a:pt x="1896605" y="811848"/>
                  </a:lnTo>
                  <a:lnTo>
                    <a:pt x="1890345" y="811848"/>
                  </a:lnTo>
                  <a:lnTo>
                    <a:pt x="1884086" y="811848"/>
                  </a:lnTo>
                  <a:lnTo>
                    <a:pt x="1877827" y="811848"/>
                  </a:lnTo>
                  <a:lnTo>
                    <a:pt x="1871567" y="811848"/>
                  </a:lnTo>
                  <a:lnTo>
                    <a:pt x="1865308" y="811848"/>
                  </a:lnTo>
                  <a:lnTo>
                    <a:pt x="1859048" y="811848"/>
                  </a:lnTo>
                  <a:lnTo>
                    <a:pt x="1852789" y="811848"/>
                  </a:lnTo>
                  <a:lnTo>
                    <a:pt x="1846529" y="811848"/>
                  </a:lnTo>
                  <a:lnTo>
                    <a:pt x="1840270" y="811848"/>
                  </a:lnTo>
                  <a:lnTo>
                    <a:pt x="1834011" y="811848"/>
                  </a:lnTo>
                  <a:lnTo>
                    <a:pt x="1827751" y="811848"/>
                  </a:lnTo>
                  <a:lnTo>
                    <a:pt x="1821492" y="811848"/>
                  </a:lnTo>
                  <a:lnTo>
                    <a:pt x="1815232" y="811848"/>
                  </a:lnTo>
                  <a:lnTo>
                    <a:pt x="1808973" y="811848"/>
                  </a:lnTo>
                  <a:lnTo>
                    <a:pt x="1802713" y="811848"/>
                  </a:lnTo>
                  <a:lnTo>
                    <a:pt x="1796454" y="811848"/>
                  </a:lnTo>
                  <a:lnTo>
                    <a:pt x="1790195" y="811848"/>
                  </a:lnTo>
                  <a:lnTo>
                    <a:pt x="1783935" y="811848"/>
                  </a:lnTo>
                  <a:lnTo>
                    <a:pt x="1777676" y="811848"/>
                  </a:lnTo>
                  <a:lnTo>
                    <a:pt x="1771416" y="811848"/>
                  </a:lnTo>
                  <a:lnTo>
                    <a:pt x="1765157" y="811848"/>
                  </a:lnTo>
                  <a:lnTo>
                    <a:pt x="1758897" y="811848"/>
                  </a:lnTo>
                  <a:lnTo>
                    <a:pt x="1752638" y="811848"/>
                  </a:lnTo>
                  <a:lnTo>
                    <a:pt x="1746379" y="811848"/>
                  </a:lnTo>
                  <a:lnTo>
                    <a:pt x="1740119" y="811848"/>
                  </a:lnTo>
                  <a:lnTo>
                    <a:pt x="1733860" y="811848"/>
                  </a:lnTo>
                  <a:lnTo>
                    <a:pt x="1727600" y="811848"/>
                  </a:lnTo>
                  <a:lnTo>
                    <a:pt x="1721341" y="811848"/>
                  </a:lnTo>
                  <a:lnTo>
                    <a:pt x="1715082" y="811848"/>
                  </a:lnTo>
                  <a:lnTo>
                    <a:pt x="1708822" y="811848"/>
                  </a:lnTo>
                  <a:lnTo>
                    <a:pt x="1702563" y="811848"/>
                  </a:lnTo>
                  <a:lnTo>
                    <a:pt x="1696303" y="811848"/>
                  </a:lnTo>
                  <a:lnTo>
                    <a:pt x="1690044" y="811848"/>
                  </a:lnTo>
                  <a:lnTo>
                    <a:pt x="1683784" y="811848"/>
                  </a:lnTo>
                  <a:lnTo>
                    <a:pt x="1677525" y="811848"/>
                  </a:lnTo>
                  <a:lnTo>
                    <a:pt x="1671266" y="811848"/>
                  </a:lnTo>
                  <a:lnTo>
                    <a:pt x="1665006" y="811848"/>
                  </a:lnTo>
                  <a:lnTo>
                    <a:pt x="1658747" y="811848"/>
                  </a:lnTo>
                  <a:lnTo>
                    <a:pt x="1652487" y="811848"/>
                  </a:lnTo>
                  <a:lnTo>
                    <a:pt x="1646228" y="811848"/>
                  </a:lnTo>
                  <a:lnTo>
                    <a:pt x="1639968" y="811848"/>
                  </a:lnTo>
                  <a:lnTo>
                    <a:pt x="1633709" y="811848"/>
                  </a:lnTo>
                  <a:lnTo>
                    <a:pt x="1627450" y="811848"/>
                  </a:lnTo>
                  <a:lnTo>
                    <a:pt x="1621190" y="811848"/>
                  </a:lnTo>
                  <a:lnTo>
                    <a:pt x="1614931" y="811848"/>
                  </a:lnTo>
                  <a:lnTo>
                    <a:pt x="1608671" y="811848"/>
                  </a:lnTo>
                  <a:lnTo>
                    <a:pt x="1602412" y="811848"/>
                  </a:lnTo>
                  <a:lnTo>
                    <a:pt x="1596152" y="811848"/>
                  </a:lnTo>
                  <a:lnTo>
                    <a:pt x="1589893" y="811848"/>
                  </a:lnTo>
                  <a:lnTo>
                    <a:pt x="1583634" y="811848"/>
                  </a:lnTo>
                  <a:lnTo>
                    <a:pt x="1577374" y="811848"/>
                  </a:lnTo>
                  <a:lnTo>
                    <a:pt x="1571115" y="811848"/>
                  </a:lnTo>
                  <a:lnTo>
                    <a:pt x="1564855" y="811848"/>
                  </a:lnTo>
                  <a:lnTo>
                    <a:pt x="1558596" y="811848"/>
                  </a:lnTo>
                  <a:lnTo>
                    <a:pt x="1552337" y="811848"/>
                  </a:lnTo>
                  <a:lnTo>
                    <a:pt x="1546077" y="811848"/>
                  </a:lnTo>
                  <a:lnTo>
                    <a:pt x="1539818" y="811848"/>
                  </a:lnTo>
                  <a:lnTo>
                    <a:pt x="1533558" y="811848"/>
                  </a:lnTo>
                  <a:lnTo>
                    <a:pt x="1527299" y="811848"/>
                  </a:lnTo>
                  <a:lnTo>
                    <a:pt x="1521039" y="811848"/>
                  </a:lnTo>
                  <a:lnTo>
                    <a:pt x="1514780" y="811848"/>
                  </a:lnTo>
                  <a:lnTo>
                    <a:pt x="1508521" y="811848"/>
                  </a:lnTo>
                  <a:lnTo>
                    <a:pt x="1502261" y="811848"/>
                  </a:lnTo>
                  <a:lnTo>
                    <a:pt x="1496002" y="811848"/>
                  </a:lnTo>
                  <a:lnTo>
                    <a:pt x="1489742" y="811848"/>
                  </a:lnTo>
                  <a:lnTo>
                    <a:pt x="1483483" y="811848"/>
                  </a:lnTo>
                  <a:lnTo>
                    <a:pt x="1477223" y="811848"/>
                  </a:lnTo>
                  <a:lnTo>
                    <a:pt x="1470964" y="811848"/>
                  </a:lnTo>
                  <a:lnTo>
                    <a:pt x="1464705" y="811848"/>
                  </a:lnTo>
                  <a:lnTo>
                    <a:pt x="1458445" y="811848"/>
                  </a:lnTo>
                  <a:lnTo>
                    <a:pt x="1452186" y="811848"/>
                  </a:lnTo>
                  <a:lnTo>
                    <a:pt x="1445926" y="811848"/>
                  </a:lnTo>
                  <a:lnTo>
                    <a:pt x="1439667" y="811848"/>
                  </a:lnTo>
                  <a:lnTo>
                    <a:pt x="1433407" y="811848"/>
                  </a:lnTo>
                  <a:lnTo>
                    <a:pt x="1427148" y="811848"/>
                  </a:lnTo>
                  <a:lnTo>
                    <a:pt x="1420889" y="811848"/>
                  </a:lnTo>
                  <a:lnTo>
                    <a:pt x="1414629" y="811848"/>
                  </a:lnTo>
                  <a:lnTo>
                    <a:pt x="1408370" y="811848"/>
                  </a:lnTo>
                  <a:lnTo>
                    <a:pt x="1402110" y="811848"/>
                  </a:lnTo>
                  <a:lnTo>
                    <a:pt x="1395851" y="811848"/>
                  </a:lnTo>
                  <a:lnTo>
                    <a:pt x="1389592" y="811848"/>
                  </a:lnTo>
                  <a:lnTo>
                    <a:pt x="1383332" y="811848"/>
                  </a:lnTo>
                  <a:lnTo>
                    <a:pt x="1377073" y="811848"/>
                  </a:lnTo>
                  <a:lnTo>
                    <a:pt x="1370813" y="811848"/>
                  </a:lnTo>
                  <a:lnTo>
                    <a:pt x="1364554" y="811848"/>
                  </a:lnTo>
                  <a:lnTo>
                    <a:pt x="1358294" y="811848"/>
                  </a:lnTo>
                  <a:lnTo>
                    <a:pt x="1352035" y="811848"/>
                  </a:lnTo>
                  <a:lnTo>
                    <a:pt x="1345776" y="811848"/>
                  </a:lnTo>
                  <a:lnTo>
                    <a:pt x="1339516" y="811848"/>
                  </a:lnTo>
                  <a:lnTo>
                    <a:pt x="1333257" y="811848"/>
                  </a:lnTo>
                  <a:lnTo>
                    <a:pt x="1326997" y="811848"/>
                  </a:lnTo>
                  <a:lnTo>
                    <a:pt x="1320738" y="811848"/>
                  </a:lnTo>
                  <a:lnTo>
                    <a:pt x="1314478" y="811848"/>
                  </a:lnTo>
                  <a:lnTo>
                    <a:pt x="1308219" y="811848"/>
                  </a:lnTo>
                  <a:lnTo>
                    <a:pt x="1301960" y="811848"/>
                  </a:lnTo>
                  <a:lnTo>
                    <a:pt x="1295700" y="811848"/>
                  </a:lnTo>
                  <a:lnTo>
                    <a:pt x="1289441" y="811848"/>
                  </a:lnTo>
                  <a:lnTo>
                    <a:pt x="1283181" y="811848"/>
                  </a:lnTo>
                  <a:lnTo>
                    <a:pt x="1276922" y="811848"/>
                  </a:lnTo>
                  <a:lnTo>
                    <a:pt x="1270662" y="811848"/>
                  </a:lnTo>
                  <a:lnTo>
                    <a:pt x="1264403" y="811848"/>
                  </a:lnTo>
                  <a:lnTo>
                    <a:pt x="1258144" y="811848"/>
                  </a:lnTo>
                  <a:lnTo>
                    <a:pt x="1251884" y="811848"/>
                  </a:lnTo>
                  <a:lnTo>
                    <a:pt x="1245625" y="811848"/>
                  </a:lnTo>
                  <a:lnTo>
                    <a:pt x="1239365" y="811848"/>
                  </a:lnTo>
                  <a:lnTo>
                    <a:pt x="1233106" y="811848"/>
                  </a:lnTo>
                  <a:lnTo>
                    <a:pt x="1226846" y="811848"/>
                  </a:lnTo>
                  <a:lnTo>
                    <a:pt x="1220587" y="811848"/>
                  </a:lnTo>
                  <a:lnTo>
                    <a:pt x="1214328" y="811848"/>
                  </a:lnTo>
                  <a:lnTo>
                    <a:pt x="1208068" y="811848"/>
                  </a:lnTo>
                  <a:lnTo>
                    <a:pt x="1201809" y="811848"/>
                  </a:lnTo>
                  <a:lnTo>
                    <a:pt x="1195549" y="811848"/>
                  </a:lnTo>
                  <a:lnTo>
                    <a:pt x="1189290" y="811848"/>
                  </a:lnTo>
                  <a:lnTo>
                    <a:pt x="1183031" y="811848"/>
                  </a:lnTo>
                  <a:lnTo>
                    <a:pt x="1176771" y="811848"/>
                  </a:lnTo>
                  <a:lnTo>
                    <a:pt x="1170512" y="811848"/>
                  </a:lnTo>
                  <a:lnTo>
                    <a:pt x="1164252" y="811848"/>
                  </a:lnTo>
                  <a:lnTo>
                    <a:pt x="1157993" y="811848"/>
                  </a:lnTo>
                  <a:lnTo>
                    <a:pt x="1151733" y="811848"/>
                  </a:lnTo>
                  <a:lnTo>
                    <a:pt x="1145474" y="811848"/>
                  </a:lnTo>
                  <a:lnTo>
                    <a:pt x="1139215" y="811848"/>
                  </a:lnTo>
                  <a:lnTo>
                    <a:pt x="1132955" y="811848"/>
                  </a:lnTo>
                  <a:lnTo>
                    <a:pt x="1126696" y="811848"/>
                  </a:lnTo>
                  <a:lnTo>
                    <a:pt x="1120436" y="811848"/>
                  </a:lnTo>
                  <a:lnTo>
                    <a:pt x="1114177" y="811848"/>
                  </a:lnTo>
                  <a:lnTo>
                    <a:pt x="1107917" y="811848"/>
                  </a:lnTo>
                  <a:lnTo>
                    <a:pt x="1101658" y="811848"/>
                  </a:lnTo>
                  <a:lnTo>
                    <a:pt x="1095399" y="811848"/>
                  </a:lnTo>
                  <a:lnTo>
                    <a:pt x="1089139" y="811848"/>
                  </a:lnTo>
                  <a:lnTo>
                    <a:pt x="1082880" y="811848"/>
                  </a:lnTo>
                  <a:lnTo>
                    <a:pt x="1076620" y="811848"/>
                  </a:lnTo>
                  <a:lnTo>
                    <a:pt x="1070361" y="811848"/>
                  </a:lnTo>
                  <a:lnTo>
                    <a:pt x="1064101" y="811848"/>
                  </a:lnTo>
                  <a:lnTo>
                    <a:pt x="1057842" y="811848"/>
                  </a:lnTo>
                  <a:lnTo>
                    <a:pt x="1051583" y="811848"/>
                  </a:lnTo>
                  <a:lnTo>
                    <a:pt x="1045323" y="811848"/>
                  </a:lnTo>
                  <a:lnTo>
                    <a:pt x="1039064" y="811848"/>
                  </a:lnTo>
                  <a:lnTo>
                    <a:pt x="1032804" y="811848"/>
                  </a:lnTo>
                  <a:lnTo>
                    <a:pt x="1026545" y="811848"/>
                  </a:lnTo>
                  <a:lnTo>
                    <a:pt x="1020286" y="811848"/>
                  </a:lnTo>
                  <a:lnTo>
                    <a:pt x="1014026" y="811848"/>
                  </a:lnTo>
                  <a:lnTo>
                    <a:pt x="1007767" y="811848"/>
                  </a:lnTo>
                  <a:lnTo>
                    <a:pt x="1001507" y="811848"/>
                  </a:lnTo>
                  <a:lnTo>
                    <a:pt x="995248" y="811848"/>
                  </a:lnTo>
                  <a:lnTo>
                    <a:pt x="988988" y="811848"/>
                  </a:lnTo>
                  <a:lnTo>
                    <a:pt x="982729" y="811848"/>
                  </a:lnTo>
                  <a:lnTo>
                    <a:pt x="976470" y="811848"/>
                  </a:lnTo>
                  <a:lnTo>
                    <a:pt x="970210" y="811848"/>
                  </a:lnTo>
                  <a:lnTo>
                    <a:pt x="963951" y="811848"/>
                  </a:lnTo>
                  <a:lnTo>
                    <a:pt x="957691" y="811848"/>
                  </a:lnTo>
                  <a:lnTo>
                    <a:pt x="951432" y="811848"/>
                  </a:lnTo>
                  <a:lnTo>
                    <a:pt x="945172" y="811848"/>
                  </a:lnTo>
                  <a:lnTo>
                    <a:pt x="938913" y="811848"/>
                  </a:lnTo>
                  <a:lnTo>
                    <a:pt x="932654" y="811848"/>
                  </a:lnTo>
                  <a:lnTo>
                    <a:pt x="926394" y="811848"/>
                  </a:lnTo>
                  <a:lnTo>
                    <a:pt x="920135" y="811848"/>
                  </a:lnTo>
                  <a:lnTo>
                    <a:pt x="913875" y="811848"/>
                  </a:lnTo>
                  <a:lnTo>
                    <a:pt x="907616" y="811848"/>
                  </a:lnTo>
                  <a:lnTo>
                    <a:pt x="901356" y="811848"/>
                  </a:lnTo>
                  <a:lnTo>
                    <a:pt x="895097" y="811848"/>
                  </a:lnTo>
                  <a:lnTo>
                    <a:pt x="888838" y="811848"/>
                  </a:lnTo>
                  <a:lnTo>
                    <a:pt x="882578" y="811848"/>
                  </a:lnTo>
                  <a:lnTo>
                    <a:pt x="876319" y="811848"/>
                  </a:lnTo>
                  <a:lnTo>
                    <a:pt x="870059" y="811848"/>
                  </a:lnTo>
                  <a:lnTo>
                    <a:pt x="863800" y="811848"/>
                  </a:lnTo>
                  <a:lnTo>
                    <a:pt x="857541" y="811848"/>
                  </a:lnTo>
                  <a:lnTo>
                    <a:pt x="851281" y="811848"/>
                  </a:lnTo>
                  <a:lnTo>
                    <a:pt x="845022" y="811848"/>
                  </a:lnTo>
                  <a:lnTo>
                    <a:pt x="838762" y="811848"/>
                  </a:lnTo>
                  <a:lnTo>
                    <a:pt x="832503" y="811848"/>
                  </a:lnTo>
                  <a:lnTo>
                    <a:pt x="826243" y="811848"/>
                  </a:lnTo>
                  <a:lnTo>
                    <a:pt x="819984" y="811848"/>
                  </a:lnTo>
                  <a:lnTo>
                    <a:pt x="813725" y="811848"/>
                  </a:lnTo>
                  <a:lnTo>
                    <a:pt x="807465" y="811848"/>
                  </a:lnTo>
                  <a:lnTo>
                    <a:pt x="801206" y="811848"/>
                  </a:lnTo>
                  <a:lnTo>
                    <a:pt x="794946" y="811848"/>
                  </a:lnTo>
                  <a:lnTo>
                    <a:pt x="788687" y="811848"/>
                  </a:lnTo>
                  <a:lnTo>
                    <a:pt x="782427" y="811848"/>
                  </a:lnTo>
                  <a:lnTo>
                    <a:pt x="776168" y="811848"/>
                  </a:lnTo>
                  <a:lnTo>
                    <a:pt x="769909" y="811848"/>
                  </a:lnTo>
                  <a:lnTo>
                    <a:pt x="763649" y="811848"/>
                  </a:lnTo>
                  <a:lnTo>
                    <a:pt x="757390" y="811848"/>
                  </a:lnTo>
                  <a:lnTo>
                    <a:pt x="751130" y="811848"/>
                  </a:lnTo>
                  <a:lnTo>
                    <a:pt x="744871" y="811848"/>
                  </a:lnTo>
                  <a:lnTo>
                    <a:pt x="738611" y="811848"/>
                  </a:lnTo>
                  <a:lnTo>
                    <a:pt x="732352" y="811848"/>
                  </a:lnTo>
                  <a:lnTo>
                    <a:pt x="726093" y="811848"/>
                  </a:lnTo>
                  <a:lnTo>
                    <a:pt x="719833" y="811848"/>
                  </a:lnTo>
                  <a:lnTo>
                    <a:pt x="713574" y="811848"/>
                  </a:lnTo>
                  <a:lnTo>
                    <a:pt x="707314" y="811848"/>
                  </a:lnTo>
                  <a:lnTo>
                    <a:pt x="701055" y="811848"/>
                  </a:lnTo>
                  <a:lnTo>
                    <a:pt x="694796" y="811848"/>
                  </a:lnTo>
                  <a:lnTo>
                    <a:pt x="688536" y="811848"/>
                  </a:lnTo>
                  <a:lnTo>
                    <a:pt x="682277" y="811848"/>
                  </a:lnTo>
                  <a:lnTo>
                    <a:pt x="676017" y="811848"/>
                  </a:lnTo>
                  <a:lnTo>
                    <a:pt x="669758" y="811848"/>
                  </a:lnTo>
                  <a:lnTo>
                    <a:pt x="663498" y="811848"/>
                  </a:lnTo>
                  <a:lnTo>
                    <a:pt x="657239" y="811848"/>
                  </a:lnTo>
                  <a:lnTo>
                    <a:pt x="650980" y="811848"/>
                  </a:lnTo>
                  <a:lnTo>
                    <a:pt x="644720" y="811848"/>
                  </a:lnTo>
                  <a:lnTo>
                    <a:pt x="638461" y="811848"/>
                  </a:lnTo>
                  <a:lnTo>
                    <a:pt x="632201" y="811848"/>
                  </a:lnTo>
                  <a:lnTo>
                    <a:pt x="625942" y="811848"/>
                  </a:lnTo>
                  <a:lnTo>
                    <a:pt x="619682" y="811848"/>
                  </a:lnTo>
                  <a:lnTo>
                    <a:pt x="613423" y="811848"/>
                  </a:lnTo>
                  <a:lnTo>
                    <a:pt x="607164" y="811848"/>
                  </a:lnTo>
                  <a:lnTo>
                    <a:pt x="600904" y="811848"/>
                  </a:lnTo>
                  <a:lnTo>
                    <a:pt x="594645" y="811848"/>
                  </a:lnTo>
                  <a:lnTo>
                    <a:pt x="588385" y="811848"/>
                  </a:lnTo>
                  <a:lnTo>
                    <a:pt x="582126" y="811848"/>
                  </a:lnTo>
                  <a:lnTo>
                    <a:pt x="575866" y="811848"/>
                  </a:lnTo>
                  <a:lnTo>
                    <a:pt x="569607" y="811848"/>
                  </a:lnTo>
                  <a:lnTo>
                    <a:pt x="563348" y="811848"/>
                  </a:lnTo>
                  <a:lnTo>
                    <a:pt x="557088" y="811848"/>
                  </a:lnTo>
                  <a:lnTo>
                    <a:pt x="550829" y="811848"/>
                  </a:lnTo>
                  <a:lnTo>
                    <a:pt x="544569" y="811848"/>
                  </a:lnTo>
                  <a:lnTo>
                    <a:pt x="538310" y="811848"/>
                  </a:lnTo>
                  <a:lnTo>
                    <a:pt x="532050" y="811848"/>
                  </a:lnTo>
                  <a:lnTo>
                    <a:pt x="525791" y="811848"/>
                  </a:lnTo>
                  <a:lnTo>
                    <a:pt x="519532" y="811848"/>
                  </a:lnTo>
                  <a:lnTo>
                    <a:pt x="513272" y="811848"/>
                  </a:lnTo>
                  <a:lnTo>
                    <a:pt x="507013" y="811848"/>
                  </a:lnTo>
                  <a:lnTo>
                    <a:pt x="500753" y="811848"/>
                  </a:lnTo>
                  <a:lnTo>
                    <a:pt x="494494" y="811848"/>
                  </a:lnTo>
                  <a:lnTo>
                    <a:pt x="488235" y="811848"/>
                  </a:lnTo>
                  <a:lnTo>
                    <a:pt x="481975" y="811848"/>
                  </a:lnTo>
                  <a:lnTo>
                    <a:pt x="475716" y="811848"/>
                  </a:lnTo>
                  <a:lnTo>
                    <a:pt x="469456" y="811848"/>
                  </a:lnTo>
                  <a:lnTo>
                    <a:pt x="463197" y="811848"/>
                  </a:lnTo>
                  <a:lnTo>
                    <a:pt x="456937" y="811848"/>
                  </a:lnTo>
                  <a:lnTo>
                    <a:pt x="450678" y="811848"/>
                  </a:lnTo>
                  <a:lnTo>
                    <a:pt x="444419" y="811848"/>
                  </a:lnTo>
                  <a:lnTo>
                    <a:pt x="438159" y="811848"/>
                  </a:lnTo>
                  <a:lnTo>
                    <a:pt x="431900" y="811848"/>
                  </a:lnTo>
                  <a:lnTo>
                    <a:pt x="425640" y="811848"/>
                  </a:lnTo>
                  <a:lnTo>
                    <a:pt x="419381" y="811848"/>
                  </a:lnTo>
                  <a:lnTo>
                    <a:pt x="413121" y="811848"/>
                  </a:lnTo>
                  <a:lnTo>
                    <a:pt x="406862" y="811848"/>
                  </a:lnTo>
                  <a:lnTo>
                    <a:pt x="400603" y="811848"/>
                  </a:lnTo>
                  <a:lnTo>
                    <a:pt x="394343" y="811848"/>
                  </a:lnTo>
                  <a:lnTo>
                    <a:pt x="388084" y="811848"/>
                  </a:lnTo>
                  <a:lnTo>
                    <a:pt x="381824" y="811848"/>
                  </a:lnTo>
                  <a:lnTo>
                    <a:pt x="375565" y="811848"/>
                  </a:lnTo>
                  <a:lnTo>
                    <a:pt x="369305" y="811848"/>
                  </a:lnTo>
                  <a:lnTo>
                    <a:pt x="363046" y="811848"/>
                  </a:lnTo>
                  <a:lnTo>
                    <a:pt x="356787" y="811848"/>
                  </a:lnTo>
                  <a:lnTo>
                    <a:pt x="350527" y="811848"/>
                  </a:lnTo>
                  <a:lnTo>
                    <a:pt x="344268" y="811848"/>
                  </a:lnTo>
                  <a:lnTo>
                    <a:pt x="338008" y="811848"/>
                  </a:lnTo>
                  <a:lnTo>
                    <a:pt x="331749" y="811848"/>
                  </a:lnTo>
                  <a:lnTo>
                    <a:pt x="325490" y="811848"/>
                  </a:lnTo>
                  <a:lnTo>
                    <a:pt x="319230" y="811848"/>
                  </a:lnTo>
                  <a:lnTo>
                    <a:pt x="312971" y="811848"/>
                  </a:lnTo>
                  <a:lnTo>
                    <a:pt x="306711" y="811848"/>
                  </a:lnTo>
                  <a:lnTo>
                    <a:pt x="300452" y="811848"/>
                  </a:lnTo>
                  <a:lnTo>
                    <a:pt x="294192" y="811848"/>
                  </a:lnTo>
                  <a:lnTo>
                    <a:pt x="287933" y="811848"/>
                  </a:lnTo>
                  <a:lnTo>
                    <a:pt x="281674" y="811848"/>
                  </a:lnTo>
                  <a:lnTo>
                    <a:pt x="275414" y="811848"/>
                  </a:lnTo>
                  <a:lnTo>
                    <a:pt x="269155" y="811848"/>
                  </a:lnTo>
                  <a:lnTo>
                    <a:pt x="262895" y="811848"/>
                  </a:lnTo>
                  <a:lnTo>
                    <a:pt x="256636" y="811848"/>
                  </a:lnTo>
                  <a:lnTo>
                    <a:pt x="250376" y="811848"/>
                  </a:lnTo>
                  <a:lnTo>
                    <a:pt x="244117" y="811848"/>
                  </a:lnTo>
                  <a:lnTo>
                    <a:pt x="237858" y="811848"/>
                  </a:lnTo>
                  <a:lnTo>
                    <a:pt x="231598" y="811848"/>
                  </a:lnTo>
                  <a:lnTo>
                    <a:pt x="225339" y="811848"/>
                  </a:lnTo>
                  <a:lnTo>
                    <a:pt x="219079" y="811848"/>
                  </a:lnTo>
                  <a:lnTo>
                    <a:pt x="212820" y="811848"/>
                  </a:lnTo>
                  <a:lnTo>
                    <a:pt x="206560" y="811848"/>
                  </a:lnTo>
                  <a:lnTo>
                    <a:pt x="200301" y="811848"/>
                  </a:lnTo>
                  <a:lnTo>
                    <a:pt x="194042" y="811848"/>
                  </a:lnTo>
                  <a:lnTo>
                    <a:pt x="187782" y="811848"/>
                  </a:lnTo>
                  <a:lnTo>
                    <a:pt x="181523" y="811848"/>
                  </a:lnTo>
                  <a:lnTo>
                    <a:pt x="175263" y="811848"/>
                  </a:lnTo>
                  <a:lnTo>
                    <a:pt x="169004" y="811848"/>
                  </a:lnTo>
                  <a:lnTo>
                    <a:pt x="162745" y="811848"/>
                  </a:lnTo>
                  <a:lnTo>
                    <a:pt x="156485" y="811848"/>
                  </a:lnTo>
                  <a:lnTo>
                    <a:pt x="150226" y="811848"/>
                  </a:lnTo>
                  <a:lnTo>
                    <a:pt x="143966" y="811848"/>
                  </a:lnTo>
                  <a:lnTo>
                    <a:pt x="137707" y="811848"/>
                  </a:lnTo>
                  <a:lnTo>
                    <a:pt x="131447" y="811848"/>
                  </a:lnTo>
                  <a:lnTo>
                    <a:pt x="125188" y="811848"/>
                  </a:lnTo>
                  <a:lnTo>
                    <a:pt x="118929" y="811848"/>
                  </a:lnTo>
                  <a:lnTo>
                    <a:pt x="112669" y="811848"/>
                  </a:lnTo>
                  <a:lnTo>
                    <a:pt x="106410" y="811848"/>
                  </a:lnTo>
                  <a:lnTo>
                    <a:pt x="100150" y="811848"/>
                  </a:lnTo>
                  <a:lnTo>
                    <a:pt x="93891" y="811848"/>
                  </a:lnTo>
                  <a:lnTo>
                    <a:pt x="87631" y="811848"/>
                  </a:lnTo>
                  <a:lnTo>
                    <a:pt x="81372" y="811848"/>
                  </a:lnTo>
                  <a:lnTo>
                    <a:pt x="75113" y="811848"/>
                  </a:lnTo>
                  <a:lnTo>
                    <a:pt x="68853" y="811848"/>
                  </a:lnTo>
                  <a:lnTo>
                    <a:pt x="62594" y="811848"/>
                  </a:lnTo>
                  <a:lnTo>
                    <a:pt x="56334" y="811848"/>
                  </a:lnTo>
                  <a:lnTo>
                    <a:pt x="50075" y="811848"/>
                  </a:lnTo>
                  <a:lnTo>
                    <a:pt x="43815" y="811848"/>
                  </a:lnTo>
                  <a:lnTo>
                    <a:pt x="37556" y="811848"/>
                  </a:lnTo>
                  <a:lnTo>
                    <a:pt x="31297" y="811848"/>
                  </a:lnTo>
                  <a:lnTo>
                    <a:pt x="25037" y="811848"/>
                  </a:lnTo>
                  <a:lnTo>
                    <a:pt x="18778" y="811848"/>
                  </a:lnTo>
                  <a:lnTo>
                    <a:pt x="12518" y="811848"/>
                  </a:lnTo>
                  <a:lnTo>
                    <a:pt x="6259" y="811848"/>
                  </a:lnTo>
                  <a:lnTo>
                    <a:pt x="0" y="81184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49798" y="918895"/>
              <a:ext cx="3198565" cy="691501"/>
            </a:xfrm>
            <a:custGeom>
              <a:avLst/>
              <a:pathLst>
                <a:path w="3198565" h="691501">
                  <a:moveTo>
                    <a:pt x="0" y="66780"/>
                  </a:moveTo>
                  <a:lnTo>
                    <a:pt x="6259" y="63207"/>
                  </a:lnTo>
                  <a:lnTo>
                    <a:pt x="12518" y="59704"/>
                  </a:lnTo>
                  <a:lnTo>
                    <a:pt x="18778" y="56285"/>
                  </a:lnTo>
                  <a:lnTo>
                    <a:pt x="25037" y="52984"/>
                  </a:lnTo>
                  <a:lnTo>
                    <a:pt x="31297" y="49723"/>
                  </a:lnTo>
                  <a:lnTo>
                    <a:pt x="37556" y="46630"/>
                  </a:lnTo>
                  <a:lnTo>
                    <a:pt x="43815" y="43538"/>
                  </a:lnTo>
                  <a:lnTo>
                    <a:pt x="50075" y="40651"/>
                  </a:lnTo>
                  <a:lnTo>
                    <a:pt x="56334" y="37772"/>
                  </a:lnTo>
                  <a:lnTo>
                    <a:pt x="62594" y="35053"/>
                  </a:lnTo>
                  <a:lnTo>
                    <a:pt x="68853" y="32393"/>
                  </a:lnTo>
                  <a:lnTo>
                    <a:pt x="75113" y="29845"/>
                  </a:lnTo>
                  <a:lnTo>
                    <a:pt x="81372" y="27408"/>
                  </a:lnTo>
                  <a:lnTo>
                    <a:pt x="87631" y="25033"/>
                  </a:lnTo>
                  <a:lnTo>
                    <a:pt x="93891" y="22822"/>
                  </a:lnTo>
                  <a:lnTo>
                    <a:pt x="100150" y="20622"/>
                  </a:lnTo>
                  <a:lnTo>
                    <a:pt x="106410" y="18642"/>
                  </a:lnTo>
                  <a:lnTo>
                    <a:pt x="112669" y="16662"/>
                  </a:lnTo>
                  <a:lnTo>
                    <a:pt x="118929" y="14872"/>
                  </a:lnTo>
                  <a:lnTo>
                    <a:pt x="125188" y="13125"/>
                  </a:lnTo>
                  <a:lnTo>
                    <a:pt x="131447" y="11517"/>
                  </a:lnTo>
                  <a:lnTo>
                    <a:pt x="137707" y="10005"/>
                  </a:lnTo>
                  <a:lnTo>
                    <a:pt x="143966" y="8579"/>
                  </a:lnTo>
                  <a:lnTo>
                    <a:pt x="150226" y="7305"/>
                  </a:lnTo>
                  <a:lnTo>
                    <a:pt x="156485" y="6062"/>
                  </a:lnTo>
                  <a:lnTo>
                    <a:pt x="162745" y="5027"/>
                  </a:lnTo>
                  <a:lnTo>
                    <a:pt x="169004" y="3991"/>
                  </a:lnTo>
                  <a:lnTo>
                    <a:pt x="175263" y="3172"/>
                  </a:lnTo>
                  <a:lnTo>
                    <a:pt x="181523" y="2376"/>
                  </a:lnTo>
                  <a:lnTo>
                    <a:pt x="187782" y="1742"/>
                  </a:lnTo>
                  <a:lnTo>
                    <a:pt x="194042" y="1186"/>
                  </a:lnTo>
                  <a:lnTo>
                    <a:pt x="200301" y="737"/>
                  </a:lnTo>
                  <a:lnTo>
                    <a:pt x="206560" y="420"/>
                  </a:lnTo>
                  <a:lnTo>
                    <a:pt x="212820" y="155"/>
                  </a:lnTo>
                  <a:lnTo>
                    <a:pt x="219079" y="77"/>
                  </a:lnTo>
                  <a:lnTo>
                    <a:pt x="225339" y="0"/>
                  </a:lnTo>
                  <a:lnTo>
                    <a:pt x="231598" y="157"/>
                  </a:lnTo>
                  <a:lnTo>
                    <a:pt x="237858" y="316"/>
                  </a:lnTo>
                  <a:lnTo>
                    <a:pt x="244117" y="655"/>
                  </a:lnTo>
                  <a:lnTo>
                    <a:pt x="250376" y="1051"/>
                  </a:lnTo>
                  <a:lnTo>
                    <a:pt x="256636" y="1571"/>
                  </a:lnTo>
                  <a:lnTo>
                    <a:pt x="262895" y="2199"/>
                  </a:lnTo>
                  <a:lnTo>
                    <a:pt x="269155" y="2898"/>
                  </a:lnTo>
                  <a:lnTo>
                    <a:pt x="275414" y="3757"/>
                  </a:lnTo>
                  <a:lnTo>
                    <a:pt x="281674" y="4634"/>
                  </a:lnTo>
                  <a:lnTo>
                    <a:pt x="287933" y="5721"/>
                  </a:lnTo>
                  <a:lnTo>
                    <a:pt x="294192" y="6807"/>
                  </a:lnTo>
                  <a:lnTo>
                    <a:pt x="300452" y="8084"/>
                  </a:lnTo>
                  <a:lnTo>
                    <a:pt x="306711" y="9394"/>
                  </a:lnTo>
                  <a:lnTo>
                    <a:pt x="312971" y="10840"/>
                  </a:lnTo>
                  <a:lnTo>
                    <a:pt x="319230" y="12369"/>
                  </a:lnTo>
                  <a:lnTo>
                    <a:pt x="325490" y="13983"/>
                  </a:lnTo>
                  <a:lnTo>
                    <a:pt x="331749" y="15728"/>
                  </a:lnTo>
                  <a:lnTo>
                    <a:pt x="338008" y="17506"/>
                  </a:lnTo>
                  <a:lnTo>
                    <a:pt x="344268" y="19460"/>
                  </a:lnTo>
                  <a:lnTo>
                    <a:pt x="350527" y="21415"/>
                  </a:lnTo>
                  <a:lnTo>
                    <a:pt x="356787" y="23560"/>
                  </a:lnTo>
                  <a:lnTo>
                    <a:pt x="363046" y="25718"/>
                  </a:lnTo>
                  <a:lnTo>
                    <a:pt x="369305" y="28017"/>
                  </a:lnTo>
                  <a:lnTo>
                    <a:pt x="375565" y="30374"/>
                  </a:lnTo>
                  <a:lnTo>
                    <a:pt x="381824" y="32823"/>
                  </a:lnTo>
                  <a:lnTo>
                    <a:pt x="388084" y="35373"/>
                  </a:lnTo>
                  <a:lnTo>
                    <a:pt x="394343" y="37969"/>
                  </a:lnTo>
                  <a:lnTo>
                    <a:pt x="400603" y="40705"/>
                  </a:lnTo>
                  <a:lnTo>
                    <a:pt x="406862" y="43444"/>
                  </a:lnTo>
                  <a:lnTo>
                    <a:pt x="413121" y="46359"/>
                  </a:lnTo>
                  <a:lnTo>
                    <a:pt x="419381" y="49273"/>
                  </a:lnTo>
                  <a:lnTo>
                    <a:pt x="425640" y="52325"/>
                  </a:lnTo>
                  <a:lnTo>
                    <a:pt x="431900" y="55411"/>
                  </a:lnTo>
                  <a:lnTo>
                    <a:pt x="438159" y="58591"/>
                  </a:lnTo>
                  <a:lnTo>
                    <a:pt x="444419" y="61843"/>
                  </a:lnTo>
                  <a:lnTo>
                    <a:pt x="450678" y="65148"/>
                  </a:lnTo>
                  <a:lnTo>
                    <a:pt x="456937" y="68557"/>
                  </a:lnTo>
                  <a:lnTo>
                    <a:pt x="463197" y="71982"/>
                  </a:lnTo>
                  <a:lnTo>
                    <a:pt x="469456" y="75541"/>
                  </a:lnTo>
                  <a:lnTo>
                    <a:pt x="475716" y="79100"/>
                  </a:lnTo>
                  <a:lnTo>
                    <a:pt x="481975" y="82783"/>
                  </a:lnTo>
                  <a:lnTo>
                    <a:pt x="488235" y="86483"/>
                  </a:lnTo>
                  <a:lnTo>
                    <a:pt x="494494" y="90271"/>
                  </a:lnTo>
                  <a:lnTo>
                    <a:pt x="500753" y="94105"/>
                  </a:lnTo>
                  <a:lnTo>
                    <a:pt x="507013" y="97992"/>
                  </a:lnTo>
                  <a:lnTo>
                    <a:pt x="513272" y="101952"/>
                  </a:lnTo>
                  <a:lnTo>
                    <a:pt x="519532" y="105934"/>
                  </a:lnTo>
                  <a:lnTo>
                    <a:pt x="525791" y="110011"/>
                  </a:lnTo>
                  <a:lnTo>
                    <a:pt x="532050" y="114088"/>
                  </a:lnTo>
                  <a:lnTo>
                    <a:pt x="538310" y="118270"/>
                  </a:lnTo>
                  <a:lnTo>
                    <a:pt x="544569" y="122456"/>
                  </a:lnTo>
                  <a:lnTo>
                    <a:pt x="550829" y="126716"/>
                  </a:lnTo>
                  <a:lnTo>
                    <a:pt x="557088" y="131002"/>
                  </a:lnTo>
                  <a:lnTo>
                    <a:pt x="563348" y="135335"/>
                  </a:lnTo>
                  <a:lnTo>
                    <a:pt x="569607" y="139714"/>
                  </a:lnTo>
                  <a:lnTo>
                    <a:pt x="575866" y="144116"/>
                  </a:lnTo>
                  <a:lnTo>
                    <a:pt x="582126" y="148578"/>
                  </a:lnTo>
                  <a:lnTo>
                    <a:pt x="588385" y="153044"/>
                  </a:lnTo>
                  <a:lnTo>
                    <a:pt x="594645" y="157581"/>
                  </a:lnTo>
                  <a:lnTo>
                    <a:pt x="600904" y="162119"/>
                  </a:lnTo>
                  <a:lnTo>
                    <a:pt x="607164" y="166712"/>
                  </a:lnTo>
                  <a:lnTo>
                    <a:pt x="613423" y="171316"/>
                  </a:lnTo>
                  <a:lnTo>
                    <a:pt x="619682" y="175956"/>
                  </a:lnTo>
                  <a:lnTo>
                    <a:pt x="625942" y="180619"/>
                  </a:lnTo>
                  <a:lnTo>
                    <a:pt x="632201" y="185301"/>
                  </a:lnTo>
                  <a:lnTo>
                    <a:pt x="638461" y="190015"/>
                  </a:lnTo>
                  <a:lnTo>
                    <a:pt x="644720" y="194735"/>
                  </a:lnTo>
                  <a:lnTo>
                    <a:pt x="650980" y="199491"/>
                  </a:lnTo>
                  <a:lnTo>
                    <a:pt x="657239" y="204248"/>
                  </a:lnTo>
                  <a:lnTo>
                    <a:pt x="663498" y="209036"/>
                  </a:lnTo>
                  <a:lnTo>
                    <a:pt x="669758" y="213827"/>
                  </a:lnTo>
                  <a:lnTo>
                    <a:pt x="676017" y="218637"/>
                  </a:lnTo>
                  <a:lnTo>
                    <a:pt x="682277" y="223455"/>
                  </a:lnTo>
                  <a:lnTo>
                    <a:pt x="688536" y="228282"/>
                  </a:lnTo>
                  <a:lnTo>
                    <a:pt x="694796" y="233119"/>
                  </a:lnTo>
                  <a:lnTo>
                    <a:pt x="701055" y="237959"/>
                  </a:lnTo>
                  <a:lnTo>
                    <a:pt x="707314" y="242809"/>
                  </a:lnTo>
                  <a:lnTo>
                    <a:pt x="713574" y="247658"/>
                  </a:lnTo>
                  <a:lnTo>
                    <a:pt x="719833" y="252512"/>
                  </a:lnTo>
                  <a:lnTo>
                    <a:pt x="726093" y="257366"/>
                  </a:lnTo>
                  <a:lnTo>
                    <a:pt x="732352" y="262218"/>
                  </a:lnTo>
                  <a:lnTo>
                    <a:pt x="738611" y="267070"/>
                  </a:lnTo>
                  <a:lnTo>
                    <a:pt x="744871" y="271917"/>
                  </a:lnTo>
                  <a:lnTo>
                    <a:pt x="751130" y="276760"/>
                  </a:lnTo>
                  <a:lnTo>
                    <a:pt x="757390" y="281597"/>
                  </a:lnTo>
                  <a:lnTo>
                    <a:pt x="763649" y="286424"/>
                  </a:lnTo>
                  <a:lnTo>
                    <a:pt x="769909" y="291250"/>
                  </a:lnTo>
                  <a:lnTo>
                    <a:pt x="776168" y="296055"/>
                  </a:lnTo>
                  <a:lnTo>
                    <a:pt x="782427" y="300860"/>
                  </a:lnTo>
                  <a:lnTo>
                    <a:pt x="788687" y="305641"/>
                  </a:lnTo>
                  <a:lnTo>
                    <a:pt x="794946" y="310418"/>
                  </a:lnTo>
                  <a:lnTo>
                    <a:pt x="801206" y="315174"/>
                  </a:lnTo>
                  <a:lnTo>
                    <a:pt x="807465" y="319917"/>
                  </a:lnTo>
                  <a:lnTo>
                    <a:pt x="813725" y="324645"/>
                  </a:lnTo>
                  <a:lnTo>
                    <a:pt x="819984" y="329349"/>
                  </a:lnTo>
                  <a:lnTo>
                    <a:pt x="826243" y="334045"/>
                  </a:lnTo>
                  <a:lnTo>
                    <a:pt x="832503" y="338705"/>
                  </a:lnTo>
                  <a:lnTo>
                    <a:pt x="838762" y="343364"/>
                  </a:lnTo>
                  <a:lnTo>
                    <a:pt x="845022" y="347977"/>
                  </a:lnTo>
                  <a:lnTo>
                    <a:pt x="851281" y="352587"/>
                  </a:lnTo>
                  <a:lnTo>
                    <a:pt x="857541" y="357158"/>
                  </a:lnTo>
                  <a:lnTo>
                    <a:pt x="863800" y="361714"/>
                  </a:lnTo>
                  <a:lnTo>
                    <a:pt x="870059" y="366241"/>
                  </a:lnTo>
                  <a:lnTo>
                    <a:pt x="876319" y="370737"/>
                  </a:lnTo>
                  <a:lnTo>
                    <a:pt x="882578" y="375218"/>
                  </a:lnTo>
                  <a:lnTo>
                    <a:pt x="888838" y="379652"/>
                  </a:lnTo>
                  <a:lnTo>
                    <a:pt x="895097" y="384084"/>
                  </a:lnTo>
                  <a:lnTo>
                    <a:pt x="901356" y="388451"/>
                  </a:lnTo>
                  <a:lnTo>
                    <a:pt x="907616" y="392818"/>
                  </a:lnTo>
                  <a:lnTo>
                    <a:pt x="913875" y="397129"/>
                  </a:lnTo>
                  <a:lnTo>
                    <a:pt x="920135" y="401426"/>
                  </a:lnTo>
                  <a:lnTo>
                    <a:pt x="926394" y="405680"/>
                  </a:lnTo>
                  <a:lnTo>
                    <a:pt x="932654" y="409904"/>
                  </a:lnTo>
                  <a:lnTo>
                    <a:pt x="938913" y="414100"/>
                  </a:lnTo>
                  <a:lnTo>
                    <a:pt x="945172" y="418246"/>
                  </a:lnTo>
                  <a:lnTo>
                    <a:pt x="951432" y="422383"/>
                  </a:lnTo>
                  <a:lnTo>
                    <a:pt x="957691" y="426450"/>
                  </a:lnTo>
                  <a:lnTo>
                    <a:pt x="963951" y="430517"/>
                  </a:lnTo>
                  <a:lnTo>
                    <a:pt x="970210" y="434510"/>
                  </a:lnTo>
                  <a:lnTo>
                    <a:pt x="976470" y="438495"/>
                  </a:lnTo>
                  <a:lnTo>
                    <a:pt x="982729" y="442423"/>
                  </a:lnTo>
                  <a:lnTo>
                    <a:pt x="988988" y="446324"/>
                  </a:lnTo>
                  <a:lnTo>
                    <a:pt x="995248" y="450186"/>
                  </a:lnTo>
                  <a:lnTo>
                    <a:pt x="1001507" y="454000"/>
                  </a:lnTo>
                  <a:lnTo>
                    <a:pt x="1007767" y="457795"/>
                  </a:lnTo>
                  <a:lnTo>
                    <a:pt x="1014026" y="461521"/>
                  </a:lnTo>
                  <a:lnTo>
                    <a:pt x="1020286" y="465246"/>
                  </a:lnTo>
                  <a:lnTo>
                    <a:pt x="1026545" y="468883"/>
                  </a:lnTo>
                  <a:lnTo>
                    <a:pt x="1032804" y="472519"/>
                  </a:lnTo>
                  <a:lnTo>
                    <a:pt x="1039064" y="476086"/>
                  </a:lnTo>
                  <a:lnTo>
                    <a:pt x="1045323" y="479630"/>
                  </a:lnTo>
                  <a:lnTo>
                    <a:pt x="1051583" y="483127"/>
                  </a:lnTo>
                  <a:lnTo>
                    <a:pt x="1057842" y="486579"/>
                  </a:lnTo>
                  <a:lnTo>
                    <a:pt x="1064101" y="490004"/>
                  </a:lnTo>
                  <a:lnTo>
                    <a:pt x="1070361" y="493363"/>
                  </a:lnTo>
                  <a:lnTo>
                    <a:pt x="1076620" y="496716"/>
                  </a:lnTo>
                  <a:lnTo>
                    <a:pt x="1082880" y="499980"/>
                  </a:lnTo>
                  <a:lnTo>
                    <a:pt x="1089139" y="503245"/>
                  </a:lnTo>
                  <a:lnTo>
                    <a:pt x="1095399" y="506432"/>
                  </a:lnTo>
                  <a:lnTo>
                    <a:pt x="1101658" y="509602"/>
                  </a:lnTo>
                  <a:lnTo>
                    <a:pt x="1107917" y="512716"/>
                  </a:lnTo>
                  <a:lnTo>
                    <a:pt x="1114177" y="515792"/>
                  </a:lnTo>
                  <a:lnTo>
                    <a:pt x="1120436" y="518832"/>
                  </a:lnTo>
                  <a:lnTo>
                    <a:pt x="1126696" y="521813"/>
                  </a:lnTo>
                  <a:lnTo>
                    <a:pt x="1132955" y="524780"/>
                  </a:lnTo>
                  <a:lnTo>
                    <a:pt x="1139215" y="527667"/>
                  </a:lnTo>
                  <a:lnTo>
                    <a:pt x="1145474" y="530553"/>
                  </a:lnTo>
                  <a:lnTo>
                    <a:pt x="1151733" y="533353"/>
                  </a:lnTo>
                  <a:lnTo>
                    <a:pt x="1157993" y="536145"/>
                  </a:lnTo>
                  <a:lnTo>
                    <a:pt x="1164252" y="538872"/>
                  </a:lnTo>
                  <a:lnTo>
                    <a:pt x="1170512" y="541570"/>
                  </a:lnTo>
                  <a:lnTo>
                    <a:pt x="1176771" y="544225"/>
                  </a:lnTo>
                  <a:lnTo>
                    <a:pt x="1183031" y="546829"/>
                  </a:lnTo>
                  <a:lnTo>
                    <a:pt x="1189290" y="549412"/>
                  </a:lnTo>
                  <a:lnTo>
                    <a:pt x="1195549" y="551923"/>
                  </a:lnTo>
                  <a:lnTo>
                    <a:pt x="1201809" y="554434"/>
                  </a:lnTo>
                  <a:lnTo>
                    <a:pt x="1208068" y="556854"/>
                  </a:lnTo>
                  <a:lnTo>
                    <a:pt x="1214328" y="559273"/>
                  </a:lnTo>
                  <a:lnTo>
                    <a:pt x="1220587" y="561622"/>
                  </a:lnTo>
                  <a:lnTo>
                    <a:pt x="1226846" y="563950"/>
                  </a:lnTo>
                  <a:lnTo>
                    <a:pt x="1233106" y="566229"/>
                  </a:lnTo>
                  <a:lnTo>
                    <a:pt x="1239365" y="568467"/>
                  </a:lnTo>
                  <a:lnTo>
                    <a:pt x="1245625" y="570677"/>
                  </a:lnTo>
                  <a:lnTo>
                    <a:pt x="1251884" y="572826"/>
                  </a:lnTo>
                  <a:lnTo>
                    <a:pt x="1258144" y="574967"/>
                  </a:lnTo>
                  <a:lnTo>
                    <a:pt x="1264403" y="577028"/>
                  </a:lnTo>
                  <a:lnTo>
                    <a:pt x="1270662" y="579090"/>
                  </a:lnTo>
                  <a:lnTo>
                    <a:pt x="1276922" y="581077"/>
                  </a:lnTo>
                  <a:lnTo>
                    <a:pt x="1283181" y="583052"/>
                  </a:lnTo>
                  <a:lnTo>
                    <a:pt x="1289441" y="584973"/>
                  </a:lnTo>
                  <a:lnTo>
                    <a:pt x="1295700" y="586863"/>
                  </a:lnTo>
                  <a:lnTo>
                    <a:pt x="1301960" y="588719"/>
                  </a:lnTo>
                  <a:lnTo>
                    <a:pt x="1308219" y="590526"/>
                  </a:lnTo>
                  <a:lnTo>
                    <a:pt x="1314478" y="592318"/>
                  </a:lnTo>
                  <a:lnTo>
                    <a:pt x="1320738" y="594043"/>
                  </a:lnTo>
                  <a:lnTo>
                    <a:pt x="1326997" y="595768"/>
                  </a:lnTo>
                  <a:lnTo>
                    <a:pt x="1333257" y="597416"/>
                  </a:lnTo>
                  <a:lnTo>
                    <a:pt x="1339516" y="599061"/>
                  </a:lnTo>
                  <a:lnTo>
                    <a:pt x="1345776" y="600649"/>
                  </a:lnTo>
                  <a:lnTo>
                    <a:pt x="1352035" y="602215"/>
                  </a:lnTo>
                  <a:lnTo>
                    <a:pt x="1358294" y="603743"/>
                  </a:lnTo>
                  <a:lnTo>
                    <a:pt x="1364554" y="605232"/>
                  </a:lnTo>
                  <a:lnTo>
                    <a:pt x="1370813" y="606702"/>
                  </a:lnTo>
                  <a:lnTo>
                    <a:pt x="1377073" y="608116"/>
                  </a:lnTo>
                  <a:lnTo>
                    <a:pt x="1383332" y="609528"/>
                  </a:lnTo>
                  <a:lnTo>
                    <a:pt x="1389592" y="610869"/>
                  </a:lnTo>
                  <a:lnTo>
                    <a:pt x="1395851" y="612210"/>
                  </a:lnTo>
                  <a:lnTo>
                    <a:pt x="1402110" y="613494"/>
                  </a:lnTo>
                  <a:lnTo>
                    <a:pt x="1408370" y="614764"/>
                  </a:lnTo>
                  <a:lnTo>
                    <a:pt x="1414629" y="615994"/>
                  </a:lnTo>
                  <a:lnTo>
                    <a:pt x="1420889" y="617195"/>
                  </a:lnTo>
                  <a:lnTo>
                    <a:pt x="1427148" y="618372"/>
                  </a:lnTo>
                  <a:lnTo>
                    <a:pt x="1433407" y="619505"/>
                  </a:lnTo>
                  <a:lnTo>
                    <a:pt x="1439667" y="620630"/>
                  </a:lnTo>
                  <a:lnTo>
                    <a:pt x="1445926" y="621698"/>
                  </a:lnTo>
                  <a:lnTo>
                    <a:pt x="1452186" y="622767"/>
                  </a:lnTo>
                  <a:lnTo>
                    <a:pt x="1458445" y="623778"/>
                  </a:lnTo>
                  <a:lnTo>
                    <a:pt x="1464705" y="624783"/>
                  </a:lnTo>
                  <a:lnTo>
                    <a:pt x="1470964" y="625746"/>
                  </a:lnTo>
                  <a:lnTo>
                    <a:pt x="1477223" y="626690"/>
                  </a:lnTo>
                  <a:lnTo>
                    <a:pt x="1483483" y="627607"/>
                  </a:lnTo>
                  <a:lnTo>
                    <a:pt x="1489742" y="628491"/>
                  </a:lnTo>
                  <a:lnTo>
                    <a:pt x="1496002" y="629363"/>
                  </a:lnTo>
                  <a:lnTo>
                    <a:pt x="1502261" y="630189"/>
                  </a:lnTo>
                  <a:lnTo>
                    <a:pt x="1508521" y="631016"/>
                  </a:lnTo>
                  <a:lnTo>
                    <a:pt x="1514780" y="631789"/>
                  </a:lnTo>
                  <a:lnTo>
                    <a:pt x="1521039" y="632560"/>
                  </a:lnTo>
                  <a:lnTo>
                    <a:pt x="1527299" y="633291"/>
                  </a:lnTo>
                  <a:lnTo>
                    <a:pt x="1533558" y="634009"/>
                  </a:lnTo>
                  <a:lnTo>
                    <a:pt x="1539818" y="634700"/>
                  </a:lnTo>
                  <a:lnTo>
                    <a:pt x="1546077" y="635367"/>
                  </a:lnTo>
                  <a:lnTo>
                    <a:pt x="1552337" y="636020"/>
                  </a:lnTo>
                  <a:lnTo>
                    <a:pt x="1558596" y="636637"/>
                  </a:lnTo>
                  <a:lnTo>
                    <a:pt x="1564855" y="637252"/>
                  </a:lnTo>
                  <a:lnTo>
                    <a:pt x="1571115" y="637822"/>
                  </a:lnTo>
                  <a:lnTo>
                    <a:pt x="1577374" y="638393"/>
                  </a:lnTo>
                  <a:lnTo>
                    <a:pt x="1583634" y="638925"/>
                  </a:lnTo>
                  <a:lnTo>
                    <a:pt x="1589893" y="639451"/>
                  </a:lnTo>
                  <a:lnTo>
                    <a:pt x="1596152" y="639950"/>
                  </a:lnTo>
                  <a:lnTo>
                    <a:pt x="1602412" y="640432"/>
                  </a:lnTo>
                  <a:lnTo>
                    <a:pt x="1608671" y="640898"/>
                  </a:lnTo>
                  <a:lnTo>
                    <a:pt x="1614931" y="641339"/>
                  </a:lnTo>
                  <a:lnTo>
                    <a:pt x="1621190" y="641774"/>
                  </a:lnTo>
                  <a:lnTo>
                    <a:pt x="1627450" y="642175"/>
                  </a:lnTo>
                  <a:lnTo>
                    <a:pt x="1633709" y="642577"/>
                  </a:lnTo>
                  <a:lnTo>
                    <a:pt x="1639968" y="642944"/>
                  </a:lnTo>
                  <a:lnTo>
                    <a:pt x="1646228" y="643308"/>
                  </a:lnTo>
                  <a:lnTo>
                    <a:pt x="1652487" y="643648"/>
                  </a:lnTo>
                  <a:lnTo>
                    <a:pt x="1658747" y="643977"/>
                  </a:lnTo>
                  <a:lnTo>
                    <a:pt x="1665006" y="644290"/>
                  </a:lnTo>
                  <a:lnTo>
                    <a:pt x="1671266" y="644585"/>
                  </a:lnTo>
                  <a:lnTo>
                    <a:pt x="1677525" y="644872"/>
                  </a:lnTo>
                  <a:lnTo>
                    <a:pt x="1683784" y="645136"/>
                  </a:lnTo>
                  <a:lnTo>
                    <a:pt x="1690044" y="645399"/>
                  </a:lnTo>
                  <a:lnTo>
                    <a:pt x="1696303" y="645633"/>
                  </a:lnTo>
                  <a:lnTo>
                    <a:pt x="1702563" y="645866"/>
                  </a:lnTo>
                  <a:lnTo>
                    <a:pt x="1708822" y="646078"/>
                  </a:lnTo>
                  <a:lnTo>
                    <a:pt x="1715082" y="646283"/>
                  </a:lnTo>
                  <a:lnTo>
                    <a:pt x="1721341" y="646474"/>
                  </a:lnTo>
                  <a:lnTo>
                    <a:pt x="1727600" y="646653"/>
                  </a:lnTo>
                  <a:lnTo>
                    <a:pt x="1733860" y="646824"/>
                  </a:lnTo>
                  <a:lnTo>
                    <a:pt x="1740119" y="646978"/>
                  </a:lnTo>
                  <a:lnTo>
                    <a:pt x="1746379" y="647130"/>
                  </a:lnTo>
                  <a:lnTo>
                    <a:pt x="1752638" y="647262"/>
                  </a:lnTo>
                  <a:lnTo>
                    <a:pt x="1758897" y="647393"/>
                  </a:lnTo>
                  <a:lnTo>
                    <a:pt x="1765157" y="647506"/>
                  </a:lnTo>
                  <a:lnTo>
                    <a:pt x="1771416" y="647616"/>
                  </a:lnTo>
                  <a:lnTo>
                    <a:pt x="1777676" y="647713"/>
                  </a:lnTo>
                  <a:lnTo>
                    <a:pt x="1783935" y="647803"/>
                  </a:lnTo>
                  <a:lnTo>
                    <a:pt x="1790195" y="647885"/>
                  </a:lnTo>
                  <a:lnTo>
                    <a:pt x="1796454" y="647957"/>
                  </a:lnTo>
                  <a:lnTo>
                    <a:pt x="1802713" y="648026"/>
                  </a:lnTo>
                  <a:lnTo>
                    <a:pt x="1808973" y="648081"/>
                  </a:lnTo>
                  <a:lnTo>
                    <a:pt x="1815232" y="648136"/>
                  </a:lnTo>
                  <a:lnTo>
                    <a:pt x="1821492" y="648176"/>
                  </a:lnTo>
                  <a:lnTo>
                    <a:pt x="1827751" y="648216"/>
                  </a:lnTo>
                  <a:lnTo>
                    <a:pt x="1834011" y="648245"/>
                  </a:lnTo>
                  <a:lnTo>
                    <a:pt x="1840270" y="648271"/>
                  </a:lnTo>
                  <a:lnTo>
                    <a:pt x="1846529" y="648291"/>
                  </a:lnTo>
                  <a:lnTo>
                    <a:pt x="1852789" y="648304"/>
                  </a:lnTo>
                  <a:lnTo>
                    <a:pt x="1859048" y="648314"/>
                  </a:lnTo>
                  <a:lnTo>
                    <a:pt x="1865308" y="648315"/>
                  </a:lnTo>
                  <a:lnTo>
                    <a:pt x="1871567" y="648317"/>
                  </a:lnTo>
                  <a:lnTo>
                    <a:pt x="1877827" y="648308"/>
                  </a:lnTo>
                  <a:lnTo>
                    <a:pt x="1884086" y="648300"/>
                  </a:lnTo>
                  <a:lnTo>
                    <a:pt x="1890345" y="648284"/>
                  </a:lnTo>
                  <a:lnTo>
                    <a:pt x="1896605" y="648267"/>
                  </a:lnTo>
                  <a:lnTo>
                    <a:pt x="1902864" y="648245"/>
                  </a:lnTo>
                  <a:lnTo>
                    <a:pt x="1909124" y="648220"/>
                  </a:lnTo>
                  <a:lnTo>
                    <a:pt x="1915383" y="648193"/>
                  </a:lnTo>
                  <a:lnTo>
                    <a:pt x="1921642" y="648161"/>
                  </a:lnTo>
                  <a:lnTo>
                    <a:pt x="1927902" y="648128"/>
                  </a:lnTo>
                  <a:lnTo>
                    <a:pt x="1934161" y="648091"/>
                  </a:lnTo>
                  <a:lnTo>
                    <a:pt x="1940421" y="648054"/>
                  </a:lnTo>
                  <a:lnTo>
                    <a:pt x="1946680" y="648012"/>
                  </a:lnTo>
                  <a:lnTo>
                    <a:pt x="1952940" y="647970"/>
                  </a:lnTo>
                  <a:lnTo>
                    <a:pt x="1959199" y="647925"/>
                  </a:lnTo>
                  <a:lnTo>
                    <a:pt x="1965458" y="647879"/>
                  </a:lnTo>
                  <a:lnTo>
                    <a:pt x="1971718" y="647832"/>
                  </a:lnTo>
                  <a:lnTo>
                    <a:pt x="1977977" y="647783"/>
                  </a:lnTo>
                  <a:lnTo>
                    <a:pt x="1984237" y="647734"/>
                  </a:lnTo>
                  <a:lnTo>
                    <a:pt x="1990496" y="647683"/>
                  </a:lnTo>
                  <a:lnTo>
                    <a:pt x="1996756" y="647632"/>
                  </a:lnTo>
                  <a:lnTo>
                    <a:pt x="2003015" y="647579"/>
                  </a:lnTo>
                  <a:lnTo>
                    <a:pt x="2009274" y="647527"/>
                  </a:lnTo>
                  <a:lnTo>
                    <a:pt x="2015534" y="647474"/>
                  </a:lnTo>
                  <a:lnTo>
                    <a:pt x="2021793" y="647421"/>
                  </a:lnTo>
                  <a:lnTo>
                    <a:pt x="2028053" y="647368"/>
                  </a:lnTo>
                  <a:lnTo>
                    <a:pt x="2034312" y="647315"/>
                  </a:lnTo>
                  <a:lnTo>
                    <a:pt x="2040572" y="647262"/>
                  </a:lnTo>
                  <a:lnTo>
                    <a:pt x="2046831" y="647209"/>
                  </a:lnTo>
                  <a:lnTo>
                    <a:pt x="2053090" y="647157"/>
                  </a:lnTo>
                  <a:lnTo>
                    <a:pt x="2059350" y="647106"/>
                  </a:lnTo>
                  <a:lnTo>
                    <a:pt x="2065609" y="647054"/>
                  </a:lnTo>
                  <a:lnTo>
                    <a:pt x="2071869" y="647004"/>
                  </a:lnTo>
                  <a:lnTo>
                    <a:pt x="2078128" y="646954"/>
                  </a:lnTo>
                  <a:lnTo>
                    <a:pt x="2084388" y="646906"/>
                  </a:lnTo>
                  <a:lnTo>
                    <a:pt x="2090647" y="646858"/>
                  </a:lnTo>
                  <a:lnTo>
                    <a:pt x="2096906" y="646811"/>
                  </a:lnTo>
                  <a:lnTo>
                    <a:pt x="2103166" y="646766"/>
                  </a:lnTo>
                  <a:lnTo>
                    <a:pt x="2109425" y="646721"/>
                  </a:lnTo>
                  <a:lnTo>
                    <a:pt x="2115685" y="646679"/>
                  </a:lnTo>
                  <a:lnTo>
                    <a:pt x="2121944" y="646636"/>
                  </a:lnTo>
                  <a:lnTo>
                    <a:pt x="2128203" y="646597"/>
                  </a:lnTo>
                  <a:lnTo>
                    <a:pt x="2134463" y="646558"/>
                  </a:lnTo>
                  <a:lnTo>
                    <a:pt x="2140722" y="646521"/>
                  </a:lnTo>
                  <a:lnTo>
                    <a:pt x="2146982" y="646485"/>
                  </a:lnTo>
                  <a:lnTo>
                    <a:pt x="2153241" y="646451"/>
                  </a:lnTo>
                  <a:lnTo>
                    <a:pt x="2159501" y="646418"/>
                  </a:lnTo>
                  <a:lnTo>
                    <a:pt x="2165760" y="646387"/>
                  </a:lnTo>
                  <a:lnTo>
                    <a:pt x="2172019" y="646359"/>
                  </a:lnTo>
                  <a:lnTo>
                    <a:pt x="2178279" y="646331"/>
                  </a:lnTo>
                  <a:lnTo>
                    <a:pt x="2184538" y="646306"/>
                  </a:lnTo>
                  <a:lnTo>
                    <a:pt x="2190798" y="646282"/>
                  </a:lnTo>
                  <a:lnTo>
                    <a:pt x="2197057" y="646261"/>
                  </a:lnTo>
                  <a:lnTo>
                    <a:pt x="2203317" y="646241"/>
                  </a:lnTo>
                  <a:lnTo>
                    <a:pt x="2209576" y="646223"/>
                  </a:lnTo>
                  <a:lnTo>
                    <a:pt x="2215835" y="646207"/>
                  </a:lnTo>
                  <a:lnTo>
                    <a:pt x="2222095" y="646193"/>
                  </a:lnTo>
                  <a:lnTo>
                    <a:pt x="2228354" y="646182"/>
                  </a:lnTo>
                  <a:lnTo>
                    <a:pt x="2234614" y="646171"/>
                  </a:lnTo>
                  <a:lnTo>
                    <a:pt x="2240873" y="646164"/>
                  </a:lnTo>
                  <a:lnTo>
                    <a:pt x="2247133" y="646157"/>
                  </a:lnTo>
                  <a:lnTo>
                    <a:pt x="2253392" y="646154"/>
                  </a:lnTo>
                  <a:lnTo>
                    <a:pt x="2259651" y="646152"/>
                  </a:lnTo>
                  <a:lnTo>
                    <a:pt x="2265911" y="646152"/>
                  </a:lnTo>
                  <a:lnTo>
                    <a:pt x="2272170" y="646154"/>
                  </a:lnTo>
                  <a:lnTo>
                    <a:pt x="2278430" y="646159"/>
                  </a:lnTo>
                  <a:lnTo>
                    <a:pt x="2284689" y="646165"/>
                  </a:lnTo>
                  <a:lnTo>
                    <a:pt x="2290948" y="646173"/>
                  </a:lnTo>
                  <a:lnTo>
                    <a:pt x="2297208" y="646185"/>
                  </a:lnTo>
                  <a:lnTo>
                    <a:pt x="2303467" y="646196"/>
                  </a:lnTo>
                  <a:lnTo>
                    <a:pt x="2309727" y="646212"/>
                  </a:lnTo>
                  <a:lnTo>
                    <a:pt x="2315986" y="646228"/>
                  </a:lnTo>
                  <a:lnTo>
                    <a:pt x="2322246" y="646248"/>
                  </a:lnTo>
                  <a:lnTo>
                    <a:pt x="2328505" y="646268"/>
                  </a:lnTo>
                  <a:lnTo>
                    <a:pt x="2334764" y="646291"/>
                  </a:lnTo>
                  <a:lnTo>
                    <a:pt x="2341024" y="646317"/>
                  </a:lnTo>
                  <a:lnTo>
                    <a:pt x="2347283" y="646343"/>
                  </a:lnTo>
                  <a:lnTo>
                    <a:pt x="2353543" y="646373"/>
                  </a:lnTo>
                  <a:lnTo>
                    <a:pt x="2359802" y="646404"/>
                  </a:lnTo>
                  <a:lnTo>
                    <a:pt x="2366062" y="646439"/>
                  </a:lnTo>
                  <a:lnTo>
                    <a:pt x="2372321" y="646473"/>
                  </a:lnTo>
                  <a:lnTo>
                    <a:pt x="2378580" y="646512"/>
                  </a:lnTo>
                  <a:lnTo>
                    <a:pt x="2384840" y="646551"/>
                  </a:lnTo>
                  <a:lnTo>
                    <a:pt x="2391099" y="646594"/>
                  </a:lnTo>
                  <a:lnTo>
                    <a:pt x="2397359" y="646638"/>
                  </a:lnTo>
                  <a:lnTo>
                    <a:pt x="2403618" y="646684"/>
                  </a:lnTo>
                  <a:lnTo>
                    <a:pt x="2409878" y="646733"/>
                  </a:lnTo>
                  <a:lnTo>
                    <a:pt x="2416137" y="646783"/>
                  </a:lnTo>
                  <a:lnTo>
                    <a:pt x="2422396" y="646836"/>
                  </a:lnTo>
                  <a:lnTo>
                    <a:pt x="2428656" y="646890"/>
                  </a:lnTo>
                  <a:lnTo>
                    <a:pt x="2434915" y="646949"/>
                  </a:lnTo>
                  <a:lnTo>
                    <a:pt x="2441175" y="647007"/>
                  </a:lnTo>
                  <a:lnTo>
                    <a:pt x="2447434" y="647070"/>
                  </a:lnTo>
                  <a:lnTo>
                    <a:pt x="2453693" y="647134"/>
                  </a:lnTo>
                  <a:lnTo>
                    <a:pt x="2459953" y="647200"/>
                  </a:lnTo>
                  <a:lnTo>
                    <a:pt x="2466212" y="647269"/>
                  </a:lnTo>
                  <a:lnTo>
                    <a:pt x="2472472" y="647339"/>
                  </a:lnTo>
                  <a:lnTo>
                    <a:pt x="2478731" y="647413"/>
                  </a:lnTo>
                  <a:lnTo>
                    <a:pt x="2484991" y="647488"/>
                  </a:lnTo>
                  <a:lnTo>
                    <a:pt x="2491250" y="647568"/>
                  </a:lnTo>
                  <a:lnTo>
                    <a:pt x="2497509" y="647647"/>
                  </a:lnTo>
                  <a:lnTo>
                    <a:pt x="2503769" y="647732"/>
                  </a:lnTo>
                  <a:lnTo>
                    <a:pt x="2510028" y="647817"/>
                  </a:lnTo>
                  <a:lnTo>
                    <a:pt x="2516288" y="647906"/>
                  </a:lnTo>
                  <a:lnTo>
                    <a:pt x="2522547" y="647997"/>
                  </a:lnTo>
                  <a:lnTo>
                    <a:pt x="2528807" y="648090"/>
                  </a:lnTo>
                  <a:lnTo>
                    <a:pt x="2535066" y="648188"/>
                  </a:lnTo>
                  <a:lnTo>
                    <a:pt x="2541325" y="648286"/>
                  </a:lnTo>
                  <a:lnTo>
                    <a:pt x="2547585" y="648390"/>
                  </a:lnTo>
                  <a:lnTo>
                    <a:pt x="2553844" y="648494"/>
                  </a:lnTo>
                  <a:lnTo>
                    <a:pt x="2560104" y="648604"/>
                  </a:lnTo>
                  <a:lnTo>
                    <a:pt x="2566363" y="648714"/>
                  </a:lnTo>
                  <a:lnTo>
                    <a:pt x="2572623" y="648829"/>
                  </a:lnTo>
                  <a:lnTo>
                    <a:pt x="2578882" y="648947"/>
                  </a:lnTo>
                  <a:lnTo>
                    <a:pt x="2585141" y="649068"/>
                  </a:lnTo>
                  <a:lnTo>
                    <a:pt x="2591401" y="649193"/>
                  </a:lnTo>
                  <a:lnTo>
                    <a:pt x="2597660" y="649319"/>
                  </a:lnTo>
                  <a:lnTo>
                    <a:pt x="2603920" y="649452"/>
                  </a:lnTo>
                  <a:lnTo>
                    <a:pt x="2610179" y="649585"/>
                  </a:lnTo>
                  <a:lnTo>
                    <a:pt x="2616438" y="649725"/>
                  </a:lnTo>
                  <a:lnTo>
                    <a:pt x="2622698" y="649867"/>
                  </a:lnTo>
                  <a:lnTo>
                    <a:pt x="2628957" y="650014"/>
                  </a:lnTo>
                  <a:lnTo>
                    <a:pt x="2635217" y="650163"/>
                  </a:lnTo>
                  <a:lnTo>
                    <a:pt x="2641476" y="650317"/>
                  </a:lnTo>
                  <a:lnTo>
                    <a:pt x="2647736" y="650476"/>
                  </a:lnTo>
                  <a:lnTo>
                    <a:pt x="2653995" y="650637"/>
                  </a:lnTo>
                  <a:lnTo>
                    <a:pt x="2660254" y="650806"/>
                  </a:lnTo>
                  <a:lnTo>
                    <a:pt x="2666514" y="650974"/>
                  </a:lnTo>
                  <a:lnTo>
                    <a:pt x="2672773" y="651153"/>
                  </a:lnTo>
                  <a:lnTo>
                    <a:pt x="2679033" y="651331"/>
                  </a:lnTo>
                  <a:lnTo>
                    <a:pt x="2685292" y="651518"/>
                  </a:lnTo>
                  <a:lnTo>
                    <a:pt x="2691552" y="651706"/>
                  </a:lnTo>
                  <a:lnTo>
                    <a:pt x="2697811" y="651902"/>
                  </a:lnTo>
                  <a:lnTo>
                    <a:pt x="2704070" y="652101"/>
                  </a:lnTo>
                  <a:lnTo>
                    <a:pt x="2710330" y="652305"/>
                  </a:lnTo>
                  <a:lnTo>
                    <a:pt x="2716589" y="652517"/>
                  </a:lnTo>
                  <a:lnTo>
                    <a:pt x="2722849" y="652730"/>
                  </a:lnTo>
                  <a:lnTo>
                    <a:pt x="2729108" y="652954"/>
                  </a:lnTo>
                  <a:lnTo>
                    <a:pt x="2735368" y="653177"/>
                  </a:lnTo>
                  <a:lnTo>
                    <a:pt x="2741627" y="653412"/>
                  </a:lnTo>
                  <a:lnTo>
                    <a:pt x="2747886" y="653649"/>
                  </a:lnTo>
                  <a:lnTo>
                    <a:pt x="2754146" y="653894"/>
                  </a:lnTo>
                  <a:lnTo>
                    <a:pt x="2760405" y="654143"/>
                  </a:lnTo>
                  <a:lnTo>
                    <a:pt x="2766665" y="654399"/>
                  </a:lnTo>
                  <a:lnTo>
                    <a:pt x="2772924" y="654662"/>
                  </a:lnTo>
                  <a:lnTo>
                    <a:pt x="2779184" y="654929"/>
                  </a:lnTo>
                  <a:lnTo>
                    <a:pt x="2785443" y="655207"/>
                  </a:lnTo>
                  <a:lnTo>
                    <a:pt x="2791702" y="655485"/>
                  </a:lnTo>
                  <a:lnTo>
                    <a:pt x="2797962" y="655777"/>
                  </a:lnTo>
                  <a:lnTo>
                    <a:pt x="2804221" y="656070"/>
                  </a:lnTo>
                  <a:lnTo>
                    <a:pt x="2810481" y="656374"/>
                  </a:lnTo>
                  <a:lnTo>
                    <a:pt x="2816740" y="656682"/>
                  </a:lnTo>
                  <a:lnTo>
                    <a:pt x="2822999" y="656999"/>
                  </a:lnTo>
                  <a:lnTo>
                    <a:pt x="2829259" y="657323"/>
                  </a:lnTo>
                  <a:lnTo>
                    <a:pt x="2835518" y="657653"/>
                  </a:lnTo>
                  <a:lnTo>
                    <a:pt x="2841778" y="657993"/>
                  </a:lnTo>
                  <a:lnTo>
                    <a:pt x="2848037" y="658335"/>
                  </a:lnTo>
                  <a:lnTo>
                    <a:pt x="2854297" y="658693"/>
                  </a:lnTo>
                  <a:lnTo>
                    <a:pt x="2860556" y="659051"/>
                  </a:lnTo>
                  <a:lnTo>
                    <a:pt x="2866815" y="659424"/>
                  </a:lnTo>
                  <a:lnTo>
                    <a:pt x="2873075" y="659799"/>
                  </a:lnTo>
                  <a:lnTo>
                    <a:pt x="2879334" y="660186"/>
                  </a:lnTo>
                  <a:lnTo>
                    <a:pt x="2885594" y="660579"/>
                  </a:lnTo>
                  <a:lnTo>
                    <a:pt x="2891853" y="660979"/>
                  </a:lnTo>
                  <a:lnTo>
                    <a:pt x="2898113" y="661391"/>
                  </a:lnTo>
                  <a:lnTo>
                    <a:pt x="2904372" y="661806"/>
                  </a:lnTo>
                  <a:lnTo>
                    <a:pt x="2910631" y="662237"/>
                  </a:lnTo>
                  <a:lnTo>
                    <a:pt x="2916891" y="662667"/>
                  </a:lnTo>
                  <a:lnTo>
                    <a:pt x="2923150" y="663116"/>
                  </a:lnTo>
                  <a:lnTo>
                    <a:pt x="2929410" y="663565"/>
                  </a:lnTo>
                  <a:lnTo>
                    <a:pt x="2935669" y="664029"/>
                  </a:lnTo>
                  <a:lnTo>
                    <a:pt x="2941929" y="664498"/>
                  </a:lnTo>
                  <a:lnTo>
                    <a:pt x="2948188" y="664977"/>
                  </a:lnTo>
                  <a:lnTo>
                    <a:pt x="2954447" y="665466"/>
                  </a:lnTo>
                  <a:lnTo>
                    <a:pt x="2960707" y="665960"/>
                  </a:lnTo>
                  <a:lnTo>
                    <a:pt x="2966966" y="666469"/>
                  </a:lnTo>
                  <a:lnTo>
                    <a:pt x="2973226" y="666978"/>
                  </a:lnTo>
                  <a:lnTo>
                    <a:pt x="2979485" y="667507"/>
                  </a:lnTo>
                  <a:lnTo>
                    <a:pt x="2985744" y="668037"/>
                  </a:lnTo>
                  <a:lnTo>
                    <a:pt x="2992004" y="668582"/>
                  </a:lnTo>
                  <a:lnTo>
                    <a:pt x="2998263" y="669132"/>
                  </a:lnTo>
                  <a:lnTo>
                    <a:pt x="3004523" y="669693"/>
                  </a:lnTo>
                  <a:lnTo>
                    <a:pt x="3010782" y="670263"/>
                  </a:lnTo>
                  <a:lnTo>
                    <a:pt x="3017042" y="670840"/>
                  </a:lnTo>
                  <a:lnTo>
                    <a:pt x="3023301" y="671430"/>
                  </a:lnTo>
                  <a:lnTo>
                    <a:pt x="3029560" y="672023"/>
                  </a:lnTo>
                  <a:lnTo>
                    <a:pt x="3035820" y="672634"/>
                  </a:lnTo>
                  <a:lnTo>
                    <a:pt x="3042079" y="673245"/>
                  </a:lnTo>
                  <a:lnTo>
                    <a:pt x="3048339" y="673874"/>
                  </a:lnTo>
                  <a:lnTo>
                    <a:pt x="3054598" y="674506"/>
                  </a:lnTo>
                  <a:lnTo>
                    <a:pt x="3060858" y="675151"/>
                  </a:lnTo>
                  <a:lnTo>
                    <a:pt x="3067117" y="675803"/>
                  </a:lnTo>
                  <a:lnTo>
                    <a:pt x="3073376" y="676463"/>
                  </a:lnTo>
                  <a:lnTo>
                    <a:pt x="3079636" y="677135"/>
                  </a:lnTo>
                  <a:lnTo>
                    <a:pt x="3085895" y="677811"/>
                  </a:lnTo>
                  <a:lnTo>
                    <a:pt x="3092155" y="678503"/>
                  </a:lnTo>
                  <a:lnTo>
                    <a:pt x="3098414" y="679196"/>
                  </a:lnTo>
                  <a:lnTo>
                    <a:pt x="3104674" y="679907"/>
                  </a:lnTo>
                  <a:lnTo>
                    <a:pt x="3110933" y="680618"/>
                  </a:lnTo>
                  <a:lnTo>
                    <a:pt x="3117192" y="681344"/>
                  </a:lnTo>
                  <a:lnTo>
                    <a:pt x="3123452" y="682076"/>
                  </a:lnTo>
                  <a:lnTo>
                    <a:pt x="3129711" y="682816"/>
                  </a:lnTo>
                  <a:lnTo>
                    <a:pt x="3135971" y="683567"/>
                  </a:lnTo>
                  <a:lnTo>
                    <a:pt x="3142230" y="684322"/>
                  </a:lnTo>
                  <a:lnTo>
                    <a:pt x="3148489" y="685091"/>
                  </a:lnTo>
                  <a:lnTo>
                    <a:pt x="3154749" y="685860"/>
                  </a:lnTo>
                  <a:lnTo>
                    <a:pt x="3161008" y="686647"/>
                  </a:lnTo>
                  <a:lnTo>
                    <a:pt x="3167268" y="687434"/>
                  </a:lnTo>
                  <a:lnTo>
                    <a:pt x="3173527" y="688235"/>
                  </a:lnTo>
                  <a:lnTo>
                    <a:pt x="3179787" y="689039"/>
                  </a:lnTo>
                  <a:lnTo>
                    <a:pt x="3186046" y="689853"/>
                  </a:lnTo>
                  <a:lnTo>
                    <a:pt x="3192305" y="690674"/>
                  </a:lnTo>
                  <a:lnTo>
                    <a:pt x="3198565" y="691501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3749798" y="1000862"/>
              <a:ext cx="3198565" cy="729881"/>
            </a:xfrm>
            <a:custGeom>
              <a:avLst/>
              <a:pathLst>
                <a:path w="3198565" h="729881">
                  <a:moveTo>
                    <a:pt x="0" y="88489"/>
                  </a:moveTo>
                  <a:lnTo>
                    <a:pt x="6259" y="85083"/>
                  </a:lnTo>
                  <a:lnTo>
                    <a:pt x="12518" y="81684"/>
                  </a:lnTo>
                  <a:lnTo>
                    <a:pt x="18778" y="78366"/>
                  </a:lnTo>
                  <a:lnTo>
                    <a:pt x="25037" y="75103"/>
                  </a:lnTo>
                  <a:lnTo>
                    <a:pt x="31297" y="71874"/>
                  </a:lnTo>
                  <a:lnTo>
                    <a:pt x="37556" y="68753"/>
                  </a:lnTo>
                  <a:lnTo>
                    <a:pt x="43815" y="65632"/>
                  </a:lnTo>
                  <a:lnTo>
                    <a:pt x="50075" y="62641"/>
                  </a:lnTo>
                  <a:lnTo>
                    <a:pt x="56334" y="59666"/>
                  </a:lnTo>
                  <a:lnTo>
                    <a:pt x="62594" y="56772"/>
                  </a:lnTo>
                  <a:lnTo>
                    <a:pt x="68853" y="53949"/>
                  </a:lnTo>
                  <a:lnTo>
                    <a:pt x="75113" y="51154"/>
                  </a:lnTo>
                  <a:lnTo>
                    <a:pt x="81372" y="48487"/>
                  </a:lnTo>
                  <a:lnTo>
                    <a:pt x="87631" y="45820"/>
                  </a:lnTo>
                  <a:lnTo>
                    <a:pt x="93891" y="43284"/>
                  </a:lnTo>
                  <a:lnTo>
                    <a:pt x="100150" y="40777"/>
                  </a:lnTo>
                  <a:lnTo>
                    <a:pt x="106410" y="38346"/>
                  </a:lnTo>
                  <a:lnTo>
                    <a:pt x="112669" y="36003"/>
                  </a:lnTo>
                  <a:lnTo>
                    <a:pt x="118929" y="33679"/>
                  </a:lnTo>
                  <a:lnTo>
                    <a:pt x="125188" y="31503"/>
                  </a:lnTo>
                  <a:lnTo>
                    <a:pt x="131447" y="29327"/>
                  </a:lnTo>
                  <a:lnTo>
                    <a:pt x="137707" y="27281"/>
                  </a:lnTo>
                  <a:lnTo>
                    <a:pt x="143966" y="25275"/>
                  </a:lnTo>
                  <a:lnTo>
                    <a:pt x="150226" y="23340"/>
                  </a:lnTo>
                  <a:lnTo>
                    <a:pt x="156485" y="21509"/>
                  </a:lnTo>
                  <a:lnTo>
                    <a:pt x="162745" y="19686"/>
                  </a:lnTo>
                  <a:lnTo>
                    <a:pt x="169004" y="18030"/>
                  </a:lnTo>
                  <a:lnTo>
                    <a:pt x="175263" y="16374"/>
                  </a:lnTo>
                  <a:lnTo>
                    <a:pt x="181523" y="14843"/>
                  </a:lnTo>
                  <a:lnTo>
                    <a:pt x="187782" y="13365"/>
                  </a:lnTo>
                  <a:lnTo>
                    <a:pt x="194042" y="11949"/>
                  </a:lnTo>
                  <a:lnTo>
                    <a:pt x="200301" y="10651"/>
                  </a:lnTo>
                  <a:lnTo>
                    <a:pt x="206560" y="9354"/>
                  </a:lnTo>
                  <a:lnTo>
                    <a:pt x="212820" y="8235"/>
                  </a:lnTo>
                  <a:lnTo>
                    <a:pt x="219079" y="7119"/>
                  </a:lnTo>
                  <a:lnTo>
                    <a:pt x="225339" y="6118"/>
                  </a:lnTo>
                  <a:lnTo>
                    <a:pt x="231598" y="5185"/>
                  </a:lnTo>
                  <a:lnTo>
                    <a:pt x="237858" y="4302"/>
                  </a:lnTo>
                  <a:lnTo>
                    <a:pt x="244117" y="3551"/>
                  </a:lnTo>
                  <a:lnTo>
                    <a:pt x="250376" y="2801"/>
                  </a:lnTo>
                  <a:lnTo>
                    <a:pt x="256636" y="2220"/>
                  </a:lnTo>
                  <a:lnTo>
                    <a:pt x="262895" y="1653"/>
                  </a:lnTo>
                  <a:lnTo>
                    <a:pt x="269155" y="1190"/>
                  </a:lnTo>
                  <a:lnTo>
                    <a:pt x="275414" y="807"/>
                  </a:lnTo>
                  <a:lnTo>
                    <a:pt x="281674" y="463"/>
                  </a:lnTo>
                  <a:lnTo>
                    <a:pt x="287933" y="262"/>
                  </a:lnTo>
                  <a:lnTo>
                    <a:pt x="294192" y="61"/>
                  </a:lnTo>
                  <a:lnTo>
                    <a:pt x="300452" y="18"/>
                  </a:lnTo>
                  <a:lnTo>
                    <a:pt x="306711" y="0"/>
                  </a:lnTo>
                  <a:lnTo>
                    <a:pt x="312971" y="73"/>
                  </a:lnTo>
                  <a:lnTo>
                    <a:pt x="319230" y="236"/>
                  </a:lnTo>
                  <a:lnTo>
                    <a:pt x="325490" y="426"/>
                  </a:lnTo>
                  <a:lnTo>
                    <a:pt x="331749" y="768"/>
                  </a:lnTo>
                  <a:lnTo>
                    <a:pt x="338008" y="1111"/>
                  </a:lnTo>
                  <a:lnTo>
                    <a:pt x="344268" y="1595"/>
                  </a:lnTo>
                  <a:lnTo>
                    <a:pt x="350527" y="2115"/>
                  </a:lnTo>
                  <a:lnTo>
                    <a:pt x="356787" y="2713"/>
                  </a:lnTo>
                  <a:lnTo>
                    <a:pt x="363046" y="3408"/>
                  </a:lnTo>
                  <a:lnTo>
                    <a:pt x="369305" y="4119"/>
                  </a:lnTo>
                  <a:lnTo>
                    <a:pt x="375565" y="4988"/>
                  </a:lnTo>
                  <a:lnTo>
                    <a:pt x="381824" y="5856"/>
                  </a:lnTo>
                  <a:lnTo>
                    <a:pt x="388084" y="6850"/>
                  </a:lnTo>
                  <a:lnTo>
                    <a:pt x="394343" y="7889"/>
                  </a:lnTo>
                  <a:lnTo>
                    <a:pt x="400603" y="8991"/>
                  </a:lnTo>
                  <a:lnTo>
                    <a:pt x="406862" y="10196"/>
                  </a:lnTo>
                  <a:lnTo>
                    <a:pt x="413121" y="11406"/>
                  </a:lnTo>
                  <a:lnTo>
                    <a:pt x="419381" y="12775"/>
                  </a:lnTo>
                  <a:lnTo>
                    <a:pt x="425640" y="14144"/>
                  </a:lnTo>
                  <a:lnTo>
                    <a:pt x="431900" y="15620"/>
                  </a:lnTo>
                  <a:lnTo>
                    <a:pt x="438159" y="17149"/>
                  </a:lnTo>
                  <a:lnTo>
                    <a:pt x="444419" y="18727"/>
                  </a:lnTo>
                  <a:lnTo>
                    <a:pt x="450678" y="20411"/>
                  </a:lnTo>
                  <a:lnTo>
                    <a:pt x="456937" y="22095"/>
                  </a:lnTo>
                  <a:lnTo>
                    <a:pt x="463197" y="23925"/>
                  </a:lnTo>
                  <a:lnTo>
                    <a:pt x="469456" y="25760"/>
                  </a:lnTo>
                  <a:lnTo>
                    <a:pt x="475716" y="27685"/>
                  </a:lnTo>
                  <a:lnTo>
                    <a:pt x="481975" y="29667"/>
                  </a:lnTo>
                  <a:lnTo>
                    <a:pt x="488235" y="31685"/>
                  </a:lnTo>
                  <a:lnTo>
                    <a:pt x="494494" y="33809"/>
                  </a:lnTo>
                  <a:lnTo>
                    <a:pt x="500753" y="35933"/>
                  </a:lnTo>
                  <a:lnTo>
                    <a:pt x="507013" y="38181"/>
                  </a:lnTo>
                  <a:lnTo>
                    <a:pt x="513272" y="40441"/>
                  </a:lnTo>
                  <a:lnTo>
                    <a:pt x="519532" y="42774"/>
                  </a:lnTo>
                  <a:lnTo>
                    <a:pt x="525791" y="45167"/>
                  </a:lnTo>
                  <a:lnTo>
                    <a:pt x="532050" y="47584"/>
                  </a:lnTo>
                  <a:lnTo>
                    <a:pt x="538310" y="50103"/>
                  </a:lnTo>
                  <a:lnTo>
                    <a:pt x="544569" y="52621"/>
                  </a:lnTo>
                  <a:lnTo>
                    <a:pt x="550829" y="55241"/>
                  </a:lnTo>
                  <a:lnTo>
                    <a:pt x="557088" y="57881"/>
                  </a:lnTo>
                  <a:lnTo>
                    <a:pt x="563348" y="60576"/>
                  </a:lnTo>
                  <a:lnTo>
                    <a:pt x="569607" y="63331"/>
                  </a:lnTo>
                  <a:lnTo>
                    <a:pt x="575866" y="66100"/>
                  </a:lnTo>
                  <a:lnTo>
                    <a:pt x="582126" y="68964"/>
                  </a:lnTo>
                  <a:lnTo>
                    <a:pt x="588385" y="71828"/>
                  </a:lnTo>
                  <a:lnTo>
                    <a:pt x="594645" y="74771"/>
                  </a:lnTo>
                  <a:lnTo>
                    <a:pt x="600904" y="77739"/>
                  </a:lnTo>
                  <a:lnTo>
                    <a:pt x="607164" y="80747"/>
                  </a:lnTo>
                  <a:lnTo>
                    <a:pt x="613423" y="83811"/>
                  </a:lnTo>
                  <a:lnTo>
                    <a:pt x="619682" y="86882"/>
                  </a:lnTo>
                  <a:lnTo>
                    <a:pt x="625942" y="90037"/>
                  </a:lnTo>
                  <a:lnTo>
                    <a:pt x="632201" y="93193"/>
                  </a:lnTo>
                  <a:lnTo>
                    <a:pt x="638461" y="96409"/>
                  </a:lnTo>
                  <a:lnTo>
                    <a:pt x="644720" y="99650"/>
                  </a:lnTo>
                  <a:lnTo>
                    <a:pt x="650980" y="102918"/>
                  </a:lnTo>
                  <a:lnTo>
                    <a:pt x="657239" y="106238"/>
                  </a:lnTo>
                  <a:lnTo>
                    <a:pt x="663498" y="109558"/>
                  </a:lnTo>
                  <a:lnTo>
                    <a:pt x="669758" y="112950"/>
                  </a:lnTo>
                  <a:lnTo>
                    <a:pt x="676017" y="116342"/>
                  </a:lnTo>
                  <a:lnTo>
                    <a:pt x="682277" y="119777"/>
                  </a:lnTo>
                  <a:lnTo>
                    <a:pt x="688536" y="123235"/>
                  </a:lnTo>
                  <a:lnTo>
                    <a:pt x="694796" y="126712"/>
                  </a:lnTo>
                  <a:lnTo>
                    <a:pt x="701055" y="130230"/>
                  </a:lnTo>
                  <a:lnTo>
                    <a:pt x="707314" y="133749"/>
                  </a:lnTo>
                  <a:lnTo>
                    <a:pt x="713574" y="137319"/>
                  </a:lnTo>
                  <a:lnTo>
                    <a:pt x="719833" y="140892"/>
                  </a:lnTo>
                  <a:lnTo>
                    <a:pt x="726093" y="144492"/>
                  </a:lnTo>
                  <a:lnTo>
                    <a:pt x="732352" y="148113"/>
                  </a:lnTo>
                  <a:lnTo>
                    <a:pt x="738611" y="151744"/>
                  </a:lnTo>
                  <a:lnTo>
                    <a:pt x="744871" y="155406"/>
                  </a:lnTo>
                  <a:lnTo>
                    <a:pt x="751130" y="159069"/>
                  </a:lnTo>
                  <a:lnTo>
                    <a:pt x="757390" y="162763"/>
                  </a:lnTo>
                  <a:lnTo>
                    <a:pt x="763649" y="166462"/>
                  </a:lnTo>
                  <a:lnTo>
                    <a:pt x="769909" y="170176"/>
                  </a:lnTo>
                  <a:lnTo>
                    <a:pt x="776168" y="173904"/>
                  </a:lnTo>
                  <a:lnTo>
                    <a:pt x="782427" y="177637"/>
                  </a:lnTo>
                  <a:lnTo>
                    <a:pt x="788687" y="181390"/>
                  </a:lnTo>
                  <a:lnTo>
                    <a:pt x="794946" y="185143"/>
                  </a:lnTo>
                  <a:lnTo>
                    <a:pt x="801206" y="188911"/>
                  </a:lnTo>
                  <a:lnTo>
                    <a:pt x="807465" y="192682"/>
                  </a:lnTo>
                  <a:lnTo>
                    <a:pt x="813725" y="196459"/>
                  </a:lnTo>
                  <a:lnTo>
                    <a:pt x="819984" y="200244"/>
                  </a:lnTo>
                  <a:lnTo>
                    <a:pt x="826243" y="204029"/>
                  </a:lnTo>
                  <a:lnTo>
                    <a:pt x="832503" y="207821"/>
                  </a:lnTo>
                  <a:lnTo>
                    <a:pt x="838762" y="211613"/>
                  </a:lnTo>
                  <a:lnTo>
                    <a:pt x="845022" y="215407"/>
                  </a:lnTo>
                  <a:lnTo>
                    <a:pt x="851281" y="219202"/>
                  </a:lnTo>
                  <a:lnTo>
                    <a:pt x="857541" y="222995"/>
                  </a:lnTo>
                  <a:lnTo>
                    <a:pt x="863800" y="226787"/>
                  </a:lnTo>
                  <a:lnTo>
                    <a:pt x="870059" y="230578"/>
                  </a:lnTo>
                  <a:lnTo>
                    <a:pt x="876319" y="234362"/>
                  </a:lnTo>
                  <a:lnTo>
                    <a:pt x="882578" y="238146"/>
                  </a:lnTo>
                  <a:lnTo>
                    <a:pt x="888838" y="241922"/>
                  </a:lnTo>
                  <a:lnTo>
                    <a:pt x="895097" y="245694"/>
                  </a:lnTo>
                  <a:lnTo>
                    <a:pt x="901356" y="249460"/>
                  </a:lnTo>
                  <a:lnTo>
                    <a:pt x="907616" y="253214"/>
                  </a:lnTo>
                  <a:lnTo>
                    <a:pt x="913875" y="256969"/>
                  </a:lnTo>
                  <a:lnTo>
                    <a:pt x="920135" y="260703"/>
                  </a:lnTo>
                  <a:lnTo>
                    <a:pt x="926394" y="264436"/>
                  </a:lnTo>
                  <a:lnTo>
                    <a:pt x="932654" y="268154"/>
                  </a:lnTo>
                  <a:lnTo>
                    <a:pt x="938913" y="271862"/>
                  </a:lnTo>
                  <a:lnTo>
                    <a:pt x="945172" y="275561"/>
                  </a:lnTo>
                  <a:lnTo>
                    <a:pt x="951432" y="279240"/>
                  </a:lnTo>
                  <a:lnTo>
                    <a:pt x="957691" y="282918"/>
                  </a:lnTo>
                  <a:lnTo>
                    <a:pt x="963951" y="286566"/>
                  </a:lnTo>
                  <a:lnTo>
                    <a:pt x="970210" y="290211"/>
                  </a:lnTo>
                  <a:lnTo>
                    <a:pt x="976470" y="293835"/>
                  </a:lnTo>
                  <a:lnTo>
                    <a:pt x="982729" y="297443"/>
                  </a:lnTo>
                  <a:lnTo>
                    <a:pt x="988988" y="301043"/>
                  </a:lnTo>
                  <a:lnTo>
                    <a:pt x="995248" y="304610"/>
                  </a:lnTo>
                  <a:lnTo>
                    <a:pt x="1001507" y="308178"/>
                  </a:lnTo>
                  <a:lnTo>
                    <a:pt x="1007767" y="311709"/>
                  </a:lnTo>
                  <a:lnTo>
                    <a:pt x="1014026" y="315233"/>
                  </a:lnTo>
                  <a:lnTo>
                    <a:pt x="1020286" y="318734"/>
                  </a:lnTo>
                  <a:lnTo>
                    <a:pt x="1026545" y="322211"/>
                  </a:lnTo>
                  <a:lnTo>
                    <a:pt x="1032804" y="325682"/>
                  </a:lnTo>
                  <a:lnTo>
                    <a:pt x="1039064" y="329110"/>
                  </a:lnTo>
                  <a:lnTo>
                    <a:pt x="1045323" y="332538"/>
                  </a:lnTo>
                  <a:lnTo>
                    <a:pt x="1051583" y="335926"/>
                  </a:lnTo>
                  <a:lnTo>
                    <a:pt x="1057842" y="339302"/>
                  </a:lnTo>
                  <a:lnTo>
                    <a:pt x="1064101" y="342655"/>
                  </a:lnTo>
                  <a:lnTo>
                    <a:pt x="1070361" y="345977"/>
                  </a:lnTo>
                  <a:lnTo>
                    <a:pt x="1076620" y="349295"/>
                  </a:lnTo>
                  <a:lnTo>
                    <a:pt x="1082880" y="352560"/>
                  </a:lnTo>
                  <a:lnTo>
                    <a:pt x="1089139" y="355826"/>
                  </a:lnTo>
                  <a:lnTo>
                    <a:pt x="1095399" y="359049"/>
                  </a:lnTo>
                  <a:lnTo>
                    <a:pt x="1101658" y="362256"/>
                  </a:lnTo>
                  <a:lnTo>
                    <a:pt x="1107917" y="365441"/>
                  </a:lnTo>
                  <a:lnTo>
                    <a:pt x="1114177" y="368588"/>
                  </a:lnTo>
                  <a:lnTo>
                    <a:pt x="1120436" y="371734"/>
                  </a:lnTo>
                  <a:lnTo>
                    <a:pt x="1126696" y="374819"/>
                  </a:lnTo>
                  <a:lnTo>
                    <a:pt x="1132955" y="377904"/>
                  </a:lnTo>
                  <a:lnTo>
                    <a:pt x="1139215" y="380947"/>
                  </a:lnTo>
                  <a:lnTo>
                    <a:pt x="1145474" y="383969"/>
                  </a:lnTo>
                  <a:lnTo>
                    <a:pt x="1151733" y="386971"/>
                  </a:lnTo>
                  <a:lnTo>
                    <a:pt x="1157993" y="389928"/>
                  </a:lnTo>
                  <a:lnTo>
                    <a:pt x="1164252" y="392885"/>
                  </a:lnTo>
                  <a:lnTo>
                    <a:pt x="1170512" y="395780"/>
                  </a:lnTo>
                  <a:lnTo>
                    <a:pt x="1176771" y="398671"/>
                  </a:lnTo>
                  <a:lnTo>
                    <a:pt x="1183031" y="401523"/>
                  </a:lnTo>
                  <a:lnTo>
                    <a:pt x="1189290" y="404348"/>
                  </a:lnTo>
                  <a:lnTo>
                    <a:pt x="1195549" y="407157"/>
                  </a:lnTo>
                  <a:lnTo>
                    <a:pt x="1201809" y="409914"/>
                  </a:lnTo>
                  <a:lnTo>
                    <a:pt x="1208068" y="412672"/>
                  </a:lnTo>
                  <a:lnTo>
                    <a:pt x="1214328" y="415369"/>
                  </a:lnTo>
                  <a:lnTo>
                    <a:pt x="1220587" y="418059"/>
                  </a:lnTo>
                  <a:lnTo>
                    <a:pt x="1226846" y="420712"/>
                  </a:lnTo>
                  <a:lnTo>
                    <a:pt x="1233106" y="423334"/>
                  </a:lnTo>
                  <a:lnTo>
                    <a:pt x="1239365" y="425943"/>
                  </a:lnTo>
                  <a:lnTo>
                    <a:pt x="1245625" y="428496"/>
                  </a:lnTo>
                  <a:lnTo>
                    <a:pt x="1251884" y="431048"/>
                  </a:lnTo>
                  <a:lnTo>
                    <a:pt x="1258144" y="433544"/>
                  </a:lnTo>
                  <a:lnTo>
                    <a:pt x="1264403" y="436028"/>
                  </a:lnTo>
                  <a:lnTo>
                    <a:pt x="1270662" y="438480"/>
                  </a:lnTo>
                  <a:lnTo>
                    <a:pt x="1276922" y="440895"/>
                  </a:lnTo>
                  <a:lnTo>
                    <a:pt x="1283181" y="443301"/>
                  </a:lnTo>
                  <a:lnTo>
                    <a:pt x="1289441" y="445648"/>
                  </a:lnTo>
                  <a:lnTo>
                    <a:pt x="1295700" y="447994"/>
                  </a:lnTo>
                  <a:lnTo>
                    <a:pt x="1301960" y="450288"/>
                  </a:lnTo>
                  <a:lnTo>
                    <a:pt x="1308219" y="452565"/>
                  </a:lnTo>
                  <a:lnTo>
                    <a:pt x="1314478" y="454815"/>
                  </a:lnTo>
                  <a:lnTo>
                    <a:pt x="1320738" y="457024"/>
                  </a:lnTo>
                  <a:lnTo>
                    <a:pt x="1326997" y="459230"/>
                  </a:lnTo>
                  <a:lnTo>
                    <a:pt x="1333257" y="461371"/>
                  </a:lnTo>
                  <a:lnTo>
                    <a:pt x="1339516" y="463512"/>
                  </a:lnTo>
                  <a:lnTo>
                    <a:pt x="1345776" y="465606"/>
                  </a:lnTo>
                  <a:lnTo>
                    <a:pt x="1352035" y="467680"/>
                  </a:lnTo>
                  <a:lnTo>
                    <a:pt x="1358294" y="469731"/>
                  </a:lnTo>
                  <a:lnTo>
                    <a:pt x="1364554" y="471738"/>
                  </a:lnTo>
                  <a:lnTo>
                    <a:pt x="1370813" y="473745"/>
                  </a:lnTo>
                  <a:lnTo>
                    <a:pt x="1377073" y="475686"/>
                  </a:lnTo>
                  <a:lnTo>
                    <a:pt x="1383332" y="477626"/>
                  </a:lnTo>
                  <a:lnTo>
                    <a:pt x="1389592" y="479525"/>
                  </a:lnTo>
                  <a:lnTo>
                    <a:pt x="1395851" y="481401"/>
                  </a:lnTo>
                  <a:lnTo>
                    <a:pt x="1402110" y="483257"/>
                  </a:lnTo>
                  <a:lnTo>
                    <a:pt x="1408370" y="485068"/>
                  </a:lnTo>
                  <a:lnTo>
                    <a:pt x="1414629" y="486878"/>
                  </a:lnTo>
                  <a:lnTo>
                    <a:pt x="1420889" y="488630"/>
                  </a:lnTo>
                  <a:lnTo>
                    <a:pt x="1427148" y="490376"/>
                  </a:lnTo>
                  <a:lnTo>
                    <a:pt x="1433407" y="492087"/>
                  </a:lnTo>
                  <a:lnTo>
                    <a:pt x="1439667" y="493770"/>
                  </a:lnTo>
                  <a:lnTo>
                    <a:pt x="1445926" y="495440"/>
                  </a:lnTo>
                  <a:lnTo>
                    <a:pt x="1452186" y="497062"/>
                  </a:lnTo>
                  <a:lnTo>
                    <a:pt x="1458445" y="498684"/>
                  </a:lnTo>
                  <a:lnTo>
                    <a:pt x="1464705" y="500253"/>
                  </a:lnTo>
                  <a:lnTo>
                    <a:pt x="1470964" y="501813"/>
                  </a:lnTo>
                  <a:lnTo>
                    <a:pt x="1477223" y="503343"/>
                  </a:lnTo>
                  <a:lnTo>
                    <a:pt x="1483483" y="504844"/>
                  </a:lnTo>
                  <a:lnTo>
                    <a:pt x="1489742" y="506336"/>
                  </a:lnTo>
                  <a:lnTo>
                    <a:pt x="1496002" y="507778"/>
                  </a:lnTo>
                  <a:lnTo>
                    <a:pt x="1502261" y="509220"/>
                  </a:lnTo>
                  <a:lnTo>
                    <a:pt x="1508521" y="510615"/>
                  </a:lnTo>
                  <a:lnTo>
                    <a:pt x="1514780" y="512000"/>
                  </a:lnTo>
                  <a:lnTo>
                    <a:pt x="1521039" y="513359"/>
                  </a:lnTo>
                  <a:lnTo>
                    <a:pt x="1527299" y="514686"/>
                  </a:lnTo>
                  <a:lnTo>
                    <a:pt x="1533558" y="516009"/>
                  </a:lnTo>
                  <a:lnTo>
                    <a:pt x="1539818" y="517281"/>
                  </a:lnTo>
                  <a:lnTo>
                    <a:pt x="1546077" y="518553"/>
                  </a:lnTo>
                  <a:lnTo>
                    <a:pt x="1552337" y="519785"/>
                  </a:lnTo>
                  <a:lnTo>
                    <a:pt x="1558596" y="521003"/>
                  </a:lnTo>
                  <a:lnTo>
                    <a:pt x="1564855" y="522201"/>
                  </a:lnTo>
                  <a:lnTo>
                    <a:pt x="1571115" y="523365"/>
                  </a:lnTo>
                  <a:lnTo>
                    <a:pt x="1577374" y="524529"/>
                  </a:lnTo>
                  <a:lnTo>
                    <a:pt x="1583634" y="525642"/>
                  </a:lnTo>
                  <a:lnTo>
                    <a:pt x="1589893" y="526755"/>
                  </a:lnTo>
                  <a:lnTo>
                    <a:pt x="1596152" y="527833"/>
                  </a:lnTo>
                  <a:lnTo>
                    <a:pt x="1602412" y="528896"/>
                  </a:lnTo>
                  <a:lnTo>
                    <a:pt x="1608671" y="529942"/>
                  </a:lnTo>
                  <a:lnTo>
                    <a:pt x="1614931" y="530955"/>
                  </a:lnTo>
                  <a:lnTo>
                    <a:pt x="1621190" y="531968"/>
                  </a:lnTo>
                  <a:lnTo>
                    <a:pt x="1627450" y="532934"/>
                  </a:lnTo>
                  <a:lnTo>
                    <a:pt x="1633709" y="533899"/>
                  </a:lnTo>
                  <a:lnTo>
                    <a:pt x="1639968" y="534834"/>
                  </a:lnTo>
                  <a:lnTo>
                    <a:pt x="1646228" y="535752"/>
                  </a:lnTo>
                  <a:lnTo>
                    <a:pt x="1652487" y="536658"/>
                  </a:lnTo>
                  <a:lnTo>
                    <a:pt x="1658747" y="537529"/>
                  </a:lnTo>
                  <a:lnTo>
                    <a:pt x="1665006" y="538401"/>
                  </a:lnTo>
                  <a:lnTo>
                    <a:pt x="1671266" y="539232"/>
                  </a:lnTo>
                  <a:lnTo>
                    <a:pt x="1677525" y="540060"/>
                  </a:lnTo>
                  <a:lnTo>
                    <a:pt x="1683784" y="540863"/>
                  </a:lnTo>
                  <a:lnTo>
                    <a:pt x="1690044" y="541646"/>
                  </a:lnTo>
                  <a:lnTo>
                    <a:pt x="1696303" y="542422"/>
                  </a:lnTo>
                  <a:lnTo>
                    <a:pt x="1702563" y="543163"/>
                  </a:lnTo>
                  <a:lnTo>
                    <a:pt x="1708822" y="543904"/>
                  </a:lnTo>
                  <a:lnTo>
                    <a:pt x="1715082" y="544611"/>
                  </a:lnTo>
                  <a:lnTo>
                    <a:pt x="1721341" y="545311"/>
                  </a:lnTo>
                  <a:lnTo>
                    <a:pt x="1727600" y="545992"/>
                  </a:lnTo>
                  <a:lnTo>
                    <a:pt x="1733860" y="546653"/>
                  </a:lnTo>
                  <a:lnTo>
                    <a:pt x="1740119" y="547308"/>
                  </a:lnTo>
                  <a:lnTo>
                    <a:pt x="1746379" y="547929"/>
                  </a:lnTo>
                  <a:lnTo>
                    <a:pt x="1752638" y="548551"/>
                  </a:lnTo>
                  <a:lnTo>
                    <a:pt x="1758897" y="549143"/>
                  </a:lnTo>
                  <a:lnTo>
                    <a:pt x="1765157" y="549727"/>
                  </a:lnTo>
                  <a:lnTo>
                    <a:pt x="1771416" y="550295"/>
                  </a:lnTo>
                  <a:lnTo>
                    <a:pt x="1777676" y="550843"/>
                  </a:lnTo>
                  <a:lnTo>
                    <a:pt x="1783935" y="551388"/>
                  </a:lnTo>
                  <a:lnTo>
                    <a:pt x="1790195" y="551899"/>
                  </a:lnTo>
                  <a:lnTo>
                    <a:pt x="1796454" y="552411"/>
                  </a:lnTo>
                  <a:lnTo>
                    <a:pt x="1802713" y="552899"/>
                  </a:lnTo>
                  <a:lnTo>
                    <a:pt x="1808973" y="553376"/>
                  </a:lnTo>
                  <a:lnTo>
                    <a:pt x="1815232" y="553842"/>
                  </a:lnTo>
                  <a:lnTo>
                    <a:pt x="1821492" y="554286"/>
                  </a:lnTo>
                  <a:lnTo>
                    <a:pt x="1827751" y="554730"/>
                  </a:lnTo>
                  <a:lnTo>
                    <a:pt x="1834011" y="555142"/>
                  </a:lnTo>
                  <a:lnTo>
                    <a:pt x="1840270" y="555555"/>
                  </a:lnTo>
                  <a:lnTo>
                    <a:pt x="1846529" y="555946"/>
                  </a:lnTo>
                  <a:lnTo>
                    <a:pt x="1852789" y="556327"/>
                  </a:lnTo>
                  <a:lnTo>
                    <a:pt x="1859048" y="556699"/>
                  </a:lnTo>
                  <a:lnTo>
                    <a:pt x="1865308" y="557050"/>
                  </a:lnTo>
                  <a:lnTo>
                    <a:pt x="1871567" y="557401"/>
                  </a:lnTo>
                  <a:lnTo>
                    <a:pt x="1877827" y="557724"/>
                  </a:lnTo>
                  <a:lnTo>
                    <a:pt x="1884086" y="558046"/>
                  </a:lnTo>
                  <a:lnTo>
                    <a:pt x="1890345" y="558351"/>
                  </a:lnTo>
                  <a:lnTo>
                    <a:pt x="1896605" y="558645"/>
                  </a:lnTo>
                  <a:lnTo>
                    <a:pt x="1902864" y="558932"/>
                  </a:lnTo>
                  <a:lnTo>
                    <a:pt x="1909124" y="559199"/>
                  </a:lnTo>
                  <a:lnTo>
                    <a:pt x="1915383" y="559465"/>
                  </a:lnTo>
                  <a:lnTo>
                    <a:pt x="1921642" y="559709"/>
                  </a:lnTo>
                  <a:lnTo>
                    <a:pt x="1927902" y="559949"/>
                  </a:lnTo>
                  <a:lnTo>
                    <a:pt x="1934161" y="560176"/>
                  </a:lnTo>
                  <a:lnTo>
                    <a:pt x="1940421" y="560391"/>
                  </a:lnTo>
                  <a:lnTo>
                    <a:pt x="1946680" y="560602"/>
                  </a:lnTo>
                  <a:lnTo>
                    <a:pt x="1952940" y="560793"/>
                  </a:lnTo>
                  <a:lnTo>
                    <a:pt x="1959199" y="560984"/>
                  </a:lnTo>
                  <a:lnTo>
                    <a:pt x="1965458" y="561156"/>
                  </a:lnTo>
                  <a:lnTo>
                    <a:pt x="1971718" y="561324"/>
                  </a:lnTo>
                  <a:lnTo>
                    <a:pt x="1977977" y="561481"/>
                  </a:lnTo>
                  <a:lnTo>
                    <a:pt x="1984237" y="561626"/>
                  </a:lnTo>
                  <a:lnTo>
                    <a:pt x="1990496" y="561769"/>
                  </a:lnTo>
                  <a:lnTo>
                    <a:pt x="1996756" y="561893"/>
                  </a:lnTo>
                  <a:lnTo>
                    <a:pt x="2003015" y="562017"/>
                  </a:lnTo>
                  <a:lnTo>
                    <a:pt x="2009274" y="562125"/>
                  </a:lnTo>
                  <a:lnTo>
                    <a:pt x="2015534" y="562228"/>
                  </a:lnTo>
                  <a:lnTo>
                    <a:pt x="2021793" y="562324"/>
                  </a:lnTo>
                  <a:lnTo>
                    <a:pt x="2028053" y="562407"/>
                  </a:lnTo>
                  <a:lnTo>
                    <a:pt x="2034312" y="562490"/>
                  </a:lnTo>
                  <a:lnTo>
                    <a:pt x="2040572" y="562555"/>
                  </a:lnTo>
                  <a:lnTo>
                    <a:pt x="2046831" y="562620"/>
                  </a:lnTo>
                  <a:lnTo>
                    <a:pt x="2053090" y="562672"/>
                  </a:lnTo>
                  <a:lnTo>
                    <a:pt x="2059350" y="562719"/>
                  </a:lnTo>
                  <a:lnTo>
                    <a:pt x="2065609" y="562760"/>
                  </a:lnTo>
                  <a:lnTo>
                    <a:pt x="2071869" y="562790"/>
                  </a:lnTo>
                  <a:lnTo>
                    <a:pt x="2078128" y="562820"/>
                  </a:lnTo>
                  <a:lnTo>
                    <a:pt x="2084388" y="562834"/>
                  </a:lnTo>
                  <a:lnTo>
                    <a:pt x="2090647" y="562848"/>
                  </a:lnTo>
                  <a:lnTo>
                    <a:pt x="2096906" y="562852"/>
                  </a:lnTo>
                  <a:lnTo>
                    <a:pt x="2103166" y="562851"/>
                  </a:lnTo>
                  <a:lnTo>
                    <a:pt x="2109425" y="562846"/>
                  </a:lnTo>
                  <a:lnTo>
                    <a:pt x="2115685" y="562830"/>
                  </a:lnTo>
                  <a:lnTo>
                    <a:pt x="2121944" y="562814"/>
                  </a:lnTo>
                  <a:lnTo>
                    <a:pt x="2128203" y="562786"/>
                  </a:lnTo>
                  <a:lnTo>
                    <a:pt x="2134463" y="562756"/>
                  </a:lnTo>
                  <a:lnTo>
                    <a:pt x="2140722" y="562720"/>
                  </a:lnTo>
                  <a:lnTo>
                    <a:pt x="2146982" y="562678"/>
                  </a:lnTo>
                  <a:lnTo>
                    <a:pt x="2153241" y="562633"/>
                  </a:lnTo>
                  <a:lnTo>
                    <a:pt x="2159501" y="562579"/>
                  </a:lnTo>
                  <a:lnTo>
                    <a:pt x="2165760" y="562525"/>
                  </a:lnTo>
                  <a:lnTo>
                    <a:pt x="2172019" y="562462"/>
                  </a:lnTo>
                  <a:lnTo>
                    <a:pt x="2178279" y="562397"/>
                  </a:lnTo>
                  <a:lnTo>
                    <a:pt x="2184538" y="562327"/>
                  </a:lnTo>
                  <a:lnTo>
                    <a:pt x="2190798" y="562252"/>
                  </a:lnTo>
                  <a:lnTo>
                    <a:pt x="2197057" y="562176"/>
                  </a:lnTo>
                  <a:lnTo>
                    <a:pt x="2203317" y="562091"/>
                  </a:lnTo>
                  <a:lnTo>
                    <a:pt x="2209576" y="562007"/>
                  </a:lnTo>
                  <a:lnTo>
                    <a:pt x="2215835" y="561916"/>
                  </a:lnTo>
                  <a:lnTo>
                    <a:pt x="2222095" y="561824"/>
                  </a:lnTo>
                  <a:lnTo>
                    <a:pt x="2228354" y="561728"/>
                  </a:lnTo>
                  <a:lnTo>
                    <a:pt x="2234614" y="561628"/>
                  </a:lnTo>
                  <a:lnTo>
                    <a:pt x="2240873" y="561527"/>
                  </a:lnTo>
                  <a:lnTo>
                    <a:pt x="2247133" y="561420"/>
                  </a:lnTo>
                  <a:lnTo>
                    <a:pt x="2253392" y="561313"/>
                  </a:lnTo>
                  <a:lnTo>
                    <a:pt x="2259651" y="561202"/>
                  </a:lnTo>
                  <a:lnTo>
                    <a:pt x="2265911" y="561089"/>
                  </a:lnTo>
                  <a:lnTo>
                    <a:pt x="2272170" y="560975"/>
                  </a:lnTo>
                  <a:lnTo>
                    <a:pt x="2278430" y="560857"/>
                  </a:lnTo>
                  <a:lnTo>
                    <a:pt x="2284689" y="560739"/>
                  </a:lnTo>
                  <a:lnTo>
                    <a:pt x="2290948" y="560617"/>
                  </a:lnTo>
                  <a:lnTo>
                    <a:pt x="2297208" y="560496"/>
                  </a:lnTo>
                  <a:lnTo>
                    <a:pt x="2303467" y="560372"/>
                  </a:lnTo>
                  <a:lnTo>
                    <a:pt x="2309727" y="560247"/>
                  </a:lnTo>
                  <a:lnTo>
                    <a:pt x="2315986" y="560121"/>
                  </a:lnTo>
                  <a:lnTo>
                    <a:pt x="2322246" y="559994"/>
                  </a:lnTo>
                  <a:lnTo>
                    <a:pt x="2328505" y="559866"/>
                  </a:lnTo>
                  <a:lnTo>
                    <a:pt x="2334764" y="559737"/>
                  </a:lnTo>
                  <a:lnTo>
                    <a:pt x="2341024" y="559609"/>
                  </a:lnTo>
                  <a:lnTo>
                    <a:pt x="2347283" y="559479"/>
                  </a:lnTo>
                  <a:lnTo>
                    <a:pt x="2353543" y="559350"/>
                  </a:lnTo>
                  <a:lnTo>
                    <a:pt x="2359802" y="559221"/>
                  </a:lnTo>
                  <a:lnTo>
                    <a:pt x="2366062" y="559091"/>
                  </a:lnTo>
                  <a:lnTo>
                    <a:pt x="2372321" y="558962"/>
                  </a:lnTo>
                  <a:lnTo>
                    <a:pt x="2378580" y="558834"/>
                  </a:lnTo>
                  <a:lnTo>
                    <a:pt x="2384840" y="558706"/>
                  </a:lnTo>
                  <a:lnTo>
                    <a:pt x="2391099" y="558579"/>
                  </a:lnTo>
                  <a:lnTo>
                    <a:pt x="2397359" y="558453"/>
                  </a:lnTo>
                  <a:lnTo>
                    <a:pt x="2403618" y="558328"/>
                  </a:lnTo>
                  <a:lnTo>
                    <a:pt x="2409878" y="558205"/>
                  </a:lnTo>
                  <a:lnTo>
                    <a:pt x="2416137" y="558082"/>
                  </a:lnTo>
                  <a:lnTo>
                    <a:pt x="2422396" y="557962"/>
                  </a:lnTo>
                  <a:lnTo>
                    <a:pt x="2428656" y="557843"/>
                  </a:lnTo>
                  <a:lnTo>
                    <a:pt x="2434915" y="557726"/>
                  </a:lnTo>
                  <a:lnTo>
                    <a:pt x="2441175" y="557611"/>
                  </a:lnTo>
                  <a:lnTo>
                    <a:pt x="2447434" y="557498"/>
                  </a:lnTo>
                  <a:lnTo>
                    <a:pt x="2453693" y="557389"/>
                  </a:lnTo>
                  <a:lnTo>
                    <a:pt x="2459953" y="557280"/>
                  </a:lnTo>
                  <a:lnTo>
                    <a:pt x="2466212" y="557176"/>
                  </a:lnTo>
                  <a:lnTo>
                    <a:pt x="2472472" y="557073"/>
                  </a:lnTo>
                  <a:lnTo>
                    <a:pt x="2478731" y="556974"/>
                  </a:lnTo>
                  <a:lnTo>
                    <a:pt x="2484991" y="556879"/>
                  </a:lnTo>
                  <a:lnTo>
                    <a:pt x="2491250" y="556784"/>
                  </a:lnTo>
                  <a:lnTo>
                    <a:pt x="2497509" y="556698"/>
                  </a:lnTo>
                  <a:lnTo>
                    <a:pt x="2503769" y="556611"/>
                  </a:lnTo>
                  <a:lnTo>
                    <a:pt x="2510028" y="556530"/>
                  </a:lnTo>
                  <a:lnTo>
                    <a:pt x="2516288" y="556453"/>
                  </a:lnTo>
                  <a:lnTo>
                    <a:pt x="2522547" y="556378"/>
                  </a:lnTo>
                  <a:lnTo>
                    <a:pt x="2528807" y="556311"/>
                  </a:lnTo>
                  <a:lnTo>
                    <a:pt x="2535066" y="556243"/>
                  </a:lnTo>
                  <a:lnTo>
                    <a:pt x="2541325" y="556186"/>
                  </a:lnTo>
                  <a:lnTo>
                    <a:pt x="2547585" y="556129"/>
                  </a:lnTo>
                  <a:lnTo>
                    <a:pt x="2553844" y="556080"/>
                  </a:lnTo>
                  <a:lnTo>
                    <a:pt x="2560104" y="556034"/>
                  </a:lnTo>
                  <a:lnTo>
                    <a:pt x="2566363" y="555993"/>
                  </a:lnTo>
                  <a:lnTo>
                    <a:pt x="2572623" y="555960"/>
                  </a:lnTo>
                  <a:lnTo>
                    <a:pt x="2578882" y="555927"/>
                  </a:lnTo>
                  <a:lnTo>
                    <a:pt x="2585141" y="555907"/>
                  </a:lnTo>
                  <a:lnTo>
                    <a:pt x="2591401" y="555888"/>
                  </a:lnTo>
                  <a:lnTo>
                    <a:pt x="2597660" y="555877"/>
                  </a:lnTo>
                  <a:lnTo>
                    <a:pt x="2603920" y="555871"/>
                  </a:lnTo>
                  <a:lnTo>
                    <a:pt x="2610179" y="555870"/>
                  </a:lnTo>
                  <a:lnTo>
                    <a:pt x="2616438" y="555879"/>
                  </a:lnTo>
                  <a:lnTo>
                    <a:pt x="2622698" y="555889"/>
                  </a:lnTo>
                  <a:lnTo>
                    <a:pt x="2628957" y="555913"/>
                  </a:lnTo>
                  <a:lnTo>
                    <a:pt x="2635217" y="555938"/>
                  </a:lnTo>
                  <a:lnTo>
                    <a:pt x="2641476" y="555972"/>
                  </a:lnTo>
                  <a:lnTo>
                    <a:pt x="2647736" y="556014"/>
                  </a:lnTo>
                  <a:lnTo>
                    <a:pt x="2653995" y="556059"/>
                  </a:lnTo>
                  <a:lnTo>
                    <a:pt x="2660254" y="556118"/>
                  </a:lnTo>
                  <a:lnTo>
                    <a:pt x="2666514" y="556178"/>
                  </a:lnTo>
                  <a:lnTo>
                    <a:pt x="2672773" y="556251"/>
                  </a:lnTo>
                  <a:lnTo>
                    <a:pt x="2679033" y="556329"/>
                  </a:lnTo>
                  <a:lnTo>
                    <a:pt x="2685292" y="556414"/>
                  </a:lnTo>
                  <a:lnTo>
                    <a:pt x="2691552" y="556510"/>
                  </a:lnTo>
                  <a:lnTo>
                    <a:pt x="2697811" y="556608"/>
                  </a:lnTo>
                  <a:lnTo>
                    <a:pt x="2704070" y="556723"/>
                  </a:lnTo>
                  <a:lnTo>
                    <a:pt x="2710330" y="556839"/>
                  </a:lnTo>
                  <a:lnTo>
                    <a:pt x="2716589" y="556969"/>
                  </a:lnTo>
                  <a:lnTo>
                    <a:pt x="2722849" y="557104"/>
                  </a:lnTo>
                  <a:lnTo>
                    <a:pt x="2729108" y="557247"/>
                  </a:lnTo>
                  <a:lnTo>
                    <a:pt x="2735368" y="557403"/>
                  </a:lnTo>
                  <a:lnTo>
                    <a:pt x="2741627" y="557560"/>
                  </a:lnTo>
                  <a:lnTo>
                    <a:pt x="2747886" y="557737"/>
                  </a:lnTo>
                  <a:lnTo>
                    <a:pt x="2754146" y="557914"/>
                  </a:lnTo>
                  <a:lnTo>
                    <a:pt x="2760405" y="558105"/>
                  </a:lnTo>
                  <a:lnTo>
                    <a:pt x="2766665" y="558304"/>
                  </a:lnTo>
                  <a:lnTo>
                    <a:pt x="2772924" y="558510"/>
                  </a:lnTo>
                  <a:lnTo>
                    <a:pt x="2779184" y="558731"/>
                  </a:lnTo>
                  <a:lnTo>
                    <a:pt x="2785443" y="558952"/>
                  </a:lnTo>
                  <a:lnTo>
                    <a:pt x="2791702" y="559195"/>
                  </a:lnTo>
                  <a:lnTo>
                    <a:pt x="2797962" y="559438"/>
                  </a:lnTo>
                  <a:lnTo>
                    <a:pt x="2804221" y="559696"/>
                  </a:lnTo>
                  <a:lnTo>
                    <a:pt x="2810481" y="559963"/>
                  </a:lnTo>
                  <a:lnTo>
                    <a:pt x="2816740" y="560236"/>
                  </a:lnTo>
                  <a:lnTo>
                    <a:pt x="2822999" y="560526"/>
                  </a:lnTo>
                  <a:lnTo>
                    <a:pt x="2829259" y="560816"/>
                  </a:lnTo>
                  <a:lnTo>
                    <a:pt x="2835518" y="561128"/>
                  </a:lnTo>
                  <a:lnTo>
                    <a:pt x="2841778" y="561442"/>
                  </a:lnTo>
                  <a:lnTo>
                    <a:pt x="2848037" y="561769"/>
                  </a:lnTo>
                  <a:lnTo>
                    <a:pt x="2854297" y="562107"/>
                  </a:lnTo>
                  <a:lnTo>
                    <a:pt x="2860556" y="562451"/>
                  </a:lnTo>
                  <a:lnTo>
                    <a:pt x="2866815" y="562813"/>
                  </a:lnTo>
                  <a:lnTo>
                    <a:pt x="2873075" y="563176"/>
                  </a:lnTo>
                  <a:lnTo>
                    <a:pt x="2879334" y="563559"/>
                  </a:lnTo>
                  <a:lnTo>
                    <a:pt x="2885594" y="563946"/>
                  </a:lnTo>
                  <a:lnTo>
                    <a:pt x="2891853" y="564345"/>
                  </a:lnTo>
                  <a:lnTo>
                    <a:pt x="2898113" y="564757"/>
                  </a:lnTo>
                  <a:lnTo>
                    <a:pt x="2904372" y="565173"/>
                  </a:lnTo>
                  <a:lnTo>
                    <a:pt x="2910631" y="565610"/>
                  </a:lnTo>
                  <a:lnTo>
                    <a:pt x="2916891" y="566046"/>
                  </a:lnTo>
                  <a:lnTo>
                    <a:pt x="2923150" y="566503"/>
                  </a:lnTo>
                  <a:lnTo>
                    <a:pt x="2929410" y="566964"/>
                  </a:lnTo>
                  <a:lnTo>
                    <a:pt x="2935669" y="567437"/>
                  </a:lnTo>
                  <a:lnTo>
                    <a:pt x="2941929" y="567923"/>
                  </a:lnTo>
                  <a:lnTo>
                    <a:pt x="2948188" y="568412"/>
                  </a:lnTo>
                  <a:lnTo>
                    <a:pt x="2954447" y="568923"/>
                  </a:lnTo>
                  <a:lnTo>
                    <a:pt x="2960707" y="569435"/>
                  </a:lnTo>
                  <a:lnTo>
                    <a:pt x="2966966" y="569964"/>
                  </a:lnTo>
                  <a:lnTo>
                    <a:pt x="2973226" y="570501"/>
                  </a:lnTo>
                  <a:lnTo>
                    <a:pt x="2979485" y="571046"/>
                  </a:lnTo>
                  <a:lnTo>
                    <a:pt x="2985744" y="571607"/>
                  </a:lnTo>
                  <a:lnTo>
                    <a:pt x="2992004" y="572169"/>
                  </a:lnTo>
                  <a:lnTo>
                    <a:pt x="2998263" y="572754"/>
                  </a:lnTo>
                  <a:lnTo>
                    <a:pt x="3004523" y="573339"/>
                  </a:lnTo>
                  <a:lnTo>
                    <a:pt x="3010782" y="573941"/>
                  </a:lnTo>
                  <a:lnTo>
                    <a:pt x="3017042" y="574551"/>
                  </a:lnTo>
                  <a:lnTo>
                    <a:pt x="3023301" y="575167"/>
                  </a:lnTo>
                  <a:lnTo>
                    <a:pt x="3029560" y="575801"/>
                  </a:lnTo>
                  <a:lnTo>
                    <a:pt x="3035820" y="576435"/>
                  </a:lnTo>
                  <a:lnTo>
                    <a:pt x="3042079" y="577091"/>
                  </a:lnTo>
                  <a:lnTo>
                    <a:pt x="3048339" y="577748"/>
                  </a:lnTo>
                  <a:lnTo>
                    <a:pt x="3054598" y="578419"/>
                  </a:lnTo>
                  <a:lnTo>
                    <a:pt x="3060858" y="579099"/>
                  </a:lnTo>
                  <a:lnTo>
                    <a:pt x="3067117" y="579785"/>
                  </a:lnTo>
                  <a:lnTo>
                    <a:pt x="3073376" y="580487"/>
                  </a:lnTo>
                  <a:lnTo>
                    <a:pt x="3079636" y="581190"/>
                  </a:lnTo>
                  <a:lnTo>
                    <a:pt x="3085895" y="581913"/>
                  </a:lnTo>
                  <a:lnTo>
                    <a:pt x="3092155" y="582638"/>
                  </a:lnTo>
                  <a:lnTo>
                    <a:pt x="3098414" y="583375"/>
                  </a:lnTo>
                  <a:lnTo>
                    <a:pt x="3104674" y="584121"/>
                  </a:lnTo>
                  <a:lnTo>
                    <a:pt x="3110933" y="584872"/>
                  </a:lnTo>
                  <a:lnTo>
                    <a:pt x="3117192" y="585640"/>
                  </a:lnTo>
                  <a:lnTo>
                    <a:pt x="3123452" y="586407"/>
                  </a:lnTo>
                  <a:lnTo>
                    <a:pt x="3129711" y="587192"/>
                  </a:lnTo>
                  <a:lnTo>
                    <a:pt x="3135971" y="587980"/>
                  </a:lnTo>
                  <a:lnTo>
                    <a:pt x="3142230" y="588777"/>
                  </a:lnTo>
                  <a:lnTo>
                    <a:pt x="3148489" y="589585"/>
                  </a:lnTo>
                  <a:lnTo>
                    <a:pt x="3154749" y="590395"/>
                  </a:lnTo>
                  <a:lnTo>
                    <a:pt x="3161008" y="591222"/>
                  </a:lnTo>
                  <a:lnTo>
                    <a:pt x="3167268" y="592049"/>
                  </a:lnTo>
                  <a:lnTo>
                    <a:pt x="3173527" y="592889"/>
                  </a:lnTo>
                  <a:lnTo>
                    <a:pt x="3179787" y="593734"/>
                  </a:lnTo>
                  <a:lnTo>
                    <a:pt x="3186046" y="594586"/>
                  </a:lnTo>
                  <a:lnTo>
                    <a:pt x="3192305" y="595448"/>
                  </a:lnTo>
                  <a:lnTo>
                    <a:pt x="3198565" y="596312"/>
                  </a:lnTo>
                  <a:lnTo>
                    <a:pt x="3198565" y="729881"/>
                  </a:lnTo>
                  <a:lnTo>
                    <a:pt x="3192305" y="729881"/>
                  </a:lnTo>
                  <a:lnTo>
                    <a:pt x="3186046" y="729881"/>
                  </a:lnTo>
                  <a:lnTo>
                    <a:pt x="3179787" y="729881"/>
                  </a:lnTo>
                  <a:lnTo>
                    <a:pt x="3173527" y="729881"/>
                  </a:lnTo>
                  <a:lnTo>
                    <a:pt x="3167268" y="729881"/>
                  </a:lnTo>
                  <a:lnTo>
                    <a:pt x="3161008" y="729881"/>
                  </a:lnTo>
                  <a:lnTo>
                    <a:pt x="3154749" y="729881"/>
                  </a:lnTo>
                  <a:lnTo>
                    <a:pt x="3148489" y="729881"/>
                  </a:lnTo>
                  <a:lnTo>
                    <a:pt x="3142230" y="729881"/>
                  </a:lnTo>
                  <a:lnTo>
                    <a:pt x="3135971" y="729881"/>
                  </a:lnTo>
                  <a:lnTo>
                    <a:pt x="3129711" y="729881"/>
                  </a:lnTo>
                  <a:lnTo>
                    <a:pt x="3123452" y="729881"/>
                  </a:lnTo>
                  <a:lnTo>
                    <a:pt x="3117192" y="729881"/>
                  </a:lnTo>
                  <a:lnTo>
                    <a:pt x="3110933" y="729881"/>
                  </a:lnTo>
                  <a:lnTo>
                    <a:pt x="3104674" y="729881"/>
                  </a:lnTo>
                  <a:lnTo>
                    <a:pt x="3098414" y="729881"/>
                  </a:lnTo>
                  <a:lnTo>
                    <a:pt x="3092155" y="729881"/>
                  </a:lnTo>
                  <a:lnTo>
                    <a:pt x="3085895" y="729881"/>
                  </a:lnTo>
                  <a:lnTo>
                    <a:pt x="3079636" y="729881"/>
                  </a:lnTo>
                  <a:lnTo>
                    <a:pt x="3073376" y="729881"/>
                  </a:lnTo>
                  <a:lnTo>
                    <a:pt x="3067117" y="729881"/>
                  </a:lnTo>
                  <a:lnTo>
                    <a:pt x="3060858" y="729881"/>
                  </a:lnTo>
                  <a:lnTo>
                    <a:pt x="3054598" y="729881"/>
                  </a:lnTo>
                  <a:lnTo>
                    <a:pt x="3048339" y="729881"/>
                  </a:lnTo>
                  <a:lnTo>
                    <a:pt x="3042079" y="729881"/>
                  </a:lnTo>
                  <a:lnTo>
                    <a:pt x="3035820" y="729881"/>
                  </a:lnTo>
                  <a:lnTo>
                    <a:pt x="3029560" y="729881"/>
                  </a:lnTo>
                  <a:lnTo>
                    <a:pt x="3023301" y="729881"/>
                  </a:lnTo>
                  <a:lnTo>
                    <a:pt x="3017042" y="729881"/>
                  </a:lnTo>
                  <a:lnTo>
                    <a:pt x="3010782" y="729881"/>
                  </a:lnTo>
                  <a:lnTo>
                    <a:pt x="3004523" y="729881"/>
                  </a:lnTo>
                  <a:lnTo>
                    <a:pt x="2998263" y="729881"/>
                  </a:lnTo>
                  <a:lnTo>
                    <a:pt x="2992004" y="729881"/>
                  </a:lnTo>
                  <a:lnTo>
                    <a:pt x="2985744" y="729881"/>
                  </a:lnTo>
                  <a:lnTo>
                    <a:pt x="2979485" y="729881"/>
                  </a:lnTo>
                  <a:lnTo>
                    <a:pt x="2973226" y="729881"/>
                  </a:lnTo>
                  <a:lnTo>
                    <a:pt x="2966966" y="729881"/>
                  </a:lnTo>
                  <a:lnTo>
                    <a:pt x="2960707" y="729881"/>
                  </a:lnTo>
                  <a:lnTo>
                    <a:pt x="2954447" y="729881"/>
                  </a:lnTo>
                  <a:lnTo>
                    <a:pt x="2948188" y="729881"/>
                  </a:lnTo>
                  <a:lnTo>
                    <a:pt x="2941929" y="729881"/>
                  </a:lnTo>
                  <a:lnTo>
                    <a:pt x="2935669" y="729881"/>
                  </a:lnTo>
                  <a:lnTo>
                    <a:pt x="2929410" y="729881"/>
                  </a:lnTo>
                  <a:lnTo>
                    <a:pt x="2923150" y="729881"/>
                  </a:lnTo>
                  <a:lnTo>
                    <a:pt x="2916891" y="729881"/>
                  </a:lnTo>
                  <a:lnTo>
                    <a:pt x="2910631" y="729881"/>
                  </a:lnTo>
                  <a:lnTo>
                    <a:pt x="2904372" y="729881"/>
                  </a:lnTo>
                  <a:lnTo>
                    <a:pt x="2898113" y="729881"/>
                  </a:lnTo>
                  <a:lnTo>
                    <a:pt x="2891853" y="729881"/>
                  </a:lnTo>
                  <a:lnTo>
                    <a:pt x="2885594" y="729881"/>
                  </a:lnTo>
                  <a:lnTo>
                    <a:pt x="2879334" y="729881"/>
                  </a:lnTo>
                  <a:lnTo>
                    <a:pt x="2873075" y="729881"/>
                  </a:lnTo>
                  <a:lnTo>
                    <a:pt x="2866815" y="729881"/>
                  </a:lnTo>
                  <a:lnTo>
                    <a:pt x="2860556" y="729881"/>
                  </a:lnTo>
                  <a:lnTo>
                    <a:pt x="2854297" y="729881"/>
                  </a:lnTo>
                  <a:lnTo>
                    <a:pt x="2848037" y="729881"/>
                  </a:lnTo>
                  <a:lnTo>
                    <a:pt x="2841778" y="729881"/>
                  </a:lnTo>
                  <a:lnTo>
                    <a:pt x="2835518" y="729881"/>
                  </a:lnTo>
                  <a:lnTo>
                    <a:pt x="2829259" y="729881"/>
                  </a:lnTo>
                  <a:lnTo>
                    <a:pt x="2822999" y="729881"/>
                  </a:lnTo>
                  <a:lnTo>
                    <a:pt x="2816740" y="729881"/>
                  </a:lnTo>
                  <a:lnTo>
                    <a:pt x="2810481" y="729881"/>
                  </a:lnTo>
                  <a:lnTo>
                    <a:pt x="2804221" y="729881"/>
                  </a:lnTo>
                  <a:lnTo>
                    <a:pt x="2797962" y="729881"/>
                  </a:lnTo>
                  <a:lnTo>
                    <a:pt x="2791702" y="729881"/>
                  </a:lnTo>
                  <a:lnTo>
                    <a:pt x="2785443" y="729881"/>
                  </a:lnTo>
                  <a:lnTo>
                    <a:pt x="2779184" y="729881"/>
                  </a:lnTo>
                  <a:lnTo>
                    <a:pt x="2772924" y="729881"/>
                  </a:lnTo>
                  <a:lnTo>
                    <a:pt x="2766665" y="729881"/>
                  </a:lnTo>
                  <a:lnTo>
                    <a:pt x="2760405" y="729881"/>
                  </a:lnTo>
                  <a:lnTo>
                    <a:pt x="2754146" y="729881"/>
                  </a:lnTo>
                  <a:lnTo>
                    <a:pt x="2747886" y="729881"/>
                  </a:lnTo>
                  <a:lnTo>
                    <a:pt x="2741627" y="729881"/>
                  </a:lnTo>
                  <a:lnTo>
                    <a:pt x="2735368" y="729881"/>
                  </a:lnTo>
                  <a:lnTo>
                    <a:pt x="2729108" y="729881"/>
                  </a:lnTo>
                  <a:lnTo>
                    <a:pt x="2722849" y="729881"/>
                  </a:lnTo>
                  <a:lnTo>
                    <a:pt x="2716589" y="729881"/>
                  </a:lnTo>
                  <a:lnTo>
                    <a:pt x="2710330" y="729881"/>
                  </a:lnTo>
                  <a:lnTo>
                    <a:pt x="2704070" y="729881"/>
                  </a:lnTo>
                  <a:lnTo>
                    <a:pt x="2697811" y="729881"/>
                  </a:lnTo>
                  <a:lnTo>
                    <a:pt x="2691552" y="729881"/>
                  </a:lnTo>
                  <a:lnTo>
                    <a:pt x="2685292" y="729881"/>
                  </a:lnTo>
                  <a:lnTo>
                    <a:pt x="2679033" y="729881"/>
                  </a:lnTo>
                  <a:lnTo>
                    <a:pt x="2672773" y="729881"/>
                  </a:lnTo>
                  <a:lnTo>
                    <a:pt x="2666514" y="729881"/>
                  </a:lnTo>
                  <a:lnTo>
                    <a:pt x="2660254" y="729881"/>
                  </a:lnTo>
                  <a:lnTo>
                    <a:pt x="2653995" y="729881"/>
                  </a:lnTo>
                  <a:lnTo>
                    <a:pt x="2647736" y="729881"/>
                  </a:lnTo>
                  <a:lnTo>
                    <a:pt x="2641476" y="729881"/>
                  </a:lnTo>
                  <a:lnTo>
                    <a:pt x="2635217" y="729881"/>
                  </a:lnTo>
                  <a:lnTo>
                    <a:pt x="2628957" y="729881"/>
                  </a:lnTo>
                  <a:lnTo>
                    <a:pt x="2622698" y="729881"/>
                  </a:lnTo>
                  <a:lnTo>
                    <a:pt x="2616438" y="729881"/>
                  </a:lnTo>
                  <a:lnTo>
                    <a:pt x="2610179" y="729881"/>
                  </a:lnTo>
                  <a:lnTo>
                    <a:pt x="2603920" y="729881"/>
                  </a:lnTo>
                  <a:lnTo>
                    <a:pt x="2597660" y="729881"/>
                  </a:lnTo>
                  <a:lnTo>
                    <a:pt x="2591401" y="729881"/>
                  </a:lnTo>
                  <a:lnTo>
                    <a:pt x="2585141" y="729881"/>
                  </a:lnTo>
                  <a:lnTo>
                    <a:pt x="2578882" y="729881"/>
                  </a:lnTo>
                  <a:lnTo>
                    <a:pt x="2572623" y="729881"/>
                  </a:lnTo>
                  <a:lnTo>
                    <a:pt x="2566363" y="729881"/>
                  </a:lnTo>
                  <a:lnTo>
                    <a:pt x="2560104" y="729881"/>
                  </a:lnTo>
                  <a:lnTo>
                    <a:pt x="2553844" y="729881"/>
                  </a:lnTo>
                  <a:lnTo>
                    <a:pt x="2547585" y="729881"/>
                  </a:lnTo>
                  <a:lnTo>
                    <a:pt x="2541325" y="729881"/>
                  </a:lnTo>
                  <a:lnTo>
                    <a:pt x="2535066" y="729881"/>
                  </a:lnTo>
                  <a:lnTo>
                    <a:pt x="2528807" y="729881"/>
                  </a:lnTo>
                  <a:lnTo>
                    <a:pt x="2522547" y="729881"/>
                  </a:lnTo>
                  <a:lnTo>
                    <a:pt x="2516288" y="729881"/>
                  </a:lnTo>
                  <a:lnTo>
                    <a:pt x="2510028" y="729881"/>
                  </a:lnTo>
                  <a:lnTo>
                    <a:pt x="2503769" y="729881"/>
                  </a:lnTo>
                  <a:lnTo>
                    <a:pt x="2497509" y="729881"/>
                  </a:lnTo>
                  <a:lnTo>
                    <a:pt x="2491250" y="729881"/>
                  </a:lnTo>
                  <a:lnTo>
                    <a:pt x="2484991" y="729881"/>
                  </a:lnTo>
                  <a:lnTo>
                    <a:pt x="2478731" y="729881"/>
                  </a:lnTo>
                  <a:lnTo>
                    <a:pt x="2472472" y="729881"/>
                  </a:lnTo>
                  <a:lnTo>
                    <a:pt x="2466212" y="729881"/>
                  </a:lnTo>
                  <a:lnTo>
                    <a:pt x="2459953" y="729881"/>
                  </a:lnTo>
                  <a:lnTo>
                    <a:pt x="2453693" y="729881"/>
                  </a:lnTo>
                  <a:lnTo>
                    <a:pt x="2447434" y="729881"/>
                  </a:lnTo>
                  <a:lnTo>
                    <a:pt x="2441175" y="729881"/>
                  </a:lnTo>
                  <a:lnTo>
                    <a:pt x="2434915" y="729881"/>
                  </a:lnTo>
                  <a:lnTo>
                    <a:pt x="2428656" y="729881"/>
                  </a:lnTo>
                  <a:lnTo>
                    <a:pt x="2422396" y="729881"/>
                  </a:lnTo>
                  <a:lnTo>
                    <a:pt x="2416137" y="729881"/>
                  </a:lnTo>
                  <a:lnTo>
                    <a:pt x="2409878" y="729881"/>
                  </a:lnTo>
                  <a:lnTo>
                    <a:pt x="2403618" y="729881"/>
                  </a:lnTo>
                  <a:lnTo>
                    <a:pt x="2397359" y="729881"/>
                  </a:lnTo>
                  <a:lnTo>
                    <a:pt x="2391099" y="729881"/>
                  </a:lnTo>
                  <a:lnTo>
                    <a:pt x="2384840" y="729881"/>
                  </a:lnTo>
                  <a:lnTo>
                    <a:pt x="2378580" y="729881"/>
                  </a:lnTo>
                  <a:lnTo>
                    <a:pt x="2372321" y="729881"/>
                  </a:lnTo>
                  <a:lnTo>
                    <a:pt x="2366062" y="729881"/>
                  </a:lnTo>
                  <a:lnTo>
                    <a:pt x="2359802" y="729881"/>
                  </a:lnTo>
                  <a:lnTo>
                    <a:pt x="2353543" y="729881"/>
                  </a:lnTo>
                  <a:lnTo>
                    <a:pt x="2347283" y="729881"/>
                  </a:lnTo>
                  <a:lnTo>
                    <a:pt x="2341024" y="729881"/>
                  </a:lnTo>
                  <a:lnTo>
                    <a:pt x="2334764" y="729881"/>
                  </a:lnTo>
                  <a:lnTo>
                    <a:pt x="2328505" y="729881"/>
                  </a:lnTo>
                  <a:lnTo>
                    <a:pt x="2322246" y="729881"/>
                  </a:lnTo>
                  <a:lnTo>
                    <a:pt x="2315986" y="729881"/>
                  </a:lnTo>
                  <a:lnTo>
                    <a:pt x="2309727" y="729881"/>
                  </a:lnTo>
                  <a:lnTo>
                    <a:pt x="2303467" y="729881"/>
                  </a:lnTo>
                  <a:lnTo>
                    <a:pt x="2297208" y="729881"/>
                  </a:lnTo>
                  <a:lnTo>
                    <a:pt x="2290948" y="729881"/>
                  </a:lnTo>
                  <a:lnTo>
                    <a:pt x="2284689" y="729881"/>
                  </a:lnTo>
                  <a:lnTo>
                    <a:pt x="2278430" y="729881"/>
                  </a:lnTo>
                  <a:lnTo>
                    <a:pt x="2272170" y="729881"/>
                  </a:lnTo>
                  <a:lnTo>
                    <a:pt x="2265911" y="729881"/>
                  </a:lnTo>
                  <a:lnTo>
                    <a:pt x="2259651" y="729881"/>
                  </a:lnTo>
                  <a:lnTo>
                    <a:pt x="2253392" y="729881"/>
                  </a:lnTo>
                  <a:lnTo>
                    <a:pt x="2247133" y="729881"/>
                  </a:lnTo>
                  <a:lnTo>
                    <a:pt x="2240873" y="729881"/>
                  </a:lnTo>
                  <a:lnTo>
                    <a:pt x="2234614" y="729881"/>
                  </a:lnTo>
                  <a:lnTo>
                    <a:pt x="2228354" y="729881"/>
                  </a:lnTo>
                  <a:lnTo>
                    <a:pt x="2222095" y="729881"/>
                  </a:lnTo>
                  <a:lnTo>
                    <a:pt x="2215835" y="729881"/>
                  </a:lnTo>
                  <a:lnTo>
                    <a:pt x="2209576" y="729881"/>
                  </a:lnTo>
                  <a:lnTo>
                    <a:pt x="2203317" y="729881"/>
                  </a:lnTo>
                  <a:lnTo>
                    <a:pt x="2197057" y="729881"/>
                  </a:lnTo>
                  <a:lnTo>
                    <a:pt x="2190798" y="729881"/>
                  </a:lnTo>
                  <a:lnTo>
                    <a:pt x="2184538" y="729881"/>
                  </a:lnTo>
                  <a:lnTo>
                    <a:pt x="2178279" y="729881"/>
                  </a:lnTo>
                  <a:lnTo>
                    <a:pt x="2172019" y="729881"/>
                  </a:lnTo>
                  <a:lnTo>
                    <a:pt x="2165760" y="729881"/>
                  </a:lnTo>
                  <a:lnTo>
                    <a:pt x="2159501" y="729881"/>
                  </a:lnTo>
                  <a:lnTo>
                    <a:pt x="2153241" y="729881"/>
                  </a:lnTo>
                  <a:lnTo>
                    <a:pt x="2146982" y="729881"/>
                  </a:lnTo>
                  <a:lnTo>
                    <a:pt x="2140722" y="729881"/>
                  </a:lnTo>
                  <a:lnTo>
                    <a:pt x="2134463" y="729881"/>
                  </a:lnTo>
                  <a:lnTo>
                    <a:pt x="2128203" y="729881"/>
                  </a:lnTo>
                  <a:lnTo>
                    <a:pt x="2121944" y="729881"/>
                  </a:lnTo>
                  <a:lnTo>
                    <a:pt x="2115685" y="729881"/>
                  </a:lnTo>
                  <a:lnTo>
                    <a:pt x="2109425" y="729881"/>
                  </a:lnTo>
                  <a:lnTo>
                    <a:pt x="2103166" y="729881"/>
                  </a:lnTo>
                  <a:lnTo>
                    <a:pt x="2096906" y="729881"/>
                  </a:lnTo>
                  <a:lnTo>
                    <a:pt x="2090647" y="729881"/>
                  </a:lnTo>
                  <a:lnTo>
                    <a:pt x="2084388" y="729881"/>
                  </a:lnTo>
                  <a:lnTo>
                    <a:pt x="2078128" y="729881"/>
                  </a:lnTo>
                  <a:lnTo>
                    <a:pt x="2071869" y="729881"/>
                  </a:lnTo>
                  <a:lnTo>
                    <a:pt x="2065609" y="729881"/>
                  </a:lnTo>
                  <a:lnTo>
                    <a:pt x="2059350" y="729881"/>
                  </a:lnTo>
                  <a:lnTo>
                    <a:pt x="2053090" y="729881"/>
                  </a:lnTo>
                  <a:lnTo>
                    <a:pt x="2046831" y="729881"/>
                  </a:lnTo>
                  <a:lnTo>
                    <a:pt x="2040572" y="729881"/>
                  </a:lnTo>
                  <a:lnTo>
                    <a:pt x="2034312" y="729881"/>
                  </a:lnTo>
                  <a:lnTo>
                    <a:pt x="2028053" y="729881"/>
                  </a:lnTo>
                  <a:lnTo>
                    <a:pt x="2021793" y="729881"/>
                  </a:lnTo>
                  <a:lnTo>
                    <a:pt x="2015534" y="729881"/>
                  </a:lnTo>
                  <a:lnTo>
                    <a:pt x="2009274" y="729881"/>
                  </a:lnTo>
                  <a:lnTo>
                    <a:pt x="2003015" y="729881"/>
                  </a:lnTo>
                  <a:lnTo>
                    <a:pt x="1996756" y="729881"/>
                  </a:lnTo>
                  <a:lnTo>
                    <a:pt x="1990496" y="729881"/>
                  </a:lnTo>
                  <a:lnTo>
                    <a:pt x="1984237" y="729881"/>
                  </a:lnTo>
                  <a:lnTo>
                    <a:pt x="1977977" y="729881"/>
                  </a:lnTo>
                  <a:lnTo>
                    <a:pt x="1971718" y="729881"/>
                  </a:lnTo>
                  <a:lnTo>
                    <a:pt x="1965458" y="729881"/>
                  </a:lnTo>
                  <a:lnTo>
                    <a:pt x="1959199" y="729881"/>
                  </a:lnTo>
                  <a:lnTo>
                    <a:pt x="1952940" y="729881"/>
                  </a:lnTo>
                  <a:lnTo>
                    <a:pt x="1946680" y="729881"/>
                  </a:lnTo>
                  <a:lnTo>
                    <a:pt x="1940421" y="729881"/>
                  </a:lnTo>
                  <a:lnTo>
                    <a:pt x="1934161" y="729881"/>
                  </a:lnTo>
                  <a:lnTo>
                    <a:pt x="1927902" y="729881"/>
                  </a:lnTo>
                  <a:lnTo>
                    <a:pt x="1921642" y="729881"/>
                  </a:lnTo>
                  <a:lnTo>
                    <a:pt x="1915383" y="729881"/>
                  </a:lnTo>
                  <a:lnTo>
                    <a:pt x="1909124" y="729881"/>
                  </a:lnTo>
                  <a:lnTo>
                    <a:pt x="1902864" y="729881"/>
                  </a:lnTo>
                  <a:lnTo>
                    <a:pt x="1896605" y="729881"/>
                  </a:lnTo>
                  <a:lnTo>
                    <a:pt x="1890345" y="729881"/>
                  </a:lnTo>
                  <a:lnTo>
                    <a:pt x="1884086" y="729881"/>
                  </a:lnTo>
                  <a:lnTo>
                    <a:pt x="1877827" y="729881"/>
                  </a:lnTo>
                  <a:lnTo>
                    <a:pt x="1871567" y="729881"/>
                  </a:lnTo>
                  <a:lnTo>
                    <a:pt x="1865308" y="729881"/>
                  </a:lnTo>
                  <a:lnTo>
                    <a:pt x="1859048" y="729881"/>
                  </a:lnTo>
                  <a:lnTo>
                    <a:pt x="1852789" y="729881"/>
                  </a:lnTo>
                  <a:lnTo>
                    <a:pt x="1846529" y="729881"/>
                  </a:lnTo>
                  <a:lnTo>
                    <a:pt x="1840270" y="729881"/>
                  </a:lnTo>
                  <a:lnTo>
                    <a:pt x="1834011" y="729881"/>
                  </a:lnTo>
                  <a:lnTo>
                    <a:pt x="1827751" y="729881"/>
                  </a:lnTo>
                  <a:lnTo>
                    <a:pt x="1821492" y="729881"/>
                  </a:lnTo>
                  <a:lnTo>
                    <a:pt x="1815232" y="729881"/>
                  </a:lnTo>
                  <a:lnTo>
                    <a:pt x="1808973" y="729881"/>
                  </a:lnTo>
                  <a:lnTo>
                    <a:pt x="1802713" y="729881"/>
                  </a:lnTo>
                  <a:lnTo>
                    <a:pt x="1796454" y="729881"/>
                  </a:lnTo>
                  <a:lnTo>
                    <a:pt x="1790195" y="729881"/>
                  </a:lnTo>
                  <a:lnTo>
                    <a:pt x="1783935" y="729881"/>
                  </a:lnTo>
                  <a:lnTo>
                    <a:pt x="1777676" y="729881"/>
                  </a:lnTo>
                  <a:lnTo>
                    <a:pt x="1771416" y="729881"/>
                  </a:lnTo>
                  <a:lnTo>
                    <a:pt x="1765157" y="729881"/>
                  </a:lnTo>
                  <a:lnTo>
                    <a:pt x="1758897" y="729881"/>
                  </a:lnTo>
                  <a:lnTo>
                    <a:pt x="1752638" y="729881"/>
                  </a:lnTo>
                  <a:lnTo>
                    <a:pt x="1746379" y="729881"/>
                  </a:lnTo>
                  <a:lnTo>
                    <a:pt x="1740119" y="729881"/>
                  </a:lnTo>
                  <a:lnTo>
                    <a:pt x="1733860" y="729881"/>
                  </a:lnTo>
                  <a:lnTo>
                    <a:pt x="1727600" y="729881"/>
                  </a:lnTo>
                  <a:lnTo>
                    <a:pt x="1721341" y="729881"/>
                  </a:lnTo>
                  <a:lnTo>
                    <a:pt x="1715082" y="729881"/>
                  </a:lnTo>
                  <a:lnTo>
                    <a:pt x="1708822" y="729881"/>
                  </a:lnTo>
                  <a:lnTo>
                    <a:pt x="1702563" y="729881"/>
                  </a:lnTo>
                  <a:lnTo>
                    <a:pt x="1696303" y="729881"/>
                  </a:lnTo>
                  <a:lnTo>
                    <a:pt x="1690044" y="729881"/>
                  </a:lnTo>
                  <a:lnTo>
                    <a:pt x="1683784" y="729881"/>
                  </a:lnTo>
                  <a:lnTo>
                    <a:pt x="1677525" y="729881"/>
                  </a:lnTo>
                  <a:lnTo>
                    <a:pt x="1671266" y="729881"/>
                  </a:lnTo>
                  <a:lnTo>
                    <a:pt x="1665006" y="729881"/>
                  </a:lnTo>
                  <a:lnTo>
                    <a:pt x="1658747" y="729881"/>
                  </a:lnTo>
                  <a:lnTo>
                    <a:pt x="1652487" y="729881"/>
                  </a:lnTo>
                  <a:lnTo>
                    <a:pt x="1646228" y="729881"/>
                  </a:lnTo>
                  <a:lnTo>
                    <a:pt x="1639968" y="729881"/>
                  </a:lnTo>
                  <a:lnTo>
                    <a:pt x="1633709" y="729881"/>
                  </a:lnTo>
                  <a:lnTo>
                    <a:pt x="1627450" y="729881"/>
                  </a:lnTo>
                  <a:lnTo>
                    <a:pt x="1621190" y="729881"/>
                  </a:lnTo>
                  <a:lnTo>
                    <a:pt x="1614931" y="729881"/>
                  </a:lnTo>
                  <a:lnTo>
                    <a:pt x="1608671" y="729881"/>
                  </a:lnTo>
                  <a:lnTo>
                    <a:pt x="1602412" y="729881"/>
                  </a:lnTo>
                  <a:lnTo>
                    <a:pt x="1596152" y="729881"/>
                  </a:lnTo>
                  <a:lnTo>
                    <a:pt x="1589893" y="729881"/>
                  </a:lnTo>
                  <a:lnTo>
                    <a:pt x="1583634" y="729881"/>
                  </a:lnTo>
                  <a:lnTo>
                    <a:pt x="1577374" y="729881"/>
                  </a:lnTo>
                  <a:lnTo>
                    <a:pt x="1571115" y="729881"/>
                  </a:lnTo>
                  <a:lnTo>
                    <a:pt x="1564855" y="729881"/>
                  </a:lnTo>
                  <a:lnTo>
                    <a:pt x="1558596" y="729881"/>
                  </a:lnTo>
                  <a:lnTo>
                    <a:pt x="1552337" y="729881"/>
                  </a:lnTo>
                  <a:lnTo>
                    <a:pt x="1546077" y="729881"/>
                  </a:lnTo>
                  <a:lnTo>
                    <a:pt x="1539818" y="729881"/>
                  </a:lnTo>
                  <a:lnTo>
                    <a:pt x="1533558" y="729881"/>
                  </a:lnTo>
                  <a:lnTo>
                    <a:pt x="1527299" y="729881"/>
                  </a:lnTo>
                  <a:lnTo>
                    <a:pt x="1521039" y="729881"/>
                  </a:lnTo>
                  <a:lnTo>
                    <a:pt x="1514780" y="729881"/>
                  </a:lnTo>
                  <a:lnTo>
                    <a:pt x="1508521" y="729881"/>
                  </a:lnTo>
                  <a:lnTo>
                    <a:pt x="1502261" y="729881"/>
                  </a:lnTo>
                  <a:lnTo>
                    <a:pt x="1496002" y="729881"/>
                  </a:lnTo>
                  <a:lnTo>
                    <a:pt x="1489742" y="729881"/>
                  </a:lnTo>
                  <a:lnTo>
                    <a:pt x="1483483" y="729881"/>
                  </a:lnTo>
                  <a:lnTo>
                    <a:pt x="1477223" y="729881"/>
                  </a:lnTo>
                  <a:lnTo>
                    <a:pt x="1470964" y="729881"/>
                  </a:lnTo>
                  <a:lnTo>
                    <a:pt x="1464705" y="729881"/>
                  </a:lnTo>
                  <a:lnTo>
                    <a:pt x="1458445" y="729881"/>
                  </a:lnTo>
                  <a:lnTo>
                    <a:pt x="1452186" y="729881"/>
                  </a:lnTo>
                  <a:lnTo>
                    <a:pt x="1445926" y="729881"/>
                  </a:lnTo>
                  <a:lnTo>
                    <a:pt x="1439667" y="729881"/>
                  </a:lnTo>
                  <a:lnTo>
                    <a:pt x="1433407" y="729881"/>
                  </a:lnTo>
                  <a:lnTo>
                    <a:pt x="1427148" y="729881"/>
                  </a:lnTo>
                  <a:lnTo>
                    <a:pt x="1420889" y="729881"/>
                  </a:lnTo>
                  <a:lnTo>
                    <a:pt x="1414629" y="729881"/>
                  </a:lnTo>
                  <a:lnTo>
                    <a:pt x="1408370" y="729881"/>
                  </a:lnTo>
                  <a:lnTo>
                    <a:pt x="1402110" y="729881"/>
                  </a:lnTo>
                  <a:lnTo>
                    <a:pt x="1395851" y="729881"/>
                  </a:lnTo>
                  <a:lnTo>
                    <a:pt x="1389592" y="729881"/>
                  </a:lnTo>
                  <a:lnTo>
                    <a:pt x="1383332" y="729881"/>
                  </a:lnTo>
                  <a:lnTo>
                    <a:pt x="1377073" y="729881"/>
                  </a:lnTo>
                  <a:lnTo>
                    <a:pt x="1370813" y="729881"/>
                  </a:lnTo>
                  <a:lnTo>
                    <a:pt x="1364554" y="729881"/>
                  </a:lnTo>
                  <a:lnTo>
                    <a:pt x="1358294" y="729881"/>
                  </a:lnTo>
                  <a:lnTo>
                    <a:pt x="1352035" y="729881"/>
                  </a:lnTo>
                  <a:lnTo>
                    <a:pt x="1345776" y="729881"/>
                  </a:lnTo>
                  <a:lnTo>
                    <a:pt x="1339516" y="729881"/>
                  </a:lnTo>
                  <a:lnTo>
                    <a:pt x="1333257" y="729881"/>
                  </a:lnTo>
                  <a:lnTo>
                    <a:pt x="1326997" y="729881"/>
                  </a:lnTo>
                  <a:lnTo>
                    <a:pt x="1320738" y="729881"/>
                  </a:lnTo>
                  <a:lnTo>
                    <a:pt x="1314478" y="729881"/>
                  </a:lnTo>
                  <a:lnTo>
                    <a:pt x="1308219" y="729881"/>
                  </a:lnTo>
                  <a:lnTo>
                    <a:pt x="1301960" y="729881"/>
                  </a:lnTo>
                  <a:lnTo>
                    <a:pt x="1295700" y="729881"/>
                  </a:lnTo>
                  <a:lnTo>
                    <a:pt x="1289441" y="729881"/>
                  </a:lnTo>
                  <a:lnTo>
                    <a:pt x="1283181" y="729881"/>
                  </a:lnTo>
                  <a:lnTo>
                    <a:pt x="1276922" y="729881"/>
                  </a:lnTo>
                  <a:lnTo>
                    <a:pt x="1270662" y="729881"/>
                  </a:lnTo>
                  <a:lnTo>
                    <a:pt x="1264403" y="729881"/>
                  </a:lnTo>
                  <a:lnTo>
                    <a:pt x="1258144" y="729881"/>
                  </a:lnTo>
                  <a:lnTo>
                    <a:pt x="1251884" y="729881"/>
                  </a:lnTo>
                  <a:lnTo>
                    <a:pt x="1245625" y="729881"/>
                  </a:lnTo>
                  <a:lnTo>
                    <a:pt x="1239365" y="729881"/>
                  </a:lnTo>
                  <a:lnTo>
                    <a:pt x="1233106" y="729881"/>
                  </a:lnTo>
                  <a:lnTo>
                    <a:pt x="1226846" y="729881"/>
                  </a:lnTo>
                  <a:lnTo>
                    <a:pt x="1220587" y="729881"/>
                  </a:lnTo>
                  <a:lnTo>
                    <a:pt x="1214328" y="729881"/>
                  </a:lnTo>
                  <a:lnTo>
                    <a:pt x="1208068" y="729881"/>
                  </a:lnTo>
                  <a:lnTo>
                    <a:pt x="1201809" y="729881"/>
                  </a:lnTo>
                  <a:lnTo>
                    <a:pt x="1195549" y="729881"/>
                  </a:lnTo>
                  <a:lnTo>
                    <a:pt x="1189290" y="729881"/>
                  </a:lnTo>
                  <a:lnTo>
                    <a:pt x="1183031" y="729881"/>
                  </a:lnTo>
                  <a:lnTo>
                    <a:pt x="1176771" y="729881"/>
                  </a:lnTo>
                  <a:lnTo>
                    <a:pt x="1170512" y="729881"/>
                  </a:lnTo>
                  <a:lnTo>
                    <a:pt x="1164252" y="729881"/>
                  </a:lnTo>
                  <a:lnTo>
                    <a:pt x="1157993" y="729881"/>
                  </a:lnTo>
                  <a:lnTo>
                    <a:pt x="1151733" y="729881"/>
                  </a:lnTo>
                  <a:lnTo>
                    <a:pt x="1145474" y="729881"/>
                  </a:lnTo>
                  <a:lnTo>
                    <a:pt x="1139215" y="729881"/>
                  </a:lnTo>
                  <a:lnTo>
                    <a:pt x="1132955" y="729881"/>
                  </a:lnTo>
                  <a:lnTo>
                    <a:pt x="1126696" y="729881"/>
                  </a:lnTo>
                  <a:lnTo>
                    <a:pt x="1120436" y="729881"/>
                  </a:lnTo>
                  <a:lnTo>
                    <a:pt x="1114177" y="729881"/>
                  </a:lnTo>
                  <a:lnTo>
                    <a:pt x="1107917" y="729881"/>
                  </a:lnTo>
                  <a:lnTo>
                    <a:pt x="1101658" y="729881"/>
                  </a:lnTo>
                  <a:lnTo>
                    <a:pt x="1095399" y="729881"/>
                  </a:lnTo>
                  <a:lnTo>
                    <a:pt x="1089139" y="729881"/>
                  </a:lnTo>
                  <a:lnTo>
                    <a:pt x="1082880" y="729881"/>
                  </a:lnTo>
                  <a:lnTo>
                    <a:pt x="1076620" y="729881"/>
                  </a:lnTo>
                  <a:lnTo>
                    <a:pt x="1070361" y="729881"/>
                  </a:lnTo>
                  <a:lnTo>
                    <a:pt x="1064101" y="729881"/>
                  </a:lnTo>
                  <a:lnTo>
                    <a:pt x="1057842" y="729881"/>
                  </a:lnTo>
                  <a:lnTo>
                    <a:pt x="1051583" y="729881"/>
                  </a:lnTo>
                  <a:lnTo>
                    <a:pt x="1045323" y="729881"/>
                  </a:lnTo>
                  <a:lnTo>
                    <a:pt x="1039064" y="729881"/>
                  </a:lnTo>
                  <a:lnTo>
                    <a:pt x="1032804" y="729881"/>
                  </a:lnTo>
                  <a:lnTo>
                    <a:pt x="1026545" y="729881"/>
                  </a:lnTo>
                  <a:lnTo>
                    <a:pt x="1020286" y="729881"/>
                  </a:lnTo>
                  <a:lnTo>
                    <a:pt x="1014026" y="729881"/>
                  </a:lnTo>
                  <a:lnTo>
                    <a:pt x="1007767" y="729881"/>
                  </a:lnTo>
                  <a:lnTo>
                    <a:pt x="1001507" y="729881"/>
                  </a:lnTo>
                  <a:lnTo>
                    <a:pt x="995248" y="729881"/>
                  </a:lnTo>
                  <a:lnTo>
                    <a:pt x="988988" y="729881"/>
                  </a:lnTo>
                  <a:lnTo>
                    <a:pt x="982729" y="729881"/>
                  </a:lnTo>
                  <a:lnTo>
                    <a:pt x="976470" y="729881"/>
                  </a:lnTo>
                  <a:lnTo>
                    <a:pt x="970210" y="729881"/>
                  </a:lnTo>
                  <a:lnTo>
                    <a:pt x="963951" y="729881"/>
                  </a:lnTo>
                  <a:lnTo>
                    <a:pt x="957691" y="729881"/>
                  </a:lnTo>
                  <a:lnTo>
                    <a:pt x="951432" y="729881"/>
                  </a:lnTo>
                  <a:lnTo>
                    <a:pt x="945172" y="729881"/>
                  </a:lnTo>
                  <a:lnTo>
                    <a:pt x="938913" y="729881"/>
                  </a:lnTo>
                  <a:lnTo>
                    <a:pt x="932654" y="729881"/>
                  </a:lnTo>
                  <a:lnTo>
                    <a:pt x="926394" y="729881"/>
                  </a:lnTo>
                  <a:lnTo>
                    <a:pt x="920135" y="729881"/>
                  </a:lnTo>
                  <a:lnTo>
                    <a:pt x="913875" y="729881"/>
                  </a:lnTo>
                  <a:lnTo>
                    <a:pt x="907616" y="729881"/>
                  </a:lnTo>
                  <a:lnTo>
                    <a:pt x="901356" y="729881"/>
                  </a:lnTo>
                  <a:lnTo>
                    <a:pt x="895097" y="729881"/>
                  </a:lnTo>
                  <a:lnTo>
                    <a:pt x="888838" y="729881"/>
                  </a:lnTo>
                  <a:lnTo>
                    <a:pt x="882578" y="729881"/>
                  </a:lnTo>
                  <a:lnTo>
                    <a:pt x="876319" y="729881"/>
                  </a:lnTo>
                  <a:lnTo>
                    <a:pt x="870059" y="729881"/>
                  </a:lnTo>
                  <a:lnTo>
                    <a:pt x="863800" y="729881"/>
                  </a:lnTo>
                  <a:lnTo>
                    <a:pt x="857541" y="729881"/>
                  </a:lnTo>
                  <a:lnTo>
                    <a:pt x="851281" y="729881"/>
                  </a:lnTo>
                  <a:lnTo>
                    <a:pt x="845022" y="729881"/>
                  </a:lnTo>
                  <a:lnTo>
                    <a:pt x="838762" y="729881"/>
                  </a:lnTo>
                  <a:lnTo>
                    <a:pt x="832503" y="729881"/>
                  </a:lnTo>
                  <a:lnTo>
                    <a:pt x="826243" y="729881"/>
                  </a:lnTo>
                  <a:lnTo>
                    <a:pt x="819984" y="729881"/>
                  </a:lnTo>
                  <a:lnTo>
                    <a:pt x="813725" y="729881"/>
                  </a:lnTo>
                  <a:lnTo>
                    <a:pt x="807465" y="729881"/>
                  </a:lnTo>
                  <a:lnTo>
                    <a:pt x="801206" y="729881"/>
                  </a:lnTo>
                  <a:lnTo>
                    <a:pt x="794946" y="729881"/>
                  </a:lnTo>
                  <a:lnTo>
                    <a:pt x="788687" y="729881"/>
                  </a:lnTo>
                  <a:lnTo>
                    <a:pt x="782427" y="729881"/>
                  </a:lnTo>
                  <a:lnTo>
                    <a:pt x="776168" y="729881"/>
                  </a:lnTo>
                  <a:lnTo>
                    <a:pt x="769909" y="729881"/>
                  </a:lnTo>
                  <a:lnTo>
                    <a:pt x="763649" y="729881"/>
                  </a:lnTo>
                  <a:lnTo>
                    <a:pt x="757390" y="729881"/>
                  </a:lnTo>
                  <a:lnTo>
                    <a:pt x="751130" y="729881"/>
                  </a:lnTo>
                  <a:lnTo>
                    <a:pt x="744871" y="729881"/>
                  </a:lnTo>
                  <a:lnTo>
                    <a:pt x="738611" y="729881"/>
                  </a:lnTo>
                  <a:lnTo>
                    <a:pt x="732352" y="729881"/>
                  </a:lnTo>
                  <a:lnTo>
                    <a:pt x="726093" y="729881"/>
                  </a:lnTo>
                  <a:lnTo>
                    <a:pt x="719833" y="729881"/>
                  </a:lnTo>
                  <a:lnTo>
                    <a:pt x="713574" y="729881"/>
                  </a:lnTo>
                  <a:lnTo>
                    <a:pt x="707314" y="729881"/>
                  </a:lnTo>
                  <a:lnTo>
                    <a:pt x="701055" y="729881"/>
                  </a:lnTo>
                  <a:lnTo>
                    <a:pt x="694796" y="729881"/>
                  </a:lnTo>
                  <a:lnTo>
                    <a:pt x="688536" y="729881"/>
                  </a:lnTo>
                  <a:lnTo>
                    <a:pt x="682277" y="729881"/>
                  </a:lnTo>
                  <a:lnTo>
                    <a:pt x="676017" y="729881"/>
                  </a:lnTo>
                  <a:lnTo>
                    <a:pt x="669758" y="729881"/>
                  </a:lnTo>
                  <a:lnTo>
                    <a:pt x="663498" y="729881"/>
                  </a:lnTo>
                  <a:lnTo>
                    <a:pt x="657239" y="729881"/>
                  </a:lnTo>
                  <a:lnTo>
                    <a:pt x="650980" y="729881"/>
                  </a:lnTo>
                  <a:lnTo>
                    <a:pt x="644720" y="729881"/>
                  </a:lnTo>
                  <a:lnTo>
                    <a:pt x="638461" y="729881"/>
                  </a:lnTo>
                  <a:lnTo>
                    <a:pt x="632201" y="729881"/>
                  </a:lnTo>
                  <a:lnTo>
                    <a:pt x="625942" y="729881"/>
                  </a:lnTo>
                  <a:lnTo>
                    <a:pt x="619682" y="729881"/>
                  </a:lnTo>
                  <a:lnTo>
                    <a:pt x="613423" y="729881"/>
                  </a:lnTo>
                  <a:lnTo>
                    <a:pt x="607164" y="729881"/>
                  </a:lnTo>
                  <a:lnTo>
                    <a:pt x="600904" y="729881"/>
                  </a:lnTo>
                  <a:lnTo>
                    <a:pt x="594645" y="729881"/>
                  </a:lnTo>
                  <a:lnTo>
                    <a:pt x="588385" y="729881"/>
                  </a:lnTo>
                  <a:lnTo>
                    <a:pt x="582126" y="729881"/>
                  </a:lnTo>
                  <a:lnTo>
                    <a:pt x="575866" y="729881"/>
                  </a:lnTo>
                  <a:lnTo>
                    <a:pt x="569607" y="729881"/>
                  </a:lnTo>
                  <a:lnTo>
                    <a:pt x="563348" y="729881"/>
                  </a:lnTo>
                  <a:lnTo>
                    <a:pt x="557088" y="729881"/>
                  </a:lnTo>
                  <a:lnTo>
                    <a:pt x="550829" y="729881"/>
                  </a:lnTo>
                  <a:lnTo>
                    <a:pt x="544569" y="729881"/>
                  </a:lnTo>
                  <a:lnTo>
                    <a:pt x="538310" y="729881"/>
                  </a:lnTo>
                  <a:lnTo>
                    <a:pt x="532050" y="729881"/>
                  </a:lnTo>
                  <a:lnTo>
                    <a:pt x="525791" y="729881"/>
                  </a:lnTo>
                  <a:lnTo>
                    <a:pt x="519532" y="729881"/>
                  </a:lnTo>
                  <a:lnTo>
                    <a:pt x="513272" y="729881"/>
                  </a:lnTo>
                  <a:lnTo>
                    <a:pt x="507013" y="729881"/>
                  </a:lnTo>
                  <a:lnTo>
                    <a:pt x="500753" y="729881"/>
                  </a:lnTo>
                  <a:lnTo>
                    <a:pt x="494494" y="729881"/>
                  </a:lnTo>
                  <a:lnTo>
                    <a:pt x="488235" y="729881"/>
                  </a:lnTo>
                  <a:lnTo>
                    <a:pt x="481975" y="729881"/>
                  </a:lnTo>
                  <a:lnTo>
                    <a:pt x="475716" y="729881"/>
                  </a:lnTo>
                  <a:lnTo>
                    <a:pt x="469456" y="729881"/>
                  </a:lnTo>
                  <a:lnTo>
                    <a:pt x="463197" y="729881"/>
                  </a:lnTo>
                  <a:lnTo>
                    <a:pt x="456937" y="729881"/>
                  </a:lnTo>
                  <a:lnTo>
                    <a:pt x="450678" y="729881"/>
                  </a:lnTo>
                  <a:lnTo>
                    <a:pt x="444419" y="729881"/>
                  </a:lnTo>
                  <a:lnTo>
                    <a:pt x="438159" y="729881"/>
                  </a:lnTo>
                  <a:lnTo>
                    <a:pt x="431900" y="729881"/>
                  </a:lnTo>
                  <a:lnTo>
                    <a:pt x="425640" y="729881"/>
                  </a:lnTo>
                  <a:lnTo>
                    <a:pt x="419381" y="729881"/>
                  </a:lnTo>
                  <a:lnTo>
                    <a:pt x="413121" y="729881"/>
                  </a:lnTo>
                  <a:lnTo>
                    <a:pt x="406862" y="729881"/>
                  </a:lnTo>
                  <a:lnTo>
                    <a:pt x="400603" y="729881"/>
                  </a:lnTo>
                  <a:lnTo>
                    <a:pt x="394343" y="729881"/>
                  </a:lnTo>
                  <a:lnTo>
                    <a:pt x="388084" y="729881"/>
                  </a:lnTo>
                  <a:lnTo>
                    <a:pt x="381824" y="729881"/>
                  </a:lnTo>
                  <a:lnTo>
                    <a:pt x="375565" y="729881"/>
                  </a:lnTo>
                  <a:lnTo>
                    <a:pt x="369305" y="729881"/>
                  </a:lnTo>
                  <a:lnTo>
                    <a:pt x="363046" y="729881"/>
                  </a:lnTo>
                  <a:lnTo>
                    <a:pt x="356787" y="729881"/>
                  </a:lnTo>
                  <a:lnTo>
                    <a:pt x="350527" y="729881"/>
                  </a:lnTo>
                  <a:lnTo>
                    <a:pt x="344268" y="729881"/>
                  </a:lnTo>
                  <a:lnTo>
                    <a:pt x="338008" y="729881"/>
                  </a:lnTo>
                  <a:lnTo>
                    <a:pt x="331749" y="729881"/>
                  </a:lnTo>
                  <a:lnTo>
                    <a:pt x="325490" y="729881"/>
                  </a:lnTo>
                  <a:lnTo>
                    <a:pt x="319230" y="729881"/>
                  </a:lnTo>
                  <a:lnTo>
                    <a:pt x="312971" y="729881"/>
                  </a:lnTo>
                  <a:lnTo>
                    <a:pt x="306711" y="729881"/>
                  </a:lnTo>
                  <a:lnTo>
                    <a:pt x="300452" y="729881"/>
                  </a:lnTo>
                  <a:lnTo>
                    <a:pt x="294192" y="729881"/>
                  </a:lnTo>
                  <a:lnTo>
                    <a:pt x="287933" y="729881"/>
                  </a:lnTo>
                  <a:lnTo>
                    <a:pt x="281674" y="729881"/>
                  </a:lnTo>
                  <a:lnTo>
                    <a:pt x="275414" y="729881"/>
                  </a:lnTo>
                  <a:lnTo>
                    <a:pt x="269155" y="729881"/>
                  </a:lnTo>
                  <a:lnTo>
                    <a:pt x="262895" y="729881"/>
                  </a:lnTo>
                  <a:lnTo>
                    <a:pt x="256636" y="729881"/>
                  </a:lnTo>
                  <a:lnTo>
                    <a:pt x="250376" y="729881"/>
                  </a:lnTo>
                  <a:lnTo>
                    <a:pt x="244117" y="729881"/>
                  </a:lnTo>
                  <a:lnTo>
                    <a:pt x="237858" y="729881"/>
                  </a:lnTo>
                  <a:lnTo>
                    <a:pt x="231598" y="729881"/>
                  </a:lnTo>
                  <a:lnTo>
                    <a:pt x="225339" y="729881"/>
                  </a:lnTo>
                  <a:lnTo>
                    <a:pt x="219079" y="729881"/>
                  </a:lnTo>
                  <a:lnTo>
                    <a:pt x="212820" y="729881"/>
                  </a:lnTo>
                  <a:lnTo>
                    <a:pt x="206560" y="729881"/>
                  </a:lnTo>
                  <a:lnTo>
                    <a:pt x="200301" y="729881"/>
                  </a:lnTo>
                  <a:lnTo>
                    <a:pt x="194042" y="729881"/>
                  </a:lnTo>
                  <a:lnTo>
                    <a:pt x="187782" y="729881"/>
                  </a:lnTo>
                  <a:lnTo>
                    <a:pt x="181523" y="729881"/>
                  </a:lnTo>
                  <a:lnTo>
                    <a:pt x="175263" y="729881"/>
                  </a:lnTo>
                  <a:lnTo>
                    <a:pt x="169004" y="729881"/>
                  </a:lnTo>
                  <a:lnTo>
                    <a:pt x="162745" y="729881"/>
                  </a:lnTo>
                  <a:lnTo>
                    <a:pt x="156485" y="729881"/>
                  </a:lnTo>
                  <a:lnTo>
                    <a:pt x="150226" y="729881"/>
                  </a:lnTo>
                  <a:lnTo>
                    <a:pt x="143966" y="729881"/>
                  </a:lnTo>
                  <a:lnTo>
                    <a:pt x="137707" y="729881"/>
                  </a:lnTo>
                  <a:lnTo>
                    <a:pt x="131447" y="729881"/>
                  </a:lnTo>
                  <a:lnTo>
                    <a:pt x="125188" y="729881"/>
                  </a:lnTo>
                  <a:lnTo>
                    <a:pt x="118929" y="729881"/>
                  </a:lnTo>
                  <a:lnTo>
                    <a:pt x="112669" y="729881"/>
                  </a:lnTo>
                  <a:lnTo>
                    <a:pt x="106410" y="729881"/>
                  </a:lnTo>
                  <a:lnTo>
                    <a:pt x="100150" y="729881"/>
                  </a:lnTo>
                  <a:lnTo>
                    <a:pt x="93891" y="729881"/>
                  </a:lnTo>
                  <a:lnTo>
                    <a:pt x="87631" y="729881"/>
                  </a:lnTo>
                  <a:lnTo>
                    <a:pt x="81372" y="729881"/>
                  </a:lnTo>
                  <a:lnTo>
                    <a:pt x="75113" y="729881"/>
                  </a:lnTo>
                  <a:lnTo>
                    <a:pt x="68853" y="729881"/>
                  </a:lnTo>
                  <a:lnTo>
                    <a:pt x="62594" y="729881"/>
                  </a:lnTo>
                  <a:lnTo>
                    <a:pt x="56334" y="729881"/>
                  </a:lnTo>
                  <a:lnTo>
                    <a:pt x="50075" y="729881"/>
                  </a:lnTo>
                  <a:lnTo>
                    <a:pt x="43815" y="729881"/>
                  </a:lnTo>
                  <a:lnTo>
                    <a:pt x="37556" y="729881"/>
                  </a:lnTo>
                  <a:lnTo>
                    <a:pt x="31297" y="729881"/>
                  </a:lnTo>
                  <a:lnTo>
                    <a:pt x="25037" y="729881"/>
                  </a:lnTo>
                  <a:lnTo>
                    <a:pt x="18778" y="729881"/>
                  </a:lnTo>
                  <a:lnTo>
                    <a:pt x="12518" y="729881"/>
                  </a:lnTo>
                  <a:lnTo>
                    <a:pt x="6259" y="729881"/>
                  </a:lnTo>
                  <a:lnTo>
                    <a:pt x="0" y="72988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49798" y="1000862"/>
              <a:ext cx="3198565" cy="596312"/>
            </a:xfrm>
            <a:custGeom>
              <a:avLst/>
              <a:pathLst>
                <a:path w="3198565" h="596312">
                  <a:moveTo>
                    <a:pt x="0" y="88489"/>
                  </a:moveTo>
                  <a:lnTo>
                    <a:pt x="6259" y="85083"/>
                  </a:lnTo>
                  <a:lnTo>
                    <a:pt x="12518" y="81684"/>
                  </a:lnTo>
                  <a:lnTo>
                    <a:pt x="18778" y="78366"/>
                  </a:lnTo>
                  <a:lnTo>
                    <a:pt x="25037" y="75103"/>
                  </a:lnTo>
                  <a:lnTo>
                    <a:pt x="31297" y="71874"/>
                  </a:lnTo>
                  <a:lnTo>
                    <a:pt x="37556" y="68753"/>
                  </a:lnTo>
                  <a:lnTo>
                    <a:pt x="43815" y="65632"/>
                  </a:lnTo>
                  <a:lnTo>
                    <a:pt x="50075" y="62641"/>
                  </a:lnTo>
                  <a:lnTo>
                    <a:pt x="56334" y="59666"/>
                  </a:lnTo>
                  <a:lnTo>
                    <a:pt x="62594" y="56772"/>
                  </a:lnTo>
                  <a:lnTo>
                    <a:pt x="68853" y="53949"/>
                  </a:lnTo>
                  <a:lnTo>
                    <a:pt x="75113" y="51154"/>
                  </a:lnTo>
                  <a:lnTo>
                    <a:pt x="81372" y="48487"/>
                  </a:lnTo>
                  <a:lnTo>
                    <a:pt x="87631" y="45820"/>
                  </a:lnTo>
                  <a:lnTo>
                    <a:pt x="93891" y="43284"/>
                  </a:lnTo>
                  <a:lnTo>
                    <a:pt x="100150" y="40777"/>
                  </a:lnTo>
                  <a:lnTo>
                    <a:pt x="106410" y="38346"/>
                  </a:lnTo>
                  <a:lnTo>
                    <a:pt x="112669" y="36003"/>
                  </a:lnTo>
                  <a:lnTo>
                    <a:pt x="118929" y="33679"/>
                  </a:lnTo>
                  <a:lnTo>
                    <a:pt x="125188" y="31503"/>
                  </a:lnTo>
                  <a:lnTo>
                    <a:pt x="131447" y="29327"/>
                  </a:lnTo>
                  <a:lnTo>
                    <a:pt x="137707" y="27281"/>
                  </a:lnTo>
                  <a:lnTo>
                    <a:pt x="143966" y="25275"/>
                  </a:lnTo>
                  <a:lnTo>
                    <a:pt x="150226" y="23340"/>
                  </a:lnTo>
                  <a:lnTo>
                    <a:pt x="156485" y="21509"/>
                  </a:lnTo>
                  <a:lnTo>
                    <a:pt x="162745" y="19686"/>
                  </a:lnTo>
                  <a:lnTo>
                    <a:pt x="169004" y="18030"/>
                  </a:lnTo>
                  <a:lnTo>
                    <a:pt x="175263" y="16374"/>
                  </a:lnTo>
                  <a:lnTo>
                    <a:pt x="181523" y="14843"/>
                  </a:lnTo>
                  <a:lnTo>
                    <a:pt x="187782" y="13365"/>
                  </a:lnTo>
                  <a:lnTo>
                    <a:pt x="194042" y="11949"/>
                  </a:lnTo>
                  <a:lnTo>
                    <a:pt x="200301" y="10651"/>
                  </a:lnTo>
                  <a:lnTo>
                    <a:pt x="206560" y="9354"/>
                  </a:lnTo>
                  <a:lnTo>
                    <a:pt x="212820" y="8235"/>
                  </a:lnTo>
                  <a:lnTo>
                    <a:pt x="219079" y="7119"/>
                  </a:lnTo>
                  <a:lnTo>
                    <a:pt x="225339" y="6118"/>
                  </a:lnTo>
                  <a:lnTo>
                    <a:pt x="231598" y="5185"/>
                  </a:lnTo>
                  <a:lnTo>
                    <a:pt x="237858" y="4302"/>
                  </a:lnTo>
                  <a:lnTo>
                    <a:pt x="244117" y="3551"/>
                  </a:lnTo>
                  <a:lnTo>
                    <a:pt x="250376" y="2801"/>
                  </a:lnTo>
                  <a:lnTo>
                    <a:pt x="256636" y="2220"/>
                  </a:lnTo>
                  <a:lnTo>
                    <a:pt x="262895" y="1653"/>
                  </a:lnTo>
                  <a:lnTo>
                    <a:pt x="269155" y="1190"/>
                  </a:lnTo>
                  <a:lnTo>
                    <a:pt x="275414" y="807"/>
                  </a:lnTo>
                  <a:lnTo>
                    <a:pt x="281674" y="463"/>
                  </a:lnTo>
                  <a:lnTo>
                    <a:pt x="287933" y="262"/>
                  </a:lnTo>
                  <a:lnTo>
                    <a:pt x="294192" y="61"/>
                  </a:lnTo>
                  <a:lnTo>
                    <a:pt x="300452" y="18"/>
                  </a:lnTo>
                  <a:lnTo>
                    <a:pt x="306711" y="0"/>
                  </a:lnTo>
                  <a:lnTo>
                    <a:pt x="312971" y="73"/>
                  </a:lnTo>
                  <a:lnTo>
                    <a:pt x="319230" y="236"/>
                  </a:lnTo>
                  <a:lnTo>
                    <a:pt x="325490" y="426"/>
                  </a:lnTo>
                  <a:lnTo>
                    <a:pt x="331749" y="768"/>
                  </a:lnTo>
                  <a:lnTo>
                    <a:pt x="338008" y="1111"/>
                  </a:lnTo>
                  <a:lnTo>
                    <a:pt x="344268" y="1595"/>
                  </a:lnTo>
                  <a:lnTo>
                    <a:pt x="350527" y="2115"/>
                  </a:lnTo>
                  <a:lnTo>
                    <a:pt x="356787" y="2713"/>
                  </a:lnTo>
                  <a:lnTo>
                    <a:pt x="363046" y="3408"/>
                  </a:lnTo>
                  <a:lnTo>
                    <a:pt x="369305" y="4119"/>
                  </a:lnTo>
                  <a:lnTo>
                    <a:pt x="375565" y="4988"/>
                  </a:lnTo>
                  <a:lnTo>
                    <a:pt x="381824" y="5856"/>
                  </a:lnTo>
                  <a:lnTo>
                    <a:pt x="388084" y="6850"/>
                  </a:lnTo>
                  <a:lnTo>
                    <a:pt x="394343" y="7889"/>
                  </a:lnTo>
                  <a:lnTo>
                    <a:pt x="400603" y="8991"/>
                  </a:lnTo>
                  <a:lnTo>
                    <a:pt x="406862" y="10196"/>
                  </a:lnTo>
                  <a:lnTo>
                    <a:pt x="413121" y="11406"/>
                  </a:lnTo>
                  <a:lnTo>
                    <a:pt x="419381" y="12775"/>
                  </a:lnTo>
                  <a:lnTo>
                    <a:pt x="425640" y="14144"/>
                  </a:lnTo>
                  <a:lnTo>
                    <a:pt x="431900" y="15620"/>
                  </a:lnTo>
                  <a:lnTo>
                    <a:pt x="438159" y="17149"/>
                  </a:lnTo>
                  <a:lnTo>
                    <a:pt x="444419" y="18727"/>
                  </a:lnTo>
                  <a:lnTo>
                    <a:pt x="450678" y="20411"/>
                  </a:lnTo>
                  <a:lnTo>
                    <a:pt x="456937" y="22095"/>
                  </a:lnTo>
                  <a:lnTo>
                    <a:pt x="463197" y="23925"/>
                  </a:lnTo>
                  <a:lnTo>
                    <a:pt x="469456" y="25760"/>
                  </a:lnTo>
                  <a:lnTo>
                    <a:pt x="475716" y="27685"/>
                  </a:lnTo>
                  <a:lnTo>
                    <a:pt x="481975" y="29667"/>
                  </a:lnTo>
                  <a:lnTo>
                    <a:pt x="488235" y="31685"/>
                  </a:lnTo>
                  <a:lnTo>
                    <a:pt x="494494" y="33809"/>
                  </a:lnTo>
                  <a:lnTo>
                    <a:pt x="500753" y="35933"/>
                  </a:lnTo>
                  <a:lnTo>
                    <a:pt x="507013" y="38181"/>
                  </a:lnTo>
                  <a:lnTo>
                    <a:pt x="513272" y="40441"/>
                  </a:lnTo>
                  <a:lnTo>
                    <a:pt x="519532" y="42774"/>
                  </a:lnTo>
                  <a:lnTo>
                    <a:pt x="525791" y="45167"/>
                  </a:lnTo>
                  <a:lnTo>
                    <a:pt x="532050" y="47584"/>
                  </a:lnTo>
                  <a:lnTo>
                    <a:pt x="538310" y="50103"/>
                  </a:lnTo>
                  <a:lnTo>
                    <a:pt x="544569" y="52621"/>
                  </a:lnTo>
                  <a:lnTo>
                    <a:pt x="550829" y="55241"/>
                  </a:lnTo>
                  <a:lnTo>
                    <a:pt x="557088" y="57881"/>
                  </a:lnTo>
                  <a:lnTo>
                    <a:pt x="563348" y="60576"/>
                  </a:lnTo>
                  <a:lnTo>
                    <a:pt x="569607" y="63331"/>
                  </a:lnTo>
                  <a:lnTo>
                    <a:pt x="575866" y="66100"/>
                  </a:lnTo>
                  <a:lnTo>
                    <a:pt x="582126" y="68964"/>
                  </a:lnTo>
                  <a:lnTo>
                    <a:pt x="588385" y="71828"/>
                  </a:lnTo>
                  <a:lnTo>
                    <a:pt x="594645" y="74771"/>
                  </a:lnTo>
                  <a:lnTo>
                    <a:pt x="600904" y="77739"/>
                  </a:lnTo>
                  <a:lnTo>
                    <a:pt x="607164" y="80747"/>
                  </a:lnTo>
                  <a:lnTo>
                    <a:pt x="613423" y="83811"/>
                  </a:lnTo>
                  <a:lnTo>
                    <a:pt x="619682" y="86882"/>
                  </a:lnTo>
                  <a:lnTo>
                    <a:pt x="625942" y="90037"/>
                  </a:lnTo>
                  <a:lnTo>
                    <a:pt x="632201" y="93193"/>
                  </a:lnTo>
                  <a:lnTo>
                    <a:pt x="638461" y="96409"/>
                  </a:lnTo>
                  <a:lnTo>
                    <a:pt x="644720" y="99650"/>
                  </a:lnTo>
                  <a:lnTo>
                    <a:pt x="650980" y="102918"/>
                  </a:lnTo>
                  <a:lnTo>
                    <a:pt x="657239" y="106238"/>
                  </a:lnTo>
                  <a:lnTo>
                    <a:pt x="663498" y="109558"/>
                  </a:lnTo>
                  <a:lnTo>
                    <a:pt x="669758" y="112950"/>
                  </a:lnTo>
                  <a:lnTo>
                    <a:pt x="676017" y="116342"/>
                  </a:lnTo>
                  <a:lnTo>
                    <a:pt x="682277" y="119777"/>
                  </a:lnTo>
                  <a:lnTo>
                    <a:pt x="688536" y="123235"/>
                  </a:lnTo>
                  <a:lnTo>
                    <a:pt x="694796" y="126712"/>
                  </a:lnTo>
                  <a:lnTo>
                    <a:pt x="701055" y="130230"/>
                  </a:lnTo>
                  <a:lnTo>
                    <a:pt x="707314" y="133749"/>
                  </a:lnTo>
                  <a:lnTo>
                    <a:pt x="713574" y="137319"/>
                  </a:lnTo>
                  <a:lnTo>
                    <a:pt x="719833" y="140892"/>
                  </a:lnTo>
                  <a:lnTo>
                    <a:pt x="726093" y="144492"/>
                  </a:lnTo>
                  <a:lnTo>
                    <a:pt x="732352" y="148113"/>
                  </a:lnTo>
                  <a:lnTo>
                    <a:pt x="738611" y="151744"/>
                  </a:lnTo>
                  <a:lnTo>
                    <a:pt x="744871" y="155406"/>
                  </a:lnTo>
                  <a:lnTo>
                    <a:pt x="751130" y="159069"/>
                  </a:lnTo>
                  <a:lnTo>
                    <a:pt x="757390" y="162763"/>
                  </a:lnTo>
                  <a:lnTo>
                    <a:pt x="763649" y="166462"/>
                  </a:lnTo>
                  <a:lnTo>
                    <a:pt x="769909" y="170176"/>
                  </a:lnTo>
                  <a:lnTo>
                    <a:pt x="776168" y="173904"/>
                  </a:lnTo>
                  <a:lnTo>
                    <a:pt x="782427" y="177637"/>
                  </a:lnTo>
                  <a:lnTo>
                    <a:pt x="788687" y="181390"/>
                  </a:lnTo>
                  <a:lnTo>
                    <a:pt x="794946" y="185143"/>
                  </a:lnTo>
                  <a:lnTo>
                    <a:pt x="801206" y="188911"/>
                  </a:lnTo>
                  <a:lnTo>
                    <a:pt x="807465" y="192682"/>
                  </a:lnTo>
                  <a:lnTo>
                    <a:pt x="813725" y="196459"/>
                  </a:lnTo>
                  <a:lnTo>
                    <a:pt x="819984" y="200244"/>
                  </a:lnTo>
                  <a:lnTo>
                    <a:pt x="826243" y="204029"/>
                  </a:lnTo>
                  <a:lnTo>
                    <a:pt x="832503" y="207821"/>
                  </a:lnTo>
                  <a:lnTo>
                    <a:pt x="838762" y="211613"/>
                  </a:lnTo>
                  <a:lnTo>
                    <a:pt x="845022" y="215407"/>
                  </a:lnTo>
                  <a:lnTo>
                    <a:pt x="851281" y="219202"/>
                  </a:lnTo>
                  <a:lnTo>
                    <a:pt x="857541" y="222995"/>
                  </a:lnTo>
                  <a:lnTo>
                    <a:pt x="863800" y="226787"/>
                  </a:lnTo>
                  <a:lnTo>
                    <a:pt x="870059" y="230578"/>
                  </a:lnTo>
                  <a:lnTo>
                    <a:pt x="876319" y="234362"/>
                  </a:lnTo>
                  <a:lnTo>
                    <a:pt x="882578" y="238146"/>
                  </a:lnTo>
                  <a:lnTo>
                    <a:pt x="888838" y="241922"/>
                  </a:lnTo>
                  <a:lnTo>
                    <a:pt x="895097" y="245694"/>
                  </a:lnTo>
                  <a:lnTo>
                    <a:pt x="901356" y="249460"/>
                  </a:lnTo>
                  <a:lnTo>
                    <a:pt x="907616" y="253214"/>
                  </a:lnTo>
                  <a:lnTo>
                    <a:pt x="913875" y="256969"/>
                  </a:lnTo>
                  <a:lnTo>
                    <a:pt x="920135" y="260703"/>
                  </a:lnTo>
                  <a:lnTo>
                    <a:pt x="926394" y="264436"/>
                  </a:lnTo>
                  <a:lnTo>
                    <a:pt x="932654" y="268154"/>
                  </a:lnTo>
                  <a:lnTo>
                    <a:pt x="938913" y="271862"/>
                  </a:lnTo>
                  <a:lnTo>
                    <a:pt x="945172" y="275561"/>
                  </a:lnTo>
                  <a:lnTo>
                    <a:pt x="951432" y="279240"/>
                  </a:lnTo>
                  <a:lnTo>
                    <a:pt x="957691" y="282918"/>
                  </a:lnTo>
                  <a:lnTo>
                    <a:pt x="963951" y="286566"/>
                  </a:lnTo>
                  <a:lnTo>
                    <a:pt x="970210" y="290211"/>
                  </a:lnTo>
                  <a:lnTo>
                    <a:pt x="976470" y="293835"/>
                  </a:lnTo>
                  <a:lnTo>
                    <a:pt x="982729" y="297443"/>
                  </a:lnTo>
                  <a:lnTo>
                    <a:pt x="988988" y="301043"/>
                  </a:lnTo>
                  <a:lnTo>
                    <a:pt x="995248" y="304610"/>
                  </a:lnTo>
                  <a:lnTo>
                    <a:pt x="1001507" y="308178"/>
                  </a:lnTo>
                  <a:lnTo>
                    <a:pt x="1007767" y="311709"/>
                  </a:lnTo>
                  <a:lnTo>
                    <a:pt x="1014026" y="315233"/>
                  </a:lnTo>
                  <a:lnTo>
                    <a:pt x="1020286" y="318734"/>
                  </a:lnTo>
                  <a:lnTo>
                    <a:pt x="1026545" y="322211"/>
                  </a:lnTo>
                  <a:lnTo>
                    <a:pt x="1032804" y="325682"/>
                  </a:lnTo>
                  <a:lnTo>
                    <a:pt x="1039064" y="329110"/>
                  </a:lnTo>
                  <a:lnTo>
                    <a:pt x="1045323" y="332538"/>
                  </a:lnTo>
                  <a:lnTo>
                    <a:pt x="1051583" y="335926"/>
                  </a:lnTo>
                  <a:lnTo>
                    <a:pt x="1057842" y="339302"/>
                  </a:lnTo>
                  <a:lnTo>
                    <a:pt x="1064101" y="342655"/>
                  </a:lnTo>
                  <a:lnTo>
                    <a:pt x="1070361" y="345977"/>
                  </a:lnTo>
                  <a:lnTo>
                    <a:pt x="1076620" y="349295"/>
                  </a:lnTo>
                  <a:lnTo>
                    <a:pt x="1082880" y="352560"/>
                  </a:lnTo>
                  <a:lnTo>
                    <a:pt x="1089139" y="355826"/>
                  </a:lnTo>
                  <a:lnTo>
                    <a:pt x="1095399" y="359049"/>
                  </a:lnTo>
                  <a:lnTo>
                    <a:pt x="1101658" y="362256"/>
                  </a:lnTo>
                  <a:lnTo>
                    <a:pt x="1107917" y="365441"/>
                  </a:lnTo>
                  <a:lnTo>
                    <a:pt x="1114177" y="368588"/>
                  </a:lnTo>
                  <a:lnTo>
                    <a:pt x="1120436" y="371734"/>
                  </a:lnTo>
                  <a:lnTo>
                    <a:pt x="1126696" y="374819"/>
                  </a:lnTo>
                  <a:lnTo>
                    <a:pt x="1132955" y="377904"/>
                  </a:lnTo>
                  <a:lnTo>
                    <a:pt x="1139215" y="380947"/>
                  </a:lnTo>
                  <a:lnTo>
                    <a:pt x="1145474" y="383969"/>
                  </a:lnTo>
                  <a:lnTo>
                    <a:pt x="1151733" y="386971"/>
                  </a:lnTo>
                  <a:lnTo>
                    <a:pt x="1157993" y="389928"/>
                  </a:lnTo>
                  <a:lnTo>
                    <a:pt x="1164252" y="392885"/>
                  </a:lnTo>
                  <a:lnTo>
                    <a:pt x="1170512" y="395780"/>
                  </a:lnTo>
                  <a:lnTo>
                    <a:pt x="1176771" y="398671"/>
                  </a:lnTo>
                  <a:lnTo>
                    <a:pt x="1183031" y="401523"/>
                  </a:lnTo>
                  <a:lnTo>
                    <a:pt x="1189290" y="404348"/>
                  </a:lnTo>
                  <a:lnTo>
                    <a:pt x="1195549" y="407157"/>
                  </a:lnTo>
                  <a:lnTo>
                    <a:pt x="1201809" y="409914"/>
                  </a:lnTo>
                  <a:lnTo>
                    <a:pt x="1208068" y="412672"/>
                  </a:lnTo>
                  <a:lnTo>
                    <a:pt x="1214328" y="415369"/>
                  </a:lnTo>
                  <a:lnTo>
                    <a:pt x="1220587" y="418059"/>
                  </a:lnTo>
                  <a:lnTo>
                    <a:pt x="1226846" y="420712"/>
                  </a:lnTo>
                  <a:lnTo>
                    <a:pt x="1233106" y="423334"/>
                  </a:lnTo>
                  <a:lnTo>
                    <a:pt x="1239365" y="425943"/>
                  </a:lnTo>
                  <a:lnTo>
                    <a:pt x="1245625" y="428496"/>
                  </a:lnTo>
                  <a:lnTo>
                    <a:pt x="1251884" y="431048"/>
                  </a:lnTo>
                  <a:lnTo>
                    <a:pt x="1258144" y="433544"/>
                  </a:lnTo>
                  <a:lnTo>
                    <a:pt x="1264403" y="436028"/>
                  </a:lnTo>
                  <a:lnTo>
                    <a:pt x="1270662" y="438480"/>
                  </a:lnTo>
                  <a:lnTo>
                    <a:pt x="1276922" y="440895"/>
                  </a:lnTo>
                  <a:lnTo>
                    <a:pt x="1283181" y="443301"/>
                  </a:lnTo>
                  <a:lnTo>
                    <a:pt x="1289441" y="445648"/>
                  </a:lnTo>
                  <a:lnTo>
                    <a:pt x="1295700" y="447994"/>
                  </a:lnTo>
                  <a:lnTo>
                    <a:pt x="1301960" y="450288"/>
                  </a:lnTo>
                  <a:lnTo>
                    <a:pt x="1308219" y="452565"/>
                  </a:lnTo>
                  <a:lnTo>
                    <a:pt x="1314478" y="454815"/>
                  </a:lnTo>
                  <a:lnTo>
                    <a:pt x="1320738" y="457024"/>
                  </a:lnTo>
                  <a:lnTo>
                    <a:pt x="1326997" y="459230"/>
                  </a:lnTo>
                  <a:lnTo>
                    <a:pt x="1333257" y="461371"/>
                  </a:lnTo>
                  <a:lnTo>
                    <a:pt x="1339516" y="463512"/>
                  </a:lnTo>
                  <a:lnTo>
                    <a:pt x="1345776" y="465606"/>
                  </a:lnTo>
                  <a:lnTo>
                    <a:pt x="1352035" y="467680"/>
                  </a:lnTo>
                  <a:lnTo>
                    <a:pt x="1358294" y="469731"/>
                  </a:lnTo>
                  <a:lnTo>
                    <a:pt x="1364554" y="471738"/>
                  </a:lnTo>
                  <a:lnTo>
                    <a:pt x="1370813" y="473745"/>
                  </a:lnTo>
                  <a:lnTo>
                    <a:pt x="1377073" y="475686"/>
                  </a:lnTo>
                  <a:lnTo>
                    <a:pt x="1383332" y="477626"/>
                  </a:lnTo>
                  <a:lnTo>
                    <a:pt x="1389592" y="479525"/>
                  </a:lnTo>
                  <a:lnTo>
                    <a:pt x="1395851" y="481401"/>
                  </a:lnTo>
                  <a:lnTo>
                    <a:pt x="1402110" y="483257"/>
                  </a:lnTo>
                  <a:lnTo>
                    <a:pt x="1408370" y="485068"/>
                  </a:lnTo>
                  <a:lnTo>
                    <a:pt x="1414629" y="486878"/>
                  </a:lnTo>
                  <a:lnTo>
                    <a:pt x="1420889" y="488630"/>
                  </a:lnTo>
                  <a:lnTo>
                    <a:pt x="1427148" y="490376"/>
                  </a:lnTo>
                  <a:lnTo>
                    <a:pt x="1433407" y="492087"/>
                  </a:lnTo>
                  <a:lnTo>
                    <a:pt x="1439667" y="493770"/>
                  </a:lnTo>
                  <a:lnTo>
                    <a:pt x="1445926" y="495440"/>
                  </a:lnTo>
                  <a:lnTo>
                    <a:pt x="1452186" y="497062"/>
                  </a:lnTo>
                  <a:lnTo>
                    <a:pt x="1458445" y="498684"/>
                  </a:lnTo>
                  <a:lnTo>
                    <a:pt x="1464705" y="500253"/>
                  </a:lnTo>
                  <a:lnTo>
                    <a:pt x="1470964" y="501813"/>
                  </a:lnTo>
                  <a:lnTo>
                    <a:pt x="1477223" y="503343"/>
                  </a:lnTo>
                  <a:lnTo>
                    <a:pt x="1483483" y="504844"/>
                  </a:lnTo>
                  <a:lnTo>
                    <a:pt x="1489742" y="506336"/>
                  </a:lnTo>
                  <a:lnTo>
                    <a:pt x="1496002" y="507778"/>
                  </a:lnTo>
                  <a:lnTo>
                    <a:pt x="1502261" y="509220"/>
                  </a:lnTo>
                  <a:lnTo>
                    <a:pt x="1508521" y="510615"/>
                  </a:lnTo>
                  <a:lnTo>
                    <a:pt x="1514780" y="512000"/>
                  </a:lnTo>
                  <a:lnTo>
                    <a:pt x="1521039" y="513359"/>
                  </a:lnTo>
                  <a:lnTo>
                    <a:pt x="1527299" y="514686"/>
                  </a:lnTo>
                  <a:lnTo>
                    <a:pt x="1533558" y="516009"/>
                  </a:lnTo>
                  <a:lnTo>
                    <a:pt x="1539818" y="517281"/>
                  </a:lnTo>
                  <a:lnTo>
                    <a:pt x="1546077" y="518553"/>
                  </a:lnTo>
                  <a:lnTo>
                    <a:pt x="1552337" y="519785"/>
                  </a:lnTo>
                  <a:lnTo>
                    <a:pt x="1558596" y="521003"/>
                  </a:lnTo>
                  <a:lnTo>
                    <a:pt x="1564855" y="522201"/>
                  </a:lnTo>
                  <a:lnTo>
                    <a:pt x="1571115" y="523365"/>
                  </a:lnTo>
                  <a:lnTo>
                    <a:pt x="1577374" y="524529"/>
                  </a:lnTo>
                  <a:lnTo>
                    <a:pt x="1583634" y="525642"/>
                  </a:lnTo>
                  <a:lnTo>
                    <a:pt x="1589893" y="526755"/>
                  </a:lnTo>
                  <a:lnTo>
                    <a:pt x="1596152" y="527833"/>
                  </a:lnTo>
                  <a:lnTo>
                    <a:pt x="1602412" y="528896"/>
                  </a:lnTo>
                  <a:lnTo>
                    <a:pt x="1608671" y="529942"/>
                  </a:lnTo>
                  <a:lnTo>
                    <a:pt x="1614931" y="530955"/>
                  </a:lnTo>
                  <a:lnTo>
                    <a:pt x="1621190" y="531968"/>
                  </a:lnTo>
                  <a:lnTo>
                    <a:pt x="1627450" y="532934"/>
                  </a:lnTo>
                  <a:lnTo>
                    <a:pt x="1633709" y="533899"/>
                  </a:lnTo>
                  <a:lnTo>
                    <a:pt x="1639968" y="534834"/>
                  </a:lnTo>
                  <a:lnTo>
                    <a:pt x="1646228" y="535752"/>
                  </a:lnTo>
                  <a:lnTo>
                    <a:pt x="1652487" y="536658"/>
                  </a:lnTo>
                  <a:lnTo>
                    <a:pt x="1658747" y="537529"/>
                  </a:lnTo>
                  <a:lnTo>
                    <a:pt x="1665006" y="538401"/>
                  </a:lnTo>
                  <a:lnTo>
                    <a:pt x="1671266" y="539232"/>
                  </a:lnTo>
                  <a:lnTo>
                    <a:pt x="1677525" y="540060"/>
                  </a:lnTo>
                  <a:lnTo>
                    <a:pt x="1683784" y="540863"/>
                  </a:lnTo>
                  <a:lnTo>
                    <a:pt x="1690044" y="541646"/>
                  </a:lnTo>
                  <a:lnTo>
                    <a:pt x="1696303" y="542422"/>
                  </a:lnTo>
                  <a:lnTo>
                    <a:pt x="1702563" y="543163"/>
                  </a:lnTo>
                  <a:lnTo>
                    <a:pt x="1708822" y="543904"/>
                  </a:lnTo>
                  <a:lnTo>
                    <a:pt x="1715082" y="544611"/>
                  </a:lnTo>
                  <a:lnTo>
                    <a:pt x="1721341" y="545311"/>
                  </a:lnTo>
                  <a:lnTo>
                    <a:pt x="1727600" y="545992"/>
                  </a:lnTo>
                  <a:lnTo>
                    <a:pt x="1733860" y="546653"/>
                  </a:lnTo>
                  <a:lnTo>
                    <a:pt x="1740119" y="547308"/>
                  </a:lnTo>
                  <a:lnTo>
                    <a:pt x="1746379" y="547929"/>
                  </a:lnTo>
                  <a:lnTo>
                    <a:pt x="1752638" y="548551"/>
                  </a:lnTo>
                  <a:lnTo>
                    <a:pt x="1758897" y="549143"/>
                  </a:lnTo>
                  <a:lnTo>
                    <a:pt x="1765157" y="549727"/>
                  </a:lnTo>
                  <a:lnTo>
                    <a:pt x="1771416" y="550295"/>
                  </a:lnTo>
                  <a:lnTo>
                    <a:pt x="1777676" y="550843"/>
                  </a:lnTo>
                  <a:lnTo>
                    <a:pt x="1783935" y="551388"/>
                  </a:lnTo>
                  <a:lnTo>
                    <a:pt x="1790195" y="551899"/>
                  </a:lnTo>
                  <a:lnTo>
                    <a:pt x="1796454" y="552411"/>
                  </a:lnTo>
                  <a:lnTo>
                    <a:pt x="1802713" y="552899"/>
                  </a:lnTo>
                  <a:lnTo>
                    <a:pt x="1808973" y="553376"/>
                  </a:lnTo>
                  <a:lnTo>
                    <a:pt x="1815232" y="553842"/>
                  </a:lnTo>
                  <a:lnTo>
                    <a:pt x="1821492" y="554286"/>
                  </a:lnTo>
                  <a:lnTo>
                    <a:pt x="1827751" y="554730"/>
                  </a:lnTo>
                  <a:lnTo>
                    <a:pt x="1834011" y="555142"/>
                  </a:lnTo>
                  <a:lnTo>
                    <a:pt x="1840270" y="555555"/>
                  </a:lnTo>
                  <a:lnTo>
                    <a:pt x="1846529" y="555946"/>
                  </a:lnTo>
                  <a:lnTo>
                    <a:pt x="1852789" y="556327"/>
                  </a:lnTo>
                  <a:lnTo>
                    <a:pt x="1859048" y="556699"/>
                  </a:lnTo>
                  <a:lnTo>
                    <a:pt x="1865308" y="557050"/>
                  </a:lnTo>
                  <a:lnTo>
                    <a:pt x="1871567" y="557401"/>
                  </a:lnTo>
                  <a:lnTo>
                    <a:pt x="1877827" y="557724"/>
                  </a:lnTo>
                  <a:lnTo>
                    <a:pt x="1884086" y="558046"/>
                  </a:lnTo>
                  <a:lnTo>
                    <a:pt x="1890345" y="558351"/>
                  </a:lnTo>
                  <a:lnTo>
                    <a:pt x="1896605" y="558645"/>
                  </a:lnTo>
                  <a:lnTo>
                    <a:pt x="1902864" y="558932"/>
                  </a:lnTo>
                  <a:lnTo>
                    <a:pt x="1909124" y="559199"/>
                  </a:lnTo>
                  <a:lnTo>
                    <a:pt x="1915383" y="559465"/>
                  </a:lnTo>
                  <a:lnTo>
                    <a:pt x="1921642" y="559709"/>
                  </a:lnTo>
                  <a:lnTo>
                    <a:pt x="1927902" y="559949"/>
                  </a:lnTo>
                  <a:lnTo>
                    <a:pt x="1934161" y="560176"/>
                  </a:lnTo>
                  <a:lnTo>
                    <a:pt x="1940421" y="560391"/>
                  </a:lnTo>
                  <a:lnTo>
                    <a:pt x="1946680" y="560602"/>
                  </a:lnTo>
                  <a:lnTo>
                    <a:pt x="1952940" y="560793"/>
                  </a:lnTo>
                  <a:lnTo>
                    <a:pt x="1959199" y="560984"/>
                  </a:lnTo>
                  <a:lnTo>
                    <a:pt x="1965458" y="561156"/>
                  </a:lnTo>
                  <a:lnTo>
                    <a:pt x="1971718" y="561324"/>
                  </a:lnTo>
                  <a:lnTo>
                    <a:pt x="1977977" y="561481"/>
                  </a:lnTo>
                  <a:lnTo>
                    <a:pt x="1984237" y="561626"/>
                  </a:lnTo>
                  <a:lnTo>
                    <a:pt x="1990496" y="561769"/>
                  </a:lnTo>
                  <a:lnTo>
                    <a:pt x="1996756" y="561893"/>
                  </a:lnTo>
                  <a:lnTo>
                    <a:pt x="2003015" y="562017"/>
                  </a:lnTo>
                  <a:lnTo>
                    <a:pt x="2009274" y="562125"/>
                  </a:lnTo>
                  <a:lnTo>
                    <a:pt x="2015534" y="562228"/>
                  </a:lnTo>
                  <a:lnTo>
                    <a:pt x="2021793" y="562324"/>
                  </a:lnTo>
                  <a:lnTo>
                    <a:pt x="2028053" y="562407"/>
                  </a:lnTo>
                  <a:lnTo>
                    <a:pt x="2034312" y="562490"/>
                  </a:lnTo>
                  <a:lnTo>
                    <a:pt x="2040572" y="562555"/>
                  </a:lnTo>
                  <a:lnTo>
                    <a:pt x="2046831" y="562620"/>
                  </a:lnTo>
                  <a:lnTo>
                    <a:pt x="2053090" y="562672"/>
                  </a:lnTo>
                  <a:lnTo>
                    <a:pt x="2059350" y="562719"/>
                  </a:lnTo>
                  <a:lnTo>
                    <a:pt x="2065609" y="562760"/>
                  </a:lnTo>
                  <a:lnTo>
                    <a:pt x="2071869" y="562790"/>
                  </a:lnTo>
                  <a:lnTo>
                    <a:pt x="2078128" y="562820"/>
                  </a:lnTo>
                  <a:lnTo>
                    <a:pt x="2084388" y="562834"/>
                  </a:lnTo>
                  <a:lnTo>
                    <a:pt x="2090647" y="562848"/>
                  </a:lnTo>
                  <a:lnTo>
                    <a:pt x="2096906" y="562852"/>
                  </a:lnTo>
                  <a:lnTo>
                    <a:pt x="2103166" y="562851"/>
                  </a:lnTo>
                  <a:lnTo>
                    <a:pt x="2109425" y="562846"/>
                  </a:lnTo>
                  <a:lnTo>
                    <a:pt x="2115685" y="562830"/>
                  </a:lnTo>
                  <a:lnTo>
                    <a:pt x="2121944" y="562814"/>
                  </a:lnTo>
                  <a:lnTo>
                    <a:pt x="2128203" y="562786"/>
                  </a:lnTo>
                  <a:lnTo>
                    <a:pt x="2134463" y="562756"/>
                  </a:lnTo>
                  <a:lnTo>
                    <a:pt x="2140722" y="562720"/>
                  </a:lnTo>
                  <a:lnTo>
                    <a:pt x="2146982" y="562678"/>
                  </a:lnTo>
                  <a:lnTo>
                    <a:pt x="2153241" y="562633"/>
                  </a:lnTo>
                  <a:lnTo>
                    <a:pt x="2159501" y="562579"/>
                  </a:lnTo>
                  <a:lnTo>
                    <a:pt x="2165760" y="562525"/>
                  </a:lnTo>
                  <a:lnTo>
                    <a:pt x="2172019" y="562462"/>
                  </a:lnTo>
                  <a:lnTo>
                    <a:pt x="2178279" y="562397"/>
                  </a:lnTo>
                  <a:lnTo>
                    <a:pt x="2184538" y="562327"/>
                  </a:lnTo>
                  <a:lnTo>
                    <a:pt x="2190798" y="562252"/>
                  </a:lnTo>
                  <a:lnTo>
                    <a:pt x="2197057" y="562176"/>
                  </a:lnTo>
                  <a:lnTo>
                    <a:pt x="2203317" y="562091"/>
                  </a:lnTo>
                  <a:lnTo>
                    <a:pt x="2209576" y="562007"/>
                  </a:lnTo>
                  <a:lnTo>
                    <a:pt x="2215835" y="561916"/>
                  </a:lnTo>
                  <a:lnTo>
                    <a:pt x="2222095" y="561824"/>
                  </a:lnTo>
                  <a:lnTo>
                    <a:pt x="2228354" y="561728"/>
                  </a:lnTo>
                  <a:lnTo>
                    <a:pt x="2234614" y="561628"/>
                  </a:lnTo>
                  <a:lnTo>
                    <a:pt x="2240873" y="561527"/>
                  </a:lnTo>
                  <a:lnTo>
                    <a:pt x="2247133" y="561420"/>
                  </a:lnTo>
                  <a:lnTo>
                    <a:pt x="2253392" y="561313"/>
                  </a:lnTo>
                  <a:lnTo>
                    <a:pt x="2259651" y="561202"/>
                  </a:lnTo>
                  <a:lnTo>
                    <a:pt x="2265911" y="561089"/>
                  </a:lnTo>
                  <a:lnTo>
                    <a:pt x="2272170" y="560975"/>
                  </a:lnTo>
                  <a:lnTo>
                    <a:pt x="2278430" y="560857"/>
                  </a:lnTo>
                  <a:lnTo>
                    <a:pt x="2284689" y="560739"/>
                  </a:lnTo>
                  <a:lnTo>
                    <a:pt x="2290948" y="560617"/>
                  </a:lnTo>
                  <a:lnTo>
                    <a:pt x="2297208" y="560496"/>
                  </a:lnTo>
                  <a:lnTo>
                    <a:pt x="2303467" y="560372"/>
                  </a:lnTo>
                  <a:lnTo>
                    <a:pt x="2309727" y="560247"/>
                  </a:lnTo>
                  <a:lnTo>
                    <a:pt x="2315986" y="560121"/>
                  </a:lnTo>
                  <a:lnTo>
                    <a:pt x="2322246" y="559994"/>
                  </a:lnTo>
                  <a:lnTo>
                    <a:pt x="2328505" y="559866"/>
                  </a:lnTo>
                  <a:lnTo>
                    <a:pt x="2334764" y="559737"/>
                  </a:lnTo>
                  <a:lnTo>
                    <a:pt x="2341024" y="559609"/>
                  </a:lnTo>
                  <a:lnTo>
                    <a:pt x="2347283" y="559479"/>
                  </a:lnTo>
                  <a:lnTo>
                    <a:pt x="2353543" y="559350"/>
                  </a:lnTo>
                  <a:lnTo>
                    <a:pt x="2359802" y="559221"/>
                  </a:lnTo>
                  <a:lnTo>
                    <a:pt x="2366062" y="559091"/>
                  </a:lnTo>
                  <a:lnTo>
                    <a:pt x="2372321" y="558962"/>
                  </a:lnTo>
                  <a:lnTo>
                    <a:pt x="2378580" y="558834"/>
                  </a:lnTo>
                  <a:lnTo>
                    <a:pt x="2384840" y="558706"/>
                  </a:lnTo>
                  <a:lnTo>
                    <a:pt x="2391099" y="558579"/>
                  </a:lnTo>
                  <a:lnTo>
                    <a:pt x="2397359" y="558453"/>
                  </a:lnTo>
                  <a:lnTo>
                    <a:pt x="2403618" y="558328"/>
                  </a:lnTo>
                  <a:lnTo>
                    <a:pt x="2409878" y="558205"/>
                  </a:lnTo>
                  <a:lnTo>
                    <a:pt x="2416137" y="558082"/>
                  </a:lnTo>
                  <a:lnTo>
                    <a:pt x="2422396" y="557962"/>
                  </a:lnTo>
                  <a:lnTo>
                    <a:pt x="2428656" y="557843"/>
                  </a:lnTo>
                  <a:lnTo>
                    <a:pt x="2434915" y="557726"/>
                  </a:lnTo>
                  <a:lnTo>
                    <a:pt x="2441175" y="557611"/>
                  </a:lnTo>
                  <a:lnTo>
                    <a:pt x="2447434" y="557498"/>
                  </a:lnTo>
                  <a:lnTo>
                    <a:pt x="2453693" y="557389"/>
                  </a:lnTo>
                  <a:lnTo>
                    <a:pt x="2459953" y="557280"/>
                  </a:lnTo>
                  <a:lnTo>
                    <a:pt x="2466212" y="557176"/>
                  </a:lnTo>
                  <a:lnTo>
                    <a:pt x="2472472" y="557073"/>
                  </a:lnTo>
                  <a:lnTo>
                    <a:pt x="2478731" y="556974"/>
                  </a:lnTo>
                  <a:lnTo>
                    <a:pt x="2484991" y="556879"/>
                  </a:lnTo>
                  <a:lnTo>
                    <a:pt x="2491250" y="556784"/>
                  </a:lnTo>
                  <a:lnTo>
                    <a:pt x="2497509" y="556698"/>
                  </a:lnTo>
                  <a:lnTo>
                    <a:pt x="2503769" y="556611"/>
                  </a:lnTo>
                  <a:lnTo>
                    <a:pt x="2510028" y="556530"/>
                  </a:lnTo>
                  <a:lnTo>
                    <a:pt x="2516288" y="556453"/>
                  </a:lnTo>
                  <a:lnTo>
                    <a:pt x="2522547" y="556378"/>
                  </a:lnTo>
                  <a:lnTo>
                    <a:pt x="2528807" y="556311"/>
                  </a:lnTo>
                  <a:lnTo>
                    <a:pt x="2535066" y="556243"/>
                  </a:lnTo>
                  <a:lnTo>
                    <a:pt x="2541325" y="556186"/>
                  </a:lnTo>
                  <a:lnTo>
                    <a:pt x="2547585" y="556129"/>
                  </a:lnTo>
                  <a:lnTo>
                    <a:pt x="2553844" y="556080"/>
                  </a:lnTo>
                  <a:lnTo>
                    <a:pt x="2560104" y="556034"/>
                  </a:lnTo>
                  <a:lnTo>
                    <a:pt x="2566363" y="555993"/>
                  </a:lnTo>
                  <a:lnTo>
                    <a:pt x="2572623" y="555960"/>
                  </a:lnTo>
                  <a:lnTo>
                    <a:pt x="2578882" y="555927"/>
                  </a:lnTo>
                  <a:lnTo>
                    <a:pt x="2585141" y="555907"/>
                  </a:lnTo>
                  <a:lnTo>
                    <a:pt x="2591401" y="555888"/>
                  </a:lnTo>
                  <a:lnTo>
                    <a:pt x="2597660" y="555877"/>
                  </a:lnTo>
                  <a:lnTo>
                    <a:pt x="2603920" y="555871"/>
                  </a:lnTo>
                  <a:lnTo>
                    <a:pt x="2610179" y="555870"/>
                  </a:lnTo>
                  <a:lnTo>
                    <a:pt x="2616438" y="555879"/>
                  </a:lnTo>
                  <a:lnTo>
                    <a:pt x="2622698" y="555889"/>
                  </a:lnTo>
                  <a:lnTo>
                    <a:pt x="2628957" y="555913"/>
                  </a:lnTo>
                  <a:lnTo>
                    <a:pt x="2635217" y="555938"/>
                  </a:lnTo>
                  <a:lnTo>
                    <a:pt x="2641476" y="555972"/>
                  </a:lnTo>
                  <a:lnTo>
                    <a:pt x="2647736" y="556014"/>
                  </a:lnTo>
                  <a:lnTo>
                    <a:pt x="2653995" y="556059"/>
                  </a:lnTo>
                  <a:lnTo>
                    <a:pt x="2660254" y="556118"/>
                  </a:lnTo>
                  <a:lnTo>
                    <a:pt x="2666514" y="556178"/>
                  </a:lnTo>
                  <a:lnTo>
                    <a:pt x="2672773" y="556251"/>
                  </a:lnTo>
                  <a:lnTo>
                    <a:pt x="2679033" y="556329"/>
                  </a:lnTo>
                  <a:lnTo>
                    <a:pt x="2685292" y="556414"/>
                  </a:lnTo>
                  <a:lnTo>
                    <a:pt x="2691552" y="556510"/>
                  </a:lnTo>
                  <a:lnTo>
                    <a:pt x="2697811" y="556608"/>
                  </a:lnTo>
                  <a:lnTo>
                    <a:pt x="2704070" y="556723"/>
                  </a:lnTo>
                  <a:lnTo>
                    <a:pt x="2710330" y="556839"/>
                  </a:lnTo>
                  <a:lnTo>
                    <a:pt x="2716589" y="556969"/>
                  </a:lnTo>
                  <a:lnTo>
                    <a:pt x="2722849" y="557104"/>
                  </a:lnTo>
                  <a:lnTo>
                    <a:pt x="2729108" y="557247"/>
                  </a:lnTo>
                  <a:lnTo>
                    <a:pt x="2735368" y="557403"/>
                  </a:lnTo>
                  <a:lnTo>
                    <a:pt x="2741627" y="557560"/>
                  </a:lnTo>
                  <a:lnTo>
                    <a:pt x="2747886" y="557737"/>
                  </a:lnTo>
                  <a:lnTo>
                    <a:pt x="2754146" y="557914"/>
                  </a:lnTo>
                  <a:lnTo>
                    <a:pt x="2760405" y="558105"/>
                  </a:lnTo>
                  <a:lnTo>
                    <a:pt x="2766665" y="558304"/>
                  </a:lnTo>
                  <a:lnTo>
                    <a:pt x="2772924" y="558510"/>
                  </a:lnTo>
                  <a:lnTo>
                    <a:pt x="2779184" y="558731"/>
                  </a:lnTo>
                  <a:lnTo>
                    <a:pt x="2785443" y="558952"/>
                  </a:lnTo>
                  <a:lnTo>
                    <a:pt x="2791702" y="559195"/>
                  </a:lnTo>
                  <a:lnTo>
                    <a:pt x="2797962" y="559438"/>
                  </a:lnTo>
                  <a:lnTo>
                    <a:pt x="2804221" y="559696"/>
                  </a:lnTo>
                  <a:lnTo>
                    <a:pt x="2810481" y="559963"/>
                  </a:lnTo>
                  <a:lnTo>
                    <a:pt x="2816740" y="560236"/>
                  </a:lnTo>
                  <a:lnTo>
                    <a:pt x="2822999" y="560526"/>
                  </a:lnTo>
                  <a:lnTo>
                    <a:pt x="2829259" y="560816"/>
                  </a:lnTo>
                  <a:lnTo>
                    <a:pt x="2835518" y="561128"/>
                  </a:lnTo>
                  <a:lnTo>
                    <a:pt x="2841778" y="561442"/>
                  </a:lnTo>
                  <a:lnTo>
                    <a:pt x="2848037" y="561769"/>
                  </a:lnTo>
                  <a:lnTo>
                    <a:pt x="2854297" y="562107"/>
                  </a:lnTo>
                  <a:lnTo>
                    <a:pt x="2860556" y="562451"/>
                  </a:lnTo>
                  <a:lnTo>
                    <a:pt x="2866815" y="562813"/>
                  </a:lnTo>
                  <a:lnTo>
                    <a:pt x="2873075" y="563176"/>
                  </a:lnTo>
                  <a:lnTo>
                    <a:pt x="2879334" y="563559"/>
                  </a:lnTo>
                  <a:lnTo>
                    <a:pt x="2885594" y="563946"/>
                  </a:lnTo>
                  <a:lnTo>
                    <a:pt x="2891853" y="564345"/>
                  </a:lnTo>
                  <a:lnTo>
                    <a:pt x="2898113" y="564757"/>
                  </a:lnTo>
                  <a:lnTo>
                    <a:pt x="2904372" y="565173"/>
                  </a:lnTo>
                  <a:lnTo>
                    <a:pt x="2910631" y="565610"/>
                  </a:lnTo>
                  <a:lnTo>
                    <a:pt x="2916891" y="566046"/>
                  </a:lnTo>
                  <a:lnTo>
                    <a:pt x="2923150" y="566503"/>
                  </a:lnTo>
                  <a:lnTo>
                    <a:pt x="2929410" y="566964"/>
                  </a:lnTo>
                  <a:lnTo>
                    <a:pt x="2935669" y="567437"/>
                  </a:lnTo>
                  <a:lnTo>
                    <a:pt x="2941929" y="567923"/>
                  </a:lnTo>
                  <a:lnTo>
                    <a:pt x="2948188" y="568412"/>
                  </a:lnTo>
                  <a:lnTo>
                    <a:pt x="2954447" y="568923"/>
                  </a:lnTo>
                  <a:lnTo>
                    <a:pt x="2960707" y="569435"/>
                  </a:lnTo>
                  <a:lnTo>
                    <a:pt x="2966966" y="569964"/>
                  </a:lnTo>
                  <a:lnTo>
                    <a:pt x="2973226" y="570501"/>
                  </a:lnTo>
                  <a:lnTo>
                    <a:pt x="2979485" y="571046"/>
                  </a:lnTo>
                  <a:lnTo>
                    <a:pt x="2985744" y="571607"/>
                  </a:lnTo>
                  <a:lnTo>
                    <a:pt x="2992004" y="572169"/>
                  </a:lnTo>
                  <a:lnTo>
                    <a:pt x="2998263" y="572754"/>
                  </a:lnTo>
                  <a:lnTo>
                    <a:pt x="3004523" y="573339"/>
                  </a:lnTo>
                  <a:lnTo>
                    <a:pt x="3010782" y="573941"/>
                  </a:lnTo>
                  <a:lnTo>
                    <a:pt x="3017042" y="574551"/>
                  </a:lnTo>
                  <a:lnTo>
                    <a:pt x="3023301" y="575167"/>
                  </a:lnTo>
                  <a:lnTo>
                    <a:pt x="3029560" y="575801"/>
                  </a:lnTo>
                  <a:lnTo>
                    <a:pt x="3035820" y="576435"/>
                  </a:lnTo>
                  <a:lnTo>
                    <a:pt x="3042079" y="577091"/>
                  </a:lnTo>
                  <a:lnTo>
                    <a:pt x="3048339" y="577748"/>
                  </a:lnTo>
                  <a:lnTo>
                    <a:pt x="3054598" y="578419"/>
                  </a:lnTo>
                  <a:lnTo>
                    <a:pt x="3060858" y="579099"/>
                  </a:lnTo>
                  <a:lnTo>
                    <a:pt x="3067117" y="579785"/>
                  </a:lnTo>
                  <a:lnTo>
                    <a:pt x="3073376" y="580487"/>
                  </a:lnTo>
                  <a:lnTo>
                    <a:pt x="3079636" y="581190"/>
                  </a:lnTo>
                  <a:lnTo>
                    <a:pt x="3085895" y="581913"/>
                  </a:lnTo>
                  <a:lnTo>
                    <a:pt x="3092155" y="582638"/>
                  </a:lnTo>
                  <a:lnTo>
                    <a:pt x="3098414" y="583375"/>
                  </a:lnTo>
                  <a:lnTo>
                    <a:pt x="3104674" y="584121"/>
                  </a:lnTo>
                  <a:lnTo>
                    <a:pt x="3110933" y="584872"/>
                  </a:lnTo>
                  <a:lnTo>
                    <a:pt x="3117192" y="585640"/>
                  </a:lnTo>
                  <a:lnTo>
                    <a:pt x="3123452" y="586407"/>
                  </a:lnTo>
                  <a:lnTo>
                    <a:pt x="3129711" y="587192"/>
                  </a:lnTo>
                  <a:lnTo>
                    <a:pt x="3135971" y="587980"/>
                  </a:lnTo>
                  <a:lnTo>
                    <a:pt x="3142230" y="588777"/>
                  </a:lnTo>
                  <a:lnTo>
                    <a:pt x="3148489" y="589585"/>
                  </a:lnTo>
                  <a:lnTo>
                    <a:pt x="3154749" y="590395"/>
                  </a:lnTo>
                  <a:lnTo>
                    <a:pt x="3161008" y="591222"/>
                  </a:lnTo>
                  <a:lnTo>
                    <a:pt x="3167268" y="592049"/>
                  </a:lnTo>
                  <a:lnTo>
                    <a:pt x="3173527" y="592889"/>
                  </a:lnTo>
                  <a:lnTo>
                    <a:pt x="3179787" y="593734"/>
                  </a:lnTo>
                  <a:lnTo>
                    <a:pt x="3186046" y="594586"/>
                  </a:lnTo>
                  <a:lnTo>
                    <a:pt x="3192305" y="595448"/>
                  </a:lnTo>
                  <a:lnTo>
                    <a:pt x="3198565" y="596312"/>
                  </a:lnTo>
                </a:path>
              </a:pathLst>
            </a:cu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3749798" y="1158910"/>
              <a:ext cx="3198565" cy="571833"/>
            </a:xfrm>
            <a:custGeom>
              <a:avLst/>
              <a:pathLst>
                <a:path w="3198565" h="571833">
                  <a:moveTo>
                    <a:pt x="0" y="74662"/>
                  </a:moveTo>
                  <a:lnTo>
                    <a:pt x="6259" y="72504"/>
                  </a:lnTo>
                  <a:lnTo>
                    <a:pt x="12518" y="70346"/>
                  </a:lnTo>
                  <a:lnTo>
                    <a:pt x="18778" y="68224"/>
                  </a:lnTo>
                  <a:lnTo>
                    <a:pt x="25037" y="66138"/>
                  </a:lnTo>
                  <a:lnTo>
                    <a:pt x="31297" y="64052"/>
                  </a:lnTo>
                  <a:lnTo>
                    <a:pt x="37556" y="62028"/>
                  </a:lnTo>
                  <a:lnTo>
                    <a:pt x="43815" y="60017"/>
                  </a:lnTo>
                  <a:lnTo>
                    <a:pt x="50075" y="58017"/>
                  </a:lnTo>
                  <a:lnTo>
                    <a:pt x="56334" y="56084"/>
                  </a:lnTo>
                  <a:lnTo>
                    <a:pt x="62594" y="54150"/>
                  </a:lnTo>
                  <a:lnTo>
                    <a:pt x="68853" y="52254"/>
                  </a:lnTo>
                  <a:lnTo>
                    <a:pt x="75113" y="50400"/>
                  </a:lnTo>
                  <a:lnTo>
                    <a:pt x="81372" y="48546"/>
                  </a:lnTo>
                  <a:lnTo>
                    <a:pt x="87631" y="46757"/>
                  </a:lnTo>
                  <a:lnTo>
                    <a:pt x="93891" y="44985"/>
                  </a:lnTo>
                  <a:lnTo>
                    <a:pt x="100150" y="43222"/>
                  </a:lnTo>
                  <a:lnTo>
                    <a:pt x="106410" y="41534"/>
                  </a:lnTo>
                  <a:lnTo>
                    <a:pt x="112669" y="39846"/>
                  </a:lnTo>
                  <a:lnTo>
                    <a:pt x="118929" y="38195"/>
                  </a:lnTo>
                  <a:lnTo>
                    <a:pt x="125188" y="36593"/>
                  </a:lnTo>
                  <a:lnTo>
                    <a:pt x="131447" y="34991"/>
                  </a:lnTo>
                  <a:lnTo>
                    <a:pt x="137707" y="33456"/>
                  </a:lnTo>
                  <a:lnTo>
                    <a:pt x="143966" y="31941"/>
                  </a:lnTo>
                  <a:lnTo>
                    <a:pt x="150226" y="30434"/>
                  </a:lnTo>
                  <a:lnTo>
                    <a:pt x="156485" y="29009"/>
                  </a:lnTo>
                  <a:lnTo>
                    <a:pt x="162745" y="27584"/>
                  </a:lnTo>
                  <a:lnTo>
                    <a:pt x="169004" y="26196"/>
                  </a:lnTo>
                  <a:lnTo>
                    <a:pt x="175263" y="24862"/>
                  </a:lnTo>
                  <a:lnTo>
                    <a:pt x="181523" y="23528"/>
                  </a:lnTo>
                  <a:lnTo>
                    <a:pt x="187782" y="22261"/>
                  </a:lnTo>
                  <a:lnTo>
                    <a:pt x="194042" y="21020"/>
                  </a:lnTo>
                  <a:lnTo>
                    <a:pt x="200301" y="19782"/>
                  </a:lnTo>
                  <a:lnTo>
                    <a:pt x="206560" y="18634"/>
                  </a:lnTo>
                  <a:lnTo>
                    <a:pt x="212820" y="17486"/>
                  </a:lnTo>
                  <a:lnTo>
                    <a:pt x="219079" y="16373"/>
                  </a:lnTo>
                  <a:lnTo>
                    <a:pt x="225339" y="15320"/>
                  </a:lnTo>
                  <a:lnTo>
                    <a:pt x="231598" y="14266"/>
                  </a:lnTo>
                  <a:lnTo>
                    <a:pt x="237858" y="13279"/>
                  </a:lnTo>
                  <a:lnTo>
                    <a:pt x="244117" y="12321"/>
                  </a:lnTo>
                  <a:lnTo>
                    <a:pt x="250376" y="11365"/>
                  </a:lnTo>
                  <a:lnTo>
                    <a:pt x="256636" y="10503"/>
                  </a:lnTo>
                  <a:lnTo>
                    <a:pt x="262895" y="9642"/>
                  </a:lnTo>
                  <a:lnTo>
                    <a:pt x="269155" y="8813"/>
                  </a:lnTo>
                  <a:lnTo>
                    <a:pt x="275414" y="8048"/>
                  </a:lnTo>
                  <a:lnTo>
                    <a:pt x="281674" y="7283"/>
                  </a:lnTo>
                  <a:lnTo>
                    <a:pt x="287933" y="6583"/>
                  </a:lnTo>
                  <a:lnTo>
                    <a:pt x="294192" y="5915"/>
                  </a:lnTo>
                  <a:lnTo>
                    <a:pt x="300452" y="5248"/>
                  </a:lnTo>
                  <a:lnTo>
                    <a:pt x="306711" y="4676"/>
                  </a:lnTo>
                  <a:lnTo>
                    <a:pt x="312971" y="4106"/>
                  </a:lnTo>
                  <a:lnTo>
                    <a:pt x="319230" y="3566"/>
                  </a:lnTo>
                  <a:lnTo>
                    <a:pt x="325490" y="3094"/>
                  </a:lnTo>
                  <a:lnTo>
                    <a:pt x="331749" y="2622"/>
                  </a:lnTo>
                  <a:lnTo>
                    <a:pt x="338008" y="2211"/>
                  </a:lnTo>
                  <a:lnTo>
                    <a:pt x="344268" y="1836"/>
                  </a:lnTo>
                  <a:lnTo>
                    <a:pt x="350527" y="1461"/>
                  </a:lnTo>
                  <a:lnTo>
                    <a:pt x="356787" y="1179"/>
                  </a:lnTo>
                  <a:lnTo>
                    <a:pt x="363046" y="902"/>
                  </a:lnTo>
                  <a:lnTo>
                    <a:pt x="369305" y="651"/>
                  </a:lnTo>
                  <a:lnTo>
                    <a:pt x="375565" y="471"/>
                  </a:lnTo>
                  <a:lnTo>
                    <a:pt x="381824" y="290"/>
                  </a:lnTo>
                  <a:lnTo>
                    <a:pt x="388084" y="167"/>
                  </a:lnTo>
                  <a:lnTo>
                    <a:pt x="394343" y="83"/>
                  </a:lnTo>
                  <a:lnTo>
                    <a:pt x="400603" y="0"/>
                  </a:lnTo>
                  <a:lnTo>
                    <a:pt x="406862" y="4"/>
                  </a:lnTo>
                  <a:lnTo>
                    <a:pt x="413121" y="15"/>
                  </a:lnTo>
                  <a:lnTo>
                    <a:pt x="419381" y="50"/>
                  </a:lnTo>
                  <a:lnTo>
                    <a:pt x="425640" y="157"/>
                  </a:lnTo>
                  <a:lnTo>
                    <a:pt x="431900" y="263"/>
                  </a:lnTo>
                  <a:lnTo>
                    <a:pt x="438159" y="423"/>
                  </a:lnTo>
                  <a:lnTo>
                    <a:pt x="444419" y="624"/>
                  </a:lnTo>
                  <a:lnTo>
                    <a:pt x="450678" y="824"/>
                  </a:lnTo>
                  <a:lnTo>
                    <a:pt x="456937" y="1107"/>
                  </a:lnTo>
                  <a:lnTo>
                    <a:pt x="463197" y="1400"/>
                  </a:lnTo>
                  <a:lnTo>
                    <a:pt x="469456" y="1713"/>
                  </a:lnTo>
                  <a:lnTo>
                    <a:pt x="475716" y="2097"/>
                  </a:lnTo>
                  <a:lnTo>
                    <a:pt x="481975" y="2482"/>
                  </a:lnTo>
                  <a:lnTo>
                    <a:pt x="488235" y="2915"/>
                  </a:lnTo>
                  <a:lnTo>
                    <a:pt x="494494" y="3389"/>
                  </a:lnTo>
                  <a:lnTo>
                    <a:pt x="500753" y="3864"/>
                  </a:lnTo>
                  <a:lnTo>
                    <a:pt x="507013" y="4414"/>
                  </a:lnTo>
                  <a:lnTo>
                    <a:pt x="513272" y="4977"/>
                  </a:lnTo>
                  <a:lnTo>
                    <a:pt x="519532" y="5556"/>
                  </a:lnTo>
                  <a:lnTo>
                    <a:pt x="525791" y="6205"/>
                  </a:lnTo>
                  <a:lnTo>
                    <a:pt x="532050" y="6855"/>
                  </a:lnTo>
                  <a:lnTo>
                    <a:pt x="538310" y="7547"/>
                  </a:lnTo>
                  <a:lnTo>
                    <a:pt x="544569" y="8282"/>
                  </a:lnTo>
                  <a:lnTo>
                    <a:pt x="550829" y="9017"/>
                  </a:lnTo>
                  <a:lnTo>
                    <a:pt x="557088" y="9820"/>
                  </a:lnTo>
                  <a:lnTo>
                    <a:pt x="563348" y="10637"/>
                  </a:lnTo>
                  <a:lnTo>
                    <a:pt x="569607" y="11467"/>
                  </a:lnTo>
                  <a:lnTo>
                    <a:pt x="575866" y="12365"/>
                  </a:lnTo>
                  <a:lnTo>
                    <a:pt x="582126" y="13263"/>
                  </a:lnTo>
                  <a:lnTo>
                    <a:pt x="588385" y="14199"/>
                  </a:lnTo>
                  <a:lnTo>
                    <a:pt x="594645" y="15176"/>
                  </a:lnTo>
                  <a:lnTo>
                    <a:pt x="600904" y="16153"/>
                  </a:lnTo>
                  <a:lnTo>
                    <a:pt x="607164" y="17190"/>
                  </a:lnTo>
                  <a:lnTo>
                    <a:pt x="613423" y="18244"/>
                  </a:lnTo>
                  <a:lnTo>
                    <a:pt x="619682" y="19306"/>
                  </a:lnTo>
                  <a:lnTo>
                    <a:pt x="625942" y="20433"/>
                  </a:lnTo>
                  <a:lnTo>
                    <a:pt x="632201" y="21561"/>
                  </a:lnTo>
                  <a:lnTo>
                    <a:pt x="638461" y="22720"/>
                  </a:lnTo>
                  <a:lnTo>
                    <a:pt x="644720" y="23919"/>
                  </a:lnTo>
                  <a:lnTo>
                    <a:pt x="650980" y="25118"/>
                  </a:lnTo>
                  <a:lnTo>
                    <a:pt x="657239" y="26370"/>
                  </a:lnTo>
                  <a:lnTo>
                    <a:pt x="663498" y="27638"/>
                  </a:lnTo>
                  <a:lnTo>
                    <a:pt x="669758" y="28912"/>
                  </a:lnTo>
                  <a:lnTo>
                    <a:pt x="676017" y="30246"/>
                  </a:lnTo>
                  <a:lnTo>
                    <a:pt x="682277" y="31581"/>
                  </a:lnTo>
                  <a:lnTo>
                    <a:pt x="688536" y="32941"/>
                  </a:lnTo>
                  <a:lnTo>
                    <a:pt x="694796" y="34340"/>
                  </a:lnTo>
                  <a:lnTo>
                    <a:pt x="701055" y="35738"/>
                  </a:lnTo>
                  <a:lnTo>
                    <a:pt x="707314" y="37181"/>
                  </a:lnTo>
                  <a:lnTo>
                    <a:pt x="713574" y="38640"/>
                  </a:lnTo>
                  <a:lnTo>
                    <a:pt x="719833" y="40103"/>
                  </a:lnTo>
                  <a:lnTo>
                    <a:pt x="726093" y="41620"/>
                  </a:lnTo>
                  <a:lnTo>
                    <a:pt x="732352" y="43138"/>
                  </a:lnTo>
                  <a:lnTo>
                    <a:pt x="738611" y="44676"/>
                  </a:lnTo>
                  <a:lnTo>
                    <a:pt x="744871" y="46249"/>
                  </a:lnTo>
                  <a:lnTo>
                    <a:pt x="751130" y="47821"/>
                  </a:lnTo>
                  <a:lnTo>
                    <a:pt x="757390" y="49431"/>
                  </a:lnTo>
                  <a:lnTo>
                    <a:pt x="763649" y="51056"/>
                  </a:lnTo>
                  <a:lnTo>
                    <a:pt x="769909" y="52683"/>
                  </a:lnTo>
                  <a:lnTo>
                    <a:pt x="776168" y="54357"/>
                  </a:lnTo>
                  <a:lnTo>
                    <a:pt x="782427" y="56032"/>
                  </a:lnTo>
                  <a:lnTo>
                    <a:pt x="788687" y="57723"/>
                  </a:lnTo>
                  <a:lnTo>
                    <a:pt x="794946" y="59444"/>
                  </a:lnTo>
                  <a:lnTo>
                    <a:pt x="801206" y="61166"/>
                  </a:lnTo>
                  <a:lnTo>
                    <a:pt x="807465" y="62916"/>
                  </a:lnTo>
                  <a:lnTo>
                    <a:pt x="813725" y="64681"/>
                  </a:lnTo>
                  <a:lnTo>
                    <a:pt x="819984" y="66446"/>
                  </a:lnTo>
                  <a:lnTo>
                    <a:pt x="826243" y="68251"/>
                  </a:lnTo>
                  <a:lnTo>
                    <a:pt x="832503" y="70056"/>
                  </a:lnTo>
                  <a:lnTo>
                    <a:pt x="838762" y="71874"/>
                  </a:lnTo>
                  <a:lnTo>
                    <a:pt x="845022" y="73717"/>
                  </a:lnTo>
                  <a:lnTo>
                    <a:pt x="851281" y="75560"/>
                  </a:lnTo>
                  <a:lnTo>
                    <a:pt x="857541" y="77425"/>
                  </a:lnTo>
                  <a:lnTo>
                    <a:pt x="863800" y="79303"/>
                  </a:lnTo>
                  <a:lnTo>
                    <a:pt x="870059" y="81180"/>
                  </a:lnTo>
                  <a:lnTo>
                    <a:pt x="876319" y="83088"/>
                  </a:lnTo>
                  <a:lnTo>
                    <a:pt x="882578" y="84998"/>
                  </a:lnTo>
                  <a:lnTo>
                    <a:pt x="888838" y="86915"/>
                  </a:lnTo>
                  <a:lnTo>
                    <a:pt x="895097" y="88853"/>
                  </a:lnTo>
                  <a:lnTo>
                    <a:pt x="901356" y="90791"/>
                  </a:lnTo>
                  <a:lnTo>
                    <a:pt x="907616" y="92744"/>
                  </a:lnTo>
                  <a:lnTo>
                    <a:pt x="913875" y="94708"/>
                  </a:lnTo>
                  <a:lnTo>
                    <a:pt x="920135" y="96671"/>
                  </a:lnTo>
                  <a:lnTo>
                    <a:pt x="926394" y="98656"/>
                  </a:lnTo>
                  <a:lnTo>
                    <a:pt x="932654" y="100642"/>
                  </a:lnTo>
                  <a:lnTo>
                    <a:pt x="938913" y="102634"/>
                  </a:lnTo>
                  <a:lnTo>
                    <a:pt x="945172" y="104640"/>
                  </a:lnTo>
                  <a:lnTo>
                    <a:pt x="951432" y="106646"/>
                  </a:lnTo>
                  <a:lnTo>
                    <a:pt x="957691" y="108662"/>
                  </a:lnTo>
                  <a:lnTo>
                    <a:pt x="963951" y="110685"/>
                  </a:lnTo>
                  <a:lnTo>
                    <a:pt x="970210" y="112708"/>
                  </a:lnTo>
                  <a:lnTo>
                    <a:pt x="976470" y="114744"/>
                  </a:lnTo>
                  <a:lnTo>
                    <a:pt x="982729" y="116781"/>
                  </a:lnTo>
                  <a:lnTo>
                    <a:pt x="988988" y="118821"/>
                  </a:lnTo>
                  <a:lnTo>
                    <a:pt x="995248" y="120870"/>
                  </a:lnTo>
                  <a:lnTo>
                    <a:pt x="1001507" y="122919"/>
                  </a:lnTo>
                  <a:lnTo>
                    <a:pt x="1007767" y="124972"/>
                  </a:lnTo>
                  <a:lnTo>
                    <a:pt x="1014026" y="127029"/>
                  </a:lnTo>
                  <a:lnTo>
                    <a:pt x="1020286" y="129086"/>
                  </a:lnTo>
                  <a:lnTo>
                    <a:pt x="1026545" y="131149"/>
                  </a:lnTo>
                  <a:lnTo>
                    <a:pt x="1032804" y="133212"/>
                  </a:lnTo>
                  <a:lnTo>
                    <a:pt x="1039064" y="135276"/>
                  </a:lnTo>
                  <a:lnTo>
                    <a:pt x="1045323" y="137343"/>
                  </a:lnTo>
                  <a:lnTo>
                    <a:pt x="1051583" y="139409"/>
                  </a:lnTo>
                  <a:lnTo>
                    <a:pt x="1057842" y="141477"/>
                  </a:lnTo>
                  <a:lnTo>
                    <a:pt x="1064101" y="143544"/>
                  </a:lnTo>
                  <a:lnTo>
                    <a:pt x="1070361" y="145611"/>
                  </a:lnTo>
                  <a:lnTo>
                    <a:pt x="1076620" y="147678"/>
                  </a:lnTo>
                  <a:lnTo>
                    <a:pt x="1082880" y="149743"/>
                  </a:lnTo>
                  <a:lnTo>
                    <a:pt x="1089139" y="151809"/>
                  </a:lnTo>
                  <a:lnTo>
                    <a:pt x="1095399" y="153870"/>
                  </a:lnTo>
                  <a:lnTo>
                    <a:pt x="1101658" y="155932"/>
                  </a:lnTo>
                  <a:lnTo>
                    <a:pt x="1107917" y="157991"/>
                  </a:lnTo>
                  <a:lnTo>
                    <a:pt x="1114177" y="160046"/>
                  </a:lnTo>
                  <a:lnTo>
                    <a:pt x="1120436" y="162101"/>
                  </a:lnTo>
                  <a:lnTo>
                    <a:pt x="1126696" y="164150"/>
                  </a:lnTo>
                  <a:lnTo>
                    <a:pt x="1132955" y="166196"/>
                  </a:lnTo>
                  <a:lnTo>
                    <a:pt x="1139215" y="168242"/>
                  </a:lnTo>
                  <a:lnTo>
                    <a:pt x="1145474" y="170278"/>
                  </a:lnTo>
                  <a:lnTo>
                    <a:pt x="1151733" y="172314"/>
                  </a:lnTo>
                  <a:lnTo>
                    <a:pt x="1157993" y="174344"/>
                  </a:lnTo>
                  <a:lnTo>
                    <a:pt x="1164252" y="176367"/>
                  </a:lnTo>
                  <a:lnTo>
                    <a:pt x="1170512" y="178390"/>
                  </a:lnTo>
                  <a:lnTo>
                    <a:pt x="1176771" y="180401"/>
                  </a:lnTo>
                  <a:lnTo>
                    <a:pt x="1183031" y="182409"/>
                  </a:lnTo>
                  <a:lnTo>
                    <a:pt x="1189290" y="184416"/>
                  </a:lnTo>
                  <a:lnTo>
                    <a:pt x="1195549" y="186407"/>
                  </a:lnTo>
                  <a:lnTo>
                    <a:pt x="1201809" y="188398"/>
                  </a:lnTo>
                  <a:lnTo>
                    <a:pt x="1208068" y="190381"/>
                  </a:lnTo>
                  <a:lnTo>
                    <a:pt x="1214328" y="192354"/>
                  </a:lnTo>
                  <a:lnTo>
                    <a:pt x="1220587" y="194326"/>
                  </a:lnTo>
                  <a:lnTo>
                    <a:pt x="1226846" y="196284"/>
                  </a:lnTo>
                  <a:lnTo>
                    <a:pt x="1233106" y="198236"/>
                  </a:lnTo>
                  <a:lnTo>
                    <a:pt x="1239365" y="200187"/>
                  </a:lnTo>
                  <a:lnTo>
                    <a:pt x="1245625" y="202117"/>
                  </a:lnTo>
                  <a:lnTo>
                    <a:pt x="1251884" y="204047"/>
                  </a:lnTo>
                  <a:lnTo>
                    <a:pt x="1258144" y="205968"/>
                  </a:lnTo>
                  <a:lnTo>
                    <a:pt x="1264403" y="207874"/>
                  </a:lnTo>
                  <a:lnTo>
                    <a:pt x="1270662" y="209781"/>
                  </a:lnTo>
                  <a:lnTo>
                    <a:pt x="1276922" y="211669"/>
                  </a:lnTo>
                  <a:lnTo>
                    <a:pt x="1283181" y="213551"/>
                  </a:lnTo>
                  <a:lnTo>
                    <a:pt x="1289441" y="215431"/>
                  </a:lnTo>
                  <a:lnTo>
                    <a:pt x="1295700" y="217286"/>
                  </a:lnTo>
                  <a:lnTo>
                    <a:pt x="1301960" y="219141"/>
                  </a:lnTo>
                  <a:lnTo>
                    <a:pt x="1308219" y="220986"/>
                  </a:lnTo>
                  <a:lnTo>
                    <a:pt x="1314478" y="222813"/>
                  </a:lnTo>
                  <a:lnTo>
                    <a:pt x="1320738" y="224640"/>
                  </a:lnTo>
                  <a:lnTo>
                    <a:pt x="1326997" y="226447"/>
                  </a:lnTo>
                  <a:lnTo>
                    <a:pt x="1333257" y="228245"/>
                  </a:lnTo>
                  <a:lnTo>
                    <a:pt x="1339516" y="230044"/>
                  </a:lnTo>
                  <a:lnTo>
                    <a:pt x="1345776" y="231812"/>
                  </a:lnTo>
                  <a:lnTo>
                    <a:pt x="1352035" y="233580"/>
                  </a:lnTo>
                  <a:lnTo>
                    <a:pt x="1358294" y="235338"/>
                  </a:lnTo>
                  <a:lnTo>
                    <a:pt x="1364554" y="237075"/>
                  </a:lnTo>
                  <a:lnTo>
                    <a:pt x="1370813" y="238811"/>
                  </a:lnTo>
                  <a:lnTo>
                    <a:pt x="1377073" y="240528"/>
                  </a:lnTo>
                  <a:lnTo>
                    <a:pt x="1383332" y="242233"/>
                  </a:lnTo>
                  <a:lnTo>
                    <a:pt x="1389592" y="243938"/>
                  </a:lnTo>
                  <a:lnTo>
                    <a:pt x="1395851" y="245611"/>
                  </a:lnTo>
                  <a:lnTo>
                    <a:pt x="1402110" y="247283"/>
                  </a:lnTo>
                  <a:lnTo>
                    <a:pt x="1408370" y="248945"/>
                  </a:lnTo>
                  <a:lnTo>
                    <a:pt x="1414629" y="250584"/>
                  </a:lnTo>
                  <a:lnTo>
                    <a:pt x="1420889" y="252222"/>
                  </a:lnTo>
                  <a:lnTo>
                    <a:pt x="1427148" y="253839"/>
                  </a:lnTo>
                  <a:lnTo>
                    <a:pt x="1433407" y="255444"/>
                  </a:lnTo>
                  <a:lnTo>
                    <a:pt x="1439667" y="257048"/>
                  </a:lnTo>
                  <a:lnTo>
                    <a:pt x="1445926" y="258619"/>
                  </a:lnTo>
                  <a:lnTo>
                    <a:pt x="1452186" y="260189"/>
                  </a:lnTo>
                  <a:lnTo>
                    <a:pt x="1458445" y="261749"/>
                  </a:lnTo>
                  <a:lnTo>
                    <a:pt x="1464705" y="263283"/>
                  </a:lnTo>
                  <a:lnTo>
                    <a:pt x="1470964" y="264817"/>
                  </a:lnTo>
                  <a:lnTo>
                    <a:pt x="1477223" y="266330"/>
                  </a:lnTo>
                  <a:lnTo>
                    <a:pt x="1483483" y="267828"/>
                  </a:lnTo>
                  <a:lnTo>
                    <a:pt x="1489742" y="269326"/>
                  </a:lnTo>
                  <a:lnTo>
                    <a:pt x="1496002" y="270791"/>
                  </a:lnTo>
                  <a:lnTo>
                    <a:pt x="1502261" y="272253"/>
                  </a:lnTo>
                  <a:lnTo>
                    <a:pt x="1508521" y="273707"/>
                  </a:lnTo>
                  <a:lnTo>
                    <a:pt x="1514780" y="275133"/>
                  </a:lnTo>
                  <a:lnTo>
                    <a:pt x="1521039" y="276558"/>
                  </a:lnTo>
                  <a:lnTo>
                    <a:pt x="1527299" y="277964"/>
                  </a:lnTo>
                  <a:lnTo>
                    <a:pt x="1533558" y="279353"/>
                  </a:lnTo>
                  <a:lnTo>
                    <a:pt x="1539818" y="280742"/>
                  </a:lnTo>
                  <a:lnTo>
                    <a:pt x="1546077" y="282099"/>
                  </a:lnTo>
                  <a:lnTo>
                    <a:pt x="1552337" y="283451"/>
                  </a:lnTo>
                  <a:lnTo>
                    <a:pt x="1558596" y="284796"/>
                  </a:lnTo>
                  <a:lnTo>
                    <a:pt x="1564855" y="286112"/>
                  </a:lnTo>
                  <a:lnTo>
                    <a:pt x="1571115" y="287427"/>
                  </a:lnTo>
                  <a:lnTo>
                    <a:pt x="1577374" y="288724"/>
                  </a:lnTo>
                  <a:lnTo>
                    <a:pt x="1583634" y="290002"/>
                  </a:lnTo>
                  <a:lnTo>
                    <a:pt x="1589893" y="291281"/>
                  </a:lnTo>
                  <a:lnTo>
                    <a:pt x="1596152" y="292529"/>
                  </a:lnTo>
                  <a:lnTo>
                    <a:pt x="1602412" y="293771"/>
                  </a:lnTo>
                  <a:lnTo>
                    <a:pt x="1608671" y="295007"/>
                  </a:lnTo>
                  <a:lnTo>
                    <a:pt x="1614931" y="296213"/>
                  </a:lnTo>
                  <a:lnTo>
                    <a:pt x="1621190" y="297418"/>
                  </a:lnTo>
                  <a:lnTo>
                    <a:pt x="1627450" y="298606"/>
                  </a:lnTo>
                  <a:lnTo>
                    <a:pt x="1633709" y="299775"/>
                  </a:lnTo>
                  <a:lnTo>
                    <a:pt x="1639968" y="300945"/>
                  </a:lnTo>
                  <a:lnTo>
                    <a:pt x="1646228" y="302085"/>
                  </a:lnTo>
                  <a:lnTo>
                    <a:pt x="1652487" y="303218"/>
                  </a:lnTo>
                  <a:lnTo>
                    <a:pt x="1658747" y="304346"/>
                  </a:lnTo>
                  <a:lnTo>
                    <a:pt x="1665006" y="305444"/>
                  </a:lnTo>
                  <a:lnTo>
                    <a:pt x="1671266" y="306541"/>
                  </a:lnTo>
                  <a:lnTo>
                    <a:pt x="1677525" y="307622"/>
                  </a:lnTo>
                  <a:lnTo>
                    <a:pt x="1683784" y="308684"/>
                  </a:lnTo>
                  <a:lnTo>
                    <a:pt x="1690044" y="309746"/>
                  </a:lnTo>
                  <a:lnTo>
                    <a:pt x="1696303" y="310781"/>
                  </a:lnTo>
                  <a:lnTo>
                    <a:pt x="1702563" y="311808"/>
                  </a:lnTo>
                  <a:lnTo>
                    <a:pt x="1708822" y="312831"/>
                  </a:lnTo>
                  <a:lnTo>
                    <a:pt x="1715082" y="313824"/>
                  </a:lnTo>
                  <a:lnTo>
                    <a:pt x="1721341" y="314816"/>
                  </a:lnTo>
                  <a:lnTo>
                    <a:pt x="1727600" y="315794"/>
                  </a:lnTo>
                  <a:lnTo>
                    <a:pt x="1733860" y="316753"/>
                  </a:lnTo>
                  <a:lnTo>
                    <a:pt x="1740119" y="317711"/>
                  </a:lnTo>
                  <a:lnTo>
                    <a:pt x="1746379" y="318645"/>
                  </a:lnTo>
                  <a:lnTo>
                    <a:pt x="1752638" y="319570"/>
                  </a:lnTo>
                  <a:lnTo>
                    <a:pt x="1758897" y="320493"/>
                  </a:lnTo>
                  <a:lnTo>
                    <a:pt x="1765157" y="321385"/>
                  </a:lnTo>
                  <a:lnTo>
                    <a:pt x="1771416" y="322277"/>
                  </a:lnTo>
                  <a:lnTo>
                    <a:pt x="1777676" y="323156"/>
                  </a:lnTo>
                  <a:lnTo>
                    <a:pt x="1783935" y="324016"/>
                  </a:lnTo>
                  <a:lnTo>
                    <a:pt x="1790195" y="324876"/>
                  </a:lnTo>
                  <a:lnTo>
                    <a:pt x="1796454" y="325713"/>
                  </a:lnTo>
                  <a:lnTo>
                    <a:pt x="1802713" y="326542"/>
                  </a:lnTo>
                  <a:lnTo>
                    <a:pt x="1808973" y="327369"/>
                  </a:lnTo>
                  <a:lnTo>
                    <a:pt x="1815232" y="328166"/>
                  </a:lnTo>
                  <a:lnTo>
                    <a:pt x="1821492" y="328964"/>
                  </a:lnTo>
                  <a:lnTo>
                    <a:pt x="1827751" y="329750"/>
                  </a:lnTo>
                  <a:lnTo>
                    <a:pt x="1834011" y="330517"/>
                  </a:lnTo>
                  <a:lnTo>
                    <a:pt x="1840270" y="331285"/>
                  </a:lnTo>
                  <a:lnTo>
                    <a:pt x="1846529" y="332032"/>
                  </a:lnTo>
                  <a:lnTo>
                    <a:pt x="1852789" y="332770"/>
                  </a:lnTo>
                  <a:lnTo>
                    <a:pt x="1859048" y="333508"/>
                  </a:lnTo>
                  <a:lnTo>
                    <a:pt x="1865308" y="334217"/>
                  </a:lnTo>
                  <a:lnTo>
                    <a:pt x="1871567" y="334926"/>
                  </a:lnTo>
                  <a:lnTo>
                    <a:pt x="1877827" y="335626"/>
                  </a:lnTo>
                  <a:lnTo>
                    <a:pt x="1884086" y="336308"/>
                  </a:lnTo>
                  <a:lnTo>
                    <a:pt x="1890345" y="336989"/>
                  </a:lnTo>
                  <a:lnTo>
                    <a:pt x="1896605" y="337653"/>
                  </a:lnTo>
                  <a:lnTo>
                    <a:pt x="1902864" y="338308"/>
                  </a:lnTo>
                  <a:lnTo>
                    <a:pt x="1909124" y="338962"/>
                  </a:lnTo>
                  <a:lnTo>
                    <a:pt x="1915383" y="339591"/>
                  </a:lnTo>
                  <a:lnTo>
                    <a:pt x="1921642" y="340219"/>
                  </a:lnTo>
                  <a:lnTo>
                    <a:pt x="1927902" y="340840"/>
                  </a:lnTo>
                  <a:lnTo>
                    <a:pt x="1934161" y="341443"/>
                  </a:lnTo>
                  <a:lnTo>
                    <a:pt x="1940421" y="342047"/>
                  </a:lnTo>
                  <a:lnTo>
                    <a:pt x="1946680" y="342635"/>
                  </a:lnTo>
                  <a:lnTo>
                    <a:pt x="1952940" y="343213"/>
                  </a:lnTo>
                  <a:lnTo>
                    <a:pt x="1959199" y="343792"/>
                  </a:lnTo>
                  <a:lnTo>
                    <a:pt x="1965458" y="344349"/>
                  </a:lnTo>
                  <a:lnTo>
                    <a:pt x="1971718" y="344904"/>
                  </a:lnTo>
                  <a:lnTo>
                    <a:pt x="1977977" y="345453"/>
                  </a:lnTo>
                  <a:lnTo>
                    <a:pt x="1984237" y="345986"/>
                  </a:lnTo>
                  <a:lnTo>
                    <a:pt x="1990496" y="346519"/>
                  </a:lnTo>
                  <a:lnTo>
                    <a:pt x="1996756" y="347039"/>
                  </a:lnTo>
                  <a:lnTo>
                    <a:pt x="2003015" y="347550"/>
                  </a:lnTo>
                  <a:lnTo>
                    <a:pt x="2009274" y="348061"/>
                  </a:lnTo>
                  <a:lnTo>
                    <a:pt x="2015534" y="348553"/>
                  </a:lnTo>
                  <a:lnTo>
                    <a:pt x="2021793" y="349043"/>
                  </a:lnTo>
                  <a:lnTo>
                    <a:pt x="2028053" y="349529"/>
                  </a:lnTo>
                  <a:lnTo>
                    <a:pt x="2034312" y="350000"/>
                  </a:lnTo>
                  <a:lnTo>
                    <a:pt x="2040572" y="350470"/>
                  </a:lnTo>
                  <a:lnTo>
                    <a:pt x="2046831" y="350930"/>
                  </a:lnTo>
                  <a:lnTo>
                    <a:pt x="2053090" y="351382"/>
                  </a:lnTo>
                  <a:lnTo>
                    <a:pt x="2059350" y="351834"/>
                  </a:lnTo>
                  <a:lnTo>
                    <a:pt x="2065609" y="352270"/>
                  </a:lnTo>
                  <a:lnTo>
                    <a:pt x="2071869" y="352704"/>
                  </a:lnTo>
                  <a:lnTo>
                    <a:pt x="2078128" y="353135"/>
                  </a:lnTo>
                  <a:lnTo>
                    <a:pt x="2084388" y="353552"/>
                  </a:lnTo>
                  <a:lnTo>
                    <a:pt x="2090647" y="353969"/>
                  </a:lnTo>
                  <a:lnTo>
                    <a:pt x="2096906" y="354378"/>
                  </a:lnTo>
                  <a:lnTo>
                    <a:pt x="2103166" y="354779"/>
                  </a:lnTo>
                  <a:lnTo>
                    <a:pt x="2109425" y="355180"/>
                  </a:lnTo>
                  <a:lnTo>
                    <a:pt x="2115685" y="355568"/>
                  </a:lnTo>
                  <a:lnTo>
                    <a:pt x="2121944" y="355954"/>
                  </a:lnTo>
                  <a:lnTo>
                    <a:pt x="2128203" y="356338"/>
                  </a:lnTo>
                  <a:lnTo>
                    <a:pt x="2134463" y="356710"/>
                  </a:lnTo>
                  <a:lnTo>
                    <a:pt x="2140722" y="357083"/>
                  </a:lnTo>
                  <a:lnTo>
                    <a:pt x="2146982" y="357448"/>
                  </a:lnTo>
                  <a:lnTo>
                    <a:pt x="2153241" y="357808"/>
                  </a:lnTo>
                  <a:lnTo>
                    <a:pt x="2159501" y="358167"/>
                  </a:lnTo>
                  <a:lnTo>
                    <a:pt x="2165760" y="358516"/>
                  </a:lnTo>
                  <a:lnTo>
                    <a:pt x="2172019" y="358863"/>
                  </a:lnTo>
                  <a:lnTo>
                    <a:pt x="2178279" y="359209"/>
                  </a:lnTo>
                  <a:lnTo>
                    <a:pt x="2184538" y="359545"/>
                  </a:lnTo>
                  <a:lnTo>
                    <a:pt x="2190798" y="359881"/>
                  </a:lnTo>
                  <a:lnTo>
                    <a:pt x="2197057" y="360212"/>
                  </a:lnTo>
                  <a:lnTo>
                    <a:pt x="2203317" y="360538"/>
                  </a:lnTo>
                  <a:lnTo>
                    <a:pt x="2209576" y="360864"/>
                  </a:lnTo>
                  <a:lnTo>
                    <a:pt x="2215835" y="361182"/>
                  </a:lnTo>
                  <a:lnTo>
                    <a:pt x="2222095" y="361499"/>
                  </a:lnTo>
                  <a:lnTo>
                    <a:pt x="2228354" y="361814"/>
                  </a:lnTo>
                  <a:lnTo>
                    <a:pt x="2234614" y="362123"/>
                  </a:lnTo>
                  <a:lnTo>
                    <a:pt x="2240873" y="362431"/>
                  </a:lnTo>
                  <a:lnTo>
                    <a:pt x="2247133" y="362736"/>
                  </a:lnTo>
                  <a:lnTo>
                    <a:pt x="2253392" y="363037"/>
                  </a:lnTo>
                  <a:lnTo>
                    <a:pt x="2259651" y="363338"/>
                  </a:lnTo>
                  <a:lnTo>
                    <a:pt x="2265911" y="363635"/>
                  </a:lnTo>
                  <a:lnTo>
                    <a:pt x="2272170" y="363929"/>
                  </a:lnTo>
                  <a:lnTo>
                    <a:pt x="2278430" y="364223"/>
                  </a:lnTo>
                  <a:lnTo>
                    <a:pt x="2284689" y="364513"/>
                  </a:lnTo>
                  <a:lnTo>
                    <a:pt x="2290948" y="364802"/>
                  </a:lnTo>
                  <a:lnTo>
                    <a:pt x="2297208" y="365089"/>
                  </a:lnTo>
                  <a:lnTo>
                    <a:pt x="2303467" y="365374"/>
                  </a:lnTo>
                  <a:lnTo>
                    <a:pt x="2309727" y="365658"/>
                  </a:lnTo>
                  <a:lnTo>
                    <a:pt x="2315986" y="365940"/>
                  </a:lnTo>
                  <a:lnTo>
                    <a:pt x="2322246" y="366221"/>
                  </a:lnTo>
                  <a:lnTo>
                    <a:pt x="2328505" y="366502"/>
                  </a:lnTo>
                  <a:lnTo>
                    <a:pt x="2334764" y="366780"/>
                  </a:lnTo>
                  <a:lnTo>
                    <a:pt x="2341024" y="367058"/>
                  </a:lnTo>
                  <a:lnTo>
                    <a:pt x="2347283" y="367335"/>
                  </a:lnTo>
                  <a:lnTo>
                    <a:pt x="2353543" y="367611"/>
                  </a:lnTo>
                  <a:lnTo>
                    <a:pt x="2359802" y="367887"/>
                  </a:lnTo>
                  <a:lnTo>
                    <a:pt x="2366062" y="368163"/>
                  </a:lnTo>
                  <a:lnTo>
                    <a:pt x="2372321" y="368438"/>
                  </a:lnTo>
                  <a:lnTo>
                    <a:pt x="2378580" y="368713"/>
                  </a:lnTo>
                  <a:lnTo>
                    <a:pt x="2384840" y="368988"/>
                  </a:lnTo>
                  <a:lnTo>
                    <a:pt x="2391099" y="369263"/>
                  </a:lnTo>
                  <a:lnTo>
                    <a:pt x="2397359" y="369538"/>
                  </a:lnTo>
                  <a:lnTo>
                    <a:pt x="2403618" y="369813"/>
                  </a:lnTo>
                  <a:lnTo>
                    <a:pt x="2409878" y="370089"/>
                  </a:lnTo>
                  <a:lnTo>
                    <a:pt x="2416137" y="370365"/>
                  </a:lnTo>
                  <a:lnTo>
                    <a:pt x="2422396" y="370642"/>
                  </a:lnTo>
                  <a:lnTo>
                    <a:pt x="2428656" y="370919"/>
                  </a:lnTo>
                  <a:lnTo>
                    <a:pt x="2434915" y="371198"/>
                  </a:lnTo>
                  <a:lnTo>
                    <a:pt x="2441175" y="371477"/>
                  </a:lnTo>
                  <a:lnTo>
                    <a:pt x="2447434" y="371757"/>
                  </a:lnTo>
                  <a:lnTo>
                    <a:pt x="2453693" y="372039"/>
                  </a:lnTo>
                  <a:lnTo>
                    <a:pt x="2459953" y="372321"/>
                  </a:lnTo>
                  <a:lnTo>
                    <a:pt x="2466212" y="372605"/>
                  </a:lnTo>
                  <a:lnTo>
                    <a:pt x="2472472" y="372891"/>
                  </a:lnTo>
                  <a:lnTo>
                    <a:pt x="2478731" y="373177"/>
                  </a:lnTo>
                  <a:lnTo>
                    <a:pt x="2484991" y="373467"/>
                  </a:lnTo>
                  <a:lnTo>
                    <a:pt x="2491250" y="373757"/>
                  </a:lnTo>
                  <a:lnTo>
                    <a:pt x="2497509" y="374049"/>
                  </a:lnTo>
                  <a:lnTo>
                    <a:pt x="2503769" y="374344"/>
                  </a:lnTo>
                  <a:lnTo>
                    <a:pt x="2510028" y="374640"/>
                  </a:lnTo>
                  <a:lnTo>
                    <a:pt x="2516288" y="374939"/>
                  </a:lnTo>
                  <a:lnTo>
                    <a:pt x="2522547" y="375240"/>
                  </a:lnTo>
                  <a:lnTo>
                    <a:pt x="2528807" y="375541"/>
                  </a:lnTo>
                  <a:lnTo>
                    <a:pt x="2535066" y="375849"/>
                  </a:lnTo>
                  <a:lnTo>
                    <a:pt x="2541325" y="376156"/>
                  </a:lnTo>
                  <a:lnTo>
                    <a:pt x="2547585" y="376466"/>
                  </a:lnTo>
                  <a:lnTo>
                    <a:pt x="2553844" y="376781"/>
                  </a:lnTo>
                  <a:lnTo>
                    <a:pt x="2560104" y="377096"/>
                  </a:lnTo>
                  <a:lnTo>
                    <a:pt x="2566363" y="377416"/>
                  </a:lnTo>
                  <a:lnTo>
                    <a:pt x="2572623" y="377738"/>
                  </a:lnTo>
                  <a:lnTo>
                    <a:pt x="2578882" y="378061"/>
                  </a:lnTo>
                  <a:lnTo>
                    <a:pt x="2585141" y="378392"/>
                  </a:lnTo>
                  <a:lnTo>
                    <a:pt x="2591401" y="378723"/>
                  </a:lnTo>
                  <a:lnTo>
                    <a:pt x="2597660" y="379056"/>
                  </a:lnTo>
                  <a:lnTo>
                    <a:pt x="2603920" y="379396"/>
                  </a:lnTo>
                  <a:lnTo>
                    <a:pt x="2610179" y="379737"/>
                  </a:lnTo>
                  <a:lnTo>
                    <a:pt x="2616438" y="380082"/>
                  </a:lnTo>
                  <a:lnTo>
                    <a:pt x="2622698" y="380432"/>
                  </a:lnTo>
                  <a:lnTo>
                    <a:pt x="2628957" y="380782"/>
                  </a:lnTo>
                  <a:lnTo>
                    <a:pt x="2635217" y="381140"/>
                  </a:lnTo>
                  <a:lnTo>
                    <a:pt x="2641476" y="381500"/>
                  </a:lnTo>
                  <a:lnTo>
                    <a:pt x="2647736" y="381862"/>
                  </a:lnTo>
                  <a:lnTo>
                    <a:pt x="2653995" y="382232"/>
                  </a:lnTo>
                  <a:lnTo>
                    <a:pt x="2660254" y="382602"/>
                  </a:lnTo>
                  <a:lnTo>
                    <a:pt x="2666514" y="382978"/>
                  </a:lnTo>
                  <a:lnTo>
                    <a:pt x="2672773" y="383360"/>
                  </a:lnTo>
                  <a:lnTo>
                    <a:pt x="2679033" y="383741"/>
                  </a:lnTo>
                  <a:lnTo>
                    <a:pt x="2685292" y="384132"/>
                  </a:lnTo>
                  <a:lnTo>
                    <a:pt x="2691552" y="384525"/>
                  </a:lnTo>
                  <a:lnTo>
                    <a:pt x="2697811" y="384919"/>
                  </a:lnTo>
                  <a:lnTo>
                    <a:pt x="2704070" y="385324"/>
                  </a:lnTo>
                  <a:lnTo>
                    <a:pt x="2710330" y="385729"/>
                  </a:lnTo>
                  <a:lnTo>
                    <a:pt x="2716589" y="386139"/>
                  </a:lnTo>
                  <a:lnTo>
                    <a:pt x="2722849" y="386556"/>
                  </a:lnTo>
                  <a:lnTo>
                    <a:pt x="2729108" y="386973"/>
                  </a:lnTo>
                  <a:lnTo>
                    <a:pt x="2735368" y="387400"/>
                  </a:lnTo>
                  <a:lnTo>
                    <a:pt x="2741627" y="387829"/>
                  </a:lnTo>
                  <a:lnTo>
                    <a:pt x="2747886" y="388260"/>
                  </a:lnTo>
                  <a:lnTo>
                    <a:pt x="2754146" y="388703"/>
                  </a:lnTo>
                  <a:lnTo>
                    <a:pt x="2760405" y="389145"/>
                  </a:lnTo>
                  <a:lnTo>
                    <a:pt x="2766665" y="389593"/>
                  </a:lnTo>
                  <a:lnTo>
                    <a:pt x="2772924" y="390048"/>
                  </a:lnTo>
                  <a:lnTo>
                    <a:pt x="2779184" y="390504"/>
                  </a:lnTo>
                  <a:lnTo>
                    <a:pt x="2785443" y="390970"/>
                  </a:lnTo>
                  <a:lnTo>
                    <a:pt x="2791702" y="391438"/>
                  </a:lnTo>
                  <a:lnTo>
                    <a:pt x="2797962" y="391908"/>
                  </a:lnTo>
                  <a:lnTo>
                    <a:pt x="2804221" y="392391"/>
                  </a:lnTo>
                  <a:lnTo>
                    <a:pt x="2810481" y="392873"/>
                  </a:lnTo>
                  <a:lnTo>
                    <a:pt x="2816740" y="393362"/>
                  </a:lnTo>
                  <a:lnTo>
                    <a:pt x="2822999" y="393858"/>
                  </a:lnTo>
                  <a:lnTo>
                    <a:pt x="2829259" y="394354"/>
                  </a:lnTo>
                  <a:lnTo>
                    <a:pt x="2835518" y="394861"/>
                  </a:lnTo>
                  <a:lnTo>
                    <a:pt x="2841778" y="395371"/>
                  </a:lnTo>
                  <a:lnTo>
                    <a:pt x="2848037" y="395882"/>
                  </a:lnTo>
                  <a:lnTo>
                    <a:pt x="2854297" y="396406"/>
                  </a:lnTo>
                  <a:lnTo>
                    <a:pt x="2860556" y="396930"/>
                  </a:lnTo>
                  <a:lnTo>
                    <a:pt x="2866815" y="397460"/>
                  </a:lnTo>
                  <a:lnTo>
                    <a:pt x="2873075" y="397998"/>
                  </a:lnTo>
                  <a:lnTo>
                    <a:pt x="2879334" y="398537"/>
                  </a:lnTo>
                  <a:lnTo>
                    <a:pt x="2885594" y="399085"/>
                  </a:lnTo>
                  <a:lnTo>
                    <a:pt x="2891853" y="399638"/>
                  </a:lnTo>
                  <a:lnTo>
                    <a:pt x="2898113" y="400191"/>
                  </a:lnTo>
                  <a:lnTo>
                    <a:pt x="2904372" y="400757"/>
                  </a:lnTo>
                  <a:lnTo>
                    <a:pt x="2910631" y="401324"/>
                  </a:lnTo>
                  <a:lnTo>
                    <a:pt x="2916891" y="401896"/>
                  </a:lnTo>
                  <a:lnTo>
                    <a:pt x="2923150" y="402477"/>
                  </a:lnTo>
                  <a:lnTo>
                    <a:pt x="2929410" y="403058"/>
                  </a:lnTo>
                  <a:lnTo>
                    <a:pt x="2935669" y="403648"/>
                  </a:lnTo>
                  <a:lnTo>
                    <a:pt x="2941929" y="404243"/>
                  </a:lnTo>
                  <a:lnTo>
                    <a:pt x="2948188" y="404838"/>
                  </a:lnTo>
                  <a:lnTo>
                    <a:pt x="2954447" y="405447"/>
                  </a:lnTo>
                  <a:lnTo>
                    <a:pt x="2960707" y="406057"/>
                  </a:lnTo>
                  <a:lnTo>
                    <a:pt x="2966966" y="406670"/>
                  </a:lnTo>
                  <a:lnTo>
                    <a:pt x="2973226" y="407293"/>
                  </a:lnTo>
                  <a:lnTo>
                    <a:pt x="2979485" y="407916"/>
                  </a:lnTo>
                  <a:lnTo>
                    <a:pt x="2985744" y="408548"/>
                  </a:lnTo>
                  <a:lnTo>
                    <a:pt x="2992004" y="409185"/>
                  </a:lnTo>
                  <a:lnTo>
                    <a:pt x="2998263" y="409822"/>
                  </a:lnTo>
                  <a:lnTo>
                    <a:pt x="3004523" y="410472"/>
                  </a:lnTo>
                  <a:lnTo>
                    <a:pt x="3010782" y="411122"/>
                  </a:lnTo>
                  <a:lnTo>
                    <a:pt x="3017042" y="411776"/>
                  </a:lnTo>
                  <a:lnTo>
                    <a:pt x="3023301" y="412440"/>
                  </a:lnTo>
                  <a:lnTo>
                    <a:pt x="3029560" y="413104"/>
                  </a:lnTo>
                  <a:lnTo>
                    <a:pt x="3035820" y="413776"/>
                  </a:lnTo>
                  <a:lnTo>
                    <a:pt x="3042079" y="414453"/>
                  </a:lnTo>
                  <a:lnTo>
                    <a:pt x="3048339" y="415130"/>
                  </a:lnTo>
                  <a:lnTo>
                    <a:pt x="3054598" y="415819"/>
                  </a:lnTo>
                  <a:lnTo>
                    <a:pt x="3060858" y="416508"/>
                  </a:lnTo>
                  <a:lnTo>
                    <a:pt x="3067117" y="417201"/>
                  </a:lnTo>
                  <a:lnTo>
                    <a:pt x="3073376" y="417904"/>
                  </a:lnTo>
                  <a:lnTo>
                    <a:pt x="3079636" y="418606"/>
                  </a:lnTo>
                  <a:lnTo>
                    <a:pt x="3085895" y="419315"/>
                  </a:lnTo>
                  <a:lnTo>
                    <a:pt x="3092155" y="420030"/>
                  </a:lnTo>
                  <a:lnTo>
                    <a:pt x="3098414" y="420745"/>
                  </a:lnTo>
                  <a:lnTo>
                    <a:pt x="3104674" y="421470"/>
                  </a:lnTo>
                  <a:lnTo>
                    <a:pt x="3110933" y="422196"/>
                  </a:lnTo>
                  <a:lnTo>
                    <a:pt x="3117192" y="422925"/>
                  </a:lnTo>
                  <a:lnTo>
                    <a:pt x="3123452" y="423663"/>
                  </a:lnTo>
                  <a:lnTo>
                    <a:pt x="3129711" y="424401"/>
                  </a:lnTo>
                  <a:lnTo>
                    <a:pt x="3135971" y="425145"/>
                  </a:lnTo>
                  <a:lnTo>
                    <a:pt x="3142230" y="425894"/>
                  </a:lnTo>
                  <a:lnTo>
                    <a:pt x="3148489" y="426643"/>
                  </a:lnTo>
                  <a:lnTo>
                    <a:pt x="3154749" y="427401"/>
                  </a:lnTo>
                  <a:lnTo>
                    <a:pt x="3161008" y="428160"/>
                  </a:lnTo>
                  <a:lnTo>
                    <a:pt x="3167268" y="428922"/>
                  </a:lnTo>
                  <a:lnTo>
                    <a:pt x="3173527" y="429692"/>
                  </a:lnTo>
                  <a:lnTo>
                    <a:pt x="3179787" y="430461"/>
                  </a:lnTo>
                  <a:lnTo>
                    <a:pt x="3186046" y="431236"/>
                  </a:lnTo>
                  <a:lnTo>
                    <a:pt x="3192305" y="432015"/>
                  </a:lnTo>
                  <a:lnTo>
                    <a:pt x="3198565" y="432795"/>
                  </a:lnTo>
                  <a:lnTo>
                    <a:pt x="3198565" y="571833"/>
                  </a:lnTo>
                  <a:lnTo>
                    <a:pt x="3192305" y="571833"/>
                  </a:lnTo>
                  <a:lnTo>
                    <a:pt x="3186046" y="571833"/>
                  </a:lnTo>
                  <a:lnTo>
                    <a:pt x="3179787" y="571833"/>
                  </a:lnTo>
                  <a:lnTo>
                    <a:pt x="3173527" y="571833"/>
                  </a:lnTo>
                  <a:lnTo>
                    <a:pt x="3167268" y="571833"/>
                  </a:lnTo>
                  <a:lnTo>
                    <a:pt x="3161008" y="571833"/>
                  </a:lnTo>
                  <a:lnTo>
                    <a:pt x="3154749" y="571833"/>
                  </a:lnTo>
                  <a:lnTo>
                    <a:pt x="3148489" y="571833"/>
                  </a:lnTo>
                  <a:lnTo>
                    <a:pt x="3142230" y="571833"/>
                  </a:lnTo>
                  <a:lnTo>
                    <a:pt x="3135971" y="571833"/>
                  </a:lnTo>
                  <a:lnTo>
                    <a:pt x="3129711" y="571833"/>
                  </a:lnTo>
                  <a:lnTo>
                    <a:pt x="3123452" y="571833"/>
                  </a:lnTo>
                  <a:lnTo>
                    <a:pt x="3117192" y="571833"/>
                  </a:lnTo>
                  <a:lnTo>
                    <a:pt x="3110933" y="571833"/>
                  </a:lnTo>
                  <a:lnTo>
                    <a:pt x="3104674" y="571833"/>
                  </a:lnTo>
                  <a:lnTo>
                    <a:pt x="3098414" y="571833"/>
                  </a:lnTo>
                  <a:lnTo>
                    <a:pt x="3092155" y="571833"/>
                  </a:lnTo>
                  <a:lnTo>
                    <a:pt x="3085895" y="571833"/>
                  </a:lnTo>
                  <a:lnTo>
                    <a:pt x="3079636" y="571833"/>
                  </a:lnTo>
                  <a:lnTo>
                    <a:pt x="3073376" y="571833"/>
                  </a:lnTo>
                  <a:lnTo>
                    <a:pt x="3067117" y="571833"/>
                  </a:lnTo>
                  <a:lnTo>
                    <a:pt x="3060858" y="571833"/>
                  </a:lnTo>
                  <a:lnTo>
                    <a:pt x="3054598" y="571833"/>
                  </a:lnTo>
                  <a:lnTo>
                    <a:pt x="3048339" y="571833"/>
                  </a:lnTo>
                  <a:lnTo>
                    <a:pt x="3042079" y="571833"/>
                  </a:lnTo>
                  <a:lnTo>
                    <a:pt x="3035820" y="571833"/>
                  </a:lnTo>
                  <a:lnTo>
                    <a:pt x="3029560" y="571833"/>
                  </a:lnTo>
                  <a:lnTo>
                    <a:pt x="3023301" y="571833"/>
                  </a:lnTo>
                  <a:lnTo>
                    <a:pt x="3017042" y="571833"/>
                  </a:lnTo>
                  <a:lnTo>
                    <a:pt x="3010782" y="571833"/>
                  </a:lnTo>
                  <a:lnTo>
                    <a:pt x="3004523" y="571833"/>
                  </a:lnTo>
                  <a:lnTo>
                    <a:pt x="2998263" y="571833"/>
                  </a:lnTo>
                  <a:lnTo>
                    <a:pt x="2992004" y="571833"/>
                  </a:lnTo>
                  <a:lnTo>
                    <a:pt x="2985744" y="571833"/>
                  </a:lnTo>
                  <a:lnTo>
                    <a:pt x="2979485" y="571833"/>
                  </a:lnTo>
                  <a:lnTo>
                    <a:pt x="2973226" y="571833"/>
                  </a:lnTo>
                  <a:lnTo>
                    <a:pt x="2966966" y="571833"/>
                  </a:lnTo>
                  <a:lnTo>
                    <a:pt x="2960707" y="571833"/>
                  </a:lnTo>
                  <a:lnTo>
                    <a:pt x="2954447" y="571833"/>
                  </a:lnTo>
                  <a:lnTo>
                    <a:pt x="2948188" y="571833"/>
                  </a:lnTo>
                  <a:lnTo>
                    <a:pt x="2941929" y="571833"/>
                  </a:lnTo>
                  <a:lnTo>
                    <a:pt x="2935669" y="571833"/>
                  </a:lnTo>
                  <a:lnTo>
                    <a:pt x="2929410" y="571833"/>
                  </a:lnTo>
                  <a:lnTo>
                    <a:pt x="2923150" y="571833"/>
                  </a:lnTo>
                  <a:lnTo>
                    <a:pt x="2916891" y="571833"/>
                  </a:lnTo>
                  <a:lnTo>
                    <a:pt x="2910631" y="571833"/>
                  </a:lnTo>
                  <a:lnTo>
                    <a:pt x="2904372" y="571833"/>
                  </a:lnTo>
                  <a:lnTo>
                    <a:pt x="2898113" y="571833"/>
                  </a:lnTo>
                  <a:lnTo>
                    <a:pt x="2891853" y="571833"/>
                  </a:lnTo>
                  <a:lnTo>
                    <a:pt x="2885594" y="571833"/>
                  </a:lnTo>
                  <a:lnTo>
                    <a:pt x="2879334" y="571833"/>
                  </a:lnTo>
                  <a:lnTo>
                    <a:pt x="2873075" y="571833"/>
                  </a:lnTo>
                  <a:lnTo>
                    <a:pt x="2866815" y="571833"/>
                  </a:lnTo>
                  <a:lnTo>
                    <a:pt x="2860556" y="571833"/>
                  </a:lnTo>
                  <a:lnTo>
                    <a:pt x="2854297" y="571833"/>
                  </a:lnTo>
                  <a:lnTo>
                    <a:pt x="2848037" y="571833"/>
                  </a:lnTo>
                  <a:lnTo>
                    <a:pt x="2841778" y="571833"/>
                  </a:lnTo>
                  <a:lnTo>
                    <a:pt x="2835518" y="571833"/>
                  </a:lnTo>
                  <a:lnTo>
                    <a:pt x="2829259" y="571833"/>
                  </a:lnTo>
                  <a:lnTo>
                    <a:pt x="2822999" y="571833"/>
                  </a:lnTo>
                  <a:lnTo>
                    <a:pt x="2816740" y="571833"/>
                  </a:lnTo>
                  <a:lnTo>
                    <a:pt x="2810481" y="571833"/>
                  </a:lnTo>
                  <a:lnTo>
                    <a:pt x="2804221" y="571833"/>
                  </a:lnTo>
                  <a:lnTo>
                    <a:pt x="2797962" y="571833"/>
                  </a:lnTo>
                  <a:lnTo>
                    <a:pt x="2791702" y="571833"/>
                  </a:lnTo>
                  <a:lnTo>
                    <a:pt x="2785443" y="571833"/>
                  </a:lnTo>
                  <a:lnTo>
                    <a:pt x="2779184" y="571833"/>
                  </a:lnTo>
                  <a:lnTo>
                    <a:pt x="2772924" y="571833"/>
                  </a:lnTo>
                  <a:lnTo>
                    <a:pt x="2766665" y="571833"/>
                  </a:lnTo>
                  <a:lnTo>
                    <a:pt x="2760405" y="571833"/>
                  </a:lnTo>
                  <a:lnTo>
                    <a:pt x="2754146" y="571833"/>
                  </a:lnTo>
                  <a:lnTo>
                    <a:pt x="2747886" y="571833"/>
                  </a:lnTo>
                  <a:lnTo>
                    <a:pt x="2741627" y="571833"/>
                  </a:lnTo>
                  <a:lnTo>
                    <a:pt x="2735368" y="571833"/>
                  </a:lnTo>
                  <a:lnTo>
                    <a:pt x="2729108" y="571833"/>
                  </a:lnTo>
                  <a:lnTo>
                    <a:pt x="2722849" y="571833"/>
                  </a:lnTo>
                  <a:lnTo>
                    <a:pt x="2716589" y="571833"/>
                  </a:lnTo>
                  <a:lnTo>
                    <a:pt x="2710330" y="571833"/>
                  </a:lnTo>
                  <a:lnTo>
                    <a:pt x="2704070" y="571833"/>
                  </a:lnTo>
                  <a:lnTo>
                    <a:pt x="2697811" y="571833"/>
                  </a:lnTo>
                  <a:lnTo>
                    <a:pt x="2691552" y="571833"/>
                  </a:lnTo>
                  <a:lnTo>
                    <a:pt x="2685292" y="571833"/>
                  </a:lnTo>
                  <a:lnTo>
                    <a:pt x="2679033" y="571833"/>
                  </a:lnTo>
                  <a:lnTo>
                    <a:pt x="2672773" y="571833"/>
                  </a:lnTo>
                  <a:lnTo>
                    <a:pt x="2666514" y="571833"/>
                  </a:lnTo>
                  <a:lnTo>
                    <a:pt x="2660254" y="571833"/>
                  </a:lnTo>
                  <a:lnTo>
                    <a:pt x="2653995" y="571833"/>
                  </a:lnTo>
                  <a:lnTo>
                    <a:pt x="2647736" y="571833"/>
                  </a:lnTo>
                  <a:lnTo>
                    <a:pt x="2641476" y="571833"/>
                  </a:lnTo>
                  <a:lnTo>
                    <a:pt x="2635217" y="571833"/>
                  </a:lnTo>
                  <a:lnTo>
                    <a:pt x="2628957" y="571833"/>
                  </a:lnTo>
                  <a:lnTo>
                    <a:pt x="2622698" y="571833"/>
                  </a:lnTo>
                  <a:lnTo>
                    <a:pt x="2616438" y="571833"/>
                  </a:lnTo>
                  <a:lnTo>
                    <a:pt x="2610179" y="571833"/>
                  </a:lnTo>
                  <a:lnTo>
                    <a:pt x="2603920" y="571833"/>
                  </a:lnTo>
                  <a:lnTo>
                    <a:pt x="2597660" y="571833"/>
                  </a:lnTo>
                  <a:lnTo>
                    <a:pt x="2591401" y="571833"/>
                  </a:lnTo>
                  <a:lnTo>
                    <a:pt x="2585141" y="571833"/>
                  </a:lnTo>
                  <a:lnTo>
                    <a:pt x="2578882" y="571833"/>
                  </a:lnTo>
                  <a:lnTo>
                    <a:pt x="2572623" y="571833"/>
                  </a:lnTo>
                  <a:lnTo>
                    <a:pt x="2566363" y="571833"/>
                  </a:lnTo>
                  <a:lnTo>
                    <a:pt x="2560104" y="571833"/>
                  </a:lnTo>
                  <a:lnTo>
                    <a:pt x="2553844" y="571833"/>
                  </a:lnTo>
                  <a:lnTo>
                    <a:pt x="2547585" y="571833"/>
                  </a:lnTo>
                  <a:lnTo>
                    <a:pt x="2541325" y="571833"/>
                  </a:lnTo>
                  <a:lnTo>
                    <a:pt x="2535066" y="571833"/>
                  </a:lnTo>
                  <a:lnTo>
                    <a:pt x="2528807" y="571833"/>
                  </a:lnTo>
                  <a:lnTo>
                    <a:pt x="2522547" y="571833"/>
                  </a:lnTo>
                  <a:lnTo>
                    <a:pt x="2516288" y="571833"/>
                  </a:lnTo>
                  <a:lnTo>
                    <a:pt x="2510028" y="571833"/>
                  </a:lnTo>
                  <a:lnTo>
                    <a:pt x="2503769" y="571833"/>
                  </a:lnTo>
                  <a:lnTo>
                    <a:pt x="2497509" y="571833"/>
                  </a:lnTo>
                  <a:lnTo>
                    <a:pt x="2491250" y="571833"/>
                  </a:lnTo>
                  <a:lnTo>
                    <a:pt x="2484991" y="571833"/>
                  </a:lnTo>
                  <a:lnTo>
                    <a:pt x="2478731" y="571833"/>
                  </a:lnTo>
                  <a:lnTo>
                    <a:pt x="2472472" y="571833"/>
                  </a:lnTo>
                  <a:lnTo>
                    <a:pt x="2466212" y="571833"/>
                  </a:lnTo>
                  <a:lnTo>
                    <a:pt x="2459953" y="571833"/>
                  </a:lnTo>
                  <a:lnTo>
                    <a:pt x="2453693" y="571833"/>
                  </a:lnTo>
                  <a:lnTo>
                    <a:pt x="2447434" y="571833"/>
                  </a:lnTo>
                  <a:lnTo>
                    <a:pt x="2441175" y="571833"/>
                  </a:lnTo>
                  <a:lnTo>
                    <a:pt x="2434915" y="571833"/>
                  </a:lnTo>
                  <a:lnTo>
                    <a:pt x="2428656" y="571833"/>
                  </a:lnTo>
                  <a:lnTo>
                    <a:pt x="2422396" y="571833"/>
                  </a:lnTo>
                  <a:lnTo>
                    <a:pt x="2416137" y="571833"/>
                  </a:lnTo>
                  <a:lnTo>
                    <a:pt x="2409878" y="571833"/>
                  </a:lnTo>
                  <a:lnTo>
                    <a:pt x="2403618" y="571833"/>
                  </a:lnTo>
                  <a:lnTo>
                    <a:pt x="2397359" y="571833"/>
                  </a:lnTo>
                  <a:lnTo>
                    <a:pt x="2391099" y="571833"/>
                  </a:lnTo>
                  <a:lnTo>
                    <a:pt x="2384840" y="571833"/>
                  </a:lnTo>
                  <a:lnTo>
                    <a:pt x="2378580" y="571833"/>
                  </a:lnTo>
                  <a:lnTo>
                    <a:pt x="2372321" y="571833"/>
                  </a:lnTo>
                  <a:lnTo>
                    <a:pt x="2366062" y="571833"/>
                  </a:lnTo>
                  <a:lnTo>
                    <a:pt x="2359802" y="571833"/>
                  </a:lnTo>
                  <a:lnTo>
                    <a:pt x="2353543" y="571833"/>
                  </a:lnTo>
                  <a:lnTo>
                    <a:pt x="2347283" y="571833"/>
                  </a:lnTo>
                  <a:lnTo>
                    <a:pt x="2341024" y="571833"/>
                  </a:lnTo>
                  <a:lnTo>
                    <a:pt x="2334764" y="571833"/>
                  </a:lnTo>
                  <a:lnTo>
                    <a:pt x="2328505" y="571833"/>
                  </a:lnTo>
                  <a:lnTo>
                    <a:pt x="2322246" y="571833"/>
                  </a:lnTo>
                  <a:lnTo>
                    <a:pt x="2315986" y="571833"/>
                  </a:lnTo>
                  <a:lnTo>
                    <a:pt x="2309727" y="571833"/>
                  </a:lnTo>
                  <a:lnTo>
                    <a:pt x="2303467" y="571833"/>
                  </a:lnTo>
                  <a:lnTo>
                    <a:pt x="2297208" y="571833"/>
                  </a:lnTo>
                  <a:lnTo>
                    <a:pt x="2290948" y="571833"/>
                  </a:lnTo>
                  <a:lnTo>
                    <a:pt x="2284689" y="571833"/>
                  </a:lnTo>
                  <a:lnTo>
                    <a:pt x="2278430" y="571833"/>
                  </a:lnTo>
                  <a:lnTo>
                    <a:pt x="2272170" y="571833"/>
                  </a:lnTo>
                  <a:lnTo>
                    <a:pt x="2265911" y="571833"/>
                  </a:lnTo>
                  <a:lnTo>
                    <a:pt x="2259651" y="571833"/>
                  </a:lnTo>
                  <a:lnTo>
                    <a:pt x="2253392" y="571833"/>
                  </a:lnTo>
                  <a:lnTo>
                    <a:pt x="2247133" y="571833"/>
                  </a:lnTo>
                  <a:lnTo>
                    <a:pt x="2240873" y="571833"/>
                  </a:lnTo>
                  <a:lnTo>
                    <a:pt x="2234614" y="571833"/>
                  </a:lnTo>
                  <a:lnTo>
                    <a:pt x="2228354" y="571833"/>
                  </a:lnTo>
                  <a:lnTo>
                    <a:pt x="2222095" y="571833"/>
                  </a:lnTo>
                  <a:lnTo>
                    <a:pt x="2215835" y="571833"/>
                  </a:lnTo>
                  <a:lnTo>
                    <a:pt x="2209576" y="571833"/>
                  </a:lnTo>
                  <a:lnTo>
                    <a:pt x="2203317" y="571833"/>
                  </a:lnTo>
                  <a:lnTo>
                    <a:pt x="2197057" y="571833"/>
                  </a:lnTo>
                  <a:lnTo>
                    <a:pt x="2190798" y="571833"/>
                  </a:lnTo>
                  <a:lnTo>
                    <a:pt x="2184538" y="571833"/>
                  </a:lnTo>
                  <a:lnTo>
                    <a:pt x="2178279" y="571833"/>
                  </a:lnTo>
                  <a:lnTo>
                    <a:pt x="2172019" y="571833"/>
                  </a:lnTo>
                  <a:lnTo>
                    <a:pt x="2165760" y="571833"/>
                  </a:lnTo>
                  <a:lnTo>
                    <a:pt x="2159501" y="571833"/>
                  </a:lnTo>
                  <a:lnTo>
                    <a:pt x="2153241" y="571833"/>
                  </a:lnTo>
                  <a:lnTo>
                    <a:pt x="2146982" y="571833"/>
                  </a:lnTo>
                  <a:lnTo>
                    <a:pt x="2140722" y="571833"/>
                  </a:lnTo>
                  <a:lnTo>
                    <a:pt x="2134463" y="571833"/>
                  </a:lnTo>
                  <a:lnTo>
                    <a:pt x="2128203" y="571833"/>
                  </a:lnTo>
                  <a:lnTo>
                    <a:pt x="2121944" y="571833"/>
                  </a:lnTo>
                  <a:lnTo>
                    <a:pt x="2115685" y="571833"/>
                  </a:lnTo>
                  <a:lnTo>
                    <a:pt x="2109425" y="571833"/>
                  </a:lnTo>
                  <a:lnTo>
                    <a:pt x="2103166" y="571833"/>
                  </a:lnTo>
                  <a:lnTo>
                    <a:pt x="2096906" y="571833"/>
                  </a:lnTo>
                  <a:lnTo>
                    <a:pt x="2090647" y="571833"/>
                  </a:lnTo>
                  <a:lnTo>
                    <a:pt x="2084388" y="571833"/>
                  </a:lnTo>
                  <a:lnTo>
                    <a:pt x="2078128" y="571833"/>
                  </a:lnTo>
                  <a:lnTo>
                    <a:pt x="2071869" y="571833"/>
                  </a:lnTo>
                  <a:lnTo>
                    <a:pt x="2065609" y="571833"/>
                  </a:lnTo>
                  <a:lnTo>
                    <a:pt x="2059350" y="571833"/>
                  </a:lnTo>
                  <a:lnTo>
                    <a:pt x="2053090" y="571833"/>
                  </a:lnTo>
                  <a:lnTo>
                    <a:pt x="2046831" y="571833"/>
                  </a:lnTo>
                  <a:lnTo>
                    <a:pt x="2040572" y="571833"/>
                  </a:lnTo>
                  <a:lnTo>
                    <a:pt x="2034312" y="571833"/>
                  </a:lnTo>
                  <a:lnTo>
                    <a:pt x="2028053" y="571833"/>
                  </a:lnTo>
                  <a:lnTo>
                    <a:pt x="2021793" y="571833"/>
                  </a:lnTo>
                  <a:lnTo>
                    <a:pt x="2015534" y="571833"/>
                  </a:lnTo>
                  <a:lnTo>
                    <a:pt x="2009274" y="571833"/>
                  </a:lnTo>
                  <a:lnTo>
                    <a:pt x="2003015" y="571833"/>
                  </a:lnTo>
                  <a:lnTo>
                    <a:pt x="1996756" y="571833"/>
                  </a:lnTo>
                  <a:lnTo>
                    <a:pt x="1990496" y="571833"/>
                  </a:lnTo>
                  <a:lnTo>
                    <a:pt x="1984237" y="571833"/>
                  </a:lnTo>
                  <a:lnTo>
                    <a:pt x="1977977" y="571833"/>
                  </a:lnTo>
                  <a:lnTo>
                    <a:pt x="1971718" y="571833"/>
                  </a:lnTo>
                  <a:lnTo>
                    <a:pt x="1965458" y="571833"/>
                  </a:lnTo>
                  <a:lnTo>
                    <a:pt x="1959199" y="571833"/>
                  </a:lnTo>
                  <a:lnTo>
                    <a:pt x="1952940" y="571833"/>
                  </a:lnTo>
                  <a:lnTo>
                    <a:pt x="1946680" y="571833"/>
                  </a:lnTo>
                  <a:lnTo>
                    <a:pt x="1940421" y="571833"/>
                  </a:lnTo>
                  <a:lnTo>
                    <a:pt x="1934161" y="571833"/>
                  </a:lnTo>
                  <a:lnTo>
                    <a:pt x="1927902" y="571833"/>
                  </a:lnTo>
                  <a:lnTo>
                    <a:pt x="1921642" y="571833"/>
                  </a:lnTo>
                  <a:lnTo>
                    <a:pt x="1915383" y="571833"/>
                  </a:lnTo>
                  <a:lnTo>
                    <a:pt x="1909124" y="571833"/>
                  </a:lnTo>
                  <a:lnTo>
                    <a:pt x="1902864" y="571833"/>
                  </a:lnTo>
                  <a:lnTo>
                    <a:pt x="1896605" y="571833"/>
                  </a:lnTo>
                  <a:lnTo>
                    <a:pt x="1890345" y="571833"/>
                  </a:lnTo>
                  <a:lnTo>
                    <a:pt x="1884086" y="571833"/>
                  </a:lnTo>
                  <a:lnTo>
                    <a:pt x="1877827" y="571833"/>
                  </a:lnTo>
                  <a:lnTo>
                    <a:pt x="1871567" y="571833"/>
                  </a:lnTo>
                  <a:lnTo>
                    <a:pt x="1865308" y="571833"/>
                  </a:lnTo>
                  <a:lnTo>
                    <a:pt x="1859048" y="571833"/>
                  </a:lnTo>
                  <a:lnTo>
                    <a:pt x="1852789" y="571833"/>
                  </a:lnTo>
                  <a:lnTo>
                    <a:pt x="1846529" y="571833"/>
                  </a:lnTo>
                  <a:lnTo>
                    <a:pt x="1840270" y="571833"/>
                  </a:lnTo>
                  <a:lnTo>
                    <a:pt x="1834011" y="571833"/>
                  </a:lnTo>
                  <a:lnTo>
                    <a:pt x="1827751" y="571833"/>
                  </a:lnTo>
                  <a:lnTo>
                    <a:pt x="1821492" y="571833"/>
                  </a:lnTo>
                  <a:lnTo>
                    <a:pt x="1815232" y="571833"/>
                  </a:lnTo>
                  <a:lnTo>
                    <a:pt x="1808973" y="571833"/>
                  </a:lnTo>
                  <a:lnTo>
                    <a:pt x="1802713" y="571833"/>
                  </a:lnTo>
                  <a:lnTo>
                    <a:pt x="1796454" y="571833"/>
                  </a:lnTo>
                  <a:lnTo>
                    <a:pt x="1790195" y="571833"/>
                  </a:lnTo>
                  <a:lnTo>
                    <a:pt x="1783935" y="571833"/>
                  </a:lnTo>
                  <a:lnTo>
                    <a:pt x="1777676" y="571833"/>
                  </a:lnTo>
                  <a:lnTo>
                    <a:pt x="1771416" y="571833"/>
                  </a:lnTo>
                  <a:lnTo>
                    <a:pt x="1765157" y="571833"/>
                  </a:lnTo>
                  <a:lnTo>
                    <a:pt x="1758897" y="571833"/>
                  </a:lnTo>
                  <a:lnTo>
                    <a:pt x="1752638" y="571833"/>
                  </a:lnTo>
                  <a:lnTo>
                    <a:pt x="1746379" y="571833"/>
                  </a:lnTo>
                  <a:lnTo>
                    <a:pt x="1740119" y="571833"/>
                  </a:lnTo>
                  <a:lnTo>
                    <a:pt x="1733860" y="571833"/>
                  </a:lnTo>
                  <a:lnTo>
                    <a:pt x="1727600" y="571833"/>
                  </a:lnTo>
                  <a:lnTo>
                    <a:pt x="1721341" y="571833"/>
                  </a:lnTo>
                  <a:lnTo>
                    <a:pt x="1715082" y="571833"/>
                  </a:lnTo>
                  <a:lnTo>
                    <a:pt x="1708822" y="571833"/>
                  </a:lnTo>
                  <a:lnTo>
                    <a:pt x="1702563" y="571833"/>
                  </a:lnTo>
                  <a:lnTo>
                    <a:pt x="1696303" y="571833"/>
                  </a:lnTo>
                  <a:lnTo>
                    <a:pt x="1690044" y="571833"/>
                  </a:lnTo>
                  <a:lnTo>
                    <a:pt x="1683784" y="571833"/>
                  </a:lnTo>
                  <a:lnTo>
                    <a:pt x="1677525" y="571833"/>
                  </a:lnTo>
                  <a:lnTo>
                    <a:pt x="1671266" y="571833"/>
                  </a:lnTo>
                  <a:lnTo>
                    <a:pt x="1665006" y="571833"/>
                  </a:lnTo>
                  <a:lnTo>
                    <a:pt x="1658747" y="571833"/>
                  </a:lnTo>
                  <a:lnTo>
                    <a:pt x="1652487" y="571833"/>
                  </a:lnTo>
                  <a:lnTo>
                    <a:pt x="1646228" y="571833"/>
                  </a:lnTo>
                  <a:lnTo>
                    <a:pt x="1639968" y="571833"/>
                  </a:lnTo>
                  <a:lnTo>
                    <a:pt x="1633709" y="571833"/>
                  </a:lnTo>
                  <a:lnTo>
                    <a:pt x="1627450" y="571833"/>
                  </a:lnTo>
                  <a:lnTo>
                    <a:pt x="1621190" y="571833"/>
                  </a:lnTo>
                  <a:lnTo>
                    <a:pt x="1614931" y="571833"/>
                  </a:lnTo>
                  <a:lnTo>
                    <a:pt x="1608671" y="571833"/>
                  </a:lnTo>
                  <a:lnTo>
                    <a:pt x="1602412" y="571833"/>
                  </a:lnTo>
                  <a:lnTo>
                    <a:pt x="1596152" y="571833"/>
                  </a:lnTo>
                  <a:lnTo>
                    <a:pt x="1589893" y="571833"/>
                  </a:lnTo>
                  <a:lnTo>
                    <a:pt x="1583634" y="571833"/>
                  </a:lnTo>
                  <a:lnTo>
                    <a:pt x="1577374" y="571833"/>
                  </a:lnTo>
                  <a:lnTo>
                    <a:pt x="1571115" y="571833"/>
                  </a:lnTo>
                  <a:lnTo>
                    <a:pt x="1564855" y="571833"/>
                  </a:lnTo>
                  <a:lnTo>
                    <a:pt x="1558596" y="571833"/>
                  </a:lnTo>
                  <a:lnTo>
                    <a:pt x="1552337" y="571833"/>
                  </a:lnTo>
                  <a:lnTo>
                    <a:pt x="1546077" y="571833"/>
                  </a:lnTo>
                  <a:lnTo>
                    <a:pt x="1539818" y="571833"/>
                  </a:lnTo>
                  <a:lnTo>
                    <a:pt x="1533558" y="571833"/>
                  </a:lnTo>
                  <a:lnTo>
                    <a:pt x="1527299" y="571833"/>
                  </a:lnTo>
                  <a:lnTo>
                    <a:pt x="1521039" y="571833"/>
                  </a:lnTo>
                  <a:lnTo>
                    <a:pt x="1514780" y="571833"/>
                  </a:lnTo>
                  <a:lnTo>
                    <a:pt x="1508521" y="571833"/>
                  </a:lnTo>
                  <a:lnTo>
                    <a:pt x="1502261" y="571833"/>
                  </a:lnTo>
                  <a:lnTo>
                    <a:pt x="1496002" y="571833"/>
                  </a:lnTo>
                  <a:lnTo>
                    <a:pt x="1489742" y="571833"/>
                  </a:lnTo>
                  <a:lnTo>
                    <a:pt x="1483483" y="571833"/>
                  </a:lnTo>
                  <a:lnTo>
                    <a:pt x="1477223" y="571833"/>
                  </a:lnTo>
                  <a:lnTo>
                    <a:pt x="1470964" y="571833"/>
                  </a:lnTo>
                  <a:lnTo>
                    <a:pt x="1464705" y="571833"/>
                  </a:lnTo>
                  <a:lnTo>
                    <a:pt x="1458445" y="571833"/>
                  </a:lnTo>
                  <a:lnTo>
                    <a:pt x="1452186" y="571833"/>
                  </a:lnTo>
                  <a:lnTo>
                    <a:pt x="1445926" y="571833"/>
                  </a:lnTo>
                  <a:lnTo>
                    <a:pt x="1439667" y="571833"/>
                  </a:lnTo>
                  <a:lnTo>
                    <a:pt x="1433407" y="571833"/>
                  </a:lnTo>
                  <a:lnTo>
                    <a:pt x="1427148" y="571833"/>
                  </a:lnTo>
                  <a:lnTo>
                    <a:pt x="1420889" y="571833"/>
                  </a:lnTo>
                  <a:lnTo>
                    <a:pt x="1414629" y="571833"/>
                  </a:lnTo>
                  <a:lnTo>
                    <a:pt x="1408370" y="571833"/>
                  </a:lnTo>
                  <a:lnTo>
                    <a:pt x="1402110" y="571833"/>
                  </a:lnTo>
                  <a:lnTo>
                    <a:pt x="1395851" y="571833"/>
                  </a:lnTo>
                  <a:lnTo>
                    <a:pt x="1389592" y="571833"/>
                  </a:lnTo>
                  <a:lnTo>
                    <a:pt x="1383332" y="571833"/>
                  </a:lnTo>
                  <a:lnTo>
                    <a:pt x="1377073" y="571833"/>
                  </a:lnTo>
                  <a:lnTo>
                    <a:pt x="1370813" y="571833"/>
                  </a:lnTo>
                  <a:lnTo>
                    <a:pt x="1364554" y="571833"/>
                  </a:lnTo>
                  <a:lnTo>
                    <a:pt x="1358294" y="571833"/>
                  </a:lnTo>
                  <a:lnTo>
                    <a:pt x="1352035" y="571833"/>
                  </a:lnTo>
                  <a:lnTo>
                    <a:pt x="1345776" y="571833"/>
                  </a:lnTo>
                  <a:lnTo>
                    <a:pt x="1339516" y="571833"/>
                  </a:lnTo>
                  <a:lnTo>
                    <a:pt x="1333257" y="571833"/>
                  </a:lnTo>
                  <a:lnTo>
                    <a:pt x="1326997" y="571833"/>
                  </a:lnTo>
                  <a:lnTo>
                    <a:pt x="1320738" y="571833"/>
                  </a:lnTo>
                  <a:lnTo>
                    <a:pt x="1314478" y="571833"/>
                  </a:lnTo>
                  <a:lnTo>
                    <a:pt x="1308219" y="571833"/>
                  </a:lnTo>
                  <a:lnTo>
                    <a:pt x="1301960" y="571833"/>
                  </a:lnTo>
                  <a:lnTo>
                    <a:pt x="1295700" y="571833"/>
                  </a:lnTo>
                  <a:lnTo>
                    <a:pt x="1289441" y="571833"/>
                  </a:lnTo>
                  <a:lnTo>
                    <a:pt x="1283181" y="571833"/>
                  </a:lnTo>
                  <a:lnTo>
                    <a:pt x="1276922" y="571833"/>
                  </a:lnTo>
                  <a:lnTo>
                    <a:pt x="1270662" y="571833"/>
                  </a:lnTo>
                  <a:lnTo>
                    <a:pt x="1264403" y="571833"/>
                  </a:lnTo>
                  <a:lnTo>
                    <a:pt x="1258144" y="571833"/>
                  </a:lnTo>
                  <a:lnTo>
                    <a:pt x="1251884" y="571833"/>
                  </a:lnTo>
                  <a:lnTo>
                    <a:pt x="1245625" y="571833"/>
                  </a:lnTo>
                  <a:lnTo>
                    <a:pt x="1239365" y="571833"/>
                  </a:lnTo>
                  <a:lnTo>
                    <a:pt x="1233106" y="571833"/>
                  </a:lnTo>
                  <a:lnTo>
                    <a:pt x="1226846" y="571833"/>
                  </a:lnTo>
                  <a:lnTo>
                    <a:pt x="1220587" y="571833"/>
                  </a:lnTo>
                  <a:lnTo>
                    <a:pt x="1214328" y="571833"/>
                  </a:lnTo>
                  <a:lnTo>
                    <a:pt x="1208068" y="571833"/>
                  </a:lnTo>
                  <a:lnTo>
                    <a:pt x="1201809" y="571833"/>
                  </a:lnTo>
                  <a:lnTo>
                    <a:pt x="1195549" y="571833"/>
                  </a:lnTo>
                  <a:lnTo>
                    <a:pt x="1189290" y="571833"/>
                  </a:lnTo>
                  <a:lnTo>
                    <a:pt x="1183031" y="571833"/>
                  </a:lnTo>
                  <a:lnTo>
                    <a:pt x="1176771" y="571833"/>
                  </a:lnTo>
                  <a:lnTo>
                    <a:pt x="1170512" y="571833"/>
                  </a:lnTo>
                  <a:lnTo>
                    <a:pt x="1164252" y="571833"/>
                  </a:lnTo>
                  <a:lnTo>
                    <a:pt x="1157993" y="571833"/>
                  </a:lnTo>
                  <a:lnTo>
                    <a:pt x="1151733" y="571833"/>
                  </a:lnTo>
                  <a:lnTo>
                    <a:pt x="1145474" y="571833"/>
                  </a:lnTo>
                  <a:lnTo>
                    <a:pt x="1139215" y="571833"/>
                  </a:lnTo>
                  <a:lnTo>
                    <a:pt x="1132955" y="571833"/>
                  </a:lnTo>
                  <a:lnTo>
                    <a:pt x="1126696" y="571833"/>
                  </a:lnTo>
                  <a:lnTo>
                    <a:pt x="1120436" y="571833"/>
                  </a:lnTo>
                  <a:lnTo>
                    <a:pt x="1114177" y="571833"/>
                  </a:lnTo>
                  <a:lnTo>
                    <a:pt x="1107917" y="571833"/>
                  </a:lnTo>
                  <a:lnTo>
                    <a:pt x="1101658" y="571833"/>
                  </a:lnTo>
                  <a:lnTo>
                    <a:pt x="1095399" y="571833"/>
                  </a:lnTo>
                  <a:lnTo>
                    <a:pt x="1089139" y="571833"/>
                  </a:lnTo>
                  <a:lnTo>
                    <a:pt x="1082880" y="571833"/>
                  </a:lnTo>
                  <a:lnTo>
                    <a:pt x="1076620" y="571833"/>
                  </a:lnTo>
                  <a:lnTo>
                    <a:pt x="1070361" y="571833"/>
                  </a:lnTo>
                  <a:lnTo>
                    <a:pt x="1064101" y="571833"/>
                  </a:lnTo>
                  <a:lnTo>
                    <a:pt x="1057842" y="571833"/>
                  </a:lnTo>
                  <a:lnTo>
                    <a:pt x="1051583" y="571833"/>
                  </a:lnTo>
                  <a:lnTo>
                    <a:pt x="1045323" y="571833"/>
                  </a:lnTo>
                  <a:lnTo>
                    <a:pt x="1039064" y="571833"/>
                  </a:lnTo>
                  <a:lnTo>
                    <a:pt x="1032804" y="571833"/>
                  </a:lnTo>
                  <a:lnTo>
                    <a:pt x="1026545" y="571833"/>
                  </a:lnTo>
                  <a:lnTo>
                    <a:pt x="1020286" y="571833"/>
                  </a:lnTo>
                  <a:lnTo>
                    <a:pt x="1014026" y="571833"/>
                  </a:lnTo>
                  <a:lnTo>
                    <a:pt x="1007767" y="571833"/>
                  </a:lnTo>
                  <a:lnTo>
                    <a:pt x="1001507" y="571833"/>
                  </a:lnTo>
                  <a:lnTo>
                    <a:pt x="995248" y="571833"/>
                  </a:lnTo>
                  <a:lnTo>
                    <a:pt x="988988" y="571833"/>
                  </a:lnTo>
                  <a:lnTo>
                    <a:pt x="982729" y="571833"/>
                  </a:lnTo>
                  <a:lnTo>
                    <a:pt x="976470" y="571833"/>
                  </a:lnTo>
                  <a:lnTo>
                    <a:pt x="970210" y="571833"/>
                  </a:lnTo>
                  <a:lnTo>
                    <a:pt x="963951" y="571833"/>
                  </a:lnTo>
                  <a:lnTo>
                    <a:pt x="957691" y="571833"/>
                  </a:lnTo>
                  <a:lnTo>
                    <a:pt x="951432" y="571833"/>
                  </a:lnTo>
                  <a:lnTo>
                    <a:pt x="945172" y="571833"/>
                  </a:lnTo>
                  <a:lnTo>
                    <a:pt x="938913" y="571833"/>
                  </a:lnTo>
                  <a:lnTo>
                    <a:pt x="932654" y="571833"/>
                  </a:lnTo>
                  <a:lnTo>
                    <a:pt x="926394" y="571833"/>
                  </a:lnTo>
                  <a:lnTo>
                    <a:pt x="920135" y="571833"/>
                  </a:lnTo>
                  <a:lnTo>
                    <a:pt x="913875" y="571833"/>
                  </a:lnTo>
                  <a:lnTo>
                    <a:pt x="907616" y="571833"/>
                  </a:lnTo>
                  <a:lnTo>
                    <a:pt x="901356" y="571833"/>
                  </a:lnTo>
                  <a:lnTo>
                    <a:pt x="895097" y="571833"/>
                  </a:lnTo>
                  <a:lnTo>
                    <a:pt x="888838" y="571833"/>
                  </a:lnTo>
                  <a:lnTo>
                    <a:pt x="882578" y="571833"/>
                  </a:lnTo>
                  <a:lnTo>
                    <a:pt x="876319" y="571833"/>
                  </a:lnTo>
                  <a:lnTo>
                    <a:pt x="870059" y="571833"/>
                  </a:lnTo>
                  <a:lnTo>
                    <a:pt x="863800" y="571833"/>
                  </a:lnTo>
                  <a:lnTo>
                    <a:pt x="857541" y="571833"/>
                  </a:lnTo>
                  <a:lnTo>
                    <a:pt x="851281" y="571833"/>
                  </a:lnTo>
                  <a:lnTo>
                    <a:pt x="845022" y="571833"/>
                  </a:lnTo>
                  <a:lnTo>
                    <a:pt x="838762" y="571833"/>
                  </a:lnTo>
                  <a:lnTo>
                    <a:pt x="832503" y="571833"/>
                  </a:lnTo>
                  <a:lnTo>
                    <a:pt x="826243" y="571833"/>
                  </a:lnTo>
                  <a:lnTo>
                    <a:pt x="819984" y="571833"/>
                  </a:lnTo>
                  <a:lnTo>
                    <a:pt x="813725" y="571833"/>
                  </a:lnTo>
                  <a:lnTo>
                    <a:pt x="807465" y="571833"/>
                  </a:lnTo>
                  <a:lnTo>
                    <a:pt x="801206" y="571833"/>
                  </a:lnTo>
                  <a:lnTo>
                    <a:pt x="794946" y="571833"/>
                  </a:lnTo>
                  <a:lnTo>
                    <a:pt x="788687" y="571833"/>
                  </a:lnTo>
                  <a:lnTo>
                    <a:pt x="782427" y="571833"/>
                  </a:lnTo>
                  <a:lnTo>
                    <a:pt x="776168" y="571833"/>
                  </a:lnTo>
                  <a:lnTo>
                    <a:pt x="769909" y="571833"/>
                  </a:lnTo>
                  <a:lnTo>
                    <a:pt x="763649" y="571833"/>
                  </a:lnTo>
                  <a:lnTo>
                    <a:pt x="757390" y="571833"/>
                  </a:lnTo>
                  <a:lnTo>
                    <a:pt x="751130" y="571833"/>
                  </a:lnTo>
                  <a:lnTo>
                    <a:pt x="744871" y="571833"/>
                  </a:lnTo>
                  <a:lnTo>
                    <a:pt x="738611" y="571833"/>
                  </a:lnTo>
                  <a:lnTo>
                    <a:pt x="732352" y="571833"/>
                  </a:lnTo>
                  <a:lnTo>
                    <a:pt x="726093" y="571833"/>
                  </a:lnTo>
                  <a:lnTo>
                    <a:pt x="719833" y="571833"/>
                  </a:lnTo>
                  <a:lnTo>
                    <a:pt x="713574" y="571833"/>
                  </a:lnTo>
                  <a:lnTo>
                    <a:pt x="707314" y="571833"/>
                  </a:lnTo>
                  <a:lnTo>
                    <a:pt x="701055" y="571833"/>
                  </a:lnTo>
                  <a:lnTo>
                    <a:pt x="694796" y="571833"/>
                  </a:lnTo>
                  <a:lnTo>
                    <a:pt x="688536" y="571833"/>
                  </a:lnTo>
                  <a:lnTo>
                    <a:pt x="682277" y="571833"/>
                  </a:lnTo>
                  <a:lnTo>
                    <a:pt x="676017" y="571833"/>
                  </a:lnTo>
                  <a:lnTo>
                    <a:pt x="669758" y="571833"/>
                  </a:lnTo>
                  <a:lnTo>
                    <a:pt x="663498" y="571833"/>
                  </a:lnTo>
                  <a:lnTo>
                    <a:pt x="657239" y="571833"/>
                  </a:lnTo>
                  <a:lnTo>
                    <a:pt x="650980" y="571833"/>
                  </a:lnTo>
                  <a:lnTo>
                    <a:pt x="644720" y="571833"/>
                  </a:lnTo>
                  <a:lnTo>
                    <a:pt x="638461" y="571833"/>
                  </a:lnTo>
                  <a:lnTo>
                    <a:pt x="632201" y="571833"/>
                  </a:lnTo>
                  <a:lnTo>
                    <a:pt x="625942" y="571833"/>
                  </a:lnTo>
                  <a:lnTo>
                    <a:pt x="619682" y="571833"/>
                  </a:lnTo>
                  <a:lnTo>
                    <a:pt x="613423" y="571833"/>
                  </a:lnTo>
                  <a:lnTo>
                    <a:pt x="607164" y="571833"/>
                  </a:lnTo>
                  <a:lnTo>
                    <a:pt x="600904" y="571833"/>
                  </a:lnTo>
                  <a:lnTo>
                    <a:pt x="594645" y="571833"/>
                  </a:lnTo>
                  <a:lnTo>
                    <a:pt x="588385" y="571833"/>
                  </a:lnTo>
                  <a:lnTo>
                    <a:pt x="582126" y="571833"/>
                  </a:lnTo>
                  <a:lnTo>
                    <a:pt x="575866" y="571833"/>
                  </a:lnTo>
                  <a:lnTo>
                    <a:pt x="569607" y="571833"/>
                  </a:lnTo>
                  <a:lnTo>
                    <a:pt x="563348" y="571833"/>
                  </a:lnTo>
                  <a:lnTo>
                    <a:pt x="557088" y="571833"/>
                  </a:lnTo>
                  <a:lnTo>
                    <a:pt x="550829" y="571833"/>
                  </a:lnTo>
                  <a:lnTo>
                    <a:pt x="544569" y="571833"/>
                  </a:lnTo>
                  <a:lnTo>
                    <a:pt x="538310" y="571833"/>
                  </a:lnTo>
                  <a:lnTo>
                    <a:pt x="532050" y="571833"/>
                  </a:lnTo>
                  <a:lnTo>
                    <a:pt x="525791" y="571833"/>
                  </a:lnTo>
                  <a:lnTo>
                    <a:pt x="519532" y="571833"/>
                  </a:lnTo>
                  <a:lnTo>
                    <a:pt x="513272" y="571833"/>
                  </a:lnTo>
                  <a:lnTo>
                    <a:pt x="507013" y="571833"/>
                  </a:lnTo>
                  <a:lnTo>
                    <a:pt x="500753" y="571833"/>
                  </a:lnTo>
                  <a:lnTo>
                    <a:pt x="494494" y="571833"/>
                  </a:lnTo>
                  <a:lnTo>
                    <a:pt x="488235" y="571833"/>
                  </a:lnTo>
                  <a:lnTo>
                    <a:pt x="481975" y="571833"/>
                  </a:lnTo>
                  <a:lnTo>
                    <a:pt x="475716" y="571833"/>
                  </a:lnTo>
                  <a:lnTo>
                    <a:pt x="469456" y="571833"/>
                  </a:lnTo>
                  <a:lnTo>
                    <a:pt x="463197" y="571833"/>
                  </a:lnTo>
                  <a:lnTo>
                    <a:pt x="456937" y="571833"/>
                  </a:lnTo>
                  <a:lnTo>
                    <a:pt x="450678" y="571833"/>
                  </a:lnTo>
                  <a:lnTo>
                    <a:pt x="444419" y="571833"/>
                  </a:lnTo>
                  <a:lnTo>
                    <a:pt x="438159" y="571833"/>
                  </a:lnTo>
                  <a:lnTo>
                    <a:pt x="431900" y="571833"/>
                  </a:lnTo>
                  <a:lnTo>
                    <a:pt x="425640" y="571833"/>
                  </a:lnTo>
                  <a:lnTo>
                    <a:pt x="419381" y="571833"/>
                  </a:lnTo>
                  <a:lnTo>
                    <a:pt x="413121" y="571833"/>
                  </a:lnTo>
                  <a:lnTo>
                    <a:pt x="406862" y="571833"/>
                  </a:lnTo>
                  <a:lnTo>
                    <a:pt x="400603" y="571833"/>
                  </a:lnTo>
                  <a:lnTo>
                    <a:pt x="394343" y="571833"/>
                  </a:lnTo>
                  <a:lnTo>
                    <a:pt x="388084" y="571833"/>
                  </a:lnTo>
                  <a:lnTo>
                    <a:pt x="381824" y="571833"/>
                  </a:lnTo>
                  <a:lnTo>
                    <a:pt x="375565" y="571833"/>
                  </a:lnTo>
                  <a:lnTo>
                    <a:pt x="369305" y="571833"/>
                  </a:lnTo>
                  <a:lnTo>
                    <a:pt x="363046" y="571833"/>
                  </a:lnTo>
                  <a:lnTo>
                    <a:pt x="356787" y="571833"/>
                  </a:lnTo>
                  <a:lnTo>
                    <a:pt x="350527" y="571833"/>
                  </a:lnTo>
                  <a:lnTo>
                    <a:pt x="344268" y="571833"/>
                  </a:lnTo>
                  <a:lnTo>
                    <a:pt x="338008" y="571833"/>
                  </a:lnTo>
                  <a:lnTo>
                    <a:pt x="331749" y="571833"/>
                  </a:lnTo>
                  <a:lnTo>
                    <a:pt x="325490" y="571833"/>
                  </a:lnTo>
                  <a:lnTo>
                    <a:pt x="319230" y="571833"/>
                  </a:lnTo>
                  <a:lnTo>
                    <a:pt x="312971" y="571833"/>
                  </a:lnTo>
                  <a:lnTo>
                    <a:pt x="306711" y="571833"/>
                  </a:lnTo>
                  <a:lnTo>
                    <a:pt x="300452" y="571833"/>
                  </a:lnTo>
                  <a:lnTo>
                    <a:pt x="294192" y="571833"/>
                  </a:lnTo>
                  <a:lnTo>
                    <a:pt x="287933" y="571833"/>
                  </a:lnTo>
                  <a:lnTo>
                    <a:pt x="281674" y="571833"/>
                  </a:lnTo>
                  <a:lnTo>
                    <a:pt x="275414" y="571833"/>
                  </a:lnTo>
                  <a:lnTo>
                    <a:pt x="269155" y="571833"/>
                  </a:lnTo>
                  <a:lnTo>
                    <a:pt x="262895" y="571833"/>
                  </a:lnTo>
                  <a:lnTo>
                    <a:pt x="256636" y="571833"/>
                  </a:lnTo>
                  <a:lnTo>
                    <a:pt x="250376" y="571833"/>
                  </a:lnTo>
                  <a:lnTo>
                    <a:pt x="244117" y="571833"/>
                  </a:lnTo>
                  <a:lnTo>
                    <a:pt x="237858" y="571833"/>
                  </a:lnTo>
                  <a:lnTo>
                    <a:pt x="231598" y="571833"/>
                  </a:lnTo>
                  <a:lnTo>
                    <a:pt x="225339" y="571833"/>
                  </a:lnTo>
                  <a:lnTo>
                    <a:pt x="219079" y="571833"/>
                  </a:lnTo>
                  <a:lnTo>
                    <a:pt x="212820" y="571833"/>
                  </a:lnTo>
                  <a:lnTo>
                    <a:pt x="206560" y="571833"/>
                  </a:lnTo>
                  <a:lnTo>
                    <a:pt x="200301" y="571833"/>
                  </a:lnTo>
                  <a:lnTo>
                    <a:pt x="194042" y="571833"/>
                  </a:lnTo>
                  <a:lnTo>
                    <a:pt x="187782" y="571833"/>
                  </a:lnTo>
                  <a:lnTo>
                    <a:pt x="181523" y="571833"/>
                  </a:lnTo>
                  <a:lnTo>
                    <a:pt x="175263" y="571833"/>
                  </a:lnTo>
                  <a:lnTo>
                    <a:pt x="169004" y="571833"/>
                  </a:lnTo>
                  <a:lnTo>
                    <a:pt x="162745" y="571833"/>
                  </a:lnTo>
                  <a:lnTo>
                    <a:pt x="156485" y="571833"/>
                  </a:lnTo>
                  <a:lnTo>
                    <a:pt x="150226" y="571833"/>
                  </a:lnTo>
                  <a:lnTo>
                    <a:pt x="143966" y="571833"/>
                  </a:lnTo>
                  <a:lnTo>
                    <a:pt x="137707" y="571833"/>
                  </a:lnTo>
                  <a:lnTo>
                    <a:pt x="131447" y="571833"/>
                  </a:lnTo>
                  <a:lnTo>
                    <a:pt x="125188" y="571833"/>
                  </a:lnTo>
                  <a:lnTo>
                    <a:pt x="118929" y="571833"/>
                  </a:lnTo>
                  <a:lnTo>
                    <a:pt x="112669" y="571833"/>
                  </a:lnTo>
                  <a:lnTo>
                    <a:pt x="106410" y="571833"/>
                  </a:lnTo>
                  <a:lnTo>
                    <a:pt x="100150" y="571833"/>
                  </a:lnTo>
                  <a:lnTo>
                    <a:pt x="93891" y="571833"/>
                  </a:lnTo>
                  <a:lnTo>
                    <a:pt x="87631" y="571833"/>
                  </a:lnTo>
                  <a:lnTo>
                    <a:pt x="81372" y="571833"/>
                  </a:lnTo>
                  <a:lnTo>
                    <a:pt x="75113" y="571833"/>
                  </a:lnTo>
                  <a:lnTo>
                    <a:pt x="68853" y="571833"/>
                  </a:lnTo>
                  <a:lnTo>
                    <a:pt x="62594" y="571833"/>
                  </a:lnTo>
                  <a:lnTo>
                    <a:pt x="56334" y="571833"/>
                  </a:lnTo>
                  <a:lnTo>
                    <a:pt x="50075" y="571833"/>
                  </a:lnTo>
                  <a:lnTo>
                    <a:pt x="43815" y="571833"/>
                  </a:lnTo>
                  <a:lnTo>
                    <a:pt x="37556" y="571833"/>
                  </a:lnTo>
                  <a:lnTo>
                    <a:pt x="31297" y="571833"/>
                  </a:lnTo>
                  <a:lnTo>
                    <a:pt x="25037" y="571833"/>
                  </a:lnTo>
                  <a:lnTo>
                    <a:pt x="18778" y="571833"/>
                  </a:lnTo>
                  <a:lnTo>
                    <a:pt x="12518" y="571833"/>
                  </a:lnTo>
                  <a:lnTo>
                    <a:pt x="6259" y="571833"/>
                  </a:lnTo>
                  <a:lnTo>
                    <a:pt x="0" y="57183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49798" y="1158910"/>
              <a:ext cx="3198565" cy="432795"/>
            </a:xfrm>
            <a:custGeom>
              <a:avLst/>
              <a:pathLst>
                <a:path w="3198565" h="432795">
                  <a:moveTo>
                    <a:pt x="0" y="74662"/>
                  </a:moveTo>
                  <a:lnTo>
                    <a:pt x="6259" y="72504"/>
                  </a:lnTo>
                  <a:lnTo>
                    <a:pt x="12518" y="70346"/>
                  </a:lnTo>
                  <a:lnTo>
                    <a:pt x="18778" y="68224"/>
                  </a:lnTo>
                  <a:lnTo>
                    <a:pt x="25037" y="66138"/>
                  </a:lnTo>
                  <a:lnTo>
                    <a:pt x="31297" y="64052"/>
                  </a:lnTo>
                  <a:lnTo>
                    <a:pt x="37556" y="62028"/>
                  </a:lnTo>
                  <a:lnTo>
                    <a:pt x="43815" y="60017"/>
                  </a:lnTo>
                  <a:lnTo>
                    <a:pt x="50075" y="58017"/>
                  </a:lnTo>
                  <a:lnTo>
                    <a:pt x="56334" y="56084"/>
                  </a:lnTo>
                  <a:lnTo>
                    <a:pt x="62594" y="54150"/>
                  </a:lnTo>
                  <a:lnTo>
                    <a:pt x="68853" y="52254"/>
                  </a:lnTo>
                  <a:lnTo>
                    <a:pt x="75113" y="50400"/>
                  </a:lnTo>
                  <a:lnTo>
                    <a:pt x="81372" y="48546"/>
                  </a:lnTo>
                  <a:lnTo>
                    <a:pt x="87631" y="46757"/>
                  </a:lnTo>
                  <a:lnTo>
                    <a:pt x="93891" y="44985"/>
                  </a:lnTo>
                  <a:lnTo>
                    <a:pt x="100150" y="43222"/>
                  </a:lnTo>
                  <a:lnTo>
                    <a:pt x="106410" y="41534"/>
                  </a:lnTo>
                  <a:lnTo>
                    <a:pt x="112669" y="39846"/>
                  </a:lnTo>
                  <a:lnTo>
                    <a:pt x="118929" y="38195"/>
                  </a:lnTo>
                  <a:lnTo>
                    <a:pt x="125188" y="36593"/>
                  </a:lnTo>
                  <a:lnTo>
                    <a:pt x="131447" y="34991"/>
                  </a:lnTo>
                  <a:lnTo>
                    <a:pt x="137707" y="33456"/>
                  </a:lnTo>
                  <a:lnTo>
                    <a:pt x="143966" y="31941"/>
                  </a:lnTo>
                  <a:lnTo>
                    <a:pt x="150226" y="30434"/>
                  </a:lnTo>
                  <a:lnTo>
                    <a:pt x="156485" y="29009"/>
                  </a:lnTo>
                  <a:lnTo>
                    <a:pt x="162745" y="27584"/>
                  </a:lnTo>
                  <a:lnTo>
                    <a:pt x="169004" y="26196"/>
                  </a:lnTo>
                  <a:lnTo>
                    <a:pt x="175263" y="24862"/>
                  </a:lnTo>
                  <a:lnTo>
                    <a:pt x="181523" y="23528"/>
                  </a:lnTo>
                  <a:lnTo>
                    <a:pt x="187782" y="22261"/>
                  </a:lnTo>
                  <a:lnTo>
                    <a:pt x="194042" y="21020"/>
                  </a:lnTo>
                  <a:lnTo>
                    <a:pt x="200301" y="19782"/>
                  </a:lnTo>
                  <a:lnTo>
                    <a:pt x="206560" y="18634"/>
                  </a:lnTo>
                  <a:lnTo>
                    <a:pt x="212820" y="17486"/>
                  </a:lnTo>
                  <a:lnTo>
                    <a:pt x="219079" y="16373"/>
                  </a:lnTo>
                  <a:lnTo>
                    <a:pt x="225339" y="15320"/>
                  </a:lnTo>
                  <a:lnTo>
                    <a:pt x="231598" y="14266"/>
                  </a:lnTo>
                  <a:lnTo>
                    <a:pt x="237858" y="13279"/>
                  </a:lnTo>
                  <a:lnTo>
                    <a:pt x="244117" y="12321"/>
                  </a:lnTo>
                  <a:lnTo>
                    <a:pt x="250376" y="11365"/>
                  </a:lnTo>
                  <a:lnTo>
                    <a:pt x="256636" y="10503"/>
                  </a:lnTo>
                  <a:lnTo>
                    <a:pt x="262895" y="9642"/>
                  </a:lnTo>
                  <a:lnTo>
                    <a:pt x="269155" y="8813"/>
                  </a:lnTo>
                  <a:lnTo>
                    <a:pt x="275414" y="8048"/>
                  </a:lnTo>
                  <a:lnTo>
                    <a:pt x="281674" y="7283"/>
                  </a:lnTo>
                  <a:lnTo>
                    <a:pt x="287933" y="6583"/>
                  </a:lnTo>
                  <a:lnTo>
                    <a:pt x="294192" y="5915"/>
                  </a:lnTo>
                  <a:lnTo>
                    <a:pt x="300452" y="5248"/>
                  </a:lnTo>
                  <a:lnTo>
                    <a:pt x="306711" y="4676"/>
                  </a:lnTo>
                  <a:lnTo>
                    <a:pt x="312971" y="4106"/>
                  </a:lnTo>
                  <a:lnTo>
                    <a:pt x="319230" y="3566"/>
                  </a:lnTo>
                  <a:lnTo>
                    <a:pt x="325490" y="3094"/>
                  </a:lnTo>
                  <a:lnTo>
                    <a:pt x="331749" y="2622"/>
                  </a:lnTo>
                  <a:lnTo>
                    <a:pt x="338008" y="2211"/>
                  </a:lnTo>
                  <a:lnTo>
                    <a:pt x="344268" y="1836"/>
                  </a:lnTo>
                  <a:lnTo>
                    <a:pt x="350527" y="1461"/>
                  </a:lnTo>
                  <a:lnTo>
                    <a:pt x="356787" y="1179"/>
                  </a:lnTo>
                  <a:lnTo>
                    <a:pt x="363046" y="902"/>
                  </a:lnTo>
                  <a:lnTo>
                    <a:pt x="369305" y="651"/>
                  </a:lnTo>
                  <a:lnTo>
                    <a:pt x="375565" y="471"/>
                  </a:lnTo>
                  <a:lnTo>
                    <a:pt x="381824" y="290"/>
                  </a:lnTo>
                  <a:lnTo>
                    <a:pt x="388084" y="167"/>
                  </a:lnTo>
                  <a:lnTo>
                    <a:pt x="394343" y="83"/>
                  </a:lnTo>
                  <a:lnTo>
                    <a:pt x="400603" y="0"/>
                  </a:lnTo>
                  <a:lnTo>
                    <a:pt x="406862" y="4"/>
                  </a:lnTo>
                  <a:lnTo>
                    <a:pt x="413121" y="15"/>
                  </a:lnTo>
                  <a:lnTo>
                    <a:pt x="419381" y="50"/>
                  </a:lnTo>
                  <a:lnTo>
                    <a:pt x="425640" y="157"/>
                  </a:lnTo>
                  <a:lnTo>
                    <a:pt x="431900" y="263"/>
                  </a:lnTo>
                  <a:lnTo>
                    <a:pt x="438159" y="423"/>
                  </a:lnTo>
                  <a:lnTo>
                    <a:pt x="444419" y="624"/>
                  </a:lnTo>
                  <a:lnTo>
                    <a:pt x="450678" y="824"/>
                  </a:lnTo>
                  <a:lnTo>
                    <a:pt x="456937" y="1107"/>
                  </a:lnTo>
                  <a:lnTo>
                    <a:pt x="463197" y="1400"/>
                  </a:lnTo>
                  <a:lnTo>
                    <a:pt x="469456" y="1713"/>
                  </a:lnTo>
                  <a:lnTo>
                    <a:pt x="475716" y="2097"/>
                  </a:lnTo>
                  <a:lnTo>
                    <a:pt x="481975" y="2482"/>
                  </a:lnTo>
                  <a:lnTo>
                    <a:pt x="488235" y="2915"/>
                  </a:lnTo>
                  <a:lnTo>
                    <a:pt x="494494" y="3389"/>
                  </a:lnTo>
                  <a:lnTo>
                    <a:pt x="500753" y="3864"/>
                  </a:lnTo>
                  <a:lnTo>
                    <a:pt x="507013" y="4414"/>
                  </a:lnTo>
                  <a:lnTo>
                    <a:pt x="513272" y="4977"/>
                  </a:lnTo>
                  <a:lnTo>
                    <a:pt x="519532" y="5556"/>
                  </a:lnTo>
                  <a:lnTo>
                    <a:pt x="525791" y="6205"/>
                  </a:lnTo>
                  <a:lnTo>
                    <a:pt x="532050" y="6855"/>
                  </a:lnTo>
                  <a:lnTo>
                    <a:pt x="538310" y="7547"/>
                  </a:lnTo>
                  <a:lnTo>
                    <a:pt x="544569" y="8282"/>
                  </a:lnTo>
                  <a:lnTo>
                    <a:pt x="550829" y="9017"/>
                  </a:lnTo>
                  <a:lnTo>
                    <a:pt x="557088" y="9820"/>
                  </a:lnTo>
                  <a:lnTo>
                    <a:pt x="563348" y="10637"/>
                  </a:lnTo>
                  <a:lnTo>
                    <a:pt x="569607" y="11467"/>
                  </a:lnTo>
                  <a:lnTo>
                    <a:pt x="575866" y="12365"/>
                  </a:lnTo>
                  <a:lnTo>
                    <a:pt x="582126" y="13263"/>
                  </a:lnTo>
                  <a:lnTo>
                    <a:pt x="588385" y="14199"/>
                  </a:lnTo>
                  <a:lnTo>
                    <a:pt x="594645" y="15176"/>
                  </a:lnTo>
                  <a:lnTo>
                    <a:pt x="600904" y="16153"/>
                  </a:lnTo>
                  <a:lnTo>
                    <a:pt x="607164" y="17190"/>
                  </a:lnTo>
                  <a:lnTo>
                    <a:pt x="613423" y="18244"/>
                  </a:lnTo>
                  <a:lnTo>
                    <a:pt x="619682" y="19306"/>
                  </a:lnTo>
                  <a:lnTo>
                    <a:pt x="625942" y="20433"/>
                  </a:lnTo>
                  <a:lnTo>
                    <a:pt x="632201" y="21561"/>
                  </a:lnTo>
                  <a:lnTo>
                    <a:pt x="638461" y="22720"/>
                  </a:lnTo>
                  <a:lnTo>
                    <a:pt x="644720" y="23919"/>
                  </a:lnTo>
                  <a:lnTo>
                    <a:pt x="650980" y="25118"/>
                  </a:lnTo>
                  <a:lnTo>
                    <a:pt x="657239" y="26370"/>
                  </a:lnTo>
                  <a:lnTo>
                    <a:pt x="663498" y="27638"/>
                  </a:lnTo>
                  <a:lnTo>
                    <a:pt x="669758" y="28912"/>
                  </a:lnTo>
                  <a:lnTo>
                    <a:pt x="676017" y="30246"/>
                  </a:lnTo>
                  <a:lnTo>
                    <a:pt x="682277" y="31581"/>
                  </a:lnTo>
                  <a:lnTo>
                    <a:pt x="688536" y="32941"/>
                  </a:lnTo>
                  <a:lnTo>
                    <a:pt x="694796" y="34340"/>
                  </a:lnTo>
                  <a:lnTo>
                    <a:pt x="701055" y="35738"/>
                  </a:lnTo>
                  <a:lnTo>
                    <a:pt x="707314" y="37181"/>
                  </a:lnTo>
                  <a:lnTo>
                    <a:pt x="713574" y="38640"/>
                  </a:lnTo>
                  <a:lnTo>
                    <a:pt x="719833" y="40103"/>
                  </a:lnTo>
                  <a:lnTo>
                    <a:pt x="726093" y="41620"/>
                  </a:lnTo>
                  <a:lnTo>
                    <a:pt x="732352" y="43138"/>
                  </a:lnTo>
                  <a:lnTo>
                    <a:pt x="738611" y="44676"/>
                  </a:lnTo>
                  <a:lnTo>
                    <a:pt x="744871" y="46249"/>
                  </a:lnTo>
                  <a:lnTo>
                    <a:pt x="751130" y="47821"/>
                  </a:lnTo>
                  <a:lnTo>
                    <a:pt x="757390" y="49431"/>
                  </a:lnTo>
                  <a:lnTo>
                    <a:pt x="763649" y="51056"/>
                  </a:lnTo>
                  <a:lnTo>
                    <a:pt x="769909" y="52683"/>
                  </a:lnTo>
                  <a:lnTo>
                    <a:pt x="776168" y="54357"/>
                  </a:lnTo>
                  <a:lnTo>
                    <a:pt x="782427" y="56032"/>
                  </a:lnTo>
                  <a:lnTo>
                    <a:pt x="788687" y="57723"/>
                  </a:lnTo>
                  <a:lnTo>
                    <a:pt x="794946" y="59444"/>
                  </a:lnTo>
                  <a:lnTo>
                    <a:pt x="801206" y="61166"/>
                  </a:lnTo>
                  <a:lnTo>
                    <a:pt x="807465" y="62916"/>
                  </a:lnTo>
                  <a:lnTo>
                    <a:pt x="813725" y="64681"/>
                  </a:lnTo>
                  <a:lnTo>
                    <a:pt x="819984" y="66446"/>
                  </a:lnTo>
                  <a:lnTo>
                    <a:pt x="826243" y="68251"/>
                  </a:lnTo>
                  <a:lnTo>
                    <a:pt x="832503" y="70056"/>
                  </a:lnTo>
                  <a:lnTo>
                    <a:pt x="838762" y="71874"/>
                  </a:lnTo>
                  <a:lnTo>
                    <a:pt x="845022" y="73717"/>
                  </a:lnTo>
                  <a:lnTo>
                    <a:pt x="851281" y="75560"/>
                  </a:lnTo>
                  <a:lnTo>
                    <a:pt x="857541" y="77425"/>
                  </a:lnTo>
                  <a:lnTo>
                    <a:pt x="863800" y="79303"/>
                  </a:lnTo>
                  <a:lnTo>
                    <a:pt x="870059" y="81180"/>
                  </a:lnTo>
                  <a:lnTo>
                    <a:pt x="876319" y="83088"/>
                  </a:lnTo>
                  <a:lnTo>
                    <a:pt x="882578" y="84998"/>
                  </a:lnTo>
                  <a:lnTo>
                    <a:pt x="888838" y="86915"/>
                  </a:lnTo>
                  <a:lnTo>
                    <a:pt x="895097" y="88853"/>
                  </a:lnTo>
                  <a:lnTo>
                    <a:pt x="901356" y="90791"/>
                  </a:lnTo>
                  <a:lnTo>
                    <a:pt x="907616" y="92744"/>
                  </a:lnTo>
                  <a:lnTo>
                    <a:pt x="913875" y="94708"/>
                  </a:lnTo>
                  <a:lnTo>
                    <a:pt x="920135" y="96671"/>
                  </a:lnTo>
                  <a:lnTo>
                    <a:pt x="926394" y="98656"/>
                  </a:lnTo>
                  <a:lnTo>
                    <a:pt x="932654" y="100642"/>
                  </a:lnTo>
                  <a:lnTo>
                    <a:pt x="938913" y="102634"/>
                  </a:lnTo>
                  <a:lnTo>
                    <a:pt x="945172" y="104640"/>
                  </a:lnTo>
                  <a:lnTo>
                    <a:pt x="951432" y="106646"/>
                  </a:lnTo>
                  <a:lnTo>
                    <a:pt x="957691" y="108662"/>
                  </a:lnTo>
                  <a:lnTo>
                    <a:pt x="963951" y="110685"/>
                  </a:lnTo>
                  <a:lnTo>
                    <a:pt x="970210" y="112708"/>
                  </a:lnTo>
                  <a:lnTo>
                    <a:pt x="976470" y="114744"/>
                  </a:lnTo>
                  <a:lnTo>
                    <a:pt x="982729" y="116781"/>
                  </a:lnTo>
                  <a:lnTo>
                    <a:pt x="988988" y="118821"/>
                  </a:lnTo>
                  <a:lnTo>
                    <a:pt x="995248" y="120870"/>
                  </a:lnTo>
                  <a:lnTo>
                    <a:pt x="1001507" y="122919"/>
                  </a:lnTo>
                  <a:lnTo>
                    <a:pt x="1007767" y="124972"/>
                  </a:lnTo>
                  <a:lnTo>
                    <a:pt x="1014026" y="127029"/>
                  </a:lnTo>
                  <a:lnTo>
                    <a:pt x="1020286" y="129086"/>
                  </a:lnTo>
                  <a:lnTo>
                    <a:pt x="1026545" y="131149"/>
                  </a:lnTo>
                  <a:lnTo>
                    <a:pt x="1032804" y="133212"/>
                  </a:lnTo>
                  <a:lnTo>
                    <a:pt x="1039064" y="135276"/>
                  </a:lnTo>
                  <a:lnTo>
                    <a:pt x="1045323" y="137343"/>
                  </a:lnTo>
                  <a:lnTo>
                    <a:pt x="1051583" y="139409"/>
                  </a:lnTo>
                  <a:lnTo>
                    <a:pt x="1057842" y="141477"/>
                  </a:lnTo>
                  <a:lnTo>
                    <a:pt x="1064101" y="143544"/>
                  </a:lnTo>
                  <a:lnTo>
                    <a:pt x="1070361" y="145611"/>
                  </a:lnTo>
                  <a:lnTo>
                    <a:pt x="1076620" y="147678"/>
                  </a:lnTo>
                  <a:lnTo>
                    <a:pt x="1082880" y="149743"/>
                  </a:lnTo>
                  <a:lnTo>
                    <a:pt x="1089139" y="151809"/>
                  </a:lnTo>
                  <a:lnTo>
                    <a:pt x="1095399" y="153870"/>
                  </a:lnTo>
                  <a:lnTo>
                    <a:pt x="1101658" y="155932"/>
                  </a:lnTo>
                  <a:lnTo>
                    <a:pt x="1107917" y="157991"/>
                  </a:lnTo>
                  <a:lnTo>
                    <a:pt x="1114177" y="160046"/>
                  </a:lnTo>
                  <a:lnTo>
                    <a:pt x="1120436" y="162101"/>
                  </a:lnTo>
                  <a:lnTo>
                    <a:pt x="1126696" y="164150"/>
                  </a:lnTo>
                  <a:lnTo>
                    <a:pt x="1132955" y="166196"/>
                  </a:lnTo>
                  <a:lnTo>
                    <a:pt x="1139215" y="168242"/>
                  </a:lnTo>
                  <a:lnTo>
                    <a:pt x="1145474" y="170278"/>
                  </a:lnTo>
                  <a:lnTo>
                    <a:pt x="1151733" y="172314"/>
                  </a:lnTo>
                  <a:lnTo>
                    <a:pt x="1157993" y="174344"/>
                  </a:lnTo>
                  <a:lnTo>
                    <a:pt x="1164252" y="176367"/>
                  </a:lnTo>
                  <a:lnTo>
                    <a:pt x="1170512" y="178390"/>
                  </a:lnTo>
                  <a:lnTo>
                    <a:pt x="1176771" y="180401"/>
                  </a:lnTo>
                  <a:lnTo>
                    <a:pt x="1183031" y="182409"/>
                  </a:lnTo>
                  <a:lnTo>
                    <a:pt x="1189290" y="184416"/>
                  </a:lnTo>
                  <a:lnTo>
                    <a:pt x="1195549" y="186407"/>
                  </a:lnTo>
                  <a:lnTo>
                    <a:pt x="1201809" y="188398"/>
                  </a:lnTo>
                  <a:lnTo>
                    <a:pt x="1208068" y="190381"/>
                  </a:lnTo>
                  <a:lnTo>
                    <a:pt x="1214328" y="192354"/>
                  </a:lnTo>
                  <a:lnTo>
                    <a:pt x="1220587" y="194326"/>
                  </a:lnTo>
                  <a:lnTo>
                    <a:pt x="1226846" y="196284"/>
                  </a:lnTo>
                  <a:lnTo>
                    <a:pt x="1233106" y="198236"/>
                  </a:lnTo>
                  <a:lnTo>
                    <a:pt x="1239365" y="200187"/>
                  </a:lnTo>
                  <a:lnTo>
                    <a:pt x="1245625" y="202117"/>
                  </a:lnTo>
                  <a:lnTo>
                    <a:pt x="1251884" y="204047"/>
                  </a:lnTo>
                  <a:lnTo>
                    <a:pt x="1258144" y="205968"/>
                  </a:lnTo>
                  <a:lnTo>
                    <a:pt x="1264403" y="207874"/>
                  </a:lnTo>
                  <a:lnTo>
                    <a:pt x="1270662" y="209781"/>
                  </a:lnTo>
                  <a:lnTo>
                    <a:pt x="1276922" y="211669"/>
                  </a:lnTo>
                  <a:lnTo>
                    <a:pt x="1283181" y="213551"/>
                  </a:lnTo>
                  <a:lnTo>
                    <a:pt x="1289441" y="215431"/>
                  </a:lnTo>
                  <a:lnTo>
                    <a:pt x="1295700" y="217286"/>
                  </a:lnTo>
                  <a:lnTo>
                    <a:pt x="1301960" y="219141"/>
                  </a:lnTo>
                  <a:lnTo>
                    <a:pt x="1308219" y="220986"/>
                  </a:lnTo>
                  <a:lnTo>
                    <a:pt x="1314478" y="222813"/>
                  </a:lnTo>
                  <a:lnTo>
                    <a:pt x="1320738" y="224640"/>
                  </a:lnTo>
                  <a:lnTo>
                    <a:pt x="1326997" y="226447"/>
                  </a:lnTo>
                  <a:lnTo>
                    <a:pt x="1333257" y="228245"/>
                  </a:lnTo>
                  <a:lnTo>
                    <a:pt x="1339516" y="230044"/>
                  </a:lnTo>
                  <a:lnTo>
                    <a:pt x="1345776" y="231812"/>
                  </a:lnTo>
                  <a:lnTo>
                    <a:pt x="1352035" y="233580"/>
                  </a:lnTo>
                  <a:lnTo>
                    <a:pt x="1358294" y="235338"/>
                  </a:lnTo>
                  <a:lnTo>
                    <a:pt x="1364554" y="237075"/>
                  </a:lnTo>
                  <a:lnTo>
                    <a:pt x="1370813" y="238811"/>
                  </a:lnTo>
                  <a:lnTo>
                    <a:pt x="1377073" y="240528"/>
                  </a:lnTo>
                  <a:lnTo>
                    <a:pt x="1383332" y="242233"/>
                  </a:lnTo>
                  <a:lnTo>
                    <a:pt x="1389592" y="243938"/>
                  </a:lnTo>
                  <a:lnTo>
                    <a:pt x="1395851" y="245611"/>
                  </a:lnTo>
                  <a:lnTo>
                    <a:pt x="1402110" y="247283"/>
                  </a:lnTo>
                  <a:lnTo>
                    <a:pt x="1408370" y="248945"/>
                  </a:lnTo>
                  <a:lnTo>
                    <a:pt x="1414629" y="250584"/>
                  </a:lnTo>
                  <a:lnTo>
                    <a:pt x="1420889" y="252222"/>
                  </a:lnTo>
                  <a:lnTo>
                    <a:pt x="1427148" y="253839"/>
                  </a:lnTo>
                  <a:lnTo>
                    <a:pt x="1433407" y="255444"/>
                  </a:lnTo>
                  <a:lnTo>
                    <a:pt x="1439667" y="257048"/>
                  </a:lnTo>
                  <a:lnTo>
                    <a:pt x="1445926" y="258619"/>
                  </a:lnTo>
                  <a:lnTo>
                    <a:pt x="1452186" y="260189"/>
                  </a:lnTo>
                  <a:lnTo>
                    <a:pt x="1458445" y="261749"/>
                  </a:lnTo>
                  <a:lnTo>
                    <a:pt x="1464705" y="263283"/>
                  </a:lnTo>
                  <a:lnTo>
                    <a:pt x="1470964" y="264817"/>
                  </a:lnTo>
                  <a:lnTo>
                    <a:pt x="1477223" y="266330"/>
                  </a:lnTo>
                  <a:lnTo>
                    <a:pt x="1483483" y="267828"/>
                  </a:lnTo>
                  <a:lnTo>
                    <a:pt x="1489742" y="269326"/>
                  </a:lnTo>
                  <a:lnTo>
                    <a:pt x="1496002" y="270791"/>
                  </a:lnTo>
                  <a:lnTo>
                    <a:pt x="1502261" y="272253"/>
                  </a:lnTo>
                  <a:lnTo>
                    <a:pt x="1508521" y="273707"/>
                  </a:lnTo>
                  <a:lnTo>
                    <a:pt x="1514780" y="275133"/>
                  </a:lnTo>
                  <a:lnTo>
                    <a:pt x="1521039" y="276558"/>
                  </a:lnTo>
                  <a:lnTo>
                    <a:pt x="1527299" y="277964"/>
                  </a:lnTo>
                  <a:lnTo>
                    <a:pt x="1533558" y="279353"/>
                  </a:lnTo>
                  <a:lnTo>
                    <a:pt x="1539818" y="280742"/>
                  </a:lnTo>
                  <a:lnTo>
                    <a:pt x="1546077" y="282099"/>
                  </a:lnTo>
                  <a:lnTo>
                    <a:pt x="1552337" y="283451"/>
                  </a:lnTo>
                  <a:lnTo>
                    <a:pt x="1558596" y="284796"/>
                  </a:lnTo>
                  <a:lnTo>
                    <a:pt x="1564855" y="286112"/>
                  </a:lnTo>
                  <a:lnTo>
                    <a:pt x="1571115" y="287427"/>
                  </a:lnTo>
                  <a:lnTo>
                    <a:pt x="1577374" y="288724"/>
                  </a:lnTo>
                  <a:lnTo>
                    <a:pt x="1583634" y="290002"/>
                  </a:lnTo>
                  <a:lnTo>
                    <a:pt x="1589893" y="291281"/>
                  </a:lnTo>
                  <a:lnTo>
                    <a:pt x="1596152" y="292529"/>
                  </a:lnTo>
                  <a:lnTo>
                    <a:pt x="1602412" y="293771"/>
                  </a:lnTo>
                  <a:lnTo>
                    <a:pt x="1608671" y="295007"/>
                  </a:lnTo>
                  <a:lnTo>
                    <a:pt x="1614931" y="296213"/>
                  </a:lnTo>
                  <a:lnTo>
                    <a:pt x="1621190" y="297418"/>
                  </a:lnTo>
                  <a:lnTo>
                    <a:pt x="1627450" y="298606"/>
                  </a:lnTo>
                  <a:lnTo>
                    <a:pt x="1633709" y="299775"/>
                  </a:lnTo>
                  <a:lnTo>
                    <a:pt x="1639968" y="300945"/>
                  </a:lnTo>
                  <a:lnTo>
                    <a:pt x="1646228" y="302085"/>
                  </a:lnTo>
                  <a:lnTo>
                    <a:pt x="1652487" y="303218"/>
                  </a:lnTo>
                  <a:lnTo>
                    <a:pt x="1658747" y="304346"/>
                  </a:lnTo>
                  <a:lnTo>
                    <a:pt x="1665006" y="305444"/>
                  </a:lnTo>
                  <a:lnTo>
                    <a:pt x="1671266" y="306541"/>
                  </a:lnTo>
                  <a:lnTo>
                    <a:pt x="1677525" y="307622"/>
                  </a:lnTo>
                  <a:lnTo>
                    <a:pt x="1683784" y="308684"/>
                  </a:lnTo>
                  <a:lnTo>
                    <a:pt x="1690044" y="309746"/>
                  </a:lnTo>
                  <a:lnTo>
                    <a:pt x="1696303" y="310781"/>
                  </a:lnTo>
                  <a:lnTo>
                    <a:pt x="1702563" y="311808"/>
                  </a:lnTo>
                  <a:lnTo>
                    <a:pt x="1708822" y="312831"/>
                  </a:lnTo>
                  <a:lnTo>
                    <a:pt x="1715082" y="313824"/>
                  </a:lnTo>
                  <a:lnTo>
                    <a:pt x="1721341" y="314816"/>
                  </a:lnTo>
                  <a:lnTo>
                    <a:pt x="1727600" y="315794"/>
                  </a:lnTo>
                  <a:lnTo>
                    <a:pt x="1733860" y="316753"/>
                  </a:lnTo>
                  <a:lnTo>
                    <a:pt x="1740119" y="317711"/>
                  </a:lnTo>
                  <a:lnTo>
                    <a:pt x="1746379" y="318645"/>
                  </a:lnTo>
                  <a:lnTo>
                    <a:pt x="1752638" y="319570"/>
                  </a:lnTo>
                  <a:lnTo>
                    <a:pt x="1758897" y="320493"/>
                  </a:lnTo>
                  <a:lnTo>
                    <a:pt x="1765157" y="321385"/>
                  </a:lnTo>
                  <a:lnTo>
                    <a:pt x="1771416" y="322277"/>
                  </a:lnTo>
                  <a:lnTo>
                    <a:pt x="1777676" y="323156"/>
                  </a:lnTo>
                  <a:lnTo>
                    <a:pt x="1783935" y="324016"/>
                  </a:lnTo>
                  <a:lnTo>
                    <a:pt x="1790195" y="324876"/>
                  </a:lnTo>
                  <a:lnTo>
                    <a:pt x="1796454" y="325713"/>
                  </a:lnTo>
                  <a:lnTo>
                    <a:pt x="1802713" y="326542"/>
                  </a:lnTo>
                  <a:lnTo>
                    <a:pt x="1808973" y="327369"/>
                  </a:lnTo>
                  <a:lnTo>
                    <a:pt x="1815232" y="328166"/>
                  </a:lnTo>
                  <a:lnTo>
                    <a:pt x="1821492" y="328964"/>
                  </a:lnTo>
                  <a:lnTo>
                    <a:pt x="1827751" y="329750"/>
                  </a:lnTo>
                  <a:lnTo>
                    <a:pt x="1834011" y="330517"/>
                  </a:lnTo>
                  <a:lnTo>
                    <a:pt x="1840270" y="331285"/>
                  </a:lnTo>
                  <a:lnTo>
                    <a:pt x="1846529" y="332032"/>
                  </a:lnTo>
                  <a:lnTo>
                    <a:pt x="1852789" y="332770"/>
                  </a:lnTo>
                  <a:lnTo>
                    <a:pt x="1859048" y="333508"/>
                  </a:lnTo>
                  <a:lnTo>
                    <a:pt x="1865308" y="334217"/>
                  </a:lnTo>
                  <a:lnTo>
                    <a:pt x="1871567" y="334926"/>
                  </a:lnTo>
                  <a:lnTo>
                    <a:pt x="1877827" y="335626"/>
                  </a:lnTo>
                  <a:lnTo>
                    <a:pt x="1884086" y="336308"/>
                  </a:lnTo>
                  <a:lnTo>
                    <a:pt x="1890345" y="336989"/>
                  </a:lnTo>
                  <a:lnTo>
                    <a:pt x="1896605" y="337653"/>
                  </a:lnTo>
                  <a:lnTo>
                    <a:pt x="1902864" y="338308"/>
                  </a:lnTo>
                  <a:lnTo>
                    <a:pt x="1909124" y="338962"/>
                  </a:lnTo>
                  <a:lnTo>
                    <a:pt x="1915383" y="339591"/>
                  </a:lnTo>
                  <a:lnTo>
                    <a:pt x="1921642" y="340219"/>
                  </a:lnTo>
                  <a:lnTo>
                    <a:pt x="1927902" y="340840"/>
                  </a:lnTo>
                  <a:lnTo>
                    <a:pt x="1934161" y="341443"/>
                  </a:lnTo>
                  <a:lnTo>
                    <a:pt x="1940421" y="342047"/>
                  </a:lnTo>
                  <a:lnTo>
                    <a:pt x="1946680" y="342635"/>
                  </a:lnTo>
                  <a:lnTo>
                    <a:pt x="1952940" y="343213"/>
                  </a:lnTo>
                  <a:lnTo>
                    <a:pt x="1959199" y="343792"/>
                  </a:lnTo>
                  <a:lnTo>
                    <a:pt x="1965458" y="344349"/>
                  </a:lnTo>
                  <a:lnTo>
                    <a:pt x="1971718" y="344904"/>
                  </a:lnTo>
                  <a:lnTo>
                    <a:pt x="1977977" y="345453"/>
                  </a:lnTo>
                  <a:lnTo>
                    <a:pt x="1984237" y="345986"/>
                  </a:lnTo>
                  <a:lnTo>
                    <a:pt x="1990496" y="346519"/>
                  </a:lnTo>
                  <a:lnTo>
                    <a:pt x="1996756" y="347039"/>
                  </a:lnTo>
                  <a:lnTo>
                    <a:pt x="2003015" y="347550"/>
                  </a:lnTo>
                  <a:lnTo>
                    <a:pt x="2009274" y="348061"/>
                  </a:lnTo>
                  <a:lnTo>
                    <a:pt x="2015534" y="348553"/>
                  </a:lnTo>
                  <a:lnTo>
                    <a:pt x="2021793" y="349043"/>
                  </a:lnTo>
                  <a:lnTo>
                    <a:pt x="2028053" y="349529"/>
                  </a:lnTo>
                  <a:lnTo>
                    <a:pt x="2034312" y="350000"/>
                  </a:lnTo>
                  <a:lnTo>
                    <a:pt x="2040572" y="350470"/>
                  </a:lnTo>
                  <a:lnTo>
                    <a:pt x="2046831" y="350930"/>
                  </a:lnTo>
                  <a:lnTo>
                    <a:pt x="2053090" y="351382"/>
                  </a:lnTo>
                  <a:lnTo>
                    <a:pt x="2059350" y="351834"/>
                  </a:lnTo>
                  <a:lnTo>
                    <a:pt x="2065609" y="352270"/>
                  </a:lnTo>
                  <a:lnTo>
                    <a:pt x="2071869" y="352704"/>
                  </a:lnTo>
                  <a:lnTo>
                    <a:pt x="2078128" y="353135"/>
                  </a:lnTo>
                  <a:lnTo>
                    <a:pt x="2084388" y="353552"/>
                  </a:lnTo>
                  <a:lnTo>
                    <a:pt x="2090647" y="353969"/>
                  </a:lnTo>
                  <a:lnTo>
                    <a:pt x="2096906" y="354378"/>
                  </a:lnTo>
                  <a:lnTo>
                    <a:pt x="2103166" y="354779"/>
                  </a:lnTo>
                  <a:lnTo>
                    <a:pt x="2109425" y="355180"/>
                  </a:lnTo>
                  <a:lnTo>
                    <a:pt x="2115685" y="355568"/>
                  </a:lnTo>
                  <a:lnTo>
                    <a:pt x="2121944" y="355954"/>
                  </a:lnTo>
                  <a:lnTo>
                    <a:pt x="2128203" y="356338"/>
                  </a:lnTo>
                  <a:lnTo>
                    <a:pt x="2134463" y="356710"/>
                  </a:lnTo>
                  <a:lnTo>
                    <a:pt x="2140722" y="357083"/>
                  </a:lnTo>
                  <a:lnTo>
                    <a:pt x="2146982" y="357448"/>
                  </a:lnTo>
                  <a:lnTo>
                    <a:pt x="2153241" y="357808"/>
                  </a:lnTo>
                  <a:lnTo>
                    <a:pt x="2159501" y="358167"/>
                  </a:lnTo>
                  <a:lnTo>
                    <a:pt x="2165760" y="358516"/>
                  </a:lnTo>
                  <a:lnTo>
                    <a:pt x="2172019" y="358863"/>
                  </a:lnTo>
                  <a:lnTo>
                    <a:pt x="2178279" y="359209"/>
                  </a:lnTo>
                  <a:lnTo>
                    <a:pt x="2184538" y="359545"/>
                  </a:lnTo>
                  <a:lnTo>
                    <a:pt x="2190798" y="359881"/>
                  </a:lnTo>
                  <a:lnTo>
                    <a:pt x="2197057" y="360212"/>
                  </a:lnTo>
                  <a:lnTo>
                    <a:pt x="2203317" y="360538"/>
                  </a:lnTo>
                  <a:lnTo>
                    <a:pt x="2209576" y="360864"/>
                  </a:lnTo>
                  <a:lnTo>
                    <a:pt x="2215835" y="361182"/>
                  </a:lnTo>
                  <a:lnTo>
                    <a:pt x="2222095" y="361499"/>
                  </a:lnTo>
                  <a:lnTo>
                    <a:pt x="2228354" y="361814"/>
                  </a:lnTo>
                  <a:lnTo>
                    <a:pt x="2234614" y="362123"/>
                  </a:lnTo>
                  <a:lnTo>
                    <a:pt x="2240873" y="362431"/>
                  </a:lnTo>
                  <a:lnTo>
                    <a:pt x="2247133" y="362736"/>
                  </a:lnTo>
                  <a:lnTo>
                    <a:pt x="2253392" y="363037"/>
                  </a:lnTo>
                  <a:lnTo>
                    <a:pt x="2259651" y="363338"/>
                  </a:lnTo>
                  <a:lnTo>
                    <a:pt x="2265911" y="363635"/>
                  </a:lnTo>
                  <a:lnTo>
                    <a:pt x="2272170" y="363929"/>
                  </a:lnTo>
                  <a:lnTo>
                    <a:pt x="2278430" y="364223"/>
                  </a:lnTo>
                  <a:lnTo>
                    <a:pt x="2284689" y="364513"/>
                  </a:lnTo>
                  <a:lnTo>
                    <a:pt x="2290948" y="364802"/>
                  </a:lnTo>
                  <a:lnTo>
                    <a:pt x="2297208" y="365089"/>
                  </a:lnTo>
                  <a:lnTo>
                    <a:pt x="2303467" y="365374"/>
                  </a:lnTo>
                  <a:lnTo>
                    <a:pt x="2309727" y="365658"/>
                  </a:lnTo>
                  <a:lnTo>
                    <a:pt x="2315986" y="365940"/>
                  </a:lnTo>
                  <a:lnTo>
                    <a:pt x="2322246" y="366221"/>
                  </a:lnTo>
                  <a:lnTo>
                    <a:pt x="2328505" y="366502"/>
                  </a:lnTo>
                  <a:lnTo>
                    <a:pt x="2334764" y="366780"/>
                  </a:lnTo>
                  <a:lnTo>
                    <a:pt x="2341024" y="367058"/>
                  </a:lnTo>
                  <a:lnTo>
                    <a:pt x="2347283" y="367335"/>
                  </a:lnTo>
                  <a:lnTo>
                    <a:pt x="2353543" y="367611"/>
                  </a:lnTo>
                  <a:lnTo>
                    <a:pt x="2359802" y="367887"/>
                  </a:lnTo>
                  <a:lnTo>
                    <a:pt x="2366062" y="368163"/>
                  </a:lnTo>
                  <a:lnTo>
                    <a:pt x="2372321" y="368438"/>
                  </a:lnTo>
                  <a:lnTo>
                    <a:pt x="2378580" y="368713"/>
                  </a:lnTo>
                  <a:lnTo>
                    <a:pt x="2384840" y="368988"/>
                  </a:lnTo>
                  <a:lnTo>
                    <a:pt x="2391099" y="369263"/>
                  </a:lnTo>
                  <a:lnTo>
                    <a:pt x="2397359" y="369538"/>
                  </a:lnTo>
                  <a:lnTo>
                    <a:pt x="2403618" y="369813"/>
                  </a:lnTo>
                  <a:lnTo>
                    <a:pt x="2409878" y="370089"/>
                  </a:lnTo>
                  <a:lnTo>
                    <a:pt x="2416137" y="370365"/>
                  </a:lnTo>
                  <a:lnTo>
                    <a:pt x="2422396" y="370642"/>
                  </a:lnTo>
                  <a:lnTo>
                    <a:pt x="2428656" y="370919"/>
                  </a:lnTo>
                  <a:lnTo>
                    <a:pt x="2434915" y="371198"/>
                  </a:lnTo>
                  <a:lnTo>
                    <a:pt x="2441175" y="371477"/>
                  </a:lnTo>
                  <a:lnTo>
                    <a:pt x="2447434" y="371757"/>
                  </a:lnTo>
                  <a:lnTo>
                    <a:pt x="2453693" y="372039"/>
                  </a:lnTo>
                  <a:lnTo>
                    <a:pt x="2459953" y="372321"/>
                  </a:lnTo>
                  <a:lnTo>
                    <a:pt x="2466212" y="372605"/>
                  </a:lnTo>
                  <a:lnTo>
                    <a:pt x="2472472" y="372891"/>
                  </a:lnTo>
                  <a:lnTo>
                    <a:pt x="2478731" y="373177"/>
                  </a:lnTo>
                  <a:lnTo>
                    <a:pt x="2484991" y="373467"/>
                  </a:lnTo>
                  <a:lnTo>
                    <a:pt x="2491250" y="373757"/>
                  </a:lnTo>
                  <a:lnTo>
                    <a:pt x="2497509" y="374049"/>
                  </a:lnTo>
                  <a:lnTo>
                    <a:pt x="2503769" y="374344"/>
                  </a:lnTo>
                  <a:lnTo>
                    <a:pt x="2510028" y="374640"/>
                  </a:lnTo>
                  <a:lnTo>
                    <a:pt x="2516288" y="374939"/>
                  </a:lnTo>
                  <a:lnTo>
                    <a:pt x="2522547" y="375240"/>
                  </a:lnTo>
                  <a:lnTo>
                    <a:pt x="2528807" y="375541"/>
                  </a:lnTo>
                  <a:lnTo>
                    <a:pt x="2535066" y="375849"/>
                  </a:lnTo>
                  <a:lnTo>
                    <a:pt x="2541325" y="376156"/>
                  </a:lnTo>
                  <a:lnTo>
                    <a:pt x="2547585" y="376466"/>
                  </a:lnTo>
                  <a:lnTo>
                    <a:pt x="2553844" y="376781"/>
                  </a:lnTo>
                  <a:lnTo>
                    <a:pt x="2560104" y="377096"/>
                  </a:lnTo>
                  <a:lnTo>
                    <a:pt x="2566363" y="377416"/>
                  </a:lnTo>
                  <a:lnTo>
                    <a:pt x="2572623" y="377738"/>
                  </a:lnTo>
                  <a:lnTo>
                    <a:pt x="2578882" y="378061"/>
                  </a:lnTo>
                  <a:lnTo>
                    <a:pt x="2585141" y="378392"/>
                  </a:lnTo>
                  <a:lnTo>
                    <a:pt x="2591401" y="378723"/>
                  </a:lnTo>
                  <a:lnTo>
                    <a:pt x="2597660" y="379056"/>
                  </a:lnTo>
                  <a:lnTo>
                    <a:pt x="2603920" y="379396"/>
                  </a:lnTo>
                  <a:lnTo>
                    <a:pt x="2610179" y="379737"/>
                  </a:lnTo>
                  <a:lnTo>
                    <a:pt x="2616438" y="380082"/>
                  </a:lnTo>
                  <a:lnTo>
                    <a:pt x="2622698" y="380432"/>
                  </a:lnTo>
                  <a:lnTo>
                    <a:pt x="2628957" y="380782"/>
                  </a:lnTo>
                  <a:lnTo>
                    <a:pt x="2635217" y="381140"/>
                  </a:lnTo>
                  <a:lnTo>
                    <a:pt x="2641476" y="381500"/>
                  </a:lnTo>
                  <a:lnTo>
                    <a:pt x="2647736" y="381862"/>
                  </a:lnTo>
                  <a:lnTo>
                    <a:pt x="2653995" y="382232"/>
                  </a:lnTo>
                  <a:lnTo>
                    <a:pt x="2660254" y="382602"/>
                  </a:lnTo>
                  <a:lnTo>
                    <a:pt x="2666514" y="382978"/>
                  </a:lnTo>
                  <a:lnTo>
                    <a:pt x="2672773" y="383360"/>
                  </a:lnTo>
                  <a:lnTo>
                    <a:pt x="2679033" y="383741"/>
                  </a:lnTo>
                  <a:lnTo>
                    <a:pt x="2685292" y="384132"/>
                  </a:lnTo>
                  <a:lnTo>
                    <a:pt x="2691552" y="384525"/>
                  </a:lnTo>
                  <a:lnTo>
                    <a:pt x="2697811" y="384919"/>
                  </a:lnTo>
                  <a:lnTo>
                    <a:pt x="2704070" y="385324"/>
                  </a:lnTo>
                  <a:lnTo>
                    <a:pt x="2710330" y="385729"/>
                  </a:lnTo>
                  <a:lnTo>
                    <a:pt x="2716589" y="386139"/>
                  </a:lnTo>
                  <a:lnTo>
                    <a:pt x="2722849" y="386556"/>
                  </a:lnTo>
                  <a:lnTo>
                    <a:pt x="2729108" y="386973"/>
                  </a:lnTo>
                  <a:lnTo>
                    <a:pt x="2735368" y="387400"/>
                  </a:lnTo>
                  <a:lnTo>
                    <a:pt x="2741627" y="387829"/>
                  </a:lnTo>
                  <a:lnTo>
                    <a:pt x="2747886" y="388260"/>
                  </a:lnTo>
                  <a:lnTo>
                    <a:pt x="2754146" y="388703"/>
                  </a:lnTo>
                  <a:lnTo>
                    <a:pt x="2760405" y="389145"/>
                  </a:lnTo>
                  <a:lnTo>
                    <a:pt x="2766665" y="389593"/>
                  </a:lnTo>
                  <a:lnTo>
                    <a:pt x="2772924" y="390048"/>
                  </a:lnTo>
                  <a:lnTo>
                    <a:pt x="2779184" y="390504"/>
                  </a:lnTo>
                  <a:lnTo>
                    <a:pt x="2785443" y="390970"/>
                  </a:lnTo>
                  <a:lnTo>
                    <a:pt x="2791702" y="391438"/>
                  </a:lnTo>
                  <a:lnTo>
                    <a:pt x="2797962" y="391908"/>
                  </a:lnTo>
                  <a:lnTo>
                    <a:pt x="2804221" y="392391"/>
                  </a:lnTo>
                  <a:lnTo>
                    <a:pt x="2810481" y="392873"/>
                  </a:lnTo>
                  <a:lnTo>
                    <a:pt x="2816740" y="393362"/>
                  </a:lnTo>
                  <a:lnTo>
                    <a:pt x="2822999" y="393858"/>
                  </a:lnTo>
                  <a:lnTo>
                    <a:pt x="2829259" y="394354"/>
                  </a:lnTo>
                  <a:lnTo>
                    <a:pt x="2835518" y="394861"/>
                  </a:lnTo>
                  <a:lnTo>
                    <a:pt x="2841778" y="395371"/>
                  </a:lnTo>
                  <a:lnTo>
                    <a:pt x="2848037" y="395882"/>
                  </a:lnTo>
                  <a:lnTo>
                    <a:pt x="2854297" y="396406"/>
                  </a:lnTo>
                  <a:lnTo>
                    <a:pt x="2860556" y="396930"/>
                  </a:lnTo>
                  <a:lnTo>
                    <a:pt x="2866815" y="397460"/>
                  </a:lnTo>
                  <a:lnTo>
                    <a:pt x="2873075" y="397998"/>
                  </a:lnTo>
                  <a:lnTo>
                    <a:pt x="2879334" y="398537"/>
                  </a:lnTo>
                  <a:lnTo>
                    <a:pt x="2885594" y="399085"/>
                  </a:lnTo>
                  <a:lnTo>
                    <a:pt x="2891853" y="399638"/>
                  </a:lnTo>
                  <a:lnTo>
                    <a:pt x="2898113" y="400191"/>
                  </a:lnTo>
                  <a:lnTo>
                    <a:pt x="2904372" y="400757"/>
                  </a:lnTo>
                  <a:lnTo>
                    <a:pt x="2910631" y="401324"/>
                  </a:lnTo>
                  <a:lnTo>
                    <a:pt x="2916891" y="401896"/>
                  </a:lnTo>
                  <a:lnTo>
                    <a:pt x="2923150" y="402477"/>
                  </a:lnTo>
                  <a:lnTo>
                    <a:pt x="2929410" y="403058"/>
                  </a:lnTo>
                  <a:lnTo>
                    <a:pt x="2935669" y="403648"/>
                  </a:lnTo>
                  <a:lnTo>
                    <a:pt x="2941929" y="404243"/>
                  </a:lnTo>
                  <a:lnTo>
                    <a:pt x="2948188" y="404838"/>
                  </a:lnTo>
                  <a:lnTo>
                    <a:pt x="2954447" y="405447"/>
                  </a:lnTo>
                  <a:lnTo>
                    <a:pt x="2960707" y="406057"/>
                  </a:lnTo>
                  <a:lnTo>
                    <a:pt x="2966966" y="406670"/>
                  </a:lnTo>
                  <a:lnTo>
                    <a:pt x="2973226" y="407293"/>
                  </a:lnTo>
                  <a:lnTo>
                    <a:pt x="2979485" y="407916"/>
                  </a:lnTo>
                  <a:lnTo>
                    <a:pt x="2985744" y="408548"/>
                  </a:lnTo>
                  <a:lnTo>
                    <a:pt x="2992004" y="409185"/>
                  </a:lnTo>
                  <a:lnTo>
                    <a:pt x="2998263" y="409822"/>
                  </a:lnTo>
                  <a:lnTo>
                    <a:pt x="3004523" y="410472"/>
                  </a:lnTo>
                  <a:lnTo>
                    <a:pt x="3010782" y="411122"/>
                  </a:lnTo>
                  <a:lnTo>
                    <a:pt x="3017042" y="411776"/>
                  </a:lnTo>
                  <a:lnTo>
                    <a:pt x="3023301" y="412440"/>
                  </a:lnTo>
                  <a:lnTo>
                    <a:pt x="3029560" y="413104"/>
                  </a:lnTo>
                  <a:lnTo>
                    <a:pt x="3035820" y="413776"/>
                  </a:lnTo>
                  <a:lnTo>
                    <a:pt x="3042079" y="414453"/>
                  </a:lnTo>
                  <a:lnTo>
                    <a:pt x="3048339" y="415130"/>
                  </a:lnTo>
                  <a:lnTo>
                    <a:pt x="3054598" y="415819"/>
                  </a:lnTo>
                  <a:lnTo>
                    <a:pt x="3060858" y="416508"/>
                  </a:lnTo>
                  <a:lnTo>
                    <a:pt x="3067117" y="417201"/>
                  </a:lnTo>
                  <a:lnTo>
                    <a:pt x="3073376" y="417904"/>
                  </a:lnTo>
                  <a:lnTo>
                    <a:pt x="3079636" y="418606"/>
                  </a:lnTo>
                  <a:lnTo>
                    <a:pt x="3085895" y="419315"/>
                  </a:lnTo>
                  <a:lnTo>
                    <a:pt x="3092155" y="420030"/>
                  </a:lnTo>
                  <a:lnTo>
                    <a:pt x="3098414" y="420745"/>
                  </a:lnTo>
                  <a:lnTo>
                    <a:pt x="3104674" y="421470"/>
                  </a:lnTo>
                  <a:lnTo>
                    <a:pt x="3110933" y="422196"/>
                  </a:lnTo>
                  <a:lnTo>
                    <a:pt x="3117192" y="422925"/>
                  </a:lnTo>
                  <a:lnTo>
                    <a:pt x="3123452" y="423663"/>
                  </a:lnTo>
                  <a:lnTo>
                    <a:pt x="3129711" y="424401"/>
                  </a:lnTo>
                  <a:lnTo>
                    <a:pt x="3135971" y="425145"/>
                  </a:lnTo>
                  <a:lnTo>
                    <a:pt x="3142230" y="425894"/>
                  </a:lnTo>
                  <a:lnTo>
                    <a:pt x="3148489" y="426643"/>
                  </a:lnTo>
                  <a:lnTo>
                    <a:pt x="3154749" y="427401"/>
                  </a:lnTo>
                  <a:lnTo>
                    <a:pt x="3161008" y="428160"/>
                  </a:lnTo>
                  <a:lnTo>
                    <a:pt x="3167268" y="428922"/>
                  </a:lnTo>
                  <a:lnTo>
                    <a:pt x="3173527" y="429692"/>
                  </a:lnTo>
                  <a:lnTo>
                    <a:pt x="3179787" y="430461"/>
                  </a:lnTo>
                  <a:lnTo>
                    <a:pt x="3186046" y="431236"/>
                  </a:lnTo>
                  <a:lnTo>
                    <a:pt x="3192305" y="432015"/>
                  </a:lnTo>
                  <a:lnTo>
                    <a:pt x="3198565" y="432795"/>
                  </a:lnTo>
                </a:path>
              </a:pathLst>
            </a:cu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3749798" y="1220625"/>
              <a:ext cx="3198565" cy="510118"/>
            </a:xfrm>
            <a:custGeom>
              <a:avLst/>
              <a:pathLst>
                <a:path w="3198565" h="510118">
                  <a:moveTo>
                    <a:pt x="0" y="75411"/>
                  </a:moveTo>
                  <a:lnTo>
                    <a:pt x="6259" y="73553"/>
                  </a:lnTo>
                  <a:lnTo>
                    <a:pt x="12518" y="71709"/>
                  </a:lnTo>
                  <a:lnTo>
                    <a:pt x="18778" y="69865"/>
                  </a:lnTo>
                  <a:lnTo>
                    <a:pt x="25037" y="68071"/>
                  </a:lnTo>
                  <a:lnTo>
                    <a:pt x="31297" y="66281"/>
                  </a:lnTo>
                  <a:lnTo>
                    <a:pt x="37556" y="64498"/>
                  </a:lnTo>
                  <a:lnTo>
                    <a:pt x="43815" y="62763"/>
                  </a:lnTo>
                  <a:lnTo>
                    <a:pt x="50075" y="61029"/>
                  </a:lnTo>
                  <a:lnTo>
                    <a:pt x="56334" y="59314"/>
                  </a:lnTo>
                  <a:lnTo>
                    <a:pt x="62594" y="57636"/>
                  </a:lnTo>
                  <a:lnTo>
                    <a:pt x="68853" y="55959"/>
                  </a:lnTo>
                  <a:lnTo>
                    <a:pt x="75113" y="54315"/>
                  </a:lnTo>
                  <a:lnTo>
                    <a:pt x="81372" y="52696"/>
                  </a:lnTo>
                  <a:lnTo>
                    <a:pt x="87631" y="51078"/>
                  </a:lnTo>
                  <a:lnTo>
                    <a:pt x="93891" y="49507"/>
                  </a:lnTo>
                  <a:lnTo>
                    <a:pt x="100150" y="47950"/>
                  </a:lnTo>
                  <a:lnTo>
                    <a:pt x="106410" y="46392"/>
                  </a:lnTo>
                  <a:lnTo>
                    <a:pt x="112669" y="44896"/>
                  </a:lnTo>
                  <a:lnTo>
                    <a:pt x="118929" y="43401"/>
                  </a:lnTo>
                  <a:lnTo>
                    <a:pt x="125188" y="41919"/>
                  </a:lnTo>
                  <a:lnTo>
                    <a:pt x="131447" y="40488"/>
                  </a:lnTo>
                  <a:lnTo>
                    <a:pt x="137707" y="39057"/>
                  </a:lnTo>
                  <a:lnTo>
                    <a:pt x="143966" y="37653"/>
                  </a:lnTo>
                  <a:lnTo>
                    <a:pt x="150226" y="36288"/>
                  </a:lnTo>
                  <a:lnTo>
                    <a:pt x="156485" y="34923"/>
                  </a:lnTo>
                  <a:lnTo>
                    <a:pt x="162745" y="33598"/>
                  </a:lnTo>
                  <a:lnTo>
                    <a:pt x="169004" y="32300"/>
                  </a:lnTo>
                  <a:lnTo>
                    <a:pt x="175263" y="31002"/>
                  </a:lnTo>
                  <a:lnTo>
                    <a:pt x="181523" y="29760"/>
                  </a:lnTo>
                  <a:lnTo>
                    <a:pt x="187782" y="28529"/>
                  </a:lnTo>
                  <a:lnTo>
                    <a:pt x="194042" y="27302"/>
                  </a:lnTo>
                  <a:lnTo>
                    <a:pt x="200301" y="26141"/>
                  </a:lnTo>
                  <a:lnTo>
                    <a:pt x="206560" y="24980"/>
                  </a:lnTo>
                  <a:lnTo>
                    <a:pt x="212820" y="23836"/>
                  </a:lnTo>
                  <a:lnTo>
                    <a:pt x="219079" y="22746"/>
                  </a:lnTo>
                  <a:lnTo>
                    <a:pt x="225339" y="21655"/>
                  </a:lnTo>
                  <a:lnTo>
                    <a:pt x="231598" y="20597"/>
                  </a:lnTo>
                  <a:lnTo>
                    <a:pt x="237858" y="19578"/>
                  </a:lnTo>
                  <a:lnTo>
                    <a:pt x="244117" y="18559"/>
                  </a:lnTo>
                  <a:lnTo>
                    <a:pt x="250376" y="17588"/>
                  </a:lnTo>
                  <a:lnTo>
                    <a:pt x="256636" y="16641"/>
                  </a:lnTo>
                  <a:lnTo>
                    <a:pt x="262895" y="15694"/>
                  </a:lnTo>
                  <a:lnTo>
                    <a:pt x="269155" y="14810"/>
                  </a:lnTo>
                  <a:lnTo>
                    <a:pt x="275414" y="13936"/>
                  </a:lnTo>
                  <a:lnTo>
                    <a:pt x="281674" y="13069"/>
                  </a:lnTo>
                  <a:lnTo>
                    <a:pt x="287933" y="12268"/>
                  </a:lnTo>
                  <a:lnTo>
                    <a:pt x="294192" y="11467"/>
                  </a:lnTo>
                  <a:lnTo>
                    <a:pt x="300452" y="10688"/>
                  </a:lnTo>
                  <a:lnTo>
                    <a:pt x="306711" y="9962"/>
                  </a:lnTo>
                  <a:lnTo>
                    <a:pt x="312971" y="9235"/>
                  </a:lnTo>
                  <a:lnTo>
                    <a:pt x="319230" y="8546"/>
                  </a:lnTo>
                  <a:lnTo>
                    <a:pt x="325490" y="7893"/>
                  </a:lnTo>
                  <a:lnTo>
                    <a:pt x="331749" y="7241"/>
                  </a:lnTo>
                  <a:lnTo>
                    <a:pt x="338008" y="6642"/>
                  </a:lnTo>
                  <a:lnTo>
                    <a:pt x="344268" y="6065"/>
                  </a:lnTo>
                  <a:lnTo>
                    <a:pt x="350527" y="5487"/>
                  </a:lnTo>
                  <a:lnTo>
                    <a:pt x="356787" y="4979"/>
                  </a:lnTo>
                  <a:lnTo>
                    <a:pt x="363046" y="4476"/>
                  </a:lnTo>
                  <a:lnTo>
                    <a:pt x="369305" y="3983"/>
                  </a:lnTo>
                  <a:lnTo>
                    <a:pt x="375565" y="3555"/>
                  </a:lnTo>
                  <a:lnTo>
                    <a:pt x="381824" y="3127"/>
                  </a:lnTo>
                  <a:lnTo>
                    <a:pt x="388084" y="2725"/>
                  </a:lnTo>
                  <a:lnTo>
                    <a:pt x="394343" y="2372"/>
                  </a:lnTo>
                  <a:lnTo>
                    <a:pt x="400603" y="2018"/>
                  </a:lnTo>
                  <a:lnTo>
                    <a:pt x="406862" y="1707"/>
                  </a:lnTo>
                  <a:lnTo>
                    <a:pt x="413121" y="1428"/>
                  </a:lnTo>
                  <a:lnTo>
                    <a:pt x="419381" y="1150"/>
                  </a:lnTo>
                  <a:lnTo>
                    <a:pt x="425640" y="928"/>
                  </a:lnTo>
                  <a:lnTo>
                    <a:pt x="431900" y="724"/>
                  </a:lnTo>
                  <a:lnTo>
                    <a:pt x="438159" y="519"/>
                  </a:lnTo>
                  <a:lnTo>
                    <a:pt x="444419" y="388"/>
                  </a:lnTo>
                  <a:lnTo>
                    <a:pt x="450678" y="257"/>
                  </a:lnTo>
                  <a:lnTo>
                    <a:pt x="456937" y="141"/>
                  </a:lnTo>
                  <a:lnTo>
                    <a:pt x="463197" y="84"/>
                  </a:lnTo>
                  <a:lnTo>
                    <a:pt x="469456" y="27"/>
                  </a:lnTo>
                  <a:lnTo>
                    <a:pt x="475716" y="0"/>
                  </a:lnTo>
                  <a:lnTo>
                    <a:pt x="481975" y="15"/>
                  </a:lnTo>
                  <a:lnTo>
                    <a:pt x="488235" y="31"/>
                  </a:lnTo>
                  <a:lnTo>
                    <a:pt x="494494" y="91"/>
                  </a:lnTo>
                  <a:lnTo>
                    <a:pt x="500753" y="179"/>
                  </a:lnTo>
                  <a:lnTo>
                    <a:pt x="507013" y="267"/>
                  </a:lnTo>
                  <a:lnTo>
                    <a:pt x="513272" y="414"/>
                  </a:lnTo>
                  <a:lnTo>
                    <a:pt x="519532" y="573"/>
                  </a:lnTo>
                  <a:lnTo>
                    <a:pt x="525791" y="735"/>
                  </a:lnTo>
                  <a:lnTo>
                    <a:pt x="532050" y="964"/>
                  </a:lnTo>
                  <a:lnTo>
                    <a:pt x="538310" y="1193"/>
                  </a:lnTo>
                  <a:lnTo>
                    <a:pt x="544569" y="1440"/>
                  </a:lnTo>
                  <a:lnTo>
                    <a:pt x="550829" y="1739"/>
                  </a:lnTo>
                  <a:lnTo>
                    <a:pt x="557088" y="2038"/>
                  </a:lnTo>
                  <a:lnTo>
                    <a:pt x="563348" y="2368"/>
                  </a:lnTo>
                  <a:lnTo>
                    <a:pt x="569607" y="2735"/>
                  </a:lnTo>
                  <a:lnTo>
                    <a:pt x="575866" y="3102"/>
                  </a:lnTo>
                  <a:lnTo>
                    <a:pt x="582126" y="3514"/>
                  </a:lnTo>
                  <a:lnTo>
                    <a:pt x="588385" y="3949"/>
                  </a:lnTo>
                  <a:lnTo>
                    <a:pt x="594645" y="4383"/>
                  </a:lnTo>
                  <a:lnTo>
                    <a:pt x="600904" y="4875"/>
                  </a:lnTo>
                  <a:lnTo>
                    <a:pt x="607164" y="5375"/>
                  </a:lnTo>
                  <a:lnTo>
                    <a:pt x="613423" y="5881"/>
                  </a:lnTo>
                  <a:lnTo>
                    <a:pt x="619682" y="6445"/>
                  </a:lnTo>
                  <a:lnTo>
                    <a:pt x="625942" y="7009"/>
                  </a:lnTo>
                  <a:lnTo>
                    <a:pt x="632201" y="7593"/>
                  </a:lnTo>
                  <a:lnTo>
                    <a:pt x="638461" y="8220"/>
                  </a:lnTo>
                  <a:lnTo>
                    <a:pt x="644720" y="8848"/>
                  </a:lnTo>
                  <a:lnTo>
                    <a:pt x="650980" y="9506"/>
                  </a:lnTo>
                  <a:lnTo>
                    <a:pt x="657239" y="10195"/>
                  </a:lnTo>
                  <a:lnTo>
                    <a:pt x="663498" y="10884"/>
                  </a:lnTo>
                  <a:lnTo>
                    <a:pt x="669758" y="11616"/>
                  </a:lnTo>
                  <a:lnTo>
                    <a:pt x="676017" y="12365"/>
                  </a:lnTo>
                  <a:lnTo>
                    <a:pt x="682277" y="13113"/>
                  </a:lnTo>
                  <a:lnTo>
                    <a:pt x="688536" y="13917"/>
                  </a:lnTo>
                  <a:lnTo>
                    <a:pt x="694796" y="14723"/>
                  </a:lnTo>
                  <a:lnTo>
                    <a:pt x="701055" y="15539"/>
                  </a:lnTo>
                  <a:lnTo>
                    <a:pt x="707314" y="16402"/>
                  </a:lnTo>
                  <a:lnTo>
                    <a:pt x="713574" y="17265"/>
                  </a:lnTo>
                  <a:lnTo>
                    <a:pt x="719833" y="18148"/>
                  </a:lnTo>
                  <a:lnTo>
                    <a:pt x="726093" y="19066"/>
                  </a:lnTo>
                  <a:lnTo>
                    <a:pt x="732352" y="19984"/>
                  </a:lnTo>
                  <a:lnTo>
                    <a:pt x="738611" y="20932"/>
                  </a:lnTo>
                  <a:lnTo>
                    <a:pt x="744871" y="21903"/>
                  </a:lnTo>
                  <a:lnTo>
                    <a:pt x="751130" y="22874"/>
                  </a:lnTo>
                  <a:lnTo>
                    <a:pt x="757390" y="23884"/>
                  </a:lnTo>
                  <a:lnTo>
                    <a:pt x="763649" y="24906"/>
                  </a:lnTo>
                  <a:lnTo>
                    <a:pt x="769909" y="25928"/>
                  </a:lnTo>
                  <a:lnTo>
                    <a:pt x="776168" y="26998"/>
                  </a:lnTo>
                  <a:lnTo>
                    <a:pt x="782427" y="28069"/>
                  </a:lnTo>
                  <a:lnTo>
                    <a:pt x="788687" y="29149"/>
                  </a:lnTo>
                  <a:lnTo>
                    <a:pt x="794946" y="30267"/>
                  </a:lnTo>
                  <a:lnTo>
                    <a:pt x="801206" y="31385"/>
                  </a:lnTo>
                  <a:lnTo>
                    <a:pt x="807465" y="32521"/>
                  </a:lnTo>
                  <a:lnTo>
                    <a:pt x="813725" y="33684"/>
                  </a:lnTo>
                  <a:lnTo>
                    <a:pt x="819984" y="34847"/>
                  </a:lnTo>
                  <a:lnTo>
                    <a:pt x="826243" y="36036"/>
                  </a:lnTo>
                  <a:lnTo>
                    <a:pt x="832503" y="37242"/>
                  </a:lnTo>
                  <a:lnTo>
                    <a:pt x="838762" y="38447"/>
                  </a:lnTo>
                  <a:lnTo>
                    <a:pt x="845022" y="39687"/>
                  </a:lnTo>
                  <a:lnTo>
                    <a:pt x="851281" y="40934"/>
                  </a:lnTo>
                  <a:lnTo>
                    <a:pt x="857541" y="42182"/>
                  </a:lnTo>
                  <a:lnTo>
                    <a:pt x="863800" y="43467"/>
                  </a:lnTo>
                  <a:lnTo>
                    <a:pt x="870059" y="44753"/>
                  </a:lnTo>
                  <a:lnTo>
                    <a:pt x="876319" y="46047"/>
                  </a:lnTo>
                  <a:lnTo>
                    <a:pt x="882578" y="47369"/>
                  </a:lnTo>
                  <a:lnTo>
                    <a:pt x="888838" y="48691"/>
                  </a:lnTo>
                  <a:lnTo>
                    <a:pt x="895097" y="50029"/>
                  </a:lnTo>
                  <a:lnTo>
                    <a:pt x="901356" y="51385"/>
                  </a:lnTo>
                  <a:lnTo>
                    <a:pt x="907616" y="52742"/>
                  </a:lnTo>
                  <a:lnTo>
                    <a:pt x="913875" y="54120"/>
                  </a:lnTo>
                  <a:lnTo>
                    <a:pt x="920135" y="55509"/>
                  </a:lnTo>
                  <a:lnTo>
                    <a:pt x="926394" y="56897"/>
                  </a:lnTo>
                  <a:lnTo>
                    <a:pt x="932654" y="58312"/>
                  </a:lnTo>
                  <a:lnTo>
                    <a:pt x="938913" y="59731"/>
                  </a:lnTo>
                  <a:lnTo>
                    <a:pt x="945172" y="61153"/>
                  </a:lnTo>
                  <a:lnTo>
                    <a:pt x="951432" y="62599"/>
                  </a:lnTo>
                  <a:lnTo>
                    <a:pt x="957691" y="64046"/>
                  </a:lnTo>
                  <a:lnTo>
                    <a:pt x="963951" y="65500"/>
                  </a:lnTo>
                  <a:lnTo>
                    <a:pt x="970210" y="66973"/>
                  </a:lnTo>
                  <a:lnTo>
                    <a:pt x="976470" y="68445"/>
                  </a:lnTo>
                  <a:lnTo>
                    <a:pt x="982729" y="69930"/>
                  </a:lnTo>
                  <a:lnTo>
                    <a:pt x="988988" y="71426"/>
                  </a:lnTo>
                  <a:lnTo>
                    <a:pt x="995248" y="72921"/>
                  </a:lnTo>
                  <a:lnTo>
                    <a:pt x="1001507" y="74433"/>
                  </a:lnTo>
                  <a:lnTo>
                    <a:pt x="1007767" y="75950"/>
                  </a:lnTo>
                  <a:lnTo>
                    <a:pt x="1014026" y="77468"/>
                  </a:lnTo>
                  <a:lnTo>
                    <a:pt x="1020286" y="79003"/>
                  </a:lnTo>
                  <a:lnTo>
                    <a:pt x="1026545" y="80539"/>
                  </a:lnTo>
                  <a:lnTo>
                    <a:pt x="1032804" y="82078"/>
                  </a:lnTo>
                  <a:lnTo>
                    <a:pt x="1039064" y="83632"/>
                  </a:lnTo>
                  <a:lnTo>
                    <a:pt x="1045323" y="85186"/>
                  </a:lnTo>
                  <a:lnTo>
                    <a:pt x="1051583" y="86745"/>
                  </a:lnTo>
                  <a:lnTo>
                    <a:pt x="1057842" y="88313"/>
                  </a:lnTo>
                  <a:lnTo>
                    <a:pt x="1064101" y="89882"/>
                  </a:lnTo>
                  <a:lnTo>
                    <a:pt x="1070361" y="91457"/>
                  </a:lnTo>
                  <a:lnTo>
                    <a:pt x="1076620" y="93039"/>
                  </a:lnTo>
                  <a:lnTo>
                    <a:pt x="1082880" y="94620"/>
                  </a:lnTo>
                  <a:lnTo>
                    <a:pt x="1089139" y="96210"/>
                  </a:lnTo>
                  <a:lnTo>
                    <a:pt x="1095399" y="97802"/>
                  </a:lnTo>
                  <a:lnTo>
                    <a:pt x="1101658" y="99394"/>
                  </a:lnTo>
                  <a:lnTo>
                    <a:pt x="1107917" y="100994"/>
                  </a:lnTo>
                  <a:lnTo>
                    <a:pt x="1114177" y="102595"/>
                  </a:lnTo>
                  <a:lnTo>
                    <a:pt x="1120436" y="104197"/>
                  </a:lnTo>
                  <a:lnTo>
                    <a:pt x="1126696" y="105805"/>
                  </a:lnTo>
                  <a:lnTo>
                    <a:pt x="1132955" y="107412"/>
                  </a:lnTo>
                  <a:lnTo>
                    <a:pt x="1139215" y="109021"/>
                  </a:lnTo>
                  <a:lnTo>
                    <a:pt x="1145474" y="110633"/>
                  </a:lnTo>
                  <a:lnTo>
                    <a:pt x="1151733" y="112245"/>
                  </a:lnTo>
                  <a:lnTo>
                    <a:pt x="1157993" y="113859"/>
                  </a:lnTo>
                  <a:lnTo>
                    <a:pt x="1164252" y="115474"/>
                  </a:lnTo>
                  <a:lnTo>
                    <a:pt x="1170512" y="117088"/>
                  </a:lnTo>
                  <a:lnTo>
                    <a:pt x="1176771" y="118703"/>
                  </a:lnTo>
                  <a:lnTo>
                    <a:pt x="1183031" y="120319"/>
                  </a:lnTo>
                  <a:lnTo>
                    <a:pt x="1189290" y="121934"/>
                  </a:lnTo>
                  <a:lnTo>
                    <a:pt x="1195549" y="123548"/>
                  </a:lnTo>
                  <a:lnTo>
                    <a:pt x="1201809" y="125163"/>
                  </a:lnTo>
                  <a:lnTo>
                    <a:pt x="1208068" y="126776"/>
                  </a:lnTo>
                  <a:lnTo>
                    <a:pt x="1214328" y="128388"/>
                  </a:lnTo>
                  <a:lnTo>
                    <a:pt x="1220587" y="129999"/>
                  </a:lnTo>
                  <a:lnTo>
                    <a:pt x="1226846" y="131608"/>
                  </a:lnTo>
                  <a:lnTo>
                    <a:pt x="1233106" y="133214"/>
                  </a:lnTo>
                  <a:lnTo>
                    <a:pt x="1239365" y="134821"/>
                  </a:lnTo>
                  <a:lnTo>
                    <a:pt x="1245625" y="136423"/>
                  </a:lnTo>
                  <a:lnTo>
                    <a:pt x="1251884" y="138023"/>
                  </a:lnTo>
                  <a:lnTo>
                    <a:pt x="1258144" y="139623"/>
                  </a:lnTo>
                  <a:lnTo>
                    <a:pt x="1264403" y="141215"/>
                  </a:lnTo>
                  <a:lnTo>
                    <a:pt x="1270662" y="142807"/>
                  </a:lnTo>
                  <a:lnTo>
                    <a:pt x="1276922" y="144398"/>
                  </a:lnTo>
                  <a:lnTo>
                    <a:pt x="1283181" y="145980"/>
                  </a:lnTo>
                  <a:lnTo>
                    <a:pt x="1289441" y="147561"/>
                  </a:lnTo>
                  <a:lnTo>
                    <a:pt x="1295700" y="149140"/>
                  </a:lnTo>
                  <a:lnTo>
                    <a:pt x="1301960" y="150710"/>
                  </a:lnTo>
                  <a:lnTo>
                    <a:pt x="1308219" y="152280"/>
                  </a:lnTo>
                  <a:lnTo>
                    <a:pt x="1314478" y="153844"/>
                  </a:lnTo>
                  <a:lnTo>
                    <a:pt x="1320738" y="155401"/>
                  </a:lnTo>
                  <a:lnTo>
                    <a:pt x="1326997" y="156958"/>
                  </a:lnTo>
                  <a:lnTo>
                    <a:pt x="1333257" y="158505"/>
                  </a:lnTo>
                  <a:lnTo>
                    <a:pt x="1339516" y="160048"/>
                  </a:lnTo>
                  <a:lnTo>
                    <a:pt x="1345776" y="161590"/>
                  </a:lnTo>
                  <a:lnTo>
                    <a:pt x="1352035" y="163118"/>
                  </a:lnTo>
                  <a:lnTo>
                    <a:pt x="1358294" y="164645"/>
                  </a:lnTo>
                  <a:lnTo>
                    <a:pt x="1364554" y="166169"/>
                  </a:lnTo>
                  <a:lnTo>
                    <a:pt x="1370813" y="167678"/>
                  </a:lnTo>
                  <a:lnTo>
                    <a:pt x="1377073" y="169188"/>
                  </a:lnTo>
                  <a:lnTo>
                    <a:pt x="1383332" y="170690"/>
                  </a:lnTo>
                  <a:lnTo>
                    <a:pt x="1389592" y="172181"/>
                  </a:lnTo>
                  <a:lnTo>
                    <a:pt x="1395851" y="173672"/>
                  </a:lnTo>
                  <a:lnTo>
                    <a:pt x="1402110" y="175151"/>
                  </a:lnTo>
                  <a:lnTo>
                    <a:pt x="1408370" y="176621"/>
                  </a:lnTo>
                  <a:lnTo>
                    <a:pt x="1414629" y="178092"/>
                  </a:lnTo>
                  <a:lnTo>
                    <a:pt x="1420889" y="179546"/>
                  </a:lnTo>
                  <a:lnTo>
                    <a:pt x="1427148" y="180996"/>
                  </a:lnTo>
                  <a:lnTo>
                    <a:pt x="1433407" y="182445"/>
                  </a:lnTo>
                  <a:lnTo>
                    <a:pt x="1439667" y="183873"/>
                  </a:lnTo>
                  <a:lnTo>
                    <a:pt x="1445926" y="185300"/>
                  </a:lnTo>
                  <a:lnTo>
                    <a:pt x="1452186" y="186722"/>
                  </a:lnTo>
                  <a:lnTo>
                    <a:pt x="1458445" y="188126"/>
                  </a:lnTo>
                  <a:lnTo>
                    <a:pt x="1464705" y="189530"/>
                  </a:lnTo>
                  <a:lnTo>
                    <a:pt x="1470964" y="190924"/>
                  </a:lnTo>
                  <a:lnTo>
                    <a:pt x="1477223" y="192303"/>
                  </a:lnTo>
                  <a:lnTo>
                    <a:pt x="1483483" y="193683"/>
                  </a:lnTo>
                  <a:lnTo>
                    <a:pt x="1489742" y="195046"/>
                  </a:lnTo>
                  <a:lnTo>
                    <a:pt x="1496002" y="196400"/>
                  </a:lnTo>
                  <a:lnTo>
                    <a:pt x="1502261" y="197754"/>
                  </a:lnTo>
                  <a:lnTo>
                    <a:pt x="1508521" y="199086"/>
                  </a:lnTo>
                  <a:lnTo>
                    <a:pt x="1514780" y="200414"/>
                  </a:lnTo>
                  <a:lnTo>
                    <a:pt x="1521039" y="201741"/>
                  </a:lnTo>
                  <a:lnTo>
                    <a:pt x="1527299" y="203041"/>
                  </a:lnTo>
                  <a:lnTo>
                    <a:pt x="1533558" y="204342"/>
                  </a:lnTo>
                  <a:lnTo>
                    <a:pt x="1539818" y="205636"/>
                  </a:lnTo>
                  <a:lnTo>
                    <a:pt x="1546077" y="206908"/>
                  </a:lnTo>
                  <a:lnTo>
                    <a:pt x="1552337" y="208181"/>
                  </a:lnTo>
                  <a:lnTo>
                    <a:pt x="1558596" y="209440"/>
                  </a:lnTo>
                  <a:lnTo>
                    <a:pt x="1564855" y="210685"/>
                  </a:lnTo>
                  <a:lnTo>
                    <a:pt x="1571115" y="211929"/>
                  </a:lnTo>
                  <a:lnTo>
                    <a:pt x="1577374" y="213153"/>
                  </a:lnTo>
                  <a:lnTo>
                    <a:pt x="1583634" y="214368"/>
                  </a:lnTo>
                  <a:lnTo>
                    <a:pt x="1589893" y="215583"/>
                  </a:lnTo>
                  <a:lnTo>
                    <a:pt x="1596152" y="216771"/>
                  </a:lnTo>
                  <a:lnTo>
                    <a:pt x="1602412" y="217957"/>
                  </a:lnTo>
                  <a:lnTo>
                    <a:pt x="1608671" y="219139"/>
                  </a:lnTo>
                  <a:lnTo>
                    <a:pt x="1614931" y="220293"/>
                  </a:lnTo>
                  <a:lnTo>
                    <a:pt x="1621190" y="221448"/>
                  </a:lnTo>
                  <a:lnTo>
                    <a:pt x="1627450" y="222593"/>
                  </a:lnTo>
                  <a:lnTo>
                    <a:pt x="1633709" y="223717"/>
                  </a:lnTo>
                  <a:lnTo>
                    <a:pt x="1639968" y="224841"/>
                  </a:lnTo>
                  <a:lnTo>
                    <a:pt x="1646228" y="225949"/>
                  </a:lnTo>
                  <a:lnTo>
                    <a:pt x="1652487" y="227042"/>
                  </a:lnTo>
                  <a:lnTo>
                    <a:pt x="1658747" y="228134"/>
                  </a:lnTo>
                  <a:lnTo>
                    <a:pt x="1665006" y="229204"/>
                  </a:lnTo>
                  <a:lnTo>
                    <a:pt x="1671266" y="230265"/>
                  </a:lnTo>
                  <a:lnTo>
                    <a:pt x="1677525" y="231326"/>
                  </a:lnTo>
                  <a:lnTo>
                    <a:pt x="1683784" y="232357"/>
                  </a:lnTo>
                  <a:lnTo>
                    <a:pt x="1690044" y="233387"/>
                  </a:lnTo>
                  <a:lnTo>
                    <a:pt x="1696303" y="234411"/>
                  </a:lnTo>
                  <a:lnTo>
                    <a:pt x="1702563" y="235408"/>
                  </a:lnTo>
                  <a:lnTo>
                    <a:pt x="1708822" y="236406"/>
                  </a:lnTo>
                  <a:lnTo>
                    <a:pt x="1715082" y="237391"/>
                  </a:lnTo>
                  <a:lnTo>
                    <a:pt x="1721341" y="238356"/>
                  </a:lnTo>
                  <a:lnTo>
                    <a:pt x="1727600" y="239322"/>
                  </a:lnTo>
                  <a:lnTo>
                    <a:pt x="1733860" y="240268"/>
                  </a:lnTo>
                  <a:lnTo>
                    <a:pt x="1740119" y="241201"/>
                  </a:lnTo>
                  <a:lnTo>
                    <a:pt x="1746379" y="242134"/>
                  </a:lnTo>
                  <a:lnTo>
                    <a:pt x="1752638" y="243041"/>
                  </a:lnTo>
                  <a:lnTo>
                    <a:pt x="1758897" y="243941"/>
                  </a:lnTo>
                  <a:lnTo>
                    <a:pt x="1765157" y="244842"/>
                  </a:lnTo>
                  <a:lnTo>
                    <a:pt x="1771416" y="245710"/>
                  </a:lnTo>
                  <a:lnTo>
                    <a:pt x="1777676" y="246578"/>
                  </a:lnTo>
                  <a:lnTo>
                    <a:pt x="1783935" y="247440"/>
                  </a:lnTo>
                  <a:lnTo>
                    <a:pt x="1790195" y="248276"/>
                  </a:lnTo>
                  <a:lnTo>
                    <a:pt x="1796454" y="249112"/>
                  </a:lnTo>
                  <a:lnTo>
                    <a:pt x="1802713" y="249934"/>
                  </a:lnTo>
                  <a:lnTo>
                    <a:pt x="1808973" y="250738"/>
                  </a:lnTo>
                  <a:lnTo>
                    <a:pt x="1815232" y="251542"/>
                  </a:lnTo>
                  <a:lnTo>
                    <a:pt x="1821492" y="252325"/>
                  </a:lnTo>
                  <a:lnTo>
                    <a:pt x="1827751" y="253097"/>
                  </a:lnTo>
                  <a:lnTo>
                    <a:pt x="1834011" y="253869"/>
                  </a:lnTo>
                  <a:lnTo>
                    <a:pt x="1840270" y="254615"/>
                  </a:lnTo>
                  <a:lnTo>
                    <a:pt x="1846529" y="255355"/>
                  </a:lnTo>
                  <a:lnTo>
                    <a:pt x="1852789" y="256093"/>
                  </a:lnTo>
                  <a:lnTo>
                    <a:pt x="1859048" y="256802"/>
                  </a:lnTo>
                  <a:lnTo>
                    <a:pt x="1865308" y="257511"/>
                  </a:lnTo>
                  <a:lnTo>
                    <a:pt x="1871567" y="258212"/>
                  </a:lnTo>
                  <a:lnTo>
                    <a:pt x="1877827" y="258890"/>
                  </a:lnTo>
                  <a:lnTo>
                    <a:pt x="1884086" y="259568"/>
                  </a:lnTo>
                  <a:lnTo>
                    <a:pt x="1890345" y="260231"/>
                  </a:lnTo>
                  <a:lnTo>
                    <a:pt x="1896605" y="260879"/>
                  </a:lnTo>
                  <a:lnTo>
                    <a:pt x="1902864" y="261526"/>
                  </a:lnTo>
                  <a:lnTo>
                    <a:pt x="1909124" y="262152"/>
                  </a:lnTo>
                  <a:lnTo>
                    <a:pt x="1915383" y="262770"/>
                  </a:lnTo>
                  <a:lnTo>
                    <a:pt x="1921642" y="263387"/>
                  </a:lnTo>
                  <a:lnTo>
                    <a:pt x="1927902" y="263977"/>
                  </a:lnTo>
                  <a:lnTo>
                    <a:pt x="1934161" y="264565"/>
                  </a:lnTo>
                  <a:lnTo>
                    <a:pt x="1940421" y="265149"/>
                  </a:lnTo>
                  <a:lnTo>
                    <a:pt x="1946680" y="265708"/>
                  </a:lnTo>
                  <a:lnTo>
                    <a:pt x="1952940" y="266266"/>
                  </a:lnTo>
                  <a:lnTo>
                    <a:pt x="1959199" y="266816"/>
                  </a:lnTo>
                  <a:lnTo>
                    <a:pt x="1965458" y="267346"/>
                  </a:lnTo>
                  <a:lnTo>
                    <a:pt x="1971718" y="267876"/>
                  </a:lnTo>
                  <a:lnTo>
                    <a:pt x="1977977" y="268391"/>
                  </a:lnTo>
                  <a:lnTo>
                    <a:pt x="1984237" y="268893"/>
                  </a:lnTo>
                  <a:lnTo>
                    <a:pt x="1990496" y="269395"/>
                  </a:lnTo>
                  <a:lnTo>
                    <a:pt x="1996756" y="269877"/>
                  </a:lnTo>
                  <a:lnTo>
                    <a:pt x="2003015" y="270352"/>
                  </a:lnTo>
                  <a:lnTo>
                    <a:pt x="2009274" y="270827"/>
                  </a:lnTo>
                  <a:lnTo>
                    <a:pt x="2015534" y="271277"/>
                  </a:lnTo>
                  <a:lnTo>
                    <a:pt x="2021793" y="271726"/>
                  </a:lnTo>
                  <a:lnTo>
                    <a:pt x="2028053" y="272170"/>
                  </a:lnTo>
                  <a:lnTo>
                    <a:pt x="2034312" y="272593"/>
                  </a:lnTo>
                  <a:lnTo>
                    <a:pt x="2040572" y="273016"/>
                  </a:lnTo>
                  <a:lnTo>
                    <a:pt x="2046831" y="273430"/>
                  </a:lnTo>
                  <a:lnTo>
                    <a:pt x="2053090" y="273828"/>
                  </a:lnTo>
                  <a:lnTo>
                    <a:pt x="2059350" y="274227"/>
                  </a:lnTo>
                  <a:lnTo>
                    <a:pt x="2065609" y="274611"/>
                  </a:lnTo>
                  <a:lnTo>
                    <a:pt x="2071869" y="274985"/>
                  </a:lnTo>
                  <a:lnTo>
                    <a:pt x="2078128" y="275359"/>
                  </a:lnTo>
                  <a:lnTo>
                    <a:pt x="2084388" y="275715"/>
                  </a:lnTo>
                  <a:lnTo>
                    <a:pt x="2090647" y="276067"/>
                  </a:lnTo>
                  <a:lnTo>
                    <a:pt x="2096906" y="276418"/>
                  </a:lnTo>
                  <a:lnTo>
                    <a:pt x="2103166" y="276747"/>
                  </a:lnTo>
                  <a:lnTo>
                    <a:pt x="2109425" y="277076"/>
                  </a:lnTo>
                  <a:lnTo>
                    <a:pt x="2115685" y="277400"/>
                  </a:lnTo>
                  <a:lnTo>
                    <a:pt x="2121944" y="277708"/>
                  </a:lnTo>
                  <a:lnTo>
                    <a:pt x="2128203" y="278016"/>
                  </a:lnTo>
                  <a:lnTo>
                    <a:pt x="2134463" y="278315"/>
                  </a:lnTo>
                  <a:lnTo>
                    <a:pt x="2140722" y="278603"/>
                  </a:lnTo>
                  <a:lnTo>
                    <a:pt x="2146982" y="278891"/>
                  </a:lnTo>
                  <a:lnTo>
                    <a:pt x="2153241" y="279166"/>
                  </a:lnTo>
                  <a:lnTo>
                    <a:pt x="2159501" y="279435"/>
                  </a:lnTo>
                  <a:lnTo>
                    <a:pt x="2165760" y="279704"/>
                  </a:lnTo>
                  <a:lnTo>
                    <a:pt x="2172019" y="279957"/>
                  </a:lnTo>
                  <a:lnTo>
                    <a:pt x="2178279" y="280207"/>
                  </a:lnTo>
                  <a:lnTo>
                    <a:pt x="2184538" y="280457"/>
                  </a:lnTo>
                  <a:lnTo>
                    <a:pt x="2190798" y="280690"/>
                  </a:lnTo>
                  <a:lnTo>
                    <a:pt x="2197057" y="280924"/>
                  </a:lnTo>
                  <a:lnTo>
                    <a:pt x="2203317" y="281153"/>
                  </a:lnTo>
                  <a:lnTo>
                    <a:pt x="2209576" y="281370"/>
                  </a:lnTo>
                  <a:lnTo>
                    <a:pt x="2215835" y="281588"/>
                  </a:lnTo>
                  <a:lnTo>
                    <a:pt x="2222095" y="281798"/>
                  </a:lnTo>
                  <a:lnTo>
                    <a:pt x="2228354" y="282001"/>
                  </a:lnTo>
                  <a:lnTo>
                    <a:pt x="2234614" y="282204"/>
                  </a:lnTo>
                  <a:lnTo>
                    <a:pt x="2240873" y="282397"/>
                  </a:lnTo>
                  <a:lnTo>
                    <a:pt x="2247133" y="282586"/>
                  </a:lnTo>
                  <a:lnTo>
                    <a:pt x="2253392" y="282775"/>
                  </a:lnTo>
                  <a:lnTo>
                    <a:pt x="2259651" y="282953"/>
                  </a:lnTo>
                  <a:lnTo>
                    <a:pt x="2265911" y="283129"/>
                  </a:lnTo>
                  <a:lnTo>
                    <a:pt x="2272170" y="283304"/>
                  </a:lnTo>
                  <a:lnTo>
                    <a:pt x="2278430" y="283470"/>
                  </a:lnTo>
                  <a:lnTo>
                    <a:pt x="2284689" y="283635"/>
                  </a:lnTo>
                  <a:lnTo>
                    <a:pt x="2290948" y="283797"/>
                  </a:lnTo>
                  <a:lnTo>
                    <a:pt x="2297208" y="283952"/>
                  </a:lnTo>
                  <a:lnTo>
                    <a:pt x="2303467" y="284107"/>
                  </a:lnTo>
                  <a:lnTo>
                    <a:pt x="2309727" y="284257"/>
                  </a:lnTo>
                  <a:lnTo>
                    <a:pt x="2315986" y="284403"/>
                  </a:lnTo>
                  <a:lnTo>
                    <a:pt x="2322246" y="284549"/>
                  </a:lnTo>
                  <a:lnTo>
                    <a:pt x="2328505" y="284689"/>
                  </a:lnTo>
                  <a:lnTo>
                    <a:pt x="2334764" y="284827"/>
                  </a:lnTo>
                  <a:lnTo>
                    <a:pt x="2341024" y="284966"/>
                  </a:lnTo>
                  <a:lnTo>
                    <a:pt x="2347283" y="285098"/>
                  </a:lnTo>
                  <a:lnTo>
                    <a:pt x="2353543" y="285229"/>
                  </a:lnTo>
                  <a:lnTo>
                    <a:pt x="2359802" y="285360"/>
                  </a:lnTo>
                  <a:lnTo>
                    <a:pt x="2366062" y="285486"/>
                  </a:lnTo>
                  <a:lnTo>
                    <a:pt x="2372321" y="285613"/>
                  </a:lnTo>
                  <a:lnTo>
                    <a:pt x="2378580" y="285737"/>
                  </a:lnTo>
                  <a:lnTo>
                    <a:pt x="2384840" y="285859"/>
                  </a:lnTo>
                  <a:lnTo>
                    <a:pt x="2391099" y="285982"/>
                  </a:lnTo>
                  <a:lnTo>
                    <a:pt x="2397359" y="286102"/>
                  </a:lnTo>
                  <a:lnTo>
                    <a:pt x="2403618" y="286221"/>
                  </a:lnTo>
                  <a:lnTo>
                    <a:pt x="2409878" y="286340"/>
                  </a:lnTo>
                  <a:lnTo>
                    <a:pt x="2416137" y="286458"/>
                  </a:lnTo>
                  <a:lnTo>
                    <a:pt x="2422396" y="286575"/>
                  </a:lnTo>
                  <a:lnTo>
                    <a:pt x="2428656" y="286693"/>
                  </a:lnTo>
                  <a:lnTo>
                    <a:pt x="2434915" y="286810"/>
                  </a:lnTo>
                  <a:lnTo>
                    <a:pt x="2441175" y="286927"/>
                  </a:lnTo>
                  <a:lnTo>
                    <a:pt x="2447434" y="287044"/>
                  </a:lnTo>
                  <a:lnTo>
                    <a:pt x="2453693" y="287161"/>
                  </a:lnTo>
                  <a:lnTo>
                    <a:pt x="2459953" y="287279"/>
                  </a:lnTo>
                  <a:lnTo>
                    <a:pt x="2466212" y="287397"/>
                  </a:lnTo>
                  <a:lnTo>
                    <a:pt x="2472472" y="287516"/>
                  </a:lnTo>
                  <a:lnTo>
                    <a:pt x="2478731" y="287635"/>
                  </a:lnTo>
                  <a:lnTo>
                    <a:pt x="2484991" y="287757"/>
                  </a:lnTo>
                  <a:lnTo>
                    <a:pt x="2491250" y="287879"/>
                  </a:lnTo>
                  <a:lnTo>
                    <a:pt x="2497509" y="288001"/>
                  </a:lnTo>
                  <a:lnTo>
                    <a:pt x="2503769" y="288127"/>
                  </a:lnTo>
                  <a:lnTo>
                    <a:pt x="2510028" y="288253"/>
                  </a:lnTo>
                  <a:lnTo>
                    <a:pt x="2516288" y="288380"/>
                  </a:lnTo>
                  <a:lnTo>
                    <a:pt x="2522547" y="288511"/>
                  </a:lnTo>
                  <a:lnTo>
                    <a:pt x="2528807" y="288643"/>
                  </a:lnTo>
                  <a:lnTo>
                    <a:pt x="2535066" y="288776"/>
                  </a:lnTo>
                  <a:lnTo>
                    <a:pt x="2541325" y="288914"/>
                  </a:lnTo>
                  <a:lnTo>
                    <a:pt x="2547585" y="289051"/>
                  </a:lnTo>
                  <a:lnTo>
                    <a:pt x="2553844" y="289193"/>
                  </a:lnTo>
                  <a:lnTo>
                    <a:pt x="2560104" y="289338"/>
                  </a:lnTo>
                  <a:lnTo>
                    <a:pt x="2566363" y="289483"/>
                  </a:lnTo>
                  <a:lnTo>
                    <a:pt x="2572623" y="289634"/>
                  </a:lnTo>
                  <a:lnTo>
                    <a:pt x="2578882" y="289788"/>
                  </a:lnTo>
                  <a:lnTo>
                    <a:pt x="2585141" y="289941"/>
                  </a:lnTo>
                  <a:lnTo>
                    <a:pt x="2591401" y="290104"/>
                  </a:lnTo>
                  <a:lnTo>
                    <a:pt x="2597660" y="290267"/>
                  </a:lnTo>
                  <a:lnTo>
                    <a:pt x="2603920" y="290431"/>
                  </a:lnTo>
                  <a:lnTo>
                    <a:pt x="2610179" y="290605"/>
                  </a:lnTo>
                  <a:lnTo>
                    <a:pt x="2616438" y="290778"/>
                  </a:lnTo>
                  <a:lnTo>
                    <a:pt x="2622698" y="290955"/>
                  </a:lnTo>
                  <a:lnTo>
                    <a:pt x="2628957" y="291140"/>
                  </a:lnTo>
                  <a:lnTo>
                    <a:pt x="2635217" y="291325"/>
                  </a:lnTo>
                  <a:lnTo>
                    <a:pt x="2641476" y="291517"/>
                  </a:lnTo>
                  <a:lnTo>
                    <a:pt x="2647736" y="291714"/>
                  </a:lnTo>
                  <a:lnTo>
                    <a:pt x="2653995" y="291911"/>
                  </a:lnTo>
                  <a:lnTo>
                    <a:pt x="2660254" y="292118"/>
                  </a:lnTo>
                  <a:lnTo>
                    <a:pt x="2666514" y="292329"/>
                  </a:lnTo>
                  <a:lnTo>
                    <a:pt x="2672773" y="292539"/>
                  </a:lnTo>
                  <a:lnTo>
                    <a:pt x="2679033" y="292763"/>
                  </a:lnTo>
                  <a:lnTo>
                    <a:pt x="2685292" y="292987"/>
                  </a:lnTo>
                  <a:lnTo>
                    <a:pt x="2691552" y="293214"/>
                  </a:lnTo>
                  <a:lnTo>
                    <a:pt x="2697811" y="293454"/>
                  </a:lnTo>
                  <a:lnTo>
                    <a:pt x="2704070" y="293693"/>
                  </a:lnTo>
                  <a:lnTo>
                    <a:pt x="2710330" y="293938"/>
                  </a:lnTo>
                  <a:lnTo>
                    <a:pt x="2716589" y="294193"/>
                  </a:lnTo>
                  <a:lnTo>
                    <a:pt x="2722849" y="294448"/>
                  </a:lnTo>
                  <a:lnTo>
                    <a:pt x="2729108" y="294713"/>
                  </a:lnTo>
                  <a:lnTo>
                    <a:pt x="2735368" y="294984"/>
                  </a:lnTo>
                  <a:lnTo>
                    <a:pt x="2741627" y="295255"/>
                  </a:lnTo>
                  <a:lnTo>
                    <a:pt x="2747886" y="295540"/>
                  </a:lnTo>
                  <a:lnTo>
                    <a:pt x="2754146" y="295829"/>
                  </a:lnTo>
                  <a:lnTo>
                    <a:pt x="2760405" y="296117"/>
                  </a:lnTo>
                  <a:lnTo>
                    <a:pt x="2766665" y="296423"/>
                  </a:lnTo>
                  <a:lnTo>
                    <a:pt x="2772924" y="296729"/>
                  </a:lnTo>
                  <a:lnTo>
                    <a:pt x="2779184" y="297039"/>
                  </a:lnTo>
                  <a:lnTo>
                    <a:pt x="2785443" y="297363"/>
                  </a:lnTo>
                  <a:lnTo>
                    <a:pt x="2791702" y="297688"/>
                  </a:lnTo>
                  <a:lnTo>
                    <a:pt x="2797962" y="298020"/>
                  </a:lnTo>
                  <a:lnTo>
                    <a:pt x="2804221" y="298363"/>
                  </a:lnTo>
                  <a:lnTo>
                    <a:pt x="2810481" y="298706"/>
                  </a:lnTo>
                  <a:lnTo>
                    <a:pt x="2816740" y="299061"/>
                  </a:lnTo>
                  <a:lnTo>
                    <a:pt x="2822999" y="299423"/>
                  </a:lnTo>
                  <a:lnTo>
                    <a:pt x="2829259" y="299785"/>
                  </a:lnTo>
                  <a:lnTo>
                    <a:pt x="2835518" y="300165"/>
                  </a:lnTo>
                  <a:lnTo>
                    <a:pt x="2841778" y="300546"/>
                  </a:lnTo>
                  <a:lnTo>
                    <a:pt x="2848037" y="300930"/>
                  </a:lnTo>
                  <a:lnTo>
                    <a:pt x="2854297" y="301331"/>
                  </a:lnTo>
                  <a:lnTo>
                    <a:pt x="2860556" y="301733"/>
                  </a:lnTo>
                  <a:lnTo>
                    <a:pt x="2866815" y="302141"/>
                  </a:lnTo>
                  <a:lnTo>
                    <a:pt x="2873075" y="302563"/>
                  </a:lnTo>
                  <a:lnTo>
                    <a:pt x="2879334" y="302986"/>
                  </a:lnTo>
                  <a:lnTo>
                    <a:pt x="2885594" y="303418"/>
                  </a:lnTo>
                  <a:lnTo>
                    <a:pt x="2891853" y="303861"/>
                  </a:lnTo>
                  <a:lnTo>
                    <a:pt x="2898113" y="304304"/>
                  </a:lnTo>
                  <a:lnTo>
                    <a:pt x="2904372" y="304762"/>
                  </a:lnTo>
                  <a:lnTo>
                    <a:pt x="2910631" y="305225"/>
                  </a:lnTo>
                  <a:lnTo>
                    <a:pt x="2916891" y="305689"/>
                  </a:lnTo>
                  <a:lnTo>
                    <a:pt x="2923150" y="306172"/>
                  </a:lnTo>
                  <a:lnTo>
                    <a:pt x="2929410" y="306657"/>
                  </a:lnTo>
                  <a:lnTo>
                    <a:pt x="2935669" y="307145"/>
                  </a:lnTo>
                  <a:lnTo>
                    <a:pt x="2941929" y="307651"/>
                  </a:lnTo>
                  <a:lnTo>
                    <a:pt x="2948188" y="308157"/>
                  </a:lnTo>
                  <a:lnTo>
                    <a:pt x="2954447" y="308670"/>
                  </a:lnTo>
                  <a:lnTo>
                    <a:pt x="2960707" y="309198"/>
                  </a:lnTo>
                  <a:lnTo>
                    <a:pt x="2966966" y="309725"/>
                  </a:lnTo>
                  <a:lnTo>
                    <a:pt x="2973226" y="310264"/>
                  </a:lnTo>
                  <a:lnTo>
                    <a:pt x="2979485" y="310813"/>
                  </a:lnTo>
                  <a:lnTo>
                    <a:pt x="2985744" y="311361"/>
                  </a:lnTo>
                  <a:lnTo>
                    <a:pt x="2992004" y="311926"/>
                  </a:lnTo>
                  <a:lnTo>
                    <a:pt x="2998263" y="312496"/>
                  </a:lnTo>
                  <a:lnTo>
                    <a:pt x="3004523" y="313066"/>
                  </a:lnTo>
                  <a:lnTo>
                    <a:pt x="3010782" y="313656"/>
                  </a:lnTo>
                  <a:lnTo>
                    <a:pt x="3017042" y="314247"/>
                  </a:lnTo>
                  <a:lnTo>
                    <a:pt x="3023301" y="314841"/>
                  </a:lnTo>
                  <a:lnTo>
                    <a:pt x="3029560" y="315453"/>
                  </a:lnTo>
                  <a:lnTo>
                    <a:pt x="3035820" y="316065"/>
                  </a:lnTo>
                  <a:lnTo>
                    <a:pt x="3042079" y="316686"/>
                  </a:lnTo>
                  <a:lnTo>
                    <a:pt x="3048339" y="317318"/>
                  </a:lnTo>
                  <a:lnTo>
                    <a:pt x="3054598" y="317951"/>
                  </a:lnTo>
                  <a:lnTo>
                    <a:pt x="3060858" y="318596"/>
                  </a:lnTo>
                  <a:lnTo>
                    <a:pt x="3067117" y="319250"/>
                  </a:lnTo>
                  <a:lnTo>
                    <a:pt x="3073376" y="319903"/>
                  </a:lnTo>
                  <a:lnTo>
                    <a:pt x="3079636" y="320573"/>
                  </a:lnTo>
                  <a:lnTo>
                    <a:pt x="3085895" y="321246"/>
                  </a:lnTo>
                  <a:lnTo>
                    <a:pt x="3092155" y="321920"/>
                  </a:lnTo>
                  <a:lnTo>
                    <a:pt x="3098414" y="322614"/>
                  </a:lnTo>
                  <a:lnTo>
                    <a:pt x="3104674" y="323308"/>
                  </a:lnTo>
                  <a:lnTo>
                    <a:pt x="3110933" y="324006"/>
                  </a:lnTo>
                  <a:lnTo>
                    <a:pt x="3117192" y="324719"/>
                  </a:lnTo>
                  <a:lnTo>
                    <a:pt x="3123452" y="325432"/>
                  </a:lnTo>
                  <a:lnTo>
                    <a:pt x="3129711" y="326154"/>
                  </a:lnTo>
                  <a:lnTo>
                    <a:pt x="3135971" y="326886"/>
                  </a:lnTo>
                  <a:lnTo>
                    <a:pt x="3142230" y="327618"/>
                  </a:lnTo>
                  <a:lnTo>
                    <a:pt x="3148489" y="328363"/>
                  </a:lnTo>
                  <a:lnTo>
                    <a:pt x="3154749" y="329113"/>
                  </a:lnTo>
                  <a:lnTo>
                    <a:pt x="3161008" y="329864"/>
                  </a:lnTo>
                  <a:lnTo>
                    <a:pt x="3167268" y="330631"/>
                  </a:lnTo>
                  <a:lnTo>
                    <a:pt x="3173527" y="331400"/>
                  </a:lnTo>
                  <a:lnTo>
                    <a:pt x="3179787" y="332171"/>
                  </a:lnTo>
                  <a:lnTo>
                    <a:pt x="3186046" y="332957"/>
                  </a:lnTo>
                  <a:lnTo>
                    <a:pt x="3192305" y="333744"/>
                  </a:lnTo>
                  <a:lnTo>
                    <a:pt x="3198565" y="334536"/>
                  </a:lnTo>
                  <a:lnTo>
                    <a:pt x="3198565" y="510118"/>
                  </a:lnTo>
                  <a:lnTo>
                    <a:pt x="3192305" y="510118"/>
                  </a:lnTo>
                  <a:lnTo>
                    <a:pt x="3186046" y="510118"/>
                  </a:lnTo>
                  <a:lnTo>
                    <a:pt x="3179787" y="510118"/>
                  </a:lnTo>
                  <a:lnTo>
                    <a:pt x="3173527" y="510118"/>
                  </a:lnTo>
                  <a:lnTo>
                    <a:pt x="3167268" y="510118"/>
                  </a:lnTo>
                  <a:lnTo>
                    <a:pt x="3161008" y="510118"/>
                  </a:lnTo>
                  <a:lnTo>
                    <a:pt x="3154749" y="510118"/>
                  </a:lnTo>
                  <a:lnTo>
                    <a:pt x="3148489" y="510118"/>
                  </a:lnTo>
                  <a:lnTo>
                    <a:pt x="3142230" y="510118"/>
                  </a:lnTo>
                  <a:lnTo>
                    <a:pt x="3135971" y="510118"/>
                  </a:lnTo>
                  <a:lnTo>
                    <a:pt x="3129711" y="510118"/>
                  </a:lnTo>
                  <a:lnTo>
                    <a:pt x="3123452" y="510118"/>
                  </a:lnTo>
                  <a:lnTo>
                    <a:pt x="3117192" y="510118"/>
                  </a:lnTo>
                  <a:lnTo>
                    <a:pt x="3110933" y="510118"/>
                  </a:lnTo>
                  <a:lnTo>
                    <a:pt x="3104674" y="510118"/>
                  </a:lnTo>
                  <a:lnTo>
                    <a:pt x="3098414" y="510118"/>
                  </a:lnTo>
                  <a:lnTo>
                    <a:pt x="3092155" y="510118"/>
                  </a:lnTo>
                  <a:lnTo>
                    <a:pt x="3085895" y="510118"/>
                  </a:lnTo>
                  <a:lnTo>
                    <a:pt x="3079636" y="510118"/>
                  </a:lnTo>
                  <a:lnTo>
                    <a:pt x="3073376" y="510118"/>
                  </a:lnTo>
                  <a:lnTo>
                    <a:pt x="3067117" y="510118"/>
                  </a:lnTo>
                  <a:lnTo>
                    <a:pt x="3060858" y="510118"/>
                  </a:lnTo>
                  <a:lnTo>
                    <a:pt x="3054598" y="510118"/>
                  </a:lnTo>
                  <a:lnTo>
                    <a:pt x="3048339" y="510118"/>
                  </a:lnTo>
                  <a:lnTo>
                    <a:pt x="3042079" y="510118"/>
                  </a:lnTo>
                  <a:lnTo>
                    <a:pt x="3035820" y="510118"/>
                  </a:lnTo>
                  <a:lnTo>
                    <a:pt x="3029560" y="510118"/>
                  </a:lnTo>
                  <a:lnTo>
                    <a:pt x="3023301" y="510118"/>
                  </a:lnTo>
                  <a:lnTo>
                    <a:pt x="3017042" y="510118"/>
                  </a:lnTo>
                  <a:lnTo>
                    <a:pt x="3010782" y="510118"/>
                  </a:lnTo>
                  <a:lnTo>
                    <a:pt x="3004523" y="510118"/>
                  </a:lnTo>
                  <a:lnTo>
                    <a:pt x="2998263" y="510118"/>
                  </a:lnTo>
                  <a:lnTo>
                    <a:pt x="2992004" y="510118"/>
                  </a:lnTo>
                  <a:lnTo>
                    <a:pt x="2985744" y="510118"/>
                  </a:lnTo>
                  <a:lnTo>
                    <a:pt x="2979485" y="510118"/>
                  </a:lnTo>
                  <a:lnTo>
                    <a:pt x="2973226" y="510118"/>
                  </a:lnTo>
                  <a:lnTo>
                    <a:pt x="2966966" y="510118"/>
                  </a:lnTo>
                  <a:lnTo>
                    <a:pt x="2960707" y="510118"/>
                  </a:lnTo>
                  <a:lnTo>
                    <a:pt x="2954447" y="510118"/>
                  </a:lnTo>
                  <a:lnTo>
                    <a:pt x="2948188" y="510118"/>
                  </a:lnTo>
                  <a:lnTo>
                    <a:pt x="2941929" y="510118"/>
                  </a:lnTo>
                  <a:lnTo>
                    <a:pt x="2935669" y="510118"/>
                  </a:lnTo>
                  <a:lnTo>
                    <a:pt x="2929410" y="510118"/>
                  </a:lnTo>
                  <a:lnTo>
                    <a:pt x="2923150" y="510118"/>
                  </a:lnTo>
                  <a:lnTo>
                    <a:pt x="2916891" y="510118"/>
                  </a:lnTo>
                  <a:lnTo>
                    <a:pt x="2910631" y="510118"/>
                  </a:lnTo>
                  <a:lnTo>
                    <a:pt x="2904372" y="510118"/>
                  </a:lnTo>
                  <a:lnTo>
                    <a:pt x="2898113" y="510118"/>
                  </a:lnTo>
                  <a:lnTo>
                    <a:pt x="2891853" y="510118"/>
                  </a:lnTo>
                  <a:lnTo>
                    <a:pt x="2885594" y="510118"/>
                  </a:lnTo>
                  <a:lnTo>
                    <a:pt x="2879334" y="510118"/>
                  </a:lnTo>
                  <a:lnTo>
                    <a:pt x="2873075" y="510118"/>
                  </a:lnTo>
                  <a:lnTo>
                    <a:pt x="2866815" y="510118"/>
                  </a:lnTo>
                  <a:lnTo>
                    <a:pt x="2860556" y="510118"/>
                  </a:lnTo>
                  <a:lnTo>
                    <a:pt x="2854297" y="510118"/>
                  </a:lnTo>
                  <a:lnTo>
                    <a:pt x="2848037" y="510118"/>
                  </a:lnTo>
                  <a:lnTo>
                    <a:pt x="2841778" y="510118"/>
                  </a:lnTo>
                  <a:lnTo>
                    <a:pt x="2835518" y="510118"/>
                  </a:lnTo>
                  <a:lnTo>
                    <a:pt x="2829259" y="510118"/>
                  </a:lnTo>
                  <a:lnTo>
                    <a:pt x="2822999" y="510118"/>
                  </a:lnTo>
                  <a:lnTo>
                    <a:pt x="2816740" y="510118"/>
                  </a:lnTo>
                  <a:lnTo>
                    <a:pt x="2810481" y="510118"/>
                  </a:lnTo>
                  <a:lnTo>
                    <a:pt x="2804221" y="510118"/>
                  </a:lnTo>
                  <a:lnTo>
                    <a:pt x="2797962" y="510118"/>
                  </a:lnTo>
                  <a:lnTo>
                    <a:pt x="2791702" y="510118"/>
                  </a:lnTo>
                  <a:lnTo>
                    <a:pt x="2785443" y="510118"/>
                  </a:lnTo>
                  <a:lnTo>
                    <a:pt x="2779184" y="510118"/>
                  </a:lnTo>
                  <a:lnTo>
                    <a:pt x="2772924" y="510118"/>
                  </a:lnTo>
                  <a:lnTo>
                    <a:pt x="2766665" y="510118"/>
                  </a:lnTo>
                  <a:lnTo>
                    <a:pt x="2760405" y="510118"/>
                  </a:lnTo>
                  <a:lnTo>
                    <a:pt x="2754146" y="510118"/>
                  </a:lnTo>
                  <a:lnTo>
                    <a:pt x="2747886" y="510118"/>
                  </a:lnTo>
                  <a:lnTo>
                    <a:pt x="2741627" y="510118"/>
                  </a:lnTo>
                  <a:lnTo>
                    <a:pt x="2735368" y="510118"/>
                  </a:lnTo>
                  <a:lnTo>
                    <a:pt x="2729108" y="510118"/>
                  </a:lnTo>
                  <a:lnTo>
                    <a:pt x="2722849" y="510118"/>
                  </a:lnTo>
                  <a:lnTo>
                    <a:pt x="2716589" y="510118"/>
                  </a:lnTo>
                  <a:lnTo>
                    <a:pt x="2710330" y="510118"/>
                  </a:lnTo>
                  <a:lnTo>
                    <a:pt x="2704070" y="510118"/>
                  </a:lnTo>
                  <a:lnTo>
                    <a:pt x="2697811" y="510118"/>
                  </a:lnTo>
                  <a:lnTo>
                    <a:pt x="2691552" y="510118"/>
                  </a:lnTo>
                  <a:lnTo>
                    <a:pt x="2685292" y="510118"/>
                  </a:lnTo>
                  <a:lnTo>
                    <a:pt x="2679033" y="510118"/>
                  </a:lnTo>
                  <a:lnTo>
                    <a:pt x="2672773" y="510118"/>
                  </a:lnTo>
                  <a:lnTo>
                    <a:pt x="2666514" y="510118"/>
                  </a:lnTo>
                  <a:lnTo>
                    <a:pt x="2660254" y="510118"/>
                  </a:lnTo>
                  <a:lnTo>
                    <a:pt x="2653995" y="510118"/>
                  </a:lnTo>
                  <a:lnTo>
                    <a:pt x="2647736" y="510118"/>
                  </a:lnTo>
                  <a:lnTo>
                    <a:pt x="2641476" y="510118"/>
                  </a:lnTo>
                  <a:lnTo>
                    <a:pt x="2635217" y="510118"/>
                  </a:lnTo>
                  <a:lnTo>
                    <a:pt x="2628957" y="510118"/>
                  </a:lnTo>
                  <a:lnTo>
                    <a:pt x="2622698" y="510118"/>
                  </a:lnTo>
                  <a:lnTo>
                    <a:pt x="2616438" y="510118"/>
                  </a:lnTo>
                  <a:lnTo>
                    <a:pt x="2610179" y="510118"/>
                  </a:lnTo>
                  <a:lnTo>
                    <a:pt x="2603920" y="510118"/>
                  </a:lnTo>
                  <a:lnTo>
                    <a:pt x="2597660" y="510118"/>
                  </a:lnTo>
                  <a:lnTo>
                    <a:pt x="2591401" y="510118"/>
                  </a:lnTo>
                  <a:lnTo>
                    <a:pt x="2585141" y="510118"/>
                  </a:lnTo>
                  <a:lnTo>
                    <a:pt x="2578882" y="510118"/>
                  </a:lnTo>
                  <a:lnTo>
                    <a:pt x="2572623" y="510118"/>
                  </a:lnTo>
                  <a:lnTo>
                    <a:pt x="2566363" y="510118"/>
                  </a:lnTo>
                  <a:lnTo>
                    <a:pt x="2560104" y="510118"/>
                  </a:lnTo>
                  <a:lnTo>
                    <a:pt x="2553844" y="510118"/>
                  </a:lnTo>
                  <a:lnTo>
                    <a:pt x="2547585" y="510118"/>
                  </a:lnTo>
                  <a:lnTo>
                    <a:pt x="2541325" y="510118"/>
                  </a:lnTo>
                  <a:lnTo>
                    <a:pt x="2535066" y="510118"/>
                  </a:lnTo>
                  <a:lnTo>
                    <a:pt x="2528807" y="510118"/>
                  </a:lnTo>
                  <a:lnTo>
                    <a:pt x="2522547" y="510118"/>
                  </a:lnTo>
                  <a:lnTo>
                    <a:pt x="2516288" y="510118"/>
                  </a:lnTo>
                  <a:lnTo>
                    <a:pt x="2510028" y="510118"/>
                  </a:lnTo>
                  <a:lnTo>
                    <a:pt x="2503769" y="510118"/>
                  </a:lnTo>
                  <a:lnTo>
                    <a:pt x="2497509" y="510118"/>
                  </a:lnTo>
                  <a:lnTo>
                    <a:pt x="2491250" y="510118"/>
                  </a:lnTo>
                  <a:lnTo>
                    <a:pt x="2484991" y="510118"/>
                  </a:lnTo>
                  <a:lnTo>
                    <a:pt x="2478731" y="510118"/>
                  </a:lnTo>
                  <a:lnTo>
                    <a:pt x="2472472" y="510118"/>
                  </a:lnTo>
                  <a:lnTo>
                    <a:pt x="2466212" y="510118"/>
                  </a:lnTo>
                  <a:lnTo>
                    <a:pt x="2459953" y="510118"/>
                  </a:lnTo>
                  <a:lnTo>
                    <a:pt x="2453693" y="510118"/>
                  </a:lnTo>
                  <a:lnTo>
                    <a:pt x="2447434" y="510118"/>
                  </a:lnTo>
                  <a:lnTo>
                    <a:pt x="2441175" y="510118"/>
                  </a:lnTo>
                  <a:lnTo>
                    <a:pt x="2434915" y="510118"/>
                  </a:lnTo>
                  <a:lnTo>
                    <a:pt x="2428656" y="510118"/>
                  </a:lnTo>
                  <a:lnTo>
                    <a:pt x="2422396" y="510118"/>
                  </a:lnTo>
                  <a:lnTo>
                    <a:pt x="2416137" y="510118"/>
                  </a:lnTo>
                  <a:lnTo>
                    <a:pt x="2409878" y="510118"/>
                  </a:lnTo>
                  <a:lnTo>
                    <a:pt x="2403618" y="510118"/>
                  </a:lnTo>
                  <a:lnTo>
                    <a:pt x="2397359" y="510118"/>
                  </a:lnTo>
                  <a:lnTo>
                    <a:pt x="2391099" y="510118"/>
                  </a:lnTo>
                  <a:lnTo>
                    <a:pt x="2384840" y="510118"/>
                  </a:lnTo>
                  <a:lnTo>
                    <a:pt x="2378580" y="510118"/>
                  </a:lnTo>
                  <a:lnTo>
                    <a:pt x="2372321" y="510118"/>
                  </a:lnTo>
                  <a:lnTo>
                    <a:pt x="2366062" y="510118"/>
                  </a:lnTo>
                  <a:lnTo>
                    <a:pt x="2359802" y="510118"/>
                  </a:lnTo>
                  <a:lnTo>
                    <a:pt x="2353543" y="510118"/>
                  </a:lnTo>
                  <a:lnTo>
                    <a:pt x="2347283" y="510118"/>
                  </a:lnTo>
                  <a:lnTo>
                    <a:pt x="2341024" y="510118"/>
                  </a:lnTo>
                  <a:lnTo>
                    <a:pt x="2334764" y="510118"/>
                  </a:lnTo>
                  <a:lnTo>
                    <a:pt x="2328505" y="510118"/>
                  </a:lnTo>
                  <a:lnTo>
                    <a:pt x="2322246" y="510118"/>
                  </a:lnTo>
                  <a:lnTo>
                    <a:pt x="2315986" y="510118"/>
                  </a:lnTo>
                  <a:lnTo>
                    <a:pt x="2309727" y="510118"/>
                  </a:lnTo>
                  <a:lnTo>
                    <a:pt x="2303467" y="510118"/>
                  </a:lnTo>
                  <a:lnTo>
                    <a:pt x="2297208" y="510118"/>
                  </a:lnTo>
                  <a:lnTo>
                    <a:pt x="2290948" y="510118"/>
                  </a:lnTo>
                  <a:lnTo>
                    <a:pt x="2284689" y="510118"/>
                  </a:lnTo>
                  <a:lnTo>
                    <a:pt x="2278430" y="510118"/>
                  </a:lnTo>
                  <a:lnTo>
                    <a:pt x="2272170" y="510118"/>
                  </a:lnTo>
                  <a:lnTo>
                    <a:pt x="2265911" y="510118"/>
                  </a:lnTo>
                  <a:lnTo>
                    <a:pt x="2259651" y="510118"/>
                  </a:lnTo>
                  <a:lnTo>
                    <a:pt x="2253392" y="510118"/>
                  </a:lnTo>
                  <a:lnTo>
                    <a:pt x="2247133" y="510118"/>
                  </a:lnTo>
                  <a:lnTo>
                    <a:pt x="2240873" y="510118"/>
                  </a:lnTo>
                  <a:lnTo>
                    <a:pt x="2234614" y="510118"/>
                  </a:lnTo>
                  <a:lnTo>
                    <a:pt x="2228354" y="510118"/>
                  </a:lnTo>
                  <a:lnTo>
                    <a:pt x="2222095" y="510118"/>
                  </a:lnTo>
                  <a:lnTo>
                    <a:pt x="2215835" y="510118"/>
                  </a:lnTo>
                  <a:lnTo>
                    <a:pt x="2209576" y="510118"/>
                  </a:lnTo>
                  <a:lnTo>
                    <a:pt x="2203317" y="510118"/>
                  </a:lnTo>
                  <a:lnTo>
                    <a:pt x="2197057" y="510118"/>
                  </a:lnTo>
                  <a:lnTo>
                    <a:pt x="2190798" y="510118"/>
                  </a:lnTo>
                  <a:lnTo>
                    <a:pt x="2184538" y="510118"/>
                  </a:lnTo>
                  <a:lnTo>
                    <a:pt x="2178279" y="510118"/>
                  </a:lnTo>
                  <a:lnTo>
                    <a:pt x="2172019" y="510118"/>
                  </a:lnTo>
                  <a:lnTo>
                    <a:pt x="2165760" y="510118"/>
                  </a:lnTo>
                  <a:lnTo>
                    <a:pt x="2159501" y="510118"/>
                  </a:lnTo>
                  <a:lnTo>
                    <a:pt x="2153241" y="510118"/>
                  </a:lnTo>
                  <a:lnTo>
                    <a:pt x="2146982" y="510118"/>
                  </a:lnTo>
                  <a:lnTo>
                    <a:pt x="2140722" y="510118"/>
                  </a:lnTo>
                  <a:lnTo>
                    <a:pt x="2134463" y="510118"/>
                  </a:lnTo>
                  <a:lnTo>
                    <a:pt x="2128203" y="510118"/>
                  </a:lnTo>
                  <a:lnTo>
                    <a:pt x="2121944" y="510118"/>
                  </a:lnTo>
                  <a:lnTo>
                    <a:pt x="2115685" y="510118"/>
                  </a:lnTo>
                  <a:lnTo>
                    <a:pt x="2109425" y="510118"/>
                  </a:lnTo>
                  <a:lnTo>
                    <a:pt x="2103166" y="510118"/>
                  </a:lnTo>
                  <a:lnTo>
                    <a:pt x="2096906" y="510118"/>
                  </a:lnTo>
                  <a:lnTo>
                    <a:pt x="2090647" y="510118"/>
                  </a:lnTo>
                  <a:lnTo>
                    <a:pt x="2084388" y="510118"/>
                  </a:lnTo>
                  <a:lnTo>
                    <a:pt x="2078128" y="510118"/>
                  </a:lnTo>
                  <a:lnTo>
                    <a:pt x="2071869" y="510118"/>
                  </a:lnTo>
                  <a:lnTo>
                    <a:pt x="2065609" y="510118"/>
                  </a:lnTo>
                  <a:lnTo>
                    <a:pt x="2059350" y="510118"/>
                  </a:lnTo>
                  <a:lnTo>
                    <a:pt x="2053090" y="510118"/>
                  </a:lnTo>
                  <a:lnTo>
                    <a:pt x="2046831" y="510118"/>
                  </a:lnTo>
                  <a:lnTo>
                    <a:pt x="2040572" y="510118"/>
                  </a:lnTo>
                  <a:lnTo>
                    <a:pt x="2034312" y="510118"/>
                  </a:lnTo>
                  <a:lnTo>
                    <a:pt x="2028053" y="510118"/>
                  </a:lnTo>
                  <a:lnTo>
                    <a:pt x="2021793" y="510118"/>
                  </a:lnTo>
                  <a:lnTo>
                    <a:pt x="2015534" y="510118"/>
                  </a:lnTo>
                  <a:lnTo>
                    <a:pt x="2009274" y="510118"/>
                  </a:lnTo>
                  <a:lnTo>
                    <a:pt x="2003015" y="510118"/>
                  </a:lnTo>
                  <a:lnTo>
                    <a:pt x="1996756" y="510118"/>
                  </a:lnTo>
                  <a:lnTo>
                    <a:pt x="1990496" y="510118"/>
                  </a:lnTo>
                  <a:lnTo>
                    <a:pt x="1984237" y="510118"/>
                  </a:lnTo>
                  <a:lnTo>
                    <a:pt x="1977977" y="510118"/>
                  </a:lnTo>
                  <a:lnTo>
                    <a:pt x="1971718" y="510118"/>
                  </a:lnTo>
                  <a:lnTo>
                    <a:pt x="1965458" y="510118"/>
                  </a:lnTo>
                  <a:lnTo>
                    <a:pt x="1959199" y="510118"/>
                  </a:lnTo>
                  <a:lnTo>
                    <a:pt x="1952940" y="510118"/>
                  </a:lnTo>
                  <a:lnTo>
                    <a:pt x="1946680" y="510118"/>
                  </a:lnTo>
                  <a:lnTo>
                    <a:pt x="1940421" y="510118"/>
                  </a:lnTo>
                  <a:lnTo>
                    <a:pt x="1934161" y="510118"/>
                  </a:lnTo>
                  <a:lnTo>
                    <a:pt x="1927902" y="510118"/>
                  </a:lnTo>
                  <a:lnTo>
                    <a:pt x="1921642" y="510118"/>
                  </a:lnTo>
                  <a:lnTo>
                    <a:pt x="1915383" y="510118"/>
                  </a:lnTo>
                  <a:lnTo>
                    <a:pt x="1909124" y="510118"/>
                  </a:lnTo>
                  <a:lnTo>
                    <a:pt x="1902864" y="510118"/>
                  </a:lnTo>
                  <a:lnTo>
                    <a:pt x="1896605" y="510118"/>
                  </a:lnTo>
                  <a:lnTo>
                    <a:pt x="1890345" y="510118"/>
                  </a:lnTo>
                  <a:lnTo>
                    <a:pt x="1884086" y="510118"/>
                  </a:lnTo>
                  <a:lnTo>
                    <a:pt x="1877827" y="510118"/>
                  </a:lnTo>
                  <a:lnTo>
                    <a:pt x="1871567" y="510118"/>
                  </a:lnTo>
                  <a:lnTo>
                    <a:pt x="1865308" y="510118"/>
                  </a:lnTo>
                  <a:lnTo>
                    <a:pt x="1859048" y="510118"/>
                  </a:lnTo>
                  <a:lnTo>
                    <a:pt x="1852789" y="510118"/>
                  </a:lnTo>
                  <a:lnTo>
                    <a:pt x="1846529" y="510118"/>
                  </a:lnTo>
                  <a:lnTo>
                    <a:pt x="1840270" y="510118"/>
                  </a:lnTo>
                  <a:lnTo>
                    <a:pt x="1834011" y="510118"/>
                  </a:lnTo>
                  <a:lnTo>
                    <a:pt x="1827751" y="510118"/>
                  </a:lnTo>
                  <a:lnTo>
                    <a:pt x="1821492" y="510118"/>
                  </a:lnTo>
                  <a:lnTo>
                    <a:pt x="1815232" y="510118"/>
                  </a:lnTo>
                  <a:lnTo>
                    <a:pt x="1808973" y="510118"/>
                  </a:lnTo>
                  <a:lnTo>
                    <a:pt x="1802713" y="510118"/>
                  </a:lnTo>
                  <a:lnTo>
                    <a:pt x="1796454" y="510118"/>
                  </a:lnTo>
                  <a:lnTo>
                    <a:pt x="1790195" y="510118"/>
                  </a:lnTo>
                  <a:lnTo>
                    <a:pt x="1783935" y="510118"/>
                  </a:lnTo>
                  <a:lnTo>
                    <a:pt x="1777676" y="510118"/>
                  </a:lnTo>
                  <a:lnTo>
                    <a:pt x="1771416" y="510118"/>
                  </a:lnTo>
                  <a:lnTo>
                    <a:pt x="1765157" y="510118"/>
                  </a:lnTo>
                  <a:lnTo>
                    <a:pt x="1758897" y="510118"/>
                  </a:lnTo>
                  <a:lnTo>
                    <a:pt x="1752638" y="510118"/>
                  </a:lnTo>
                  <a:lnTo>
                    <a:pt x="1746379" y="510118"/>
                  </a:lnTo>
                  <a:lnTo>
                    <a:pt x="1740119" y="510118"/>
                  </a:lnTo>
                  <a:lnTo>
                    <a:pt x="1733860" y="510118"/>
                  </a:lnTo>
                  <a:lnTo>
                    <a:pt x="1727600" y="510118"/>
                  </a:lnTo>
                  <a:lnTo>
                    <a:pt x="1721341" y="510118"/>
                  </a:lnTo>
                  <a:lnTo>
                    <a:pt x="1715082" y="510118"/>
                  </a:lnTo>
                  <a:lnTo>
                    <a:pt x="1708822" y="510118"/>
                  </a:lnTo>
                  <a:lnTo>
                    <a:pt x="1702563" y="510118"/>
                  </a:lnTo>
                  <a:lnTo>
                    <a:pt x="1696303" y="510118"/>
                  </a:lnTo>
                  <a:lnTo>
                    <a:pt x="1690044" y="510118"/>
                  </a:lnTo>
                  <a:lnTo>
                    <a:pt x="1683784" y="510118"/>
                  </a:lnTo>
                  <a:lnTo>
                    <a:pt x="1677525" y="510118"/>
                  </a:lnTo>
                  <a:lnTo>
                    <a:pt x="1671266" y="510118"/>
                  </a:lnTo>
                  <a:lnTo>
                    <a:pt x="1665006" y="510118"/>
                  </a:lnTo>
                  <a:lnTo>
                    <a:pt x="1658747" y="510118"/>
                  </a:lnTo>
                  <a:lnTo>
                    <a:pt x="1652487" y="510118"/>
                  </a:lnTo>
                  <a:lnTo>
                    <a:pt x="1646228" y="510118"/>
                  </a:lnTo>
                  <a:lnTo>
                    <a:pt x="1639968" y="510118"/>
                  </a:lnTo>
                  <a:lnTo>
                    <a:pt x="1633709" y="510118"/>
                  </a:lnTo>
                  <a:lnTo>
                    <a:pt x="1627450" y="510118"/>
                  </a:lnTo>
                  <a:lnTo>
                    <a:pt x="1621190" y="510118"/>
                  </a:lnTo>
                  <a:lnTo>
                    <a:pt x="1614931" y="510118"/>
                  </a:lnTo>
                  <a:lnTo>
                    <a:pt x="1608671" y="510118"/>
                  </a:lnTo>
                  <a:lnTo>
                    <a:pt x="1602412" y="510118"/>
                  </a:lnTo>
                  <a:lnTo>
                    <a:pt x="1596152" y="510118"/>
                  </a:lnTo>
                  <a:lnTo>
                    <a:pt x="1589893" y="510118"/>
                  </a:lnTo>
                  <a:lnTo>
                    <a:pt x="1583634" y="510118"/>
                  </a:lnTo>
                  <a:lnTo>
                    <a:pt x="1577374" y="510118"/>
                  </a:lnTo>
                  <a:lnTo>
                    <a:pt x="1571115" y="510118"/>
                  </a:lnTo>
                  <a:lnTo>
                    <a:pt x="1564855" y="510118"/>
                  </a:lnTo>
                  <a:lnTo>
                    <a:pt x="1558596" y="510118"/>
                  </a:lnTo>
                  <a:lnTo>
                    <a:pt x="1552337" y="510118"/>
                  </a:lnTo>
                  <a:lnTo>
                    <a:pt x="1546077" y="510118"/>
                  </a:lnTo>
                  <a:lnTo>
                    <a:pt x="1539818" y="510118"/>
                  </a:lnTo>
                  <a:lnTo>
                    <a:pt x="1533558" y="510118"/>
                  </a:lnTo>
                  <a:lnTo>
                    <a:pt x="1527299" y="510118"/>
                  </a:lnTo>
                  <a:lnTo>
                    <a:pt x="1521039" y="510118"/>
                  </a:lnTo>
                  <a:lnTo>
                    <a:pt x="1514780" y="510118"/>
                  </a:lnTo>
                  <a:lnTo>
                    <a:pt x="1508521" y="510118"/>
                  </a:lnTo>
                  <a:lnTo>
                    <a:pt x="1502261" y="510118"/>
                  </a:lnTo>
                  <a:lnTo>
                    <a:pt x="1496002" y="510118"/>
                  </a:lnTo>
                  <a:lnTo>
                    <a:pt x="1489742" y="510118"/>
                  </a:lnTo>
                  <a:lnTo>
                    <a:pt x="1483483" y="510118"/>
                  </a:lnTo>
                  <a:lnTo>
                    <a:pt x="1477223" y="510118"/>
                  </a:lnTo>
                  <a:lnTo>
                    <a:pt x="1470964" y="510118"/>
                  </a:lnTo>
                  <a:lnTo>
                    <a:pt x="1464705" y="510118"/>
                  </a:lnTo>
                  <a:lnTo>
                    <a:pt x="1458445" y="510118"/>
                  </a:lnTo>
                  <a:lnTo>
                    <a:pt x="1452186" y="510118"/>
                  </a:lnTo>
                  <a:lnTo>
                    <a:pt x="1445926" y="510118"/>
                  </a:lnTo>
                  <a:lnTo>
                    <a:pt x="1439667" y="510118"/>
                  </a:lnTo>
                  <a:lnTo>
                    <a:pt x="1433407" y="510118"/>
                  </a:lnTo>
                  <a:lnTo>
                    <a:pt x="1427148" y="510118"/>
                  </a:lnTo>
                  <a:lnTo>
                    <a:pt x="1420889" y="510118"/>
                  </a:lnTo>
                  <a:lnTo>
                    <a:pt x="1414629" y="510118"/>
                  </a:lnTo>
                  <a:lnTo>
                    <a:pt x="1408370" y="510118"/>
                  </a:lnTo>
                  <a:lnTo>
                    <a:pt x="1402110" y="510118"/>
                  </a:lnTo>
                  <a:lnTo>
                    <a:pt x="1395851" y="510118"/>
                  </a:lnTo>
                  <a:lnTo>
                    <a:pt x="1389592" y="510118"/>
                  </a:lnTo>
                  <a:lnTo>
                    <a:pt x="1383332" y="510118"/>
                  </a:lnTo>
                  <a:lnTo>
                    <a:pt x="1377073" y="510118"/>
                  </a:lnTo>
                  <a:lnTo>
                    <a:pt x="1370813" y="510118"/>
                  </a:lnTo>
                  <a:lnTo>
                    <a:pt x="1364554" y="510118"/>
                  </a:lnTo>
                  <a:lnTo>
                    <a:pt x="1358294" y="510118"/>
                  </a:lnTo>
                  <a:lnTo>
                    <a:pt x="1352035" y="510118"/>
                  </a:lnTo>
                  <a:lnTo>
                    <a:pt x="1345776" y="510118"/>
                  </a:lnTo>
                  <a:lnTo>
                    <a:pt x="1339516" y="510118"/>
                  </a:lnTo>
                  <a:lnTo>
                    <a:pt x="1333257" y="510118"/>
                  </a:lnTo>
                  <a:lnTo>
                    <a:pt x="1326997" y="510118"/>
                  </a:lnTo>
                  <a:lnTo>
                    <a:pt x="1320738" y="510118"/>
                  </a:lnTo>
                  <a:lnTo>
                    <a:pt x="1314478" y="510118"/>
                  </a:lnTo>
                  <a:lnTo>
                    <a:pt x="1308219" y="510118"/>
                  </a:lnTo>
                  <a:lnTo>
                    <a:pt x="1301960" y="510118"/>
                  </a:lnTo>
                  <a:lnTo>
                    <a:pt x="1295700" y="510118"/>
                  </a:lnTo>
                  <a:lnTo>
                    <a:pt x="1289441" y="510118"/>
                  </a:lnTo>
                  <a:lnTo>
                    <a:pt x="1283181" y="510118"/>
                  </a:lnTo>
                  <a:lnTo>
                    <a:pt x="1276922" y="510118"/>
                  </a:lnTo>
                  <a:lnTo>
                    <a:pt x="1270662" y="510118"/>
                  </a:lnTo>
                  <a:lnTo>
                    <a:pt x="1264403" y="510118"/>
                  </a:lnTo>
                  <a:lnTo>
                    <a:pt x="1258144" y="510118"/>
                  </a:lnTo>
                  <a:lnTo>
                    <a:pt x="1251884" y="510118"/>
                  </a:lnTo>
                  <a:lnTo>
                    <a:pt x="1245625" y="510118"/>
                  </a:lnTo>
                  <a:lnTo>
                    <a:pt x="1239365" y="510118"/>
                  </a:lnTo>
                  <a:lnTo>
                    <a:pt x="1233106" y="510118"/>
                  </a:lnTo>
                  <a:lnTo>
                    <a:pt x="1226846" y="510118"/>
                  </a:lnTo>
                  <a:lnTo>
                    <a:pt x="1220587" y="510118"/>
                  </a:lnTo>
                  <a:lnTo>
                    <a:pt x="1214328" y="510118"/>
                  </a:lnTo>
                  <a:lnTo>
                    <a:pt x="1208068" y="510118"/>
                  </a:lnTo>
                  <a:lnTo>
                    <a:pt x="1201809" y="510118"/>
                  </a:lnTo>
                  <a:lnTo>
                    <a:pt x="1195549" y="510118"/>
                  </a:lnTo>
                  <a:lnTo>
                    <a:pt x="1189290" y="510118"/>
                  </a:lnTo>
                  <a:lnTo>
                    <a:pt x="1183031" y="510118"/>
                  </a:lnTo>
                  <a:lnTo>
                    <a:pt x="1176771" y="510118"/>
                  </a:lnTo>
                  <a:lnTo>
                    <a:pt x="1170512" y="510118"/>
                  </a:lnTo>
                  <a:lnTo>
                    <a:pt x="1164252" y="510118"/>
                  </a:lnTo>
                  <a:lnTo>
                    <a:pt x="1157993" y="510118"/>
                  </a:lnTo>
                  <a:lnTo>
                    <a:pt x="1151733" y="510118"/>
                  </a:lnTo>
                  <a:lnTo>
                    <a:pt x="1145474" y="510118"/>
                  </a:lnTo>
                  <a:lnTo>
                    <a:pt x="1139215" y="510118"/>
                  </a:lnTo>
                  <a:lnTo>
                    <a:pt x="1132955" y="510118"/>
                  </a:lnTo>
                  <a:lnTo>
                    <a:pt x="1126696" y="510118"/>
                  </a:lnTo>
                  <a:lnTo>
                    <a:pt x="1120436" y="510118"/>
                  </a:lnTo>
                  <a:lnTo>
                    <a:pt x="1114177" y="510118"/>
                  </a:lnTo>
                  <a:lnTo>
                    <a:pt x="1107917" y="510118"/>
                  </a:lnTo>
                  <a:lnTo>
                    <a:pt x="1101658" y="510118"/>
                  </a:lnTo>
                  <a:lnTo>
                    <a:pt x="1095399" y="510118"/>
                  </a:lnTo>
                  <a:lnTo>
                    <a:pt x="1089139" y="510118"/>
                  </a:lnTo>
                  <a:lnTo>
                    <a:pt x="1082880" y="510118"/>
                  </a:lnTo>
                  <a:lnTo>
                    <a:pt x="1076620" y="510118"/>
                  </a:lnTo>
                  <a:lnTo>
                    <a:pt x="1070361" y="510118"/>
                  </a:lnTo>
                  <a:lnTo>
                    <a:pt x="1064101" y="510118"/>
                  </a:lnTo>
                  <a:lnTo>
                    <a:pt x="1057842" y="510118"/>
                  </a:lnTo>
                  <a:lnTo>
                    <a:pt x="1051583" y="510118"/>
                  </a:lnTo>
                  <a:lnTo>
                    <a:pt x="1045323" y="510118"/>
                  </a:lnTo>
                  <a:lnTo>
                    <a:pt x="1039064" y="510118"/>
                  </a:lnTo>
                  <a:lnTo>
                    <a:pt x="1032804" y="510118"/>
                  </a:lnTo>
                  <a:lnTo>
                    <a:pt x="1026545" y="510118"/>
                  </a:lnTo>
                  <a:lnTo>
                    <a:pt x="1020286" y="510118"/>
                  </a:lnTo>
                  <a:lnTo>
                    <a:pt x="1014026" y="510118"/>
                  </a:lnTo>
                  <a:lnTo>
                    <a:pt x="1007767" y="510118"/>
                  </a:lnTo>
                  <a:lnTo>
                    <a:pt x="1001507" y="510118"/>
                  </a:lnTo>
                  <a:lnTo>
                    <a:pt x="995248" y="510118"/>
                  </a:lnTo>
                  <a:lnTo>
                    <a:pt x="988988" y="510118"/>
                  </a:lnTo>
                  <a:lnTo>
                    <a:pt x="982729" y="510118"/>
                  </a:lnTo>
                  <a:lnTo>
                    <a:pt x="976470" y="510118"/>
                  </a:lnTo>
                  <a:lnTo>
                    <a:pt x="970210" y="510118"/>
                  </a:lnTo>
                  <a:lnTo>
                    <a:pt x="963951" y="510118"/>
                  </a:lnTo>
                  <a:lnTo>
                    <a:pt x="957691" y="510118"/>
                  </a:lnTo>
                  <a:lnTo>
                    <a:pt x="951432" y="510118"/>
                  </a:lnTo>
                  <a:lnTo>
                    <a:pt x="945172" y="510118"/>
                  </a:lnTo>
                  <a:lnTo>
                    <a:pt x="938913" y="510118"/>
                  </a:lnTo>
                  <a:lnTo>
                    <a:pt x="932654" y="510118"/>
                  </a:lnTo>
                  <a:lnTo>
                    <a:pt x="926394" y="510118"/>
                  </a:lnTo>
                  <a:lnTo>
                    <a:pt x="920135" y="510118"/>
                  </a:lnTo>
                  <a:lnTo>
                    <a:pt x="913875" y="510118"/>
                  </a:lnTo>
                  <a:lnTo>
                    <a:pt x="907616" y="510118"/>
                  </a:lnTo>
                  <a:lnTo>
                    <a:pt x="901356" y="510118"/>
                  </a:lnTo>
                  <a:lnTo>
                    <a:pt x="895097" y="510118"/>
                  </a:lnTo>
                  <a:lnTo>
                    <a:pt x="888838" y="510118"/>
                  </a:lnTo>
                  <a:lnTo>
                    <a:pt x="882578" y="510118"/>
                  </a:lnTo>
                  <a:lnTo>
                    <a:pt x="876319" y="510118"/>
                  </a:lnTo>
                  <a:lnTo>
                    <a:pt x="870059" y="510118"/>
                  </a:lnTo>
                  <a:lnTo>
                    <a:pt x="863800" y="510118"/>
                  </a:lnTo>
                  <a:lnTo>
                    <a:pt x="857541" y="510118"/>
                  </a:lnTo>
                  <a:lnTo>
                    <a:pt x="851281" y="510118"/>
                  </a:lnTo>
                  <a:lnTo>
                    <a:pt x="845022" y="510118"/>
                  </a:lnTo>
                  <a:lnTo>
                    <a:pt x="838762" y="510118"/>
                  </a:lnTo>
                  <a:lnTo>
                    <a:pt x="832503" y="510118"/>
                  </a:lnTo>
                  <a:lnTo>
                    <a:pt x="826243" y="510118"/>
                  </a:lnTo>
                  <a:lnTo>
                    <a:pt x="819984" y="510118"/>
                  </a:lnTo>
                  <a:lnTo>
                    <a:pt x="813725" y="510118"/>
                  </a:lnTo>
                  <a:lnTo>
                    <a:pt x="807465" y="510118"/>
                  </a:lnTo>
                  <a:lnTo>
                    <a:pt x="801206" y="510118"/>
                  </a:lnTo>
                  <a:lnTo>
                    <a:pt x="794946" y="510118"/>
                  </a:lnTo>
                  <a:lnTo>
                    <a:pt x="788687" y="510118"/>
                  </a:lnTo>
                  <a:lnTo>
                    <a:pt x="782427" y="510118"/>
                  </a:lnTo>
                  <a:lnTo>
                    <a:pt x="776168" y="510118"/>
                  </a:lnTo>
                  <a:lnTo>
                    <a:pt x="769909" y="510118"/>
                  </a:lnTo>
                  <a:lnTo>
                    <a:pt x="763649" y="510118"/>
                  </a:lnTo>
                  <a:lnTo>
                    <a:pt x="757390" y="510118"/>
                  </a:lnTo>
                  <a:lnTo>
                    <a:pt x="751130" y="510118"/>
                  </a:lnTo>
                  <a:lnTo>
                    <a:pt x="744871" y="510118"/>
                  </a:lnTo>
                  <a:lnTo>
                    <a:pt x="738611" y="510118"/>
                  </a:lnTo>
                  <a:lnTo>
                    <a:pt x="732352" y="510118"/>
                  </a:lnTo>
                  <a:lnTo>
                    <a:pt x="726093" y="510118"/>
                  </a:lnTo>
                  <a:lnTo>
                    <a:pt x="719833" y="510118"/>
                  </a:lnTo>
                  <a:lnTo>
                    <a:pt x="713574" y="510118"/>
                  </a:lnTo>
                  <a:lnTo>
                    <a:pt x="707314" y="510118"/>
                  </a:lnTo>
                  <a:lnTo>
                    <a:pt x="701055" y="510118"/>
                  </a:lnTo>
                  <a:lnTo>
                    <a:pt x="694796" y="510118"/>
                  </a:lnTo>
                  <a:lnTo>
                    <a:pt x="688536" y="510118"/>
                  </a:lnTo>
                  <a:lnTo>
                    <a:pt x="682277" y="510118"/>
                  </a:lnTo>
                  <a:lnTo>
                    <a:pt x="676017" y="510118"/>
                  </a:lnTo>
                  <a:lnTo>
                    <a:pt x="669758" y="510118"/>
                  </a:lnTo>
                  <a:lnTo>
                    <a:pt x="663498" y="510118"/>
                  </a:lnTo>
                  <a:lnTo>
                    <a:pt x="657239" y="510118"/>
                  </a:lnTo>
                  <a:lnTo>
                    <a:pt x="650980" y="510118"/>
                  </a:lnTo>
                  <a:lnTo>
                    <a:pt x="644720" y="510118"/>
                  </a:lnTo>
                  <a:lnTo>
                    <a:pt x="638461" y="510118"/>
                  </a:lnTo>
                  <a:lnTo>
                    <a:pt x="632201" y="510118"/>
                  </a:lnTo>
                  <a:lnTo>
                    <a:pt x="625942" y="510118"/>
                  </a:lnTo>
                  <a:lnTo>
                    <a:pt x="619682" y="510118"/>
                  </a:lnTo>
                  <a:lnTo>
                    <a:pt x="613423" y="510118"/>
                  </a:lnTo>
                  <a:lnTo>
                    <a:pt x="607164" y="510118"/>
                  </a:lnTo>
                  <a:lnTo>
                    <a:pt x="600904" y="510118"/>
                  </a:lnTo>
                  <a:lnTo>
                    <a:pt x="594645" y="510118"/>
                  </a:lnTo>
                  <a:lnTo>
                    <a:pt x="588385" y="510118"/>
                  </a:lnTo>
                  <a:lnTo>
                    <a:pt x="582126" y="510118"/>
                  </a:lnTo>
                  <a:lnTo>
                    <a:pt x="575866" y="510118"/>
                  </a:lnTo>
                  <a:lnTo>
                    <a:pt x="569607" y="510118"/>
                  </a:lnTo>
                  <a:lnTo>
                    <a:pt x="563348" y="510118"/>
                  </a:lnTo>
                  <a:lnTo>
                    <a:pt x="557088" y="510118"/>
                  </a:lnTo>
                  <a:lnTo>
                    <a:pt x="550829" y="510118"/>
                  </a:lnTo>
                  <a:lnTo>
                    <a:pt x="544569" y="510118"/>
                  </a:lnTo>
                  <a:lnTo>
                    <a:pt x="538310" y="510118"/>
                  </a:lnTo>
                  <a:lnTo>
                    <a:pt x="532050" y="510118"/>
                  </a:lnTo>
                  <a:lnTo>
                    <a:pt x="525791" y="510118"/>
                  </a:lnTo>
                  <a:lnTo>
                    <a:pt x="519532" y="510118"/>
                  </a:lnTo>
                  <a:lnTo>
                    <a:pt x="513272" y="510118"/>
                  </a:lnTo>
                  <a:lnTo>
                    <a:pt x="507013" y="510118"/>
                  </a:lnTo>
                  <a:lnTo>
                    <a:pt x="500753" y="510118"/>
                  </a:lnTo>
                  <a:lnTo>
                    <a:pt x="494494" y="510118"/>
                  </a:lnTo>
                  <a:lnTo>
                    <a:pt x="488235" y="510118"/>
                  </a:lnTo>
                  <a:lnTo>
                    <a:pt x="481975" y="510118"/>
                  </a:lnTo>
                  <a:lnTo>
                    <a:pt x="475716" y="510118"/>
                  </a:lnTo>
                  <a:lnTo>
                    <a:pt x="469456" y="510118"/>
                  </a:lnTo>
                  <a:lnTo>
                    <a:pt x="463197" y="510118"/>
                  </a:lnTo>
                  <a:lnTo>
                    <a:pt x="456937" y="510118"/>
                  </a:lnTo>
                  <a:lnTo>
                    <a:pt x="450678" y="510118"/>
                  </a:lnTo>
                  <a:lnTo>
                    <a:pt x="444419" y="510118"/>
                  </a:lnTo>
                  <a:lnTo>
                    <a:pt x="438159" y="510118"/>
                  </a:lnTo>
                  <a:lnTo>
                    <a:pt x="431900" y="510118"/>
                  </a:lnTo>
                  <a:lnTo>
                    <a:pt x="425640" y="510118"/>
                  </a:lnTo>
                  <a:lnTo>
                    <a:pt x="419381" y="510118"/>
                  </a:lnTo>
                  <a:lnTo>
                    <a:pt x="413121" y="510118"/>
                  </a:lnTo>
                  <a:lnTo>
                    <a:pt x="406862" y="510118"/>
                  </a:lnTo>
                  <a:lnTo>
                    <a:pt x="400603" y="510118"/>
                  </a:lnTo>
                  <a:lnTo>
                    <a:pt x="394343" y="510118"/>
                  </a:lnTo>
                  <a:lnTo>
                    <a:pt x="388084" y="510118"/>
                  </a:lnTo>
                  <a:lnTo>
                    <a:pt x="381824" y="510118"/>
                  </a:lnTo>
                  <a:lnTo>
                    <a:pt x="375565" y="510118"/>
                  </a:lnTo>
                  <a:lnTo>
                    <a:pt x="369305" y="510118"/>
                  </a:lnTo>
                  <a:lnTo>
                    <a:pt x="363046" y="510118"/>
                  </a:lnTo>
                  <a:lnTo>
                    <a:pt x="356787" y="510118"/>
                  </a:lnTo>
                  <a:lnTo>
                    <a:pt x="350527" y="510118"/>
                  </a:lnTo>
                  <a:lnTo>
                    <a:pt x="344268" y="510118"/>
                  </a:lnTo>
                  <a:lnTo>
                    <a:pt x="338008" y="510118"/>
                  </a:lnTo>
                  <a:lnTo>
                    <a:pt x="331749" y="510118"/>
                  </a:lnTo>
                  <a:lnTo>
                    <a:pt x="325490" y="510118"/>
                  </a:lnTo>
                  <a:lnTo>
                    <a:pt x="319230" y="510118"/>
                  </a:lnTo>
                  <a:lnTo>
                    <a:pt x="312971" y="510118"/>
                  </a:lnTo>
                  <a:lnTo>
                    <a:pt x="306711" y="510118"/>
                  </a:lnTo>
                  <a:lnTo>
                    <a:pt x="300452" y="510118"/>
                  </a:lnTo>
                  <a:lnTo>
                    <a:pt x="294192" y="510118"/>
                  </a:lnTo>
                  <a:lnTo>
                    <a:pt x="287933" y="510118"/>
                  </a:lnTo>
                  <a:lnTo>
                    <a:pt x="281674" y="510118"/>
                  </a:lnTo>
                  <a:lnTo>
                    <a:pt x="275414" y="510118"/>
                  </a:lnTo>
                  <a:lnTo>
                    <a:pt x="269155" y="510118"/>
                  </a:lnTo>
                  <a:lnTo>
                    <a:pt x="262895" y="510118"/>
                  </a:lnTo>
                  <a:lnTo>
                    <a:pt x="256636" y="510118"/>
                  </a:lnTo>
                  <a:lnTo>
                    <a:pt x="250376" y="510118"/>
                  </a:lnTo>
                  <a:lnTo>
                    <a:pt x="244117" y="510118"/>
                  </a:lnTo>
                  <a:lnTo>
                    <a:pt x="237858" y="510118"/>
                  </a:lnTo>
                  <a:lnTo>
                    <a:pt x="231598" y="510118"/>
                  </a:lnTo>
                  <a:lnTo>
                    <a:pt x="225339" y="510118"/>
                  </a:lnTo>
                  <a:lnTo>
                    <a:pt x="219079" y="510118"/>
                  </a:lnTo>
                  <a:lnTo>
                    <a:pt x="212820" y="510118"/>
                  </a:lnTo>
                  <a:lnTo>
                    <a:pt x="206560" y="510118"/>
                  </a:lnTo>
                  <a:lnTo>
                    <a:pt x="200301" y="510118"/>
                  </a:lnTo>
                  <a:lnTo>
                    <a:pt x="194042" y="510118"/>
                  </a:lnTo>
                  <a:lnTo>
                    <a:pt x="187782" y="510118"/>
                  </a:lnTo>
                  <a:lnTo>
                    <a:pt x="181523" y="510118"/>
                  </a:lnTo>
                  <a:lnTo>
                    <a:pt x="175263" y="510118"/>
                  </a:lnTo>
                  <a:lnTo>
                    <a:pt x="169004" y="510118"/>
                  </a:lnTo>
                  <a:lnTo>
                    <a:pt x="162745" y="510118"/>
                  </a:lnTo>
                  <a:lnTo>
                    <a:pt x="156485" y="510118"/>
                  </a:lnTo>
                  <a:lnTo>
                    <a:pt x="150226" y="510118"/>
                  </a:lnTo>
                  <a:lnTo>
                    <a:pt x="143966" y="510118"/>
                  </a:lnTo>
                  <a:lnTo>
                    <a:pt x="137707" y="510118"/>
                  </a:lnTo>
                  <a:lnTo>
                    <a:pt x="131447" y="510118"/>
                  </a:lnTo>
                  <a:lnTo>
                    <a:pt x="125188" y="510118"/>
                  </a:lnTo>
                  <a:lnTo>
                    <a:pt x="118929" y="510118"/>
                  </a:lnTo>
                  <a:lnTo>
                    <a:pt x="112669" y="510118"/>
                  </a:lnTo>
                  <a:lnTo>
                    <a:pt x="106410" y="510118"/>
                  </a:lnTo>
                  <a:lnTo>
                    <a:pt x="100150" y="510118"/>
                  </a:lnTo>
                  <a:lnTo>
                    <a:pt x="93891" y="510118"/>
                  </a:lnTo>
                  <a:lnTo>
                    <a:pt x="87631" y="510118"/>
                  </a:lnTo>
                  <a:lnTo>
                    <a:pt x="81372" y="510118"/>
                  </a:lnTo>
                  <a:lnTo>
                    <a:pt x="75113" y="510118"/>
                  </a:lnTo>
                  <a:lnTo>
                    <a:pt x="68853" y="510118"/>
                  </a:lnTo>
                  <a:lnTo>
                    <a:pt x="62594" y="510118"/>
                  </a:lnTo>
                  <a:lnTo>
                    <a:pt x="56334" y="510118"/>
                  </a:lnTo>
                  <a:lnTo>
                    <a:pt x="50075" y="510118"/>
                  </a:lnTo>
                  <a:lnTo>
                    <a:pt x="43815" y="510118"/>
                  </a:lnTo>
                  <a:lnTo>
                    <a:pt x="37556" y="510118"/>
                  </a:lnTo>
                  <a:lnTo>
                    <a:pt x="31297" y="510118"/>
                  </a:lnTo>
                  <a:lnTo>
                    <a:pt x="25037" y="510118"/>
                  </a:lnTo>
                  <a:lnTo>
                    <a:pt x="18778" y="510118"/>
                  </a:lnTo>
                  <a:lnTo>
                    <a:pt x="12518" y="510118"/>
                  </a:lnTo>
                  <a:lnTo>
                    <a:pt x="6259" y="510118"/>
                  </a:lnTo>
                  <a:lnTo>
                    <a:pt x="0" y="51011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49798" y="1220625"/>
              <a:ext cx="3198565" cy="334536"/>
            </a:xfrm>
            <a:custGeom>
              <a:avLst/>
              <a:pathLst>
                <a:path w="3198565" h="334536">
                  <a:moveTo>
                    <a:pt x="0" y="75411"/>
                  </a:moveTo>
                  <a:lnTo>
                    <a:pt x="6259" y="73553"/>
                  </a:lnTo>
                  <a:lnTo>
                    <a:pt x="12518" y="71709"/>
                  </a:lnTo>
                  <a:lnTo>
                    <a:pt x="18778" y="69865"/>
                  </a:lnTo>
                  <a:lnTo>
                    <a:pt x="25037" y="68071"/>
                  </a:lnTo>
                  <a:lnTo>
                    <a:pt x="31297" y="66281"/>
                  </a:lnTo>
                  <a:lnTo>
                    <a:pt x="37556" y="64498"/>
                  </a:lnTo>
                  <a:lnTo>
                    <a:pt x="43815" y="62763"/>
                  </a:lnTo>
                  <a:lnTo>
                    <a:pt x="50075" y="61029"/>
                  </a:lnTo>
                  <a:lnTo>
                    <a:pt x="56334" y="59314"/>
                  </a:lnTo>
                  <a:lnTo>
                    <a:pt x="62594" y="57636"/>
                  </a:lnTo>
                  <a:lnTo>
                    <a:pt x="68853" y="55959"/>
                  </a:lnTo>
                  <a:lnTo>
                    <a:pt x="75113" y="54315"/>
                  </a:lnTo>
                  <a:lnTo>
                    <a:pt x="81372" y="52696"/>
                  </a:lnTo>
                  <a:lnTo>
                    <a:pt x="87631" y="51078"/>
                  </a:lnTo>
                  <a:lnTo>
                    <a:pt x="93891" y="49507"/>
                  </a:lnTo>
                  <a:lnTo>
                    <a:pt x="100150" y="47950"/>
                  </a:lnTo>
                  <a:lnTo>
                    <a:pt x="106410" y="46392"/>
                  </a:lnTo>
                  <a:lnTo>
                    <a:pt x="112669" y="44896"/>
                  </a:lnTo>
                  <a:lnTo>
                    <a:pt x="118929" y="43401"/>
                  </a:lnTo>
                  <a:lnTo>
                    <a:pt x="125188" y="41919"/>
                  </a:lnTo>
                  <a:lnTo>
                    <a:pt x="131447" y="40488"/>
                  </a:lnTo>
                  <a:lnTo>
                    <a:pt x="137707" y="39057"/>
                  </a:lnTo>
                  <a:lnTo>
                    <a:pt x="143966" y="37653"/>
                  </a:lnTo>
                  <a:lnTo>
                    <a:pt x="150226" y="36288"/>
                  </a:lnTo>
                  <a:lnTo>
                    <a:pt x="156485" y="34923"/>
                  </a:lnTo>
                  <a:lnTo>
                    <a:pt x="162745" y="33598"/>
                  </a:lnTo>
                  <a:lnTo>
                    <a:pt x="169004" y="32300"/>
                  </a:lnTo>
                  <a:lnTo>
                    <a:pt x="175263" y="31002"/>
                  </a:lnTo>
                  <a:lnTo>
                    <a:pt x="181523" y="29760"/>
                  </a:lnTo>
                  <a:lnTo>
                    <a:pt x="187782" y="28529"/>
                  </a:lnTo>
                  <a:lnTo>
                    <a:pt x="194042" y="27302"/>
                  </a:lnTo>
                  <a:lnTo>
                    <a:pt x="200301" y="26141"/>
                  </a:lnTo>
                  <a:lnTo>
                    <a:pt x="206560" y="24980"/>
                  </a:lnTo>
                  <a:lnTo>
                    <a:pt x="212820" y="23836"/>
                  </a:lnTo>
                  <a:lnTo>
                    <a:pt x="219079" y="22746"/>
                  </a:lnTo>
                  <a:lnTo>
                    <a:pt x="225339" y="21655"/>
                  </a:lnTo>
                  <a:lnTo>
                    <a:pt x="231598" y="20597"/>
                  </a:lnTo>
                  <a:lnTo>
                    <a:pt x="237858" y="19578"/>
                  </a:lnTo>
                  <a:lnTo>
                    <a:pt x="244117" y="18559"/>
                  </a:lnTo>
                  <a:lnTo>
                    <a:pt x="250376" y="17588"/>
                  </a:lnTo>
                  <a:lnTo>
                    <a:pt x="256636" y="16641"/>
                  </a:lnTo>
                  <a:lnTo>
                    <a:pt x="262895" y="15694"/>
                  </a:lnTo>
                  <a:lnTo>
                    <a:pt x="269155" y="14810"/>
                  </a:lnTo>
                  <a:lnTo>
                    <a:pt x="275414" y="13936"/>
                  </a:lnTo>
                  <a:lnTo>
                    <a:pt x="281674" y="13069"/>
                  </a:lnTo>
                  <a:lnTo>
                    <a:pt x="287933" y="12268"/>
                  </a:lnTo>
                  <a:lnTo>
                    <a:pt x="294192" y="11467"/>
                  </a:lnTo>
                  <a:lnTo>
                    <a:pt x="300452" y="10688"/>
                  </a:lnTo>
                  <a:lnTo>
                    <a:pt x="306711" y="9962"/>
                  </a:lnTo>
                  <a:lnTo>
                    <a:pt x="312971" y="9235"/>
                  </a:lnTo>
                  <a:lnTo>
                    <a:pt x="319230" y="8546"/>
                  </a:lnTo>
                  <a:lnTo>
                    <a:pt x="325490" y="7893"/>
                  </a:lnTo>
                  <a:lnTo>
                    <a:pt x="331749" y="7241"/>
                  </a:lnTo>
                  <a:lnTo>
                    <a:pt x="338008" y="6642"/>
                  </a:lnTo>
                  <a:lnTo>
                    <a:pt x="344268" y="6065"/>
                  </a:lnTo>
                  <a:lnTo>
                    <a:pt x="350527" y="5487"/>
                  </a:lnTo>
                  <a:lnTo>
                    <a:pt x="356787" y="4979"/>
                  </a:lnTo>
                  <a:lnTo>
                    <a:pt x="363046" y="4476"/>
                  </a:lnTo>
                  <a:lnTo>
                    <a:pt x="369305" y="3983"/>
                  </a:lnTo>
                  <a:lnTo>
                    <a:pt x="375565" y="3555"/>
                  </a:lnTo>
                  <a:lnTo>
                    <a:pt x="381824" y="3127"/>
                  </a:lnTo>
                  <a:lnTo>
                    <a:pt x="388084" y="2725"/>
                  </a:lnTo>
                  <a:lnTo>
                    <a:pt x="394343" y="2372"/>
                  </a:lnTo>
                  <a:lnTo>
                    <a:pt x="400603" y="2018"/>
                  </a:lnTo>
                  <a:lnTo>
                    <a:pt x="406862" y="1707"/>
                  </a:lnTo>
                  <a:lnTo>
                    <a:pt x="413121" y="1428"/>
                  </a:lnTo>
                  <a:lnTo>
                    <a:pt x="419381" y="1150"/>
                  </a:lnTo>
                  <a:lnTo>
                    <a:pt x="425640" y="928"/>
                  </a:lnTo>
                  <a:lnTo>
                    <a:pt x="431900" y="724"/>
                  </a:lnTo>
                  <a:lnTo>
                    <a:pt x="438159" y="519"/>
                  </a:lnTo>
                  <a:lnTo>
                    <a:pt x="444419" y="388"/>
                  </a:lnTo>
                  <a:lnTo>
                    <a:pt x="450678" y="257"/>
                  </a:lnTo>
                  <a:lnTo>
                    <a:pt x="456937" y="141"/>
                  </a:lnTo>
                  <a:lnTo>
                    <a:pt x="463197" y="84"/>
                  </a:lnTo>
                  <a:lnTo>
                    <a:pt x="469456" y="27"/>
                  </a:lnTo>
                  <a:lnTo>
                    <a:pt x="475716" y="0"/>
                  </a:lnTo>
                  <a:lnTo>
                    <a:pt x="481975" y="15"/>
                  </a:lnTo>
                  <a:lnTo>
                    <a:pt x="488235" y="31"/>
                  </a:lnTo>
                  <a:lnTo>
                    <a:pt x="494494" y="91"/>
                  </a:lnTo>
                  <a:lnTo>
                    <a:pt x="500753" y="179"/>
                  </a:lnTo>
                  <a:lnTo>
                    <a:pt x="507013" y="267"/>
                  </a:lnTo>
                  <a:lnTo>
                    <a:pt x="513272" y="414"/>
                  </a:lnTo>
                  <a:lnTo>
                    <a:pt x="519532" y="573"/>
                  </a:lnTo>
                  <a:lnTo>
                    <a:pt x="525791" y="735"/>
                  </a:lnTo>
                  <a:lnTo>
                    <a:pt x="532050" y="964"/>
                  </a:lnTo>
                  <a:lnTo>
                    <a:pt x="538310" y="1193"/>
                  </a:lnTo>
                  <a:lnTo>
                    <a:pt x="544569" y="1440"/>
                  </a:lnTo>
                  <a:lnTo>
                    <a:pt x="550829" y="1739"/>
                  </a:lnTo>
                  <a:lnTo>
                    <a:pt x="557088" y="2038"/>
                  </a:lnTo>
                  <a:lnTo>
                    <a:pt x="563348" y="2368"/>
                  </a:lnTo>
                  <a:lnTo>
                    <a:pt x="569607" y="2735"/>
                  </a:lnTo>
                  <a:lnTo>
                    <a:pt x="575866" y="3102"/>
                  </a:lnTo>
                  <a:lnTo>
                    <a:pt x="582126" y="3514"/>
                  </a:lnTo>
                  <a:lnTo>
                    <a:pt x="588385" y="3949"/>
                  </a:lnTo>
                  <a:lnTo>
                    <a:pt x="594645" y="4383"/>
                  </a:lnTo>
                  <a:lnTo>
                    <a:pt x="600904" y="4875"/>
                  </a:lnTo>
                  <a:lnTo>
                    <a:pt x="607164" y="5375"/>
                  </a:lnTo>
                  <a:lnTo>
                    <a:pt x="613423" y="5881"/>
                  </a:lnTo>
                  <a:lnTo>
                    <a:pt x="619682" y="6445"/>
                  </a:lnTo>
                  <a:lnTo>
                    <a:pt x="625942" y="7009"/>
                  </a:lnTo>
                  <a:lnTo>
                    <a:pt x="632201" y="7593"/>
                  </a:lnTo>
                  <a:lnTo>
                    <a:pt x="638461" y="8220"/>
                  </a:lnTo>
                  <a:lnTo>
                    <a:pt x="644720" y="8848"/>
                  </a:lnTo>
                  <a:lnTo>
                    <a:pt x="650980" y="9506"/>
                  </a:lnTo>
                  <a:lnTo>
                    <a:pt x="657239" y="10195"/>
                  </a:lnTo>
                  <a:lnTo>
                    <a:pt x="663498" y="10884"/>
                  </a:lnTo>
                  <a:lnTo>
                    <a:pt x="669758" y="11616"/>
                  </a:lnTo>
                  <a:lnTo>
                    <a:pt x="676017" y="12365"/>
                  </a:lnTo>
                  <a:lnTo>
                    <a:pt x="682277" y="13113"/>
                  </a:lnTo>
                  <a:lnTo>
                    <a:pt x="688536" y="13917"/>
                  </a:lnTo>
                  <a:lnTo>
                    <a:pt x="694796" y="14723"/>
                  </a:lnTo>
                  <a:lnTo>
                    <a:pt x="701055" y="15539"/>
                  </a:lnTo>
                  <a:lnTo>
                    <a:pt x="707314" y="16402"/>
                  </a:lnTo>
                  <a:lnTo>
                    <a:pt x="713574" y="17265"/>
                  </a:lnTo>
                  <a:lnTo>
                    <a:pt x="719833" y="18148"/>
                  </a:lnTo>
                  <a:lnTo>
                    <a:pt x="726093" y="19066"/>
                  </a:lnTo>
                  <a:lnTo>
                    <a:pt x="732352" y="19984"/>
                  </a:lnTo>
                  <a:lnTo>
                    <a:pt x="738611" y="20932"/>
                  </a:lnTo>
                  <a:lnTo>
                    <a:pt x="744871" y="21903"/>
                  </a:lnTo>
                  <a:lnTo>
                    <a:pt x="751130" y="22874"/>
                  </a:lnTo>
                  <a:lnTo>
                    <a:pt x="757390" y="23884"/>
                  </a:lnTo>
                  <a:lnTo>
                    <a:pt x="763649" y="24906"/>
                  </a:lnTo>
                  <a:lnTo>
                    <a:pt x="769909" y="25928"/>
                  </a:lnTo>
                  <a:lnTo>
                    <a:pt x="776168" y="26998"/>
                  </a:lnTo>
                  <a:lnTo>
                    <a:pt x="782427" y="28069"/>
                  </a:lnTo>
                  <a:lnTo>
                    <a:pt x="788687" y="29149"/>
                  </a:lnTo>
                  <a:lnTo>
                    <a:pt x="794946" y="30267"/>
                  </a:lnTo>
                  <a:lnTo>
                    <a:pt x="801206" y="31385"/>
                  </a:lnTo>
                  <a:lnTo>
                    <a:pt x="807465" y="32521"/>
                  </a:lnTo>
                  <a:lnTo>
                    <a:pt x="813725" y="33684"/>
                  </a:lnTo>
                  <a:lnTo>
                    <a:pt x="819984" y="34847"/>
                  </a:lnTo>
                  <a:lnTo>
                    <a:pt x="826243" y="36036"/>
                  </a:lnTo>
                  <a:lnTo>
                    <a:pt x="832503" y="37242"/>
                  </a:lnTo>
                  <a:lnTo>
                    <a:pt x="838762" y="38447"/>
                  </a:lnTo>
                  <a:lnTo>
                    <a:pt x="845022" y="39687"/>
                  </a:lnTo>
                  <a:lnTo>
                    <a:pt x="851281" y="40934"/>
                  </a:lnTo>
                  <a:lnTo>
                    <a:pt x="857541" y="42182"/>
                  </a:lnTo>
                  <a:lnTo>
                    <a:pt x="863800" y="43467"/>
                  </a:lnTo>
                  <a:lnTo>
                    <a:pt x="870059" y="44753"/>
                  </a:lnTo>
                  <a:lnTo>
                    <a:pt x="876319" y="46047"/>
                  </a:lnTo>
                  <a:lnTo>
                    <a:pt x="882578" y="47369"/>
                  </a:lnTo>
                  <a:lnTo>
                    <a:pt x="888838" y="48691"/>
                  </a:lnTo>
                  <a:lnTo>
                    <a:pt x="895097" y="50029"/>
                  </a:lnTo>
                  <a:lnTo>
                    <a:pt x="901356" y="51385"/>
                  </a:lnTo>
                  <a:lnTo>
                    <a:pt x="907616" y="52742"/>
                  </a:lnTo>
                  <a:lnTo>
                    <a:pt x="913875" y="54120"/>
                  </a:lnTo>
                  <a:lnTo>
                    <a:pt x="920135" y="55509"/>
                  </a:lnTo>
                  <a:lnTo>
                    <a:pt x="926394" y="56897"/>
                  </a:lnTo>
                  <a:lnTo>
                    <a:pt x="932654" y="58312"/>
                  </a:lnTo>
                  <a:lnTo>
                    <a:pt x="938913" y="59731"/>
                  </a:lnTo>
                  <a:lnTo>
                    <a:pt x="945172" y="61153"/>
                  </a:lnTo>
                  <a:lnTo>
                    <a:pt x="951432" y="62599"/>
                  </a:lnTo>
                  <a:lnTo>
                    <a:pt x="957691" y="64046"/>
                  </a:lnTo>
                  <a:lnTo>
                    <a:pt x="963951" y="65500"/>
                  </a:lnTo>
                  <a:lnTo>
                    <a:pt x="970210" y="66973"/>
                  </a:lnTo>
                  <a:lnTo>
                    <a:pt x="976470" y="68445"/>
                  </a:lnTo>
                  <a:lnTo>
                    <a:pt x="982729" y="69930"/>
                  </a:lnTo>
                  <a:lnTo>
                    <a:pt x="988988" y="71426"/>
                  </a:lnTo>
                  <a:lnTo>
                    <a:pt x="995248" y="72921"/>
                  </a:lnTo>
                  <a:lnTo>
                    <a:pt x="1001507" y="74433"/>
                  </a:lnTo>
                  <a:lnTo>
                    <a:pt x="1007767" y="75950"/>
                  </a:lnTo>
                  <a:lnTo>
                    <a:pt x="1014026" y="77468"/>
                  </a:lnTo>
                  <a:lnTo>
                    <a:pt x="1020286" y="79003"/>
                  </a:lnTo>
                  <a:lnTo>
                    <a:pt x="1026545" y="80539"/>
                  </a:lnTo>
                  <a:lnTo>
                    <a:pt x="1032804" y="82078"/>
                  </a:lnTo>
                  <a:lnTo>
                    <a:pt x="1039064" y="83632"/>
                  </a:lnTo>
                  <a:lnTo>
                    <a:pt x="1045323" y="85186"/>
                  </a:lnTo>
                  <a:lnTo>
                    <a:pt x="1051583" y="86745"/>
                  </a:lnTo>
                  <a:lnTo>
                    <a:pt x="1057842" y="88313"/>
                  </a:lnTo>
                  <a:lnTo>
                    <a:pt x="1064101" y="89882"/>
                  </a:lnTo>
                  <a:lnTo>
                    <a:pt x="1070361" y="91457"/>
                  </a:lnTo>
                  <a:lnTo>
                    <a:pt x="1076620" y="93039"/>
                  </a:lnTo>
                  <a:lnTo>
                    <a:pt x="1082880" y="94620"/>
                  </a:lnTo>
                  <a:lnTo>
                    <a:pt x="1089139" y="96210"/>
                  </a:lnTo>
                  <a:lnTo>
                    <a:pt x="1095399" y="97802"/>
                  </a:lnTo>
                  <a:lnTo>
                    <a:pt x="1101658" y="99394"/>
                  </a:lnTo>
                  <a:lnTo>
                    <a:pt x="1107917" y="100994"/>
                  </a:lnTo>
                  <a:lnTo>
                    <a:pt x="1114177" y="102595"/>
                  </a:lnTo>
                  <a:lnTo>
                    <a:pt x="1120436" y="104197"/>
                  </a:lnTo>
                  <a:lnTo>
                    <a:pt x="1126696" y="105805"/>
                  </a:lnTo>
                  <a:lnTo>
                    <a:pt x="1132955" y="107412"/>
                  </a:lnTo>
                  <a:lnTo>
                    <a:pt x="1139215" y="109021"/>
                  </a:lnTo>
                  <a:lnTo>
                    <a:pt x="1145474" y="110633"/>
                  </a:lnTo>
                  <a:lnTo>
                    <a:pt x="1151733" y="112245"/>
                  </a:lnTo>
                  <a:lnTo>
                    <a:pt x="1157993" y="113859"/>
                  </a:lnTo>
                  <a:lnTo>
                    <a:pt x="1164252" y="115474"/>
                  </a:lnTo>
                  <a:lnTo>
                    <a:pt x="1170512" y="117088"/>
                  </a:lnTo>
                  <a:lnTo>
                    <a:pt x="1176771" y="118703"/>
                  </a:lnTo>
                  <a:lnTo>
                    <a:pt x="1183031" y="120319"/>
                  </a:lnTo>
                  <a:lnTo>
                    <a:pt x="1189290" y="121934"/>
                  </a:lnTo>
                  <a:lnTo>
                    <a:pt x="1195549" y="123548"/>
                  </a:lnTo>
                  <a:lnTo>
                    <a:pt x="1201809" y="125163"/>
                  </a:lnTo>
                  <a:lnTo>
                    <a:pt x="1208068" y="126776"/>
                  </a:lnTo>
                  <a:lnTo>
                    <a:pt x="1214328" y="128388"/>
                  </a:lnTo>
                  <a:lnTo>
                    <a:pt x="1220587" y="129999"/>
                  </a:lnTo>
                  <a:lnTo>
                    <a:pt x="1226846" y="131608"/>
                  </a:lnTo>
                  <a:lnTo>
                    <a:pt x="1233106" y="133214"/>
                  </a:lnTo>
                  <a:lnTo>
                    <a:pt x="1239365" y="134821"/>
                  </a:lnTo>
                  <a:lnTo>
                    <a:pt x="1245625" y="136423"/>
                  </a:lnTo>
                  <a:lnTo>
                    <a:pt x="1251884" y="138023"/>
                  </a:lnTo>
                  <a:lnTo>
                    <a:pt x="1258144" y="139623"/>
                  </a:lnTo>
                  <a:lnTo>
                    <a:pt x="1264403" y="141215"/>
                  </a:lnTo>
                  <a:lnTo>
                    <a:pt x="1270662" y="142807"/>
                  </a:lnTo>
                  <a:lnTo>
                    <a:pt x="1276922" y="144398"/>
                  </a:lnTo>
                  <a:lnTo>
                    <a:pt x="1283181" y="145980"/>
                  </a:lnTo>
                  <a:lnTo>
                    <a:pt x="1289441" y="147561"/>
                  </a:lnTo>
                  <a:lnTo>
                    <a:pt x="1295700" y="149140"/>
                  </a:lnTo>
                  <a:lnTo>
                    <a:pt x="1301960" y="150710"/>
                  </a:lnTo>
                  <a:lnTo>
                    <a:pt x="1308219" y="152280"/>
                  </a:lnTo>
                  <a:lnTo>
                    <a:pt x="1314478" y="153844"/>
                  </a:lnTo>
                  <a:lnTo>
                    <a:pt x="1320738" y="155401"/>
                  </a:lnTo>
                  <a:lnTo>
                    <a:pt x="1326997" y="156958"/>
                  </a:lnTo>
                  <a:lnTo>
                    <a:pt x="1333257" y="158505"/>
                  </a:lnTo>
                  <a:lnTo>
                    <a:pt x="1339516" y="160048"/>
                  </a:lnTo>
                  <a:lnTo>
                    <a:pt x="1345776" y="161590"/>
                  </a:lnTo>
                  <a:lnTo>
                    <a:pt x="1352035" y="163118"/>
                  </a:lnTo>
                  <a:lnTo>
                    <a:pt x="1358294" y="164645"/>
                  </a:lnTo>
                  <a:lnTo>
                    <a:pt x="1364554" y="166169"/>
                  </a:lnTo>
                  <a:lnTo>
                    <a:pt x="1370813" y="167678"/>
                  </a:lnTo>
                  <a:lnTo>
                    <a:pt x="1377073" y="169188"/>
                  </a:lnTo>
                  <a:lnTo>
                    <a:pt x="1383332" y="170690"/>
                  </a:lnTo>
                  <a:lnTo>
                    <a:pt x="1389592" y="172181"/>
                  </a:lnTo>
                  <a:lnTo>
                    <a:pt x="1395851" y="173672"/>
                  </a:lnTo>
                  <a:lnTo>
                    <a:pt x="1402110" y="175151"/>
                  </a:lnTo>
                  <a:lnTo>
                    <a:pt x="1408370" y="176621"/>
                  </a:lnTo>
                  <a:lnTo>
                    <a:pt x="1414629" y="178092"/>
                  </a:lnTo>
                  <a:lnTo>
                    <a:pt x="1420889" y="179546"/>
                  </a:lnTo>
                  <a:lnTo>
                    <a:pt x="1427148" y="180996"/>
                  </a:lnTo>
                  <a:lnTo>
                    <a:pt x="1433407" y="182445"/>
                  </a:lnTo>
                  <a:lnTo>
                    <a:pt x="1439667" y="183873"/>
                  </a:lnTo>
                  <a:lnTo>
                    <a:pt x="1445926" y="185300"/>
                  </a:lnTo>
                  <a:lnTo>
                    <a:pt x="1452186" y="186722"/>
                  </a:lnTo>
                  <a:lnTo>
                    <a:pt x="1458445" y="188126"/>
                  </a:lnTo>
                  <a:lnTo>
                    <a:pt x="1464705" y="189530"/>
                  </a:lnTo>
                  <a:lnTo>
                    <a:pt x="1470964" y="190924"/>
                  </a:lnTo>
                  <a:lnTo>
                    <a:pt x="1477223" y="192303"/>
                  </a:lnTo>
                  <a:lnTo>
                    <a:pt x="1483483" y="193683"/>
                  </a:lnTo>
                  <a:lnTo>
                    <a:pt x="1489742" y="195046"/>
                  </a:lnTo>
                  <a:lnTo>
                    <a:pt x="1496002" y="196400"/>
                  </a:lnTo>
                  <a:lnTo>
                    <a:pt x="1502261" y="197754"/>
                  </a:lnTo>
                  <a:lnTo>
                    <a:pt x="1508521" y="199086"/>
                  </a:lnTo>
                  <a:lnTo>
                    <a:pt x="1514780" y="200414"/>
                  </a:lnTo>
                  <a:lnTo>
                    <a:pt x="1521039" y="201741"/>
                  </a:lnTo>
                  <a:lnTo>
                    <a:pt x="1527299" y="203041"/>
                  </a:lnTo>
                  <a:lnTo>
                    <a:pt x="1533558" y="204342"/>
                  </a:lnTo>
                  <a:lnTo>
                    <a:pt x="1539818" y="205636"/>
                  </a:lnTo>
                  <a:lnTo>
                    <a:pt x="1546077" y="206908"/>
                  </a:lnTo>
                  <a:lnTo>
                    <a:pt x="1552337" y="208181"/>
                  </a:lnTo>
                  <a:lnTo>
                    <a:pt x="1558596" y="209440"/>
                  </a:lnTo>
                  <a:lnTo>
                    <a:pt x="1564855" y="210685"/>
                  </a:lnTo>
                  <a:lnTo>
                    <a:pt x="1571115" y="211929"/>
                  </a:lnTo>
                  <a:lnTo>
                    <a:pt x="1577374" y="213153"/>
                  </a:lnTo>
                  <a:lnTo>
                    <a:pt x="1583634" y="214368"/>
                  </a:lnTo>
                  <a:lnTo>
                    <a:pt x="1589893" y="215583"/>
                  </a:lnTo>
                  <a:lnTo>
                    <a:pt x="1596152" y="216771"/>
                  </a:lnTo>
                  <a:lnTo>
                    <a:pt x="1602412" y="217957"/>
                  </a:lnTo>
                  <a:lnTo>
                    <a:pt x="1608671" y="219139"/>
                  </a:lnTo>
                  <a:lnTo>
                    <a:pt x="1614931" y="220293"/>
                  </a:lnTo>
                  <a:lnTo>
                    <a:pt x="1621190" y="221448"/>
                  </a:lnTo>
                  <a:lnTo>
                    <a:pt x="1627450" y="222593"/>
                  </a:lnTo>
                  <a:lnTo>
                    <a:pt x="1633709" y="223717"/>
                  </a:lnTo>
                  <a:lnTo>
                    <a:pt x="1639968" y="224841"/>
                  </a:lnTo>
                  <a:lnTo>
                    <a:pt x="1646228" y="225949"/>
                  </a:lnTo>
                  <a:lnTo>
                    <a:pt x="1652487" y="227042"/>
                  </a:lnTo>
                  <a:lnTo>
                    <a:pt x="1658747" y="228134"/>
                  </a:lnTo>
                  <a:lnTo>
                    <a:pt x="1665006" y="229204"/>
                  </a:lnTo>
                  <a:lnTo>
                    <a:pt x="1671266" y="230265"/>
                  </a:lnTo>
                  <a:lnTo>
                    <a:pt x="1677525" y="231326"/>
                  </a:lnTo>
                  <a:lnTo>
                    <a:pt x="1683784" y="232357"/>
                  </a:lnTo>
                  <a:lnTo>
                    <a:pt x="1690044" y="233387"/>
                  </a:lnTo>
                  <a:lnTo>
                    <a:pt x="1696303" y="234411"/>
                  </a:lnTo>
                  <a:lnTo>
                    <a:pt x="1702563" y="235408"/>
                  </a:lnTo>
                  <a:lnTo>
                    <a:pt x="1708822" y="236406"/>
                  </a:lnTo>
                  <a:lnTo>
                    <a:pt x="1715082" y="237391"/>
                  </a:lnTo>
                  <a:lnTo>
                    <a:pt x="1721341" y="238356"/>
                  </a:lnTo>
                  <a:lnTo>
                    <a:pt x="1727600" y="239322"/>
                  </a:lnTo>
                  <a:lnTo>
                    <a:pt x="1733860" y="240268"/>
                  </a:lnTo>
                  <a:lnTo>
                    <a:pt x="1740119" y="241201"/>
                  </a:lnTo>
                  <a:lnTo>
                    <a:pt x="1746379" y="242134"/>
                  </a:lnTo>
                  <a:lnTo>
                    <a:pt x="1752638" y="243041"/>
                  </a:lnTo>
                  <a:lnTo>
                    <a:pt x="1758897" y="243941"/>
                  </a:lnTo>
                  <a:lnTo>
                    <a:pt x="1765157" y="244842"/>
                  </a:lnTo>
                  <a:lnTo>
                    <a:pt x="1771416" y="245710"/>
                  </a:lnTo>
                  <a:lnTo>
                    <a:pt x="1777676" y="246578"/>
                  </a:lnTo>
                  <a:lnTo>
                    <a:pt x="1783935" y="247440"/>
                  </a:lnTo>
                  <a:lnTo>
                    <a:pt x="1790195" y="248276"/>
                  </a:lnTo>
                  <a:lnTo>
                    <a:pt x="1796454" y="249112"/>
                  </a:lnTo>
                  <a:lnTo>
                    <a:pt x="1802713" y="249934"/>
                  </a:lnTo>
                  <a:lnTo>
                    <a:pt x="1808973" y="250738"/>
                  </a:lnTo>
                  <a:lnTo>
                    <a:pt x="1815232" y="251542"/>
                  </a:lnTo>
                  <a:lnTo>
                    <a:pt x="1821492" y="252325"/>
                  </a:lnTo>
                  <a:lnTo>
                    <a:pt x="1827751" y="253097"/>
                  </a:lnTo>
                  <a:lnTo>
                    <a:pt x="1834011" y="253869"/>
                  </a:lnTo>
                  <a:lnTo>
                    <a:pt x="1840270" y="254615"/>
                  </a:lnTo>
                  <a:lnTo>
                    <a:pt x="1846529" y="255355"/>
                  </a:lnTo>
                  <a:lnTo>
                    <a:pt x="1852789" y="256093"/>
                  </a:lnTo>
                  <a:lnTo>
                    <a:pt x="1859048" y="256802"/>
                  </a:lnTo>
                  <a:lnTo>
                    <a:pt x="1865308" y="257511"/>
                  </a:lnTo>
                  <a:lnTo>
                    <a:pt x="1871567" y="258212"/>
                  </a:lnTo>
                  <a:lnTo>
                    <a:pt x="1877827" y="258890"/>
                  </a:lnTo>
                  <a:lnTo>
                    <a:pt x="1884086" y="259568"/>
                  </a:lnTo>
                  <a:lnTo>
                    <a:pt x="1890345" y="260231"/>
                  </a:lnTo>
                  <a:lnTo>
                    <a:pt x="1896605" y="260879"/>
                  </a:lnTo>
                  <a:lnTo>
                    <a:pt x="1902864" y="261526"/>
                  </a:lnTo>
                  <a:lnTo>
                    <a:pt x="1909124" y="262152"/>
                  </a:lnTo>
                  <a:lnTo>
                    <a:pt x="1915383" y="262770"/>
                  </a:lnTo>
                  <a:lnTo>
                    <a:pt x="1921642" y="263387"/>
                  </a:lnTo>
                  <a:lnTo>
                    <a:pt x="1927902" y="263977"/>
                  </a:lnTo>
                  <a:lnTo>
                    <a:pt x="1934161" y="264565"/>
                  </a:lnTo>
                  <a:lnTo>
                    <a:pt x="1940421" y="265149"/>
                  </a:lnTo>
                  <a:lnTo>
                    <a:pt x="1946680" y="265708"/>
                  </a:lnTo>
                  <a:lnTo>
                    <a:pt x="1952940" y="266266"/>
                  </a:lnTo>
                  <a:lnTo>
                    <a:pt x="1959199" y="266816"/>
                  </a:lnTo>
                  <a:lnTo>
                    <a:pt x="1965458" y="267346"/>
                  </a:lnTo>
                  <a:lnTo>
                    <a:pt x="1971718" y="267876"/>
                  </a:lnTo>
                  <a:lnTo>
                    <a:pt x="1977977" y="268391"/>
                  </a:lnTo>
                  <a:lnTo>
                    <a:pt x="1984237" y="268893"/>
                  </a:lnTo>
                  <a:lnTo>
                    <a:pt x="1990496" y="269395"/>
                  </a:lnTo>
                  <a:lnTo>
                    <a:pt x="1996756" y="269877"/>
                  </a:lnTo>
                  <a:lnTo>
                    <a:pt x="2003015" y="270352"/>
                  </a:lnTo>
                  <a:lnTo>
                    <a:pt x="2009274" y="270827"/>
                  </a:lnTo>
                  <a:lnTo>
                    <a:pt x="2015534" y="271277"/>
                  </a:lnTo>
                  <a:lnTo>
                    <a:pt x="2021793" y="271726"/>
                  </a:lnTo>
                  <a:lnTo>
                    <a:pt x="2028053" y="272170"/>
                  </a:lnTo>
                  <a:lnTo>
                    <a:pt x="2034312" y="272593"/>
                  </a:lnTo>
                  <a:lnTo>
                    <a:pt x="2040572" y="273016"/>
                  </a:lnTo>
                  <a:lnTo>
                    <a:pt x="2046831" y="273430"/>
                  </a:lnTo>
                  <a:lnTo>
                    <a:pt x="2053090" y="273828"/>
                  </a:lnTo>
                  <a:lnTo>
                    <a:pt x="2059350" y="274227"/>
                  </a:lnTo>
                  <a:lnTo>
                    <a:pt x="2065609" y="274611"/>
                  </a:lnTo>
                  <a:lnTo>
                    <a:pt x="2071869" y="274985"/>
                  </a:lnTo>
                  <a:lnTo>
                    <a:pt x="2078128" y="275359"/>
                  </a:lnTo>
                  <a:lnTo>
                    <a:pt x="2084388" y="275715"/>
                  </a:lnTo>
                  <a:lnTo>
                    <a:pt x="2090647" y="276067"/>
                  </a:lnTo>
                  <a:lnTo>
                    <a:pt x="2096906" y="276418"/>
                  </a:lnTo>
                  <a:lnTo>
                    <a:pt x="2103166" y="276747"/>
                  </a:lnTo>
                  <a:lnTo>
                    <a:pt x="2109425" y="277076"/>
                  </a:lnTo>
                  <a:lnTo>
                    <a:pt x="2115685" y="277400"/>
                  </a:lnTo>
                  <a:lnTo>
                    <a:pt x="2121944" y="277708"/>
                  </a:lnTo>
                  <a:lnTo>
                    <a:pt x="2128203" y="278016"/>
                  </a:lnTo>
                  <a:lnTo>
                    <a:pt x="2134463" y="278315"/>
                  </a:lnTo>
                  <a:lnTo>
                    <a:pt x="2140722" y="278603"/>
                  </a:lnTo>
                  <a:lnTo>
                    <a:pt x="2146982" y="278891"/>
                  </a:lnTo>
                  <a:lnTo>
                    <a:pt x="2153241" y="279166"/>
                  </a:lnTo>
                  <a:lnTo>
                    <a:pt x="2159501" y="279435"/>
                  </a:lnTo>
                  <a:lnTo>
                    <a:pt x="2165760" y="279704"/>
                  </a:lnTo>
                  <a:lnTo>
                    <a:pt x="2172019" y="279957"/>
                  </a:lnTo>
                  <a:lnTo>
                    <a:pt x="2178279" y="280207"/>
                  </a:lnTo>
                  <a:lnTo>
                    <a:pt x="2184538" y="280457"/>
                  </a:lnTo>
                  <a:lnTo>
                    <a:pt x="2190798" y="280690"/>
                  </a:lnTo>
                  <a:lnTo>
                    <a:pt x="2197057" y="280924"/>
                  </a:lnTo>
                  <a:lnTo>
                    <a:pt x="2203317" y="281153"/>
                  </a:lnTo>
                  <a:lnTo>
                    <a:pt x="2209576" y="281370"/>
                  </a:lnTo>
                  <a:lnTo>
                    <a:pt x="2215835" y="281588"/>
                  </a:lnTo>
                  <a:lnTo>
                    <a:pt x="2222095" y="281798"/>
                  </a:lnTo>
                  <a:lnTo>
                    <a:pt x="2228354" y="282001"/>
                  </a:lnTo>
                  <a:lnTo>
                    <a:pt x="2234614" y="282204"/>
                  </a:lnTo>
                  <a:lnTo>
                    <a:pt x="2240873" y="282397"/>
                  </a:lnTo>
                  <a:lnTo>
                    <a:pt x="2247133" y="282586"/>
                  </a:lnTo>
                  <a:lnTo>
                    <a:pt x="2253392" y="282775"/>
                  </a:lnTo>
                  <a:lnTo>
                    <a:pt x="2259651" y="282953"/>
                  </a:lnTo>
                  <a:lnTo>
                    <a:pt x="2265911" y="283129"/>
                  </a:lnTo>
                  <a:lnTo>
                    <a:pt x="2272170" y="283304"/>
                  </a:lnTo>
                  <a:lnTo>
                    <a:pt x="2278430" y="283470"/>
                  </a:lnTo>
                  <a:lnTo>
                    <a:pt x="2284689" y="283635"/>
                  </a:lnTo>
                  <a:lnTo>
                    <a:pt x="2290948" y="283797"/>
                  </a:lnTo>
                  <a:lnTo>
                    <a:pt x="2297208" y="283952"/>
                  </a:lnTo>
                  <a:lnTo>
                    <a:pt x="2303467" y="284107"/>
                  </a:lnTo>
                  <a:lnTo>
                    <a:pt x="2309727" y="284257"/>
                  </a:lnTo>
                  <a:lnTo>
                    <a:pt x="2315986" y="284403"/>
                  </a:lnTo>
                  <a:lnTo>
                    <a:pt x="2322246" y="284549"/>
                  </a:lnTo>
                  <a:lnTo>
                    <a:pt x="2328505" y="284689"/>
                  </a:lnTo>
                  <a:lnTo>
                    <a:pt x="2334764" y="284827"/>
                  </a:lnTo>
                  <a:lnTo>
                    <a:pt x="2341024" y="284966"/>
                  </a:lnTo>
                  <a:lnTo>
                    <a:pt x="2347283" y="285098"/>
                  </a:lnTo>
                  <a:lnTo>
                    <a:pt x="2353543" y="285229"/>
                  </a:lnTo>
                  <a:lnTo>
                    <a:pt x="2359802" y="285360"/>
                  </a:lnTo>
                  <a:lnTo>
                    <a:pt x="2366062" y="285486"/>
                  </a:lnTo>
                  <a:lnTo>
                    <a:pt x="2372321" y="285613"/>
                  </a:lnTo>
                  <a:lnTo>
                    <a:pt x="2378580" y="285737"/>
                  </a:lnTo>
                  <a:lnTo>
                    <a:pt x="2384840" y="285859"/>
                  </a:lnTo>
                  <a:lnTo>
                    <a:pt x="2391099" y="285982"/>
                  </a:lnTo>
                  <a:lnTo>
                    <a:pt x="2397359" y="286102"/>
                  </a:lnTo>
                  <a:lnTo>
                    <a:pt x="2403618" y="286221"/>
                  </a:lnTo>
                  <a:lnTo>
                    <a:pt x="2409878" y="286340"/>
                  </a:lnTo>
                  <a:lnTo>
                    <a:pt x="2416137" y="286458"/>
                  </a:lnTo>
                  <a:lnTo>
                    <a:pt x="2422396" y="286575"/>
                  </a:lnTo>
                  <a:lnTo>
                    <a:pt x="2428656" y="286693"/>
                  </a:lnTo>
                  <a:lnTo>
                    <a:pt x="2434915" y="286810"/>
                  </a:lnTo>
                  <a:lnTo>
                    <a:pt x="2441175" y="286927"/>
                  </a:lnTo>
                  <a:lnTo>
                    <a:pt x="2447434" y="287044"/>
                  </a:lnTo>
                  <a:lnTo>
                    <a:pt x="2453693" y="287161"/>
                  </a:lnTo>
                  <a:lnTo>
                    <a:pt x="2459953" y="287279"/>
                  </a:lnTo>
                  <a:lnTo>
                    <a:pt x="2466212" y="287397"/>
                  </a:lnTo>
                  <a:lnTo>
                    <a:pt x="2472472" y="287516"/>
                  </a:lnTo>
                  <a:lnTo>
                    <a:pt x="2478731" y="287635"/>
                  </a:lnTo>
                  <a:lnTo>
                    <a:pt x="2484991" y="287757"/>
                  </a:lnTo>
                  <a:lnTo>
                    <a:pt x="2491250" y="287879"/>
                  </a:lnTo>
                  <a:lnTo>
                    <a:pt x="2497509" y="288001"/>
                  </a:lnTo>
                  <a:lnTo>
                    <a:pt x="2503769" y="288127"/>
                  </a:lnTo>
                  <a:lnTo>
                    <a:pt x="2510028" y="288253"/>
                  </a:lnTo>
                  <a:lnTo>
                    <a:pt x="2516288" y="288380"/>
                  </a:lnTo>
                  <a:lnTo>
                    <a:pt x="2522547" y="288511"/>
                  </a:lnTo>
                  <a:lnTo>
                    <a:pt x="2528807" y="288643"/>
                  </a:lnTo>
                  <a:lnTo>
                    <a:pt x="2535066" y="288776"/>
                  </a:lnTo>
                  <a:lnTo>
                    <a:pt x="2541325" y="288914"/>
                  </a:lnTo>
                  <a:lnTo>
                    <a:pt x="2547585" y="289051"/>
                  </a:lnTo>
                  <a:lnTo>
                    <a:pt x="2553844" y="289193"/>
                  </a:lnTo>
                  <a:lnTo>
                    <a:pt x="2560104" y="289338"/>
                  </a:lnTo>
                  <a:lnTo>
                    <a:pt x="2566363" y="289483"/>
                  </a:lnTo>
                  <a:lnTo>
                    <a:pt x="2572623" y="289634"/>
                  </a:lnTo>
                  <a:lnTo>
                    <a:pt x="2578882" y="289788"/>
                  </a:lnTo>
                  <a:lnTo>
                    <a:pt x="2585141" y="289941"/>
                  </a:lnTo>
                  <a:lnTo>
                    <a:pt x="2591401" y="290104"/>
                  </a:lnTo>
                  <a:lnTo>
                    <a:pt x="2597660" y="290267"/>
                  </a:lnTo>
                  <a:lnTo>
                    <a:pt x="2603920" y="290431"/>
                  </a:lnTo>
                  <a:lnTo>
                    <a:pt x="2610179" y="290605"/>
                  </a:lnTo>
                  <a:lnTo>
                    <a:pt x="2616438" y="290778"/>
                  </a:lnTo>
                  <a:lnTo>
                    <a:pt x="2622698" y="290955"/>
                  </a:lnTo>
                  <a:lnTo>
                    <a:pt x="2628957" y="291140"/>
                  </a:lnTo>
                  <a:lnTo>
                    <a:pt x="2635217" y="291325"/>
                  </a:lnTo>
                  <a:lnTo>
                    <a:pt x="2641476" y="291517"/>
                  </a:lnTo>
                  <a:lnTo>
                    <a:pt x="2647736" y="291714"/>
                  </a:lnTo>
                  <a:lnTo>
                    <a:pt x="2653995" y="291911"/>
                  </a:lnTo>
                  <a:lnTo>
                    <a:pt x="2660254" y="292118"/>
                  </a:lnTo>
                  <a:lnTo>
                    <a:pt x="2666514" y="292329"/>
                  </a:lnTo>
                  <a:lnTo>
                    <a:pt x="2672773" y="292539"/>
                  </a:lnTo>
                  <a:lnTo>
                    <a:pt x="2679033" y="292763"/>
                  </a:lnTo>
                  <a:lnTo>
                    <a:pt x="2685292" y="292987"/>
                  </a:lnTo>
                  <a:lnTo>
                    <a:pt x="2691552" y="293214"/>
                  </a:lnTo>
                  <a:lnTo>
                    <a:pt x="2697811" y="293454"/>
                  </a:lnTo>
                  <a:lnTo>
                    <a:pt x="2704070" y="293693"/>
                  </a:lnTo>
                  <a:lnTo>
                    <a:pt x="2710330" y="293938"/>
                  </a:lnTo>
                  <a:lnTo>
                    <a:pt x="2716589" y="294193"/>
                  </a:lnTo>
                  <a:lnTo>
                    <a:pt x="2722849" y="294448"/>
                  </a:lnTo>
                  <a:lnTo>
                    <a:pt x="2729108" y="294713"/>
                  </a:lnTo>
                  <a:lnTo>
                    <a:pt x="2735368" y="294984"/>
                  </a:lnTo>
                  <a:lnTo>
                    <a:pt x="2741627" y="295255"/>
                  </a:lnTo>
                  <a:lnTo>
                    <a:pt x="2747886" y="295540"/>
                  </a:lnTo>
                  <a:lnTo>
                    <a:pt x="2754146" y="295829"/>
                  </a:lnTo>
                  <a:lnTo>
                    <a:pt x="2760405" y="296117"/>
                  </a:lnTo>
                  <a:lnTo>
                    <a:pt x="2766665" y="296423"/>
                  </a:lnTo>
                  <a:lnTo>
                    <a:pt x="2772924" y="296729"/>
                  </a:lnTo>
                  <a:lnTo>
                    <a:pt x="2779184" y="297039"/>
                  </a:lnTo>
                  <a:lnTo>
                    <a:pt x="2785443" y="297363"/>
                  </a:lnTo>
                  <a:lnTo>
                    <a:pt x="2791702" y="297688"/>
                  </a:lnTo>
                  <a:lnTo>
                    <a:pt x="2797962" y="298020"/>
                  </a:lnTo>
                  <a:lnTo>
                    <a:pt x="2804221" y="298363"/>
                  </a:lnTo>
                  <a:lnTo>
                    <a:pt x="2810481" y="298706"/>
                  </a:lnTo>
                  <a:lnTo>
                    <a:pt x="2816740" y="299061"/>
                  </a:lnTo>
                  <a:lnTo>
                    <a:pt x="2822999" y="299423"/>
                  </a:lnTo>
                  <a:lnTo>
                    <a:pt x="2829259" y="299785"/>
                  </a:lnTo>
                  <a:lnTo>
                    <a:pt x="2835518" y="300165"/>
                  </a:lnTo>
                  <a:lnTo>
                    <a:pt x="2841778" y="300546"/>
                  </a:lnTo>
                  <a:lnTo>
                    <a:pt x="2848037" y="300930"/>
                  </a:lnTo>
                  <a:lnTo>
                    <a:pt x="2854297" y="301331"/>
                  </a:lnTo>
                  <a:lnTo>
                    <a:pt x="2860556" y="301733"/>
                  </a:lnTo>
                  <a:lnTo>
                    <a:pt x="2866815" y="302141"/>
                  </a:lnTo>
                  <a:lnTo>
                    <a:pt x="2873075" y="302563"/>
                  </a:lnTo>
                  <a:lnTo>
                    <a:pt x="2879334" y="302986"/>
                  </a:lnTo>
                  <a:lnTo>
                    <a:pt x="2885594" y="303418"/>
                  </a:lnTo>
                  <a:lnTo>
                    <a:pt x="2891853" y="303861"/>
                  </a:lnTo>
                  <a:lnTo>
                    <a:pt x="2898113" y="304304"/>
                  </a:lnTo>
                  <a:lnTo>
                    <a:pt x="2904372" y="304762"/>
                  </a:lnTo>
                  <a:lnTo>
                    <a:pt x="2910631" y="305225"/>
                  </a:lnTo>
                  <a:lnTo>
                    <a:pt x="2916891" y="305689"/>
                  </a:lnTo>
                  <a:lnTo>
                    <a:pt x="2923150" y="306172"/>
                  </a:lnTo>
                  <a:lnTo>
                    <a:pt x="2929410" y="306657"/>
                  </a:lnTo>
                  <a:lnTo>
                    <a:pt x="2935669" y="307145"/>
                  </a:lnTo>
                  <a:lnTo>
                    <a:pt x="2941929" y="307651"/>
                  </a:lnTo>
                  <a:lnTo>
                    <a:pt x="2948188" y="308157"/>
                  </a:lnTo>
                  <a:lnTo>
                    <a:pt x="2954447" y="308670"/>
                  </a:lnTo>
                  <a:lnTo>
                    <a:pt x="2960707" y="309198"/>
                  </a:lnTo>
                  <a:lnTo>
                    <a:pt x="2966966" y="309725"/>
                  </a:lnTo>
                  <a:lnTo>
                    <a:pt x="2973226" y="310264"/>
                  </a:lnTo>
                  <a:lnTo>
                    <a:pt x="2979485" y="310813"/>
                  </a:lnTo>
                  <a:lnTo>
                    <a:pt x="2985744" y="311361"/>
                  </a:lnTo>
                  <a:lnTo>
                    <a:pt x="2992004" y="311926"/>
                  </a:lnTo>
                  <a:lnTo>
                    <a:pt x="2998263" y="312496"/>
                  </a:lnTo>
                  <a:lnTo>
                    <a:pt x="3004523" y="313066"/>
                  </a:lnTo>
                  <a:lnTo>
                    <a:pt x="3010782" y="313656"/>
                  </a:lnTo>
                  <a:lnTo>
                    <a:pt x="3017042" y="314247"/>
                  </a:lnTo>
                  <a:lnTo>
                    <a:pt x="3023301" y="314841"/>
                  </a:lnTo>
                  <a:lnTo>
                    <a:pt x="3029560" y="315453"/>
                  </a:lnTo>
                  <a:lnTo>
                    <a:pt x="3035820" y="316065"/>
                  </a:lnTo>
                  <a:lnTo>
                    <a:pt x="3042079" y="316686"/>
                  </a:lnTo>
                  <a:lnTo>
                    <a:pt x="3048339" y="317318"/>
                  </a:lnTo>
                  <a:lnTo>
                    <a:pt x="3054598" y="317951"/>
                  </a:lnTo>
                  <a:lnTo>
                    <a:pt x="3060858" y="318596"/>
                  </a:lnTo>
                  <a:lnTo>
                    <a:pt x="3067117" y="319250"/>
                  </a:lnTo>
                  <a:lnTo>
                    <a:pt x="3073376" y="319903"/>
                  </a:lnTo>
                  <a:lnTo>
                    <a:pt x="3079636" y="320573"/>
                  </a:lnTo>
                  <a:lnTo>
                    <a:pt x="3085895" y="321246"/>
                  </a:lnTo>
                  <a:lnTo>
                    <a:pt x="3092155" y="321920"/>
                  </a:lnTo>
                  <a:lnTo>
                    <a:pt x="3098414" y="322614"/>
                  </a:lnTo>
                  <a:lnTo>
                    <a:pt x="3104674" y="323308"/>
                  </a:lnTo>
                  <a:lnTo>
                    <a:pt x="3110933" y="324006"/>
                  </a:lnTo>
                  <a:lnTo>
                    <a:pt x="3117192" y="324719"/>
                  </a:lnTo>
                  <a:lnTo>
                    <a:pt x="3123452" y="325432"/>
                  </a:lnTo>
                  <a:lnTo>
                    <a:pt x="3129711" y="326154"/>
                  </a:lnTo>
                  <a:lnTo>
                    <a:pt x="3135971" y="326886"/>
                  </a:lnTo>
                  <a:lnTo>
                    <a:pt x="3142230" y="327618"/>
                  </a:lnTo>
                  <a:lnTo>
                    <a:pt x="3148489" y="328363"/>
                  </a:lnTo>
                  <a:lnTo>
                    <a:pt x="3154749" y="329113"/>
                  </a:lnTo>
                  <a:lnTo>
                    <a:pt x="3161008" y="329864"/>
                  </a:lnTo>
                  <a:lnTo>
                    <a:pt x="3167268" y="330631"/>
                  </a:lnTo>
                  <a:lnTo>
                    <a:pt x="3173527" y="331400"/>
                  </a:lnTo>
                  <a:lnTo>
                    <a:pt x="3179787" y="332171"/>
                  </a:lnTo>
                  <a:lnTo>
                    <a:pt x="3186046" y="332957"/>
                  </a:lnTo>
                  <a:lnTo>
                    <a:pt x="3192305" y="333744"/>
                  </a:lnTo>
                  <a:lnTo>
                    <a:pt x="3198565" y="334536"/>
                  </a:lnTo>
                </a:path>
              </a:pathLst>
            </a:cu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589870" y="1771336"/>
              <a:ext cx="3518421" cy="0"/>
            </a:xfrm>
            <a:custGeom>
              <a:avLst/>
              <a:pathLst>
                <a:path w="3518421" h="0">
                  <a:moveTo>
                    <a:pt x="0" y="0"/>
                  </a:moveTo>
                  <a:lnTo>
                    <a:pt x="35184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9086" y="17713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801430" y="17713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3775" y="17713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3608008" y="18322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739275" y="18322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901619" y="18322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306414" y="1983060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4" name="rc24"/>
            <p:cNvSpPr/>
            <p:nvPr/>
          </p:nvSpPr>
          <p:spPr>
            <a:xfrm>
              <a:off x="3520281" y="2181225"/>
              <a:ext cx="3657600" cy="1600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589870" y="2478503"/>
              <a:ext cx="3518421" cy="893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749798" y="2552112"/>
              <a:ext cx="3198565" cy="778831"/>
            </a:xfrm>
            <a:custGeom>
              <a:avLst/>
              <a:pathLst>
                <a:path w="3198565" h="778831">
                  <a:moveTo>
                    <a:pt x="0" y="778831"/>
                  </a:moveTo>
                  <a:lnTo>
                    <a:pt x="6259" y="778831"/>
                  </a:lnTo>
                  <a:lnTo>
                    <a:pt x="12518" y="778831"/>
                  </a:lnTo>
                  <a:lnTo>
                    <a:pt x="18778" y="778831"/>
                  </a:lnTo>
                  <a:lnTo>
                    <a:pt x="25037" y="778831"/>
                  </a:lnTo>
                  <a:lnTo>
                    <a:pt x="31297" y="778831"/>
                  </a:lnTo>
                  <a:lnTo>
                    <a:pt x="37556" y="778831"/>
                  </a:lnTo>
                  <a:lnTo>
                    <a:pt x="43815" y="778831"/>
                  </a:lnTo>
                  <a:lnTo>
                    <a:pt x="50075" y="778831"/>
                  </a:lnTo>
                  <a:lnTo>
                    <a:pt x="56334" y="778831"/>
                  </a:lnTo>
                  <a:lnTo>
                    <a:pt x="62594" y="778831"/>
                  </a:lnTo>
                  <a:lnTo>
                    <a:pt x="68853" y="778831"/>
                  </a:lnTo>
                  <a:lnTo>
                    <a:pt x="75113" y="778831"/>
                  </a:lnTo>
                  <a:lnTo>
                    <a:pt x="81372" y="778831"/>
                  </a:lnTo>
                  <a:lnTo>
                    <a:pt x="87631" y="778829"/>
                  </a:lnTo>
                  <a:lnTo>
                    <a:pt x="93891" y="778826"/>
                  </a:lnTo>
                  <a:lnTo>
                    <a:pt x="100150" y="778817"/>
                  </a:lnTo>
                  <a:lnTo>
                    <a:pt x="106410" y="778796"/>
                  </a:lnTo>
                  <a:lnTo>
                    <a:pt x="112669" y="778746"/>
                  </a:lnTo>
                  <a:lnTo>
                    <a:pt x="118929" y="778634"/>
                  </a:lnTo>
                  <a:lnTo>
                    <a:pt x="125188" y="778403"/>
                  </a:lnTo>
                  <a:lnTo>
                    <a:pt x="131447" y="777962"/>
                  </a:lnTo>
                  <a:lnTo>
                    <a:pt x="137707" y="777175"/>
                  </a:lnTo>
                  <a:lnTo>
                    <a:pt x="143966" y="775869"/>
                  </a:lnTo>
                  <a:lnTo>
                    <a:pt x="150226" y="773845"/>
                  </a:lnTo>
                  <a:lnTo>
                    <a:pt x="156485" y="770920"/>
                  </a:lnTo>
                  <a:lnTo>
                    <a:pt x="162745" y="766970"/>
                  </a:lnTo>
                  <a:lnTo>
                    <a:pt x="169004" y="761980"/>
                  </a:lnTo>
                  <a:lnTo>
                    <a:pt x="175263" y="756063"/>
                  </a:lnTo>
                  <a:lnTo>
                    <a:pt x="181523" y="749441"/>
                  </a:lnTo>
                  <a:lnTo>
                    <a:pt x="187782" y="742369"/>
                  </a:lnTo>
                  <a:lnTo>
                    <a:pt x="194042" y="735034"/>
                  </a:lnTo>
                  <a:lnTo>
                    <a:pt x="200301" y="727447"/>
                  </a:lnTo>
                  <a:lnTo>
                    <a:pt x="206560" y="719406"/>
                  </a:lnTo>
                  <a:lnTo>
                    <a:pt x="212820" y="710534"/>
                  </a:lnTo>
                  <a:lnTo>
                    <a:pt x="219079" y="700375"/>
                  </a:lnTo>
                  <a:lnTo>
                    <a:pt x="225339" y="688739"/>
                  </a:lnTo>
                  <a:lnTo>
                    <a:pt x="231598" y="675874"/>
                  </a:lnTo>
                  <a:lnTo>
                    <a:pt x="237858" y="662390"/>
                  </a:lnTo>
                  <a:lnTo>
                    <a:pt x="244117" y="649179"/>
                  </a:lnTo>
                  <a:lnTo>
                    <a:pt x="250376" y="637193"/>
                  </a:lnTo>
                  <a:lnTo>
                    <a:pt x="256636" y="627204"/>
                  </a:lnTo>
                  <a:lnTo>
                    <a:pt x="262895" y="619590"/>
                  </a:lnTo>
                  <a:lnTo>
                    <a:pt x="269155" y="614228"/>
                  </a:lnTo>
                  <a:lnTo>
                    <a:pt x="275414" y="610500"/>
                  </a:lnTo>
                  <a:lnTo>
                    <a:pt x="281674" y="607413"/>
                  </a:lnTo>
                  <a:lnTo>
                    <a:pt x="287933" y="603779"/>
                  </a:lnTo>
                  <a:lnTo>
                    <a:pt x="294192" y="598412"/>
                  </a:lnTo>
                  <a:lnTo>
                    <a:pt x="300452" y="590297"/>
                  </a:lnTo>
                  <a:lnTo>
                    <a:pt x="306711" y="578679"/>
                  </a:lnTo>
                  <a:lnTo>
                    <a:pt x="312971" y="563093"/>
                  </a:lnTo>
                  <a:lnTo>
                    <a:pt x="319230" y="543332"/>
                  </a:lnTo>
                  <a:lnTo>
                    <a:pt x="325490" y="519235"/>
                  </a:lnTo>
                  <a:lnTo>
                    <a:pt x="331749" y="490992"/>
                  </a:lnTo>
                  <a:lnTo>
                    <a:pt x="338008" y="458899"/>
                  </a:lnTo>
                  <a:lnTo>
                    <a:pt x="344268" y="423109"/>
                  </a:lnTo>
                  <a:lnTo>
                    <a:pt x="350527" y="383716"/>
                  </a:lnTo>
                  <a:lnTo>
                    <a:pt x="356787" y="340784"/>
                  </a:lnTo>
                  <a:lnTo>
                    <a:pt x="363046" y="294470"/>
                  </a:lnTo>
                  <a:lnTo>
                    <a:pt x="369305" y="245233"/>
                  </a:lnTo>
                  <a:lnTo>
                    <a:pt x="375565" y="194095"/>
                  </a:lnTo>
                  <a:lnTo>
                    <a:pt x="381824" y="142876"/>
                  </a:lnTo>
                  <a:lnTo>
                    <a:pt x="388084" y="94294"/>
                  </a:lnTo>
                  <a:lnTo>
                    <a:pt x="394343" y="51871"/>
                  </a:lnTo>
                  <a:lnTo>
                    <a:pt x="400603" y="19580"/>
                  </a:lnTo>
                  <a:lnTo>
                    <a:pt x="406862" y="1272"/>
                  </a:lnTo>
                  <a:lnTo>
                    <a:pt x="413121" y="0"/>
                  </a:lnTo>
                  <a:lnTo>
                    <a:pt x="419381" y="17376"/>
                  </a:lnTo>
                  <a:lnTo>
                    <a:pt x="425640" y="53161"/>
                  </a:lnTo>
                  <a:lnTo>
                    <a:pt x="431900" y="105645"/>
                  </a:lnTo>
                  <a:lnTo>
                    <a:pt x="438159" y="170408"/>
                  </a:lnTo>
                  <a:lnTo>
                    <a:pt x="444419" y="242227"/>
                  </a:lnTo>
                  <a:lnTo>
                    <a:pt x="450678" y="316365"/>
                  </a:lnTo>
                  <a:lnTo>
                    <a:pt x="456937" y="388740"/>
                  </a:lnTo>
                  <a:lnTo>
                    <a:pt x="463197" y="456297"/>
                  </a:lnTo>
                  <a:lnTo>
                    <a:pt x="469456" y="517108"/>
                  </a:lnTo>
                  <a:lnTo>
                    <a:pt x="475716" y="570249"/>
                  </a:lnTo>
                  <a:lnTo>
                    <a:pt x="481975" y="615561"/>
                  </a:lnTo>
                  <a:lnTo>
                    <a:pt x="488235" y="653377"/>
                  </a:lnTo>
                  <a:lnTo>
                    <a:pt x="494494" y="684305"/>
                  </a:lnTo>
                  <a:lnTo>
                    <a:pt x="500753" y="709075"/>
                  </a:lnTo>
                  <a:lnTo>
                    <a:pt x="507013" y="728461"/>
                  </a:lnTo>
                  <a:lnTo>
                    <a:pt x="513272" y="743243"/>
                  </a:lnTo>
                  <a:lnTo>
                    <a:pt x="519532" y="754188"/>
                  </a:lnTo>
                  <a:lnTo>
                    <a:pt x="525791" y="762031"/>
                  </a:lnTo>
                  <a:lnTo>
                    <a:pt x="532050" y="767451"/>
                  </a:lnTo>
                  <a:lnTo>
                    <a:pt x="538310" y="771006"/>
                  </a:lnTo>
                  <a:lnTo>
                    <a:pt x="544569" y="773265"/>
                  </a:lnTo>
                  <a:lnTo>
                    <a:pt x="550829" y="774681"/>
                  </a:lnTo>
                  <a:lnTo>
                    <a:pt x="557088" y="775564"/>
                  </a:lnTo>
                  <a:lnTo>
                    <a:pt x="563348" y="776141"/>
                  </a:lnTo>
                  <a:lnTo>
                    <a:pt x="569607" y="776566"/>
                  </a:lnTo>
                  <a:lnTo>
                    <a:pt x="575866" y="776927"/>
                  </a:lnTo>
                  <a:lnTo>
                    <a:pt x="582126" y="777268"/>
                  </a:lnTo>
                  <a:lnTo>
                    <a:pt x="588385" y="777595"/>
                  </a:lnTo>
                  <a:lnTo>
                    <a:pt x="594645" y="777899"/>
                  </a:lnTo>
                  <a:lnTo>
                    <a:pt x="600904" y="778165"/>
                  </a:lnTo>
                  <a:lnTo>
                    <a:pt x="607164" y="778382"/>
                  </a:lnTo>
                  <a:lnTo>
                    <a:pt x="613423" y="778546"/>
                  </a:lnTo>
                  <a:lnTo>
                    <a:pt x="619682" y="778661"/>
                  </a:lnTo>
                  <a:lnTo>
                    <a:pt x="625942" y="778736"/>
                  </a:lnTo>
                  <a:lnTo>
                    <a:pt x="632201" y="778782"/>
                  </a:lnTo>
                  <a:lnTo>
                    <a:pt x="638461" y="778807"/>
                  </a:lnTo>
                  <a:lnTo>
                    <a:pt x="644720" y="778820"/>
                  </a:lnTo>
                  <a:lnTo>
                    <a:pt x="650980" y="778826"/>
                  </a:lnTo>
                  <a:lnTo>
                    <a:pt x="657239" y="778829"/>
                  </a:lnTo>
                  <a:lnTo>
                    <a:pt x="663498" y="778830"/>
                  </a:lnTo>
                  <a:lnTo>
                    <a:pt x="669758" y="778831"/>
                  </a:lnTo>
                  <a:lnTo>
                    <a:pt x="676017" y="778831"/>
                  </a:lnTo>
                  <a:lnTo>
                    <a:pt x="682277" y="778831"/>
                  </a:lnTo>
                  <a:lnTo>
                    <a:pt x="688536" y="778831"/>
                  </a:lnTo>
                  <a:lnTo>
                    <a:pt x="694796" y="778831"/>
                  </a:lnTo>
                  <a:lnTo>
                    <a:pt x="701055" y="778831"/>
                  </a:lnTo>
                  <a:lnTo>
                    <a:pt x="707314" y="778831"/>
                  </a:lnTo>
                  <a:lnTo>
                    <a:pt x="713574" y="778831"/>
                  </a:lnTo>
                  <a:lnTo>
                    <a:pt x="719833" y="778831"/>
                  </a:lnTo>
                  <a:lnTo>
                    <a:pt x="726093" y="778831"/>
                  </a:lnTo>
                  <a:lnTo>
                    <a:pt x="732352" y="778831"/>
                  </a:lnTo>
                  <a:lnTo>
                    <a:pt x="738611" y="778831"/>
                  </a:lnTo>
                  <a:lnTo>
                    <a:pt x="744871" y="778831"/>
                  </a:lnTo>
                  <a:lnTo>
                    <a:pt x="751130" y="778831"/>
                  </a:lnTo>
                  <a:lnTo>
                    <a:pt x="757390" y="778831"/>
                  </a:lnTo>
                  <a:lnTo>
                    <a:pt x="763649" y="778831"/>
                  </a:lnTo>
                  <a:lnTo>
                    <a:pt x="769909" y="778831"/>
                  </a:lnTo>
                  <a:lnTo>
                    <a:pt x="776168" y="778831"/>
                  </a:lnTo>
                  <a:lnTo>
                    <a:pt x="782427" y="778831"/>
                  </a:lnTo>
                  <a:lnTo>
                    <a:pt x="788687" y="778831"/>
                  </a:lnTo>
                  <a:lnTo>
                    <a:pt x="794946" y="778831"/>
                  </a:lnTo>
                  <a:lnTo>
                    <a:pt x="801206" y="778831"/>
                  </a:lnTo>
                  <a:lnTo>
                    <a:pt x="807465" y="778831"/>
                  </a:lnTo>
                  <a:lnTo>
                    <a:pt x="813725" y="778831"/>
                  </a:lnTo>
                  <a:lnTo>
                    <a:pt x="819984" y="778831"/>
                  </a:lnTo>
                  <a:lnTo>
                    <a:pt x="826243" y="778831"/>
                  </a:lnTo>
                  <a:lnTo>
                    <a:pt x="832503" y="778831"/>
                  </a:lnTo>
                  <a:lnTo>
                    <a:pt x="838762" y="778831"/>
                  </a:lnTo>
                  <a:lnTo>
                    <a:pt x="845022" y="778831"/>
                  </a:lnTo>
                  <a:lnTo>
                    <a:pt x="851281" y="778831"/>
                  </a:lnTo>
                  <a:lnTo>
                    <a:pt x="857541" y="778831"/>
                  </a:lnTo>
                  <a:lnTo>
                    <a:pt x="863800" y="778830"/>
                  </a:lnTo>
                  <a:lnTo>
                    <a:pt x="870059" y="778827"/>
                  </a:lnTo>
                  <a:lnTo>
                    <a:pt x="876319" y="778821"/>
                  </a:lnTo>
                  <a:lnTo>
                    <a:pt x="882578" y="778810"/>
                  </a:lnTo>
                  <a:lnTo>
                    <a:pt x="888838" y="778787"/>
                  </a:lnTo>
                  <a:lnTo>
                    <a:pt x="895097" y="778746"/>
                  </a:lnTo>
                  <a:lnTo>
                    <a:pt x="901356" y="778676"/>
                  </a:lnTo>
                  <a:lnTo>
                    <a:pt x="907616" y="778568"/>
                  </a:lnTo>
                  <a:lnTo>
                    <a:pt x="913875" y="778410"/>
                  </a:lnTo>
                  <a:lnTo>
                    <a:pt x="920135" y="778196"/>
                  </a:lnTo>
                  <a:lnTo>
                    <a:pt x="926394" y="777923"/>
                  </a:lnTo>
                  <a:lnTo>
                    <a:pt x="932654" y="777602"/>
                  </a:lnTo>
                  <a:lnTo>
                    <a:pt x="938913" y="777251"/>
                  </a:lnTo>
                  <a:lnTo>
                    <a:pt x="945172" y="776894"/>
                  </a:lnTo>
                  <a:lnTo>
                    <a:pt x="951432" y="776561"/>
                  </a:lnTo>
                  <a:lnTo>
                    <a:pt x="957691" y="776278"/>
                  </a:lnTo>
                  <a:lnTo>
                    <a:pt x="963951" y="776066"/>
                  </a:lnTo>
                  <a:lnTo>
                    <a:pt x="970210" y="775934"/>
                  </a:lnTo>
                  <a:lnTo>
                    <a:pt x="976470" y="775879"/>
                  </a:lnTo>
                  <a:lnTo>
                    <a:pt x="982729" y="775890"/>
                  </a:lnTo>
                  <a:lnTo>
                    <a:pt x="988988" y="775952"/>
                  </a:lnTo>
                  <a:lnTo>
                    <a:pt x="995248" y="776048"/>
                  </a:lnTo>
                  <a:lnTo>
                    <a:pt x="1001507" y="776155"/>
                  </a:lnTo>
                  <a:lnTo>
                    <a:pt x="1007767" y="776256"/>
                  </a:lnTo>
                  <a:lnTo>
                    <a:pt x="1014026" y="776342"/>
                  </a:lnTo>
                  <a:lnTo>
                    <a:pt x="1020286" y="776415"/>
                  </a:lnTo>
                  <a:lnTo>
                    <a:pt x="1026545" y="776488"/>
                  </a:lnTo>
                  <a:lnTo>
                    <a:pt x="1032804" y="776583"/>
                  </a:lnTo>
                  <a:lnTo>
                    <a:pt x="1039064" y="776722"/>
                  </a:lnTo>
                  <a:lnTo>
                    <a:pt x="1045323" y="776915"/>
                  </a:lnTo>
                  <a:lnTo>
                    <a:pt x="1051583" y="777162"/>
                  </a:lnTo>
                  <a:lnTo>
                    <a:pt x="1057842" y="777447"/>
                  </a:lnTo>
                  <a:lnTo>
                    <a:pt x="1064101" y="777744"/>
                  </a:lnTo>
                  <a:lnTo>
                    <a:pt x="1070361" y="778025"/>
                  </a:lnTo>
                  <a:lnTo>
                    <a:pt x="1076620" y="778265"/>
                  </a:lnTo>
                  <a:lnTo>
                    <a:pt x="1082880" y="778456"/>
                  </a:lnTo>
                  <a:lnTo>
                    <a:pt x="1089139" y="778597"/>
                  </a:lnTo>
                  <a:lnTo>
                    <a:pt x="1095399" y="778693"/>
                  </a:lnTo>
                  <a:lnTo>
                    <a:pt x="1101658" y="778754"/>
                  </a:lnTo>
                  <a:lnTo>
                    <a:pt x="1107917" y="778791"/>
                  </a:lnTo>
                  <a:lnTo>
                    <a:pt x="1114177" y="778811"/>
                  </a:lnTo>
                  <a:lnTo>
                    <a:pt x="1120436" y="778822"/>
                  </a:lnTo>
                  <a:lnTo>
                    <a:pt x="1126696" y="778827"/>
                  </a:lnTo>
                  <a:lnTo>
                    <a:pt x="1132955" y="778830"/>
                  </a:lnTo>
                  <a:lnTo>
                    <a:pt x="1139215" y="778831"/>
                  </a:lnTo>
                  <a:lnTo>
                    <a:pt x="1145474" y="778831"/>
                  </a:lnTo>
                  <a:lnTo>
                    <a:pt x="1151733" y="778831"/>
                  </a:lnTo>
                  <a:lnTo>
                    <a:pt x="1157993" y="778831"/>
                  </a:lnTo>
                  <a:lnTo>
                    <a:pt x="1164252" y="778831"/>
                  </a:lnTo>
                  <a:lnTo>
                    <a:pt x="1170512" y="778831"/>
                  </a:lnTo>
                  <a:lnTo>
                    <a:pt x="1176771" y="778831"/>
                  </a:lnTo>
                  <a:lnTo>
                    <a:pt x="1183031" y="778831"/>
                  </a:lnTo>
                  <a:lnTo>
                    <a:pt x="1189290" y="778831"/>
                  </a:lnTo>
                  <a:lnTo>
                    <a:pt x="1195549" y="778831"/>
                  </a:lnTo>
                  <a:lnTo>
                    <a:pt x="1201809" y="778831"/>
                  </a:lnTo>
                  <a:lnTo>
                    <a:pt x="1208068" y="778831"/>
                  </a:lnTo>
                  <a:lnTo>
                    <a:pt x="1214328" y="778831"/>
                  </a:lnTo>
                  <a:lnTo>
                    <a:pt x="1220587" y="778831"/>
                  </a:lnTo>
                  <a:lnTo>
                    <a:pt x="1226846" y="778831"/>
                  </a:lnTo>
                  <a:lnTo>
                    <a:pt x="1233106" y="778831"/>
                  </a:lnTo>
                  <a:lnTo>
                    <a:pt x="1239365" y="778831"/>
                  </a:lnTo>
                  <a:lnTo>
                    <a:pt x="1245625" y="778831"/>
                  </a:lnTo>
                  <a:lnTo>
                    <a:pt x="1251884" y="778831"/>
                  </a:lnTo>
                  <a:lnTo>
                    <a:pt x="1258144" y="778831"/>
                  </a:lnTo>
                  <a:lnTo>
                    <a:pt x="1264403" y="778831"/>
                  </a:lnTo>
                  <a:lnTo>
                    <a:pt x="1270662" y="778831"/>
                  </a:lnTo>
                  <a:lnTo>
                    <a:pt x="1276922" y="778831"/>
                  </a:lnTo>
                  <a:lnTo>
                    <a:pt x="1283181" y="778831"/>
                  </a:lnTo>
                  <a:lnTo>
                    <a:pt x="1289441" y="778831"/>
                  </a:lnTo>
                  <a:lnTo>
                    <a:pt x="1295700" y="778831"/>
                  </a:lnTo>
                  <a:lnTo>
                    <a:pt x="1301960" y="778831"/>
                  </a:lnTo>
                  <a:lnTo>
                    <a:pt x="1308219" y="778831"/>
                  </a:lnTo>
                  <a:lnTo>
                    <a:pt x="1314478" y="778831"/>
                  </a:lnTo>
                  <a:lnTo>
                    <a:pt x="1320738" y="778831"/>
                  </a:lnTo>
                  <a:lnTo>
                    <a:pt x="1326997" y="778831"/>
                  </a:lnTo>
                  <a:lnTo>
                    <a:pt x="1333257" y="778831"/>
                  </a:lnTo>
                  <a:lnTo>
                    <a:pt x="1339516" y="778831"/>
                  </a:lnTo>
                  <a:lnTo>
                    <a:pt x="1345776" y="778831"/>
                  </a:lnTo>
                  <a:lnTo>
                    <a:pt x="1352035" y="778831"/>
                  </a:lnTo>
                  <a:lnTo>
                    <a:pt x="1358294" y="778831"/>
                  </a:lnTo>
                  <a:lnTo>
                    <a:pt x="1364554" y="778831"/>
                  </a:lnTo>
                  <a:lnTo>
                    <a:pt x="1370813" y="778831"/>
                  </a:lnTo>
                  <a:lnTo>
                    <a:pt x="1377073" y="778831"/>
                  </a:lnTo>
                  <a:lnTo>
                    <a:pt x="1383332" y="778831"/>
                  </a:lnTo>
                  <a:lnTo>
                    <a:pt x="1389592" y="778831"/>
                  </a:lnTo>
                  <a:lnTo>
                    <a:pt x="1395851" y="778831"/>
                  </a:lnTo>
                  <a:lnTo>
                    <a:pt x="1402110" y="778831"/>
                  </a:lnTo>
                  <a:lnTo>
                    <a:pt x="1408370" y="778831"/>
                  </a:lnTo>
                  <a:lnTo>
                    <a:pt x="1414629" y="778831"/>
                  </a:lnTo>
                  <a:lnTo>
                    <a:pt x="1420889" y="778831"/>
                  </a:lnTo>
                  <a:lnTo>
                    <a:pt x="1427148" y="778831"/>
                  </a:lnTo>
                  <a:lnTo>
                    <a:pt x="1433407" y="778831"/>
                  </a:lnTo>
                  <a:lnTo>
                    <a:pt x="1439667" y="778831"/>
                  </a:lnTo>
                  <a:lnTo>
                    <a:pt x="1445926" y="778831"/>
                  </a:lnTo>
                  <a:lnTo>
                    <a:pt x="1452186" y="778831"/>
                  </a:lnTo>
                  <a:lnTo>
                    <a:pt x="1458445" y="778831"/>
                  </a:lnTo>
                  <a:lnTo>
                    <a:pt x="1464705" y="778831"/>
                  </a:lnTo>
                  <a:lnTo>
                    <a:pt x="1470964" y="778831"/>
                  </a:lnTo>
                  <a:lnTo>
                    <a:pt x="1477223" y="778831"/>
                  </a:lnTo>
                  <a:lnTo>
                    <a:pt x="1483483" y="778831"/>
                  </a:lnTo>
                  <a:lnTo>
                    <a:pt x="1489742" y="778831"/>
                  </a:lnTo>
                  <a:lnTo>
                    <a:pt x="1496002" y="778831"/>
                  </a:lnTo>
                  <a:lnTo>
                    <a:pt x="1502261" y="778831"/>
                  </a:lnTo>
                  <a:lnTo>
                    <a:pt x="1508521" y="778831"/>
                  </a:lnTo>
                  <a:lnTo>
                    <a:pt x="1514780" y="778831"/>
                  </a:lnTo>
                  <a:lnTo>
                    <a:pt x="1521039" y="778831"/>
                  </a:lnTo>
                  <a:lnTo>
                    <a:pt x="1527299" y="778831"/>
                  </a:lnTo>
                  <a:lnTo>
                    <a:pt x="1533558" y="778831"/>
                  </a:lnTo>
                  <a:lnTo>
                    <a:pt x="1539818" y="778831"/>
                  </a:lnTo>
                  <a:lnTo>
                    <a:pt x="1546077" y="778831"/>
                  </a:lnTo>
                  <a:lnTo>
                    <a:pt x="1552337" y="778831"/>
                  </a:lnTo>
                  <a:lnTo>
                    <a:pt x="1558596" y="778831"/>
                  </a:lnTo>
                  <a:lnTo>
                    <a:pt x="1564855" y="778831"/>
                  </a:lnTo>
                  <a:lnTo>
                    <a:pt x="1571115" y="778831"/>
                  </a:lnTo>
                  <a:lnTo>
                    <a:pt x="1577374" y="778831"/>
                  </a:lnTo>
                  <a:lnTo>
                    <a:pt x="1583634" y="778831"/>
                  </a:lnTo>
                  <a:lnTo>
                    <a:pt x="1589893" y="778831"/>
                  </a:lnTo>
                  <a:lnTo>
                    <a:pt x="1596152" y="778831"/>
                  </a:lnTo>
                  <a:lnTo>
                    <a:pt x="1602412" y="778831"/>
                  </a:lnTo>
                  <a:lnTo>
                    <a:pt x="1608671" y="778831"/>
                  </a:lnTo>
                  <a:lnTo>
                    <a:pt x="1614931" y="778831"/>
                  </a:lnTo>
                  <a:lnTo>
                    <a:pt x="1621190" y="778831"/>
                  </a:lnTo>
                  <a:lnTo>
                    <a:pt x="1627450" y="778831"/>
                  </a:lnTo>
                  <a:lnTo>
                    <a:pt x="1633709" y="778831"/>
                  </a:lnTo>
                  <a:lnTo>
                    <a:pt x="1639968" y="778831"/>
                  </a:lnTo>
                  <a:lnTo>
                    <a:pt x="1646228" y="778831"/>
                  </a:lnTo>
                  <a:lnTo>
                    <a:pt x="1652487" y="778831"/>
                  </a:lnTo>
                  <a:lnTo>
                    <a:pt x="1658747" y="778831"/>
                  </a:lnTo>
                  <a:lnTo>
                    <a:pt x="1665006" y="778831"/>
                  </a:lnTo>
                  <a:lnTo>
                    <a:pt x="1671266" y="778831"/>
                  </a:lnTo>
                  <a:lnTo>
                    <a:pt x="1677525" y="778831"/>
                  </a:lnTo>
                  <a:lnTo>
                    <a:pt x="1683784" y="778831"/>
                  </a:lnTo>
                  <a:lnTo>
                    <a:pt x="1690044" y="778831"/>
                  </a:lnTo>
                  <a:lnTo>
                    <a:pt x="1696303" y="778831"/>
                  </a:lnTo>
                  <a:lnTo>
                    <a:pt x="1702563" y="778831"/>
                  </a:lnTo>
                  <a:lnTo>
                    <a:pt x="1708822" y="778831"/>
                  </a:lnTo>
                  <a:lnTo>
                    <a:pt x="1715082" y="778831"/>
                  </a:lnTo>
                  <a:lnTo>
                    <a:pt x="1721341" y="778831"/>
                  </a:lnTo>
                  <a:lnTo>
                    <a:pt x="1727600" y="778831"/>
                  </a:lnTo>
                  <a:lnTo>
                    <a:pt x="1733860" y="778831"/>
                  </a:lnTo>
                  <a:lnTo>
                    <a:pt x="1740119" y="778831"/>
                  </a:lnTo>
                  <a:lnTo>
                    <a:pt x="1746379" y="778831"/>
                  </a:lnTo>
                  <a:lnTo>
                    <a:pt x="1752638" y="778831"/>
                  </a:lnTo>
                  <a:lnTo>
                    <a:pt x="1758897" y="778831"/>
                  </a:lnTo>
                  <a:lnTo>
                    <a:pt x="1765157" y="778831"/>
                  </a:lnTo>
                  <a:lnTo>
                    <a:pt x="1771416" y="778831"/>
                  </a:lnTo>
                  <a:lnTo>
                    <a:pt x="1777676" y="778831"/>
                  </a:lnTo>
                  <a:lnTo>
                    <a:pt x="1783935" y="778831"/>
                  </a:lnTo>
                  <a:lnTo>
                    <a:pt x="1790195" y="778831"/>
                  </a:lnTo>
                  <a:lnTo>
                    <a:pt x="1796454" y="778831"/>
                  </a:lnTo>
                  <a:lnTo>
                    <a:pt x="1802713" y="778831"/>
                  </a:lnTo>
                  <a:lnTo>
                    <a:pt x="1808973" y="778831"/>
                  </a:lnTo>
                  <a:lnTo>
                    <a:pt x="1815232" y="778831"/>
                  </a:lnTo>
                  <a:lnTo>
                    <a:pt x="1821492" y="778831"/>
                  </a:lnTo>
                  <a:lnTo>
                    <a:pt x="1827751" y="778831"/>
                  </a:lnTo>
                  <a:lnTo>
                    <a:pt x="1834011" y="778831"/>
                  </a:lnTo>
                  <a:lnTo>
                    <a:pt x="1840270" y="778831"/>
                  </a:lnTo>
                  <a:lnTo>
                    <a:pt x="1846529" y="778831"/>
                  </a:lnTo>
                  <a:lnTo>
                    <a:pt x="1852789" y="778831"/>
                  </a:lnTo>
                  <a:lnTo>
                    <a:pt x="1859048" y="778831"/>
                  </a:lnTo>
                  <a:lnTo>
                    <a:pt x="1865308" y="778831"/>
                  </a:lnTo>
                  <a:lnTo>
                    <a:pt x="1871567" y="778831"/>
                  </a:lnTo>
                  <a:lnTo>
                    <a:pt x="1877827" y="778831"/>
                  </a:lnTo>
                  <a:lnTo>
                    <a:pt x="1884086" y="778831"/>
                  </a:lnTo>
                  <a:lnTo>
                    <a:pt x="1890345" y="778831"/>
                  </a:lnTo>
                  <a:lnTo>
                    <a:pt x="1896605" y="778831"/>
                  </a:lnTo>
                  <a:lnTo>
                    <a:pt x="1902864" y="778831"/>
                  </a:lnTo>
                  <a:lnTo>
                    <a:pt x="1909124" y="778831"/>
                  </a:lnTo>
                  <a:lnTo>
                    <a:pt x="1915383" y="778831"/>
                  </a:lnTo>
                  <a:lnTo>
                    <a:pt x="1921642" y="778831"/>
                  </a:lnTo>
                  <a:lnTo>
                    <a:pt x="1927902" y="778831"/>
                  </a:lnTo>
                  <a:lnTo>
                    <a:pt x="1934161" y="778831"/>
                  </a:lnTo>
                  <a:lnTo>
                    <a:pt x="1940421" y="778831"/>
                  </a:lnTo>
                  <a:lnTo>
                    <a:pt x="1946680" y="778831"/>
                  </a:lnTo>
                  <a:lnTo>
                    <a:pt x="1952940" y="778831"/>
                  </a:lnTo>
                  <a:lnTo>
                    <a:pt x="1959199" y="778831"/>
                  </a:lnTo>
                  <a:lnTo>
                    <a:pt x="1965458" y="778831"/>
                  </a:lnTo>
                  <a:lnTo>
                    <a:pt x="1971718" y="778831"/>
                  </a:lnTo>
                  <a:lnTo>
                    <a:pt x="1977977" y="778831"/>
                  </a:lnTo>
                  <a:lnTo>
                    <a:pt x="1984237" y="778831"/>
                  </a:lnTo>
                  <a:lnTo>
                    <a:pt x="1990496" y="778831"/>
                  </a:lnTo>
                  <a:lnTo>
                    <a:pt x="1996756" y="778831"/>
                  </a:lnTo>
                  <a:lnTo>
                    <a:pt x="2003015" y="778831"/>
                  </a:lnTo>
                  <a:lnTo>
                    <a:pt x="2009274" y="778831"/>
                  </a:lnTo>
                  <a:lnTo>
                    <a:pt x="2015534" y="778831"/>
                  </a:lnTo>
                  <a:lnTo>
                    <a:pt x="2021793" y="778831"/>
                  </a:lnTo>
                  <a:lnTo>
                    <a:pt x="2028053" y="778831"/>
                  </a:lnTo>
                  <a:lnTo>
                    <a:pt x="2034312" y="778831"/>
                  </a:lnTo>
                  <a:lnTo>
                    <a:pt x="2040572" y="778831"/>
                  </a:lnTo>
                  <a:lnTo>
                    <a:pt x="2046831" y="778831"/>
                  </a:lnTo>
                  <a:lnTo>
                    <a:pt x="2053090" y="778831"/>
                  </a:lnTo>
                  <a:lnTo>
                    <a:pt x="2059350" y="778831"/>
                  </a:lnTo>
                  <a:lnTo>
                    <a:pt x="2065609" y="778831"/>
                  </a:lnTo>
                  <a:lnTo>
                    <a:pt x="2071869" y="778831"/>
                  </a:lnTo>
                  <a:lnTo>
                    <a:pt x="2078128" y="778831"/>
                  </a:lnTo>
                  <a:lnTo>
                    <a:pt x="2084388" y="778831"/>
                  </a:lnTo>
                  <a:lnTo>
                    <a:pt x="2090647" y="778831"/>
                  </a:lnTo>
                  <a:lnTo>
                    <a:pt x="2096906" y="778831"/>
                  </a:lnTo>
                  <a:lnTo>
                    <a:pt x="2103166" y="778831"/>
                  </a:lnTo>
                  <a:lnTo>
                    <a:pt x="2109425" y="778831"/>
                  </a:lnTo>
                  <a:lnTo>
                    <a:pt x="2115685" y="778831"/>
                  </a:lnTo>
                  <a:lnTo>
                    <a:pt x="2121944" y="778831"/>
                  </a:lnTo>
                  <a:lnTo>
                    <a:pt x="2128203" y="778831"/>
                  </a:lnTo>
                  <a:lnTo>
                    <a:pt x="2134463" y="778831"/>
                  </a:lnTo>
                  <a:lnTo>
                    <a:pt x="2140722" y="778831"/>
                  </a:lnTo>
                  <a:lnTo>
                    <a:pt x="2146982" y="778831"/>
                  </a:lnTo>
                  <a:lnTo>
                    <a:pt x="2153241" y="778831"/>
                  </a:lnTo>
                  <a:lnTo>
                    <a:pt x="2159501" y="778831"/>
                  </a:lnTo>
                  <a:lnTo>
                    <a:pt x="2165760" y="778831"/>
                  </a:lnTo>
                  <a:lnTo>
                    <a:pt x="2172019" y="778831"/>
                  </a:lnTo>
                  <a:lnTo>
                    <a:pt x="2178279" y="778831"/>
                  </a:lnTo>
                  <a:lnTo>
                    <a:pt x="2184538" y="778831"/>
                  </a:lnTo>
                  <a:lnTo>
                    <a:pt x="2190798" y="778831"/>
                  </a:lnTo>
                  <a:lnTo>
                    <a:pt x="2197057" y="778831"/>
                  </a:lnTo>
                  <a:lnTo>
                    <a:pt x="2203317" y="778831"/>
                  </a:lnTo>
                  <a:lnTo>
                    <a:pt x="2209576" y="778831"/>
                  </a:lnTo>
                  <a:lnTo>
                    <a:pt x="2215835" y="778831"/>
                  </a:lnTo>
                  <a:lnTo>
                    <a:pt x="2222095" y="778831"/>
                  </a:lnTo>
                  <a:lnTo>
                    <a:pt x="2228354" y="778831"/>
                  </a:lnTo>
                  <a:lnTo>
                    <a:pt x="2234614" y="778831"/>
                  </a:lnTo>
                  <a:lnTo>
                    <a:pt x="2240873" y="778831"/>
                  </a:lnTo>
                  <a:lnTo>
                    <a:pt x="2247133" y="778831"/>
                  </a:lnTo>
                  <a:lnTo>
                    <a:pt x="2253392" y="778831"/>
                  </a:lnTo>
                  <a:lnTo>
                    <a:pt x="2259651" y="778831"/>
                  </a:lnTo>
                  <a:lnTo>
                    <a:pt x="2265911" y="778831"/>
                  </a:lnTo>
                  <a:lnTo>
                    <a:pt x="2272170" y="778831"/>
                  </a:lnTo>
                  <a:lnTo>
                    <a:pt x="2278430" y="778831"/>
                  </a:lnTo>
                  <a:lnTo>
                    <a:pt x="2284689" y="778831"/>
                  </a:lnTo>
                  <a:lnTo>
                    <a:pt x="2290948" y="778831"/>
                  </a:lnTo>
                  <a:lnTo>
                    <a:pt x="2297208" y="778831"/>
                  </a:lnTo>
                  <a:lnTo>
                    <a:pt x="2303467" y="778831"/>
                  </a:lnTo>
                  <a:lnTo>
                    <a:pt x="2309727" y="778831"/>
                  </a:lnTo>
                  <a:lnTo>
                    <a:pt x="2315986" y="778831"/>
                  </a:lnTo>
                  <a:lnTo>
                    <a:pt x="2322246" y="778831"/>
                  </a:lnTo>
                  <a:lnTo>
                    <a:pt x="2328505" y="778831"/>
                  </a:lnTo>
                  <a:lnTo>
                    <a:pt x="2334764" y="778831"/>
                  </a:lnTo>
                  <a:lnTo>
                    <a:pt x="2341024" y="778831"/>
                  </a:lnTo>
                  <a:lnTo>
                    <a:pt x="2347283" y="778831"/>
                  </a:lnTo>
                  <a:lnTo>
                    <a:pt x="2353543" y="778831"/>
                  </a:lnTo>
                  <a:lnTo>
                    <a:pt x="2359802" y="778831"/>
                  </a:lnTo>
                  <a:lnTo>
                    <a:pt x="2366062" y="778831"/>
                  </a:lnTo>
                  <a:lnTo>
                    <a:pt x="2372321" y="778831"/>
                  </a:lnTo>
                  <a:lnTo>
                    <a:pt x="2378580" y="778831"/>
                  </a:lnTo>
                  <a:lnTo>
                    <a:pt x="2384840" y="778831"/>
                  </a:lnTo>
                  <a:lnTo>
                    <a:pt x="2391099" y="778831"/>
                  </a:lnTo>
                  <a:lnTo>
                    <a:pt x="2397359" y="778831"/>
                  </a:lnTo>
                  <a:lnTo>
                    <a:pt x="2403618" y="778831"/>
                  </a:lnTo>
                  <a:lnTo>
                    <a:pt x="2409878" y="778831"/>
                  </a:lnTo>
                  <a:lnTo>
                    <a:pt x="2416137" y="778831"/>
                  </a:lnTo>
                  <a:lnTo>
                    <a:pt x="2422396" y="778831"/>
                  </a:lnTo>
                  <a:lnTo>
                    <a:pt x="2428656" y="778831"/>
                  </a:lnTo>
                  <a:lnTo>
                    <a:pt x="2434915" y="778831"/>
                  </a:lnTo>
                  <a:lnTo>
                    <a:pt x="2441175" y="778831"/>
                  </a:lnTo>
                  <a:lnTo>
                    <a:pt x="2447434" y="778831"/>
                  </a:lnTo>
                  <a:lnTo>
                    <a:pt x="2453693" y="778831"/>
                  </a:lnTo>
                  <a:lnTo>
                    <a:pt x="2459953" y="778831"/>
                  </a:lnTo>
                  <a:lnTo>
                    <a:pt x="2466212" y="778831"/>
                  </a:lnTo>
                  <a:lnTo>
                    <a:pt x="2472472" y="778831"/>
                  </a:lnTo>
                  <a:lnTo>
                    <a:pt x="2478731" y="778831"/>
                  </a:lnTo>
                  <a:lnTo>
                    <a:pt x="2484991" y="778831"/>
                  </a:lnTo>
                  <a:lnTo>
                    <a:pt x="2491250" y="778830"/>
                  </a:lnTo>
                  <a:lnTo>
                    <a:pt x="2497509" y="778828"/>
                  </a:lnTo>
                  <a:lnTo>
                    <a:pt x="2503769" y="778824"/>
                  </a:lnTo>
                  <a:lnTo>
                    <a:pt x="2510028" y="778814"/>
                  </a:lnTo>
                  <a:lnTo>
                    <a:pt x="2516288" y="778796"/>
                  </a:lnTo>
                  <a:lnTo>
                    <a:pt x="2522547" y="778763"/>
                  </a:lnTo>
                  <a:lnTo>
                    <a:pt x="2528807" y="778707"/>
                  </a:lnTo>
                  <a:lnTo>
                    <a:pt x="2535066" y="778618"/>
                  </a:lnTo>
                  <a:lnTo>
                    <a:pt x="2541325" y="778487"/>
                  </a:lnTo>
                  <a:lnTo>
                    <a:pt x="2547585" y="778307"/>
                  </a:lnTo>
                  <a:lnTo>
                    <a:pt x="2553844" y="778080"/>
                  </a:lnTo>
                  <a:lnTo>
                    <a:pt x="2560104" y="777816"/>
                  </a:lnTo>
                  <a:lnTo>
                    <a:pt x="2566363" y="777543"/>
                  </a:lnTo>
                  <a:lnTo>
                    <a:pt x="2572623" y="777299"/>
                  </a:lnTo>
                  <a:lnTo>
                    <a:pt x="2578882" y="777119"/>
                  </a:lnTo>
                  <a:lnTo>
                    <a:pt x="2585141" y="777034"/>
                  </a:lnTo>
                  <a:lnTo>
                    <a:pt x="2591401" y="777057"/>
                  </a:lnTo>
                  <a:lnTo>
                    <a:pt x="2597660" y="777185"/>
                  </a:lnTo>
                  <a:lnTo>
                    <a:pt x="2603920" y="777393"/>
                  </a:lnTo>
                  <a:lnTo>
                    <a:pt x="2610179" y="777650"/>
                  </a:lnTo>
                  <a:lnTo>
                    <a:pt x="2616438" y="777919"/>
                  </a:lnTo>
                  <a:lnTo>
                    <a:pt x="2622698" y="778169"/>
                  </a:lnTo>
                  <a:lnTo>
                    <a:pt x="2628957" y="778380"/>
                  </a:lnTo>
                  <a:lnTo>
                    <a:pt x="2635217" y="778542"/>
                  </a:lnTo>
                  <a:lnTo>
                    <a:pt x="2641476" y="778658"/>
                  </a:lnTo>
                  <a:lnTo>
                    <a:pt x="2647736" y="778734"/>
                  </a:lnTo>
                  <a:lnTo>
                    <a:pt x="2653995" y="778780"/>
                  </a:lnTo>
                  <a:lnTo>
                    <a:pt x="2660254" y="778806"/>
                  </a:lnTo>
                  <a:lnTo>
                    <a:pt x="2666514" y="778819"/>
                  </a:lnTo>
                  <a:lnTo>
                    <a:pt x="2672773" y="778826"/>
                  </a:lnTo>
                  <a:lnTo>
                    <a:pt x="2679033" y="778829"/>
                  </a:lnTo>
                  <a:lnTo>
                    <a:pt x="2685292" y="778830"/>
                  </a:lnTo>
                  <a:lnTo>
                    <a:pt x="2691552" y="778831"/>
                  </a:lnTo>
                  <a:lnTo>
                    <a:pt x="2697811" y="778831"/>
                  </a:lnTo>
                  <a:lnTo>
                    <a:pt x="2704070" y="778831"/>
                  </a:lnTo>
                  <a:lnTo>
                    <a:pt x="2710330" y="778831"/>
                  </a:lnTo>
                  <a:lnTo>
                    <a:pt x="2716589" y="778831"/>
                  </a:lnTo>
                  <a:lnTo>
                    <a:pt x="2722849" y="778831"/>
                  </a:lnTo>
                  <a:lnTo>
                    <a:pt x="2729108" y="778831"/>
                  </a:lnTo>
                  <a:lnTo>
                    <a:pt x="2735368" y="778831"/>
                  </a:lnTo>
                  <a:lnTo>
                    <a:pt x="2741627" y="778831"/>
                  </a:lnTo>
                  <a:lnTo>
                    <a:pt x="2747886" y="778831"/>
                  </a:lnTo>
                  <a:lnTo>
                    <a:pt x="2754146" y="778831"/>
                  </a:lnTo>
                  <a:lnTo>
                    <a:pt x="2760405" y="778831"/>
                  </a:lnTo>
                  <a:lnTo>
                    <a:pt x="2766665" y="778831"/>
                  </a:lnTo>
                  <a:lnTo>
                    <a:pt x="2772924" y="778831"/>
                  </a:lnTo>
                  <a:lnTo>
                    <a:pt x="2779184" y="778831"/>
                  </a:lnTo>
                  <a:lnTo>
                    <a:pt x="2785443" y="778831"/>
                  </a:lnTo>
                  <a:lnTo>
                    <a:pt x="2791702" y="778831"/>
                  </a:lnTo>
                  <a:lnTo>
                    <a:pt x="2797962" y="778831"/>
                  </a:lnTo>
                  <a:lnTo>
                    <a:pt x="2804221" y="778831"/>
                  </a:lnTo>
                  <a:lnTo>
                    <a:pt x="2810481" y="778831"/>
                  </a:lnTo>
                  <a:lnTo>
                    <a:pt x="2816740" y="778831"/>
                  </a:lnTo>
                  <a:lnTo>
                    <a:pt x="2822999" y="778831"/>
                  </a:lnTo>
                  <a:lnTo>
                    <a:pt x="2829259" y="778831"/>
                  </a:lnTo>
                  <a:lnTo>
                    <a:pt x="2835518" y="778831"/>
                  </a:lnTo>
                  <a:lnTo>
                    <a:pt x="2841778" y="778831"/>
                  </a:lnTo>
                  <a:lnTo>
                    <a:pt x="2848037" y="778831"/>
                  </a:lnTo>
                  <a:lnTo>
                    <a:pt x="2854297" y="778831"/>
                  </a:lnTo>
                  <a:lnTo>
                    <a:pt x="2860556" y="778831"/>
                  </a:lnTo>
                  <a:lnTo>
                    <a:pt x="2866815" y="778831"/>
                  </a:lnTo>
                  <a:lnTo>
                    <a:pt x="2873075" y="778831"/>
                  </a:lnTo>
                  <a:lnTo>
                    <a:pt x="2879334" y="778831"/>
                  </a:lnTo>
                  <a:lnTo>
                    <a:pt x="2885594" y="778831"/>
                  </a:lnTo>
                  <a:lnTo>
                    <a:pt x="2891853" y="778831"/>
                  </a:lnTo>
                  <a:lnTo>
                    <a:pt x="2898113" y="778831"/>
                  </a:lnTo>
                  <a:lnTo>
                    <a:pt x="2904372" y="778831"/>
                  </a:lnTo>
                  <a:lnTo>
                    <a:pt x="2910631" y="778831"/>
                  </a:lnTo>
                  <a:lnTo>
                    <a:pt x="2916891" y="778831"/>
                  </a:lnTo>
                  <a:lnTo>
                    <a:pt x="2923150" y="778831"/>
                  </a:lnTo>
                  <a:lnTo>
                    <a:pt x="2929410" y="778831"/>
                  </a:lnTo>
                  <a:lnTo>
                    <a:pt x="2935669" y="778831"/>
                  </a:lnTo>
                  <a:lnTo>
                    <a:pt x="2941929" y="778831"/>
                  </a:lnTo>
                  <a:lnTo>
                    <a:pt x="2948188" y="778831"/>
                  </a:lnTo>
                  <a:lnTo>
                    <a:pt x="2954447" y="778831"/>
                  </a:lnTo>
                  <a:lnTo>
                    <a:pt x="2960707" y="778831"/>
                  </a:lnTo>
                  <a:lnTo>
                    <a:pt x="2966966" y="778831"/>
                  </a:lnTo>
                  <a:lnTo>
                    <a:pt x="2973226" y="778831"/>
                  </a:lnTo>
                  <a:lnTo>
                    <a:pt x="2979485" y="778831"/>
                  </a:lnTo>
                  <a:lnTo>
                    <a:pt x="2985744" y="778831"/>
                  </a:lnTo>
                  <a:lnTo>
                    <a:pt x="2992004" y="778831"/>
                  </a:lnTo>
                  <a:lnTo>
                    <a:pt x="2998263" y="778831"/>
                  </a:lnTo>
                  <a:lnTo>
                    <a:pt x="3004523" y="778831"/>
                  </a:lnTo>
                  <a:lnTo>
                    <a:pt x="3010782" y="778831"/>
                  </a:lnTo>
                  <a:lnTo>
                    <a:pt x="3017042" y="778831"/>
                  </a:lnTo>
                  <a:lnTo>
                    <a:pt x="3023301" y="778831"/>
                  </a:lnTo>
                  <a:lnTo>
                    <a:pt x="3029560" y="778831"/>
                  </a:lnTo>
                  <a:lnTo>
                    <a:pt x="3035820" y="778831"/>
                  </a:lnTo>
                  <a:lnTo>
                    <a:pt x="3042079" y="778831"/>
                  </a:lnTo>
                  <a:lnTo>
                    <a:pt x="3048339" y="778831"/>
                  </a:lnTo>
                  <a:lnTo>
                    <a:pt x="3054598" y="778831"/>
                  </a:lnTo>
                  <a:lnTo>
                    <a:pt x="3060858" y="778831"/>
                  </a:lnTo>
                  <a:lnTo>
                    <a:pt x="3067117" y="778831"/>
                  </a:lnTo>
                  <a:lnTo>
                    <a:pt x="3073376" y="778831"/>
                  </a:lnTo>
                  <a:lnTo>
                    <a:pt x="3079636" y="778831"/>
                  </a:lnTo>
                  <a:lnTo>
                    <a:pt x="3085895" y="778831"/>
                  </a:lnTo>
                  <a:lnTo>
                    <a:pt x="3092155" y="778831"/>
                  </a:lnTo>
                  <a:lnTo>
                    <a:pt x="3098414" y="778831"/>
                  </a:lnTo>
                  <a:lnTo>
                    <a:pt x="3104674" y="778831"/>
                  </a:lnTo>
                  <a:lnTo>
                    <a:pt x="3110933" y="778831"/>
                  </a:lnTo>
                  <a:lnTo>
                    <a:pt x="3117192" y="778831"/>
                  </a:lnTo>
                  <a:lnTo>
                    <a:pt x="3123452" y="778831"/>
                  </a:lnTo>
                  <a:lnTo>
                    <a:pt x="3129711" y="778831"/>
                  </a:lnTo>
                  <a:lnTo>
                    <a:pt x="3135971" y="778831"/>
                  </a:lnTo>
                  <a:lnTo>
                    <a:pt x="3142230" y="778831"/>
                  </a:lnTo>
                  <a:lnTo>
                    <a:pt x="3148489" y="778831"/>
                  </a:lnTo>
                  <a:lnTo>
                    <a:pt x="3154749" y="778831"/>
                  </a:lnTo>
                  <a:lnTo>
                    <a:pt x="3161008" y="778831"/>
                  </a:lnTo>
                  <a:lnTo>
                    <a:pt x="3167268" y="778831"/>
                  </a:lnTo>
                  <a:lnTo>
                    <a:pt x="3173527" y="778831"/>
                  </a:lnTo>
                  <a:lnTo>
                    <a:pt x="3179787" y="778831"/>
                  </a:lnTo>
                  <a:lnTo>
                    <a:pt x="3186046" y="778831"/>
                  </a:lnTo>
                  <a:lnTo>
                    <a:pt x="3192305" y="778831"/>
                  </a:lnTo>
                  <a:lnTo>
                    <a:pt x="3198565" y="778831"/>
                  </a:lnTo>
                  <a:lnTo>
                    <a:pt x="3192305" y="778831"/>
                  </a:lnTo>
                  <a:lnTo>
                    <a:pt x="3186046" y="778831"/>
                  </a:lnTo>
                  <a:lnTo>
                    <a:pt x="3179787" y="778831"/>
                  </a:lnTo>
                  <a:lnTo>
                    <a:pt x="3173527" y="778831"/>
                  </a:lnTo>
                  <a:lnTo>
                    <a:pt x="3167268" y="778831"/>
                  </a:lnTo>
                  <a:lnTo>
                    <a:pt x="3161008" y="778831"/>
                  </a:lnTo>
                  <a:lnTo>
                    <a:pt x="3154749" y="778831"/>
                  </a:lnTo>
                  <a:lnTo>
                    <a:pt x="3148489" y="778831"/>
                  </a:lnTo>
                  <a:lnTo>
                    <a:pt x="3142230" y="778831"/>
                  </a:lnTo>
                  <a:lnTo>
                    <a:pt x="3135971" y="778831"/>
                  </a:lnTo>
                  <a:lnTo>
                    <a:pt x="3129711" y="778831"/>
                  </a:lnTo>
                  <a:lnTo>
                    <a:pt x="3123452" y="778831"/>
                  </a:lnTo>
                  <a:lnTo>
                    <a:pt x="3117192" y="778831"/>
                  </a:lnTo>
                  <a:lnTo>
                    <a:pt x="3110933" y="778831"/>
                  </a:lnTo>
                  <a:lnTo>
                    <a:pt x="3104674" y="778831"/>
                  </a:lnTo>
                  <a:lnTo>
                    <a:pt x="3098414" y="778831"/>
                  </a:lnTo>
                  <a:lnTo>
                    <a:pt x="3092155" y="778831"/>
                  </a:lnTo>
                  <a:lnTo>
                    <a:pt x="3085895" y="778831"/>
                  </a:lnTo>
                  <a:lnTo>
                    <a:pt x="3079636" y="778831"/>
                  </a:lnTo>
                  <a:lnTo>
                    <a:pt x="3073376" y="778831"/>
                  </a:lnTo>
                  <a:lnTo>
                    <a:pt x="3067117" y="778831"/>
                  </a:lnTo>
                  <a:lnTo>
                    <a:pt x="3060858" y="778831"/>
                  </a:lnTo>
                  <a:lnTo>
                    <a:pt x="3054598" y="778831"/>
                  </a:lnTo>
                  <a:lnTo>
                    <a:pt x="3048339" y="778831"/>
                  </a:lnTo>
                  <a:lnTo>
                    <a:pt x="3042079" y="778831"/>
                  </a:lnTo>
                  <a:lnTo>
                    <a:pt x="3035820" y="778831"/>
                  </a:lnTo>
                  <a:lnTo>
                    <a:pt x="3029560" y="778831"/>
                  </a:lnTo>
                  <a:lnTo>
                    <a:pt x="3023301" y="778831"/>
                  </a:lnTo>
                  <a:lnTo>
                    <a:pt x="3017042" y="778831"/>
                  </a:lnTo>
                  <a:lnTo>
                    <a:pt x="3010782" y="778831"/>
                  </a:lnTo>
                  <a:lnTo>
                    <a:pt x="3004523" y="778831"/>
                  </a:lnTo>
                  <a:lnTo>
                    <a:pt x="2998263" y="778831"/>
                  </a:lnTo>
                  <a:lnTo>
                    <a:pt x="2992004" y="778831"/>
                  </a:lnTo>
                  <a:lnTo>
                    <a:pt x="2985744" y="778831"/>
                  </a:lnTo>
                  <a:lnTo>
                    <a:pt x="2979485" y="778831"/>
                  </a:lnTo>
                  <a:lnTo>
                    <a:pt x="2973226" y="778831"/>
                  </a:lnTo>
                  <a:lnTo>
                    <a:pt x="2966966" y="778831"/>
                  </a:lnTo>
                  <a:lnTo>
                    <a:pt x="2960707" y="778831"/>
                  </a:lnTo>
                  <a:lnTo>
                    <a:pt x="2954447" y="778831"/>
                  </a:lnTo>
                  <a:lnTo>
                    <a:pt x="2948188" y="778831"/>
                  </a:lnTo>
                  <a:lnTo>
                    <a:pt x="2941929" y="778831"/>
                  </a:lnTo>
                  <a:lnTo>
                    <a:pt x="2935669" y="778831"/>
                  </a:lnTo>
                  <a:lnTo>
                    <a:pt x="2929410" y="778831"/>
                  </a:lnTo>
                  <a:lnTo>
                    <a:pt x="2923150" y="778831"/>
                  </a:lnTo>
                  <a:lnTo>
                    <a:pt x="2916891" y="778831"/>
                  </a:lnTo>
                  <a:lnTo>
                    <a:pt x="2910631" y="778831"/>
                  </a:lnTo>
                  <a:lnTo>
                    <a:pt x="2904372" y="778831"/>
                  </a:lnTo>
                  <a:lnTo>
                    <a:pt x="2898113" y="778831"/>
                  </a:lnTo>
                  <a:lnTo>
                    <a:pt x="2891853" y="778831"/>
                  </a:lnTo>
                  <a:lnTo>
                    <a:pt x="2885594" y="778831"/>
                  </a:lnTo>
                  <a:lnTo>
                    <a:pt x="2879334" y="778831"/>
                  </a:lnTo>
                  <a:lnTo>
                    <a:pt x="2873075" y="778831"/>
                  </a:lnTo>
                  <a:lnTo>
                    <a:pt x="2866815" y="778831"/>
                  </a:lnTo>
                  <a:lnTo>
                    <a:pt x="2860556" y="778831"/>
                  </a:lnTo>
                  <a:lnTo>
                    <a:pt x="2854297" y="778831"/>
                  </a:lnTo>
                  <a:lnTo>
                    <a:pt x="2848037" y="778831"/>
                  </a:lnTo>
                  <a:lnTo>
                    <a:pt x="2841778" y="778831"/>
                  </a:lnTo>
                  <a:lnTo>
                    <a:pt x="2835518" y="778831"/>
                  </a:lnTo>
                  <a:lnTo>
                    <a:pt x="2829259" y="778831"/>
                  </a:lnTo>
                  <a:lnTo>
                    <a:pt x="2822999" y="778831"/>
                  </a:lnTo>
                  <a:lnTo>
                    <a:pt x="2816740" y="778831"/>
                  </a:lnTo>
                  <a:lnTo>
                    <a:pt x="2810481" y="778831"/>
                  </a:lnTo>
                  <a:lnTo>
                    <a:pt x="2804221" y="778831"/>
                  </a:lnTo>
                  <a:lnTo>
                    <a:pt x="2797962" y="778831"/>
                  </a:lnTo>
                  <a:lnTo>
                    <a:pt x="2791702" y="778831"/>
                  </a:lnTo>
                  <a:lnTo>
                    <a:pt x="2785443" y="778831"/>
                  </a:lnTo>
                  <a:lnTo>
                    <a:pt x="2779184" y="778831"/>
                  </a:lnTo>
                  <a:lnTo>
                    <a:pt x="2772924" y="778831"/>
                  </a:lnTo>
                  <a:lnTo>
                    <a:pt x="2766665" y="778831"/>
                  </a:lnTo>
                  <a:lnTo>
                    <a:pt x="2760405" y="778831"/>
                  </a:lnTo>
                  <a:lnTo>
                    <a:pt x="2754146" y="778831"/>
                  </a:lnTo>
                  <a:lnTo>
                    <a:pt x="2747886" y="778831"/>
                  </a:lnTo>
                  <a:lnTo>
                    <a:pt x="2741627" y="778831"/>
                  </a:lnTo>
                  <a:lnTo>
                    <a:pt x="2735368" y="778831"/>
                  </a:lnTo>
                  <a:lnTo>
                    <a:pt x="2729108" y="778831"/>
                  </a:lnTo>
                  <a:lnTo>
                    <a:pt x="2722849" y="778831"/>
                  </a:lnTo>
                  <a:lnTo>
                    <a:pt x="2716589" y="778831"/>
                  </a:lnTo>
                  <a:lnTo>
                    <a:pt x="2710330" y="778831"/>
                  </a:lnTo>
                  <a:lnTo>
                    <a:pt x="2704070" y="778831"/>
                  </a:lnTo>
                  <a:lnTo>
                    <a:pt x="2697811" y="778831"/>
                  </a:lnTo>
                  <a:lnTo>
                    <a:pt x="2691552" y="778831"/>
                  </a:lnTo>
                  <a:lnTo>
                    <a:pt x="2685292" y="778831"/>
                  </a:lnTo>
                  <a:lnTo>
                    <a:pt x="2679033" y="778831"/>
                  </a:lnTo>
                  <a:lnTo>
                    <a:pt x="2672773" y="778831"/>
                  </a:lnTo>
                  <a:lnTo>
                    <a:pt x="2666514" y="778831"/>
                  </a:lnTo>
                  <a:lnTo>
                    <a:pt x="2660254" y="778831"/>
                  </a:lnTo>
                  <a:lnTo>
                    <a:pt x="2653995" y="778831"/>
                  </a:lnTo>
                  <a:lnTo>
                    <a:pt x="2647736" y="778831"/>
                  </a:lnTo>
                  <a:lnTo>
                    <a:pt x="2641476" y="778831"/>
                  </a:lnTo>
                  <a:lnTo>
                    <a:pt x="2635217" y="778831"/>
                  </a:lnTo>
                  <a:lnTo>
                    <a:pt x="2628957" y="778831"/>
                  </a:lnTo>
                  <a:lnTo>
                    <a:pt x="2622698" y="778831"/>
                  </a:lnTo>
                  <a:lnTo>
                    <a:pt x="2616438" y="778831"/>
                  </a:lnTo>
                  <a:lnTo>
                    <a:pt x="2610179" y="778831"/>
                  </a:lnTo>
                  <a:lnTo>
                    <a:pt x="2603920" y="778831"/>
                  </a:lnTo>
                  <a:lnTo>
                    <a:pt x="2597660" y="778831"/>
                  </a:lnTo>
                  <a:lnTo>
                    <a:pt x="2591401" y="778831"/>
                  </a:lnTo>
                  <a:lnTo>
                    <a:pt x="2585141" y="778831"/>
                  </a:lnTo>
                  <a:lnTo>
                    <a:pt x="2578882" y="778831"/>
                  </a:lnTo>
                  <a:lnTo>
                    <a:pt x="2572623" y="778831"/>
                  </a:lnTo>
                  <a:lnTo>
                    <a:pt x="2566363" y="778831"/>
                  </a:lnTo>
                  <a:lnTo>
                    <a:pt x="2560104" y="778831"/>
                  </a:lnTo>
                  <a:lnTo>
                    <a:pt x="2553844" y="778831"/>
                  </a:lnTo>
                  <a:lnTo>
                    <a:pt x="2547585" y="778831"/>
                  </a:lnTo>
                  <a:lnTo>
                    <a:pt x="2541325" y="778831"/>
                  </a:lnTo>
                  <a:lnTo>
                    <a:pt x="2535066" y="778831"/>
                  </a:lnTo>
                  <a:lnTo>
                    <a:pt x="2528807" y="778831"/>
                  </a:lnTo>
                  <a:lnTo>
                    <a:pt x="2522547" y="778831"/>
                  </a:lnTo>
                  <a:lnTo>
                    <a:pt x="2516288" y="778831"/>
                  </a:lnTo>
                  <a:lnTo>
                    <a:pt x="2510028" y="778831"/>
                  </a:lnTo>
                  <a:lnTo>
                    <a:pt x="2503769" y="778831"/>
                  </a:lnTo>
                  <a:lnTo>
                    <a:pt x="2497509" y="778831"/>
                  </a:lnTo>
                  <a:lnTo>
                    <a:pt x="2491250" y="778831"/>
                  </a:lnTo>
                  <a:lnTo>
                    <a:pt x="2484991" y="778831"/>
                  </a:lnTo>
                  <a:lnTo>
                    <a:pt x="2478731" y="778831"/>
                  </a:lnTo>
                  <a:lnTo>
                    <a:pt x="2472472" y="778831"/>
                  </a:lnTo>
                  <a:lnTo>
                    <a:pt x="2466212" y="778831"/>
                  </a:lnTo>
                  <a:lnTo>
                    <a:pt x="2459953" y="778831"/>
                  </a:lnTo>
                  <a:lnTo>
                    <a:pt x="2453693" y="778831"/>
                  </a:lnTo>
                  <a:lnTo>
                    <a:pt x="2447434" y="778831"/>
                  </a:lnTo>
                  <a:lnTo>
                    <a:pt x="2441175" y="778831"/>
                  </a:lnTo>
                  <a:lnTo>
                    <a:pt x="2434915" y="778831"/>
                  </a:lnTo>
                  <a:lnTo>
                    <a:pt x="2428656" y="778831"/>
                  </a:lnTo>
                  <a:lnTo>
                    <a:pt x="2422396" y="778831"/>
                  </a:lnTo>
                  <a:lnTo>
                    <a:pt x="2416137" y="778831"/>
                  </a:lnTo>
                  <a:lnTo>
                    <a:pt x="2409878" y="778831"/>
                  </a:lnTo>
                  <a:lnTo>
                    <a:pt x="2403618" y="778831"/>
                  </a:lnTo>
                  <a:lnTo>
                    <a:pt x="2397359" y="778831"/>
                  </a:lnTo>
                  <a:lnTo>
                    <a:pt x="2391099" y="778831"/>
                  </a:lnTo>
                  <a:lnTo>
                    <a:pt x="2384840" y="778831"/>
                  </a:lnTo>
                  <a:lnTo>
                    <a:pt x="2378580" y="778831"/>
                  </a:lnTo>
                  <a:lnTo>
                    <a:pt x="2372321" y="778831"/>
                  </a:lnTo>
                  <a:lnTo>
                    <a:pt x="2366062" y="778831"/>
                  </a:lnTo>
                  <a:lnTo>
                    <a:pt x="2359802" y="778831"/>
                  </a:lnTo>
                  <a:lnTo>
                    <a:pt x="2353543" y="778831"/>
                  </a:lnTo>
                  <a:lnTo>
                    <a:pt x="2347283" y="778831"/>
                  </a:lnTo>
                  <a:lnTo>
                    <a:pt x="2341024" y="778831"/>
                  </a:lnTo>
                  <a:lnTo>
                    <a:pt x="2334764" y="778831"/>
                  </a:lnTo>
                  <a:lnTo>
                    <a:pt x="2328505" y="778831"/>
                  </a:lnTo>
                  <a:lnTo>
                    <a:pt x="2322246" y="778831"/>
                  </a:lnTo>
                  <a:lnTo>
                    <a:pt x="2315986" y="778831"/>
                  </a:lnTo>
                  <a:lnTo>
                    <a:pt x="2309727" y="778831"/>
                  </a:lnTo>
                  <a:lnTo>
                    <a:pt x="2303467" y="778831"/>
                  </a:lnTo>
                  <a:lnTo>
                    <a:pt x="2297208" y="778831"/>
                  </a:lnTo>
                  <a:lnTo>
                    <a:pt x="2290948" y="778831"/>
                  </a:lnTo>
                  <a:lnTo>
                    <a:pt x="2284689" y="778831"/>
                  </a:lnTo>
                  <a:lnTo>
                    <a:pt x="2278430" y="778831"/>
                  </a:lnTo>
                  <a:lnTo>
                    <a:pt x="2272170" y="778831"/>
                  </a:lnTo>
                  <a:lnTo>
                    <a:pt x="2265911" y="778831"/>
                  </a:lnTo>
                  <a:lnTo>
                    <a:pt x="2259651" y="778831"/>
                  </a:lnTo>
                  <a:lnTo>
                    <a:pt x="2253392" y="778831"/>
                  </a:lnTo>
                  <a:lnTo>
                    <a:pt x="2247133" y="778831"/>
                  </a:lnTo>
                  <a:lnTo>
                    <a:pt x="2240873" y="778831"/>
                  </a:lnTo>
                  <a:lnTo>
                    <a:pt x="2234614" y="778831"/>
                  </a:lnTo>
                  <a:lnTo>
                    <a:pt x="2228354" y="778831"/>
                  </a:lnTo>
                  <a:lnTo>
                    <a:pt x="2222095" y="778831"/>
                  </a:lnTo>
                  <a:lnTo>
                    <a:pt x="2215835" y="778831"/>
                  </a:lnTo>
                  <a:lnTo>
                    <a:pt x="2209576" y="778831"/>
                  </a:lnTo>
                  <a:lnTo>
                    <a:pt x="2203317" y="778831"/>
                  </a:lnTo>
                  <a:lnTo>
                    <a:pt x="2197057" y="778831"/>
                  </a:lnTo>
                  <a:lnTo>
                    <a:pt x="2190798" y="778831"/>
                  </a:lnTo>
                  <a:lnTo>
                    <a:pt x="2184538" y="778831"/>
                  </a:lnTo>
                  <a:lnTo>
                    <a:pt x="2178279" y="778831"/>
                  </a:lnTo>
                  <a:lnTo>
                    <a:pt x="2172019" y="778831"/>
                  </a:lnTo>
                  <a:lnTo>
                    <a:pt x="2165760" y="778831"/>
                  </a:lnTo>
                  <a:lnTo>
                    <a:pt x="2159501" y="778831"/>
                  </a:lnTo>
                  <a:lnTo>
                    <a:pt x="2153241" y="778831"/>
                  </a:lnTo>
                  <a:lnTo>
                    <a:pt x="2146982" y="778831"/>
                  </a:lnTo>
                  <a:lnTo>
                    <a:pt x="2140722" y="778831"/>
                  </a:lnTo>
                  <a:lnTo>
                    <a:pt x="2134463" y="778831"/>
                  </a:lnTo>
                  <a:lnTo>
                    <a:pt x="2128203" y="778831"/>
                  </a:lnTo>
                  <a:lnTo>
                    <a:pt x="2121944" y="778831"/>
                  </a:lnTo>
                  <a:lnTo>
                    <a:pt x="2115685" y="778831"/>
                  </a:lnTo>
                  <a:lnTo>
                    <a:pt x="2109425" y="778831"/>
                  </a:lnTo>
                  <a:lnTo>
                    <a:pt x="2103166" y="778831"/>
                  </a:lnTo>
                  <a:lnTo>
                    <a:pt x="2096906" y="778831"/>
                  </a:lnTo>
                  <a:lnTo>
                    <a:pt x="2090647" y="778831"/>
                  </a:lnTo>
                  <a:lnTo>
                    <a:pt x="2084388" y="778831"/>
                  </a:lnTo>
                  <a:lnTo>
                    <a:pt x="2078128" y="778831"/>
                  </a:lnTo>
                  <a:lnTo>
                    <a:pt x="2071869" y="778831"/>
                  </a:lnTo>
                  <a:lnTo>
                    <a:pt x="2065609" y="778831"/>
                  </a:lnTo>
                  <a:lnTo>
                    <a:pt x="2059350" y="778831"/>
                  </a:lnTo>
                  <a:lnTo>
                    <a:pt x="2053090" y="778831"/>
                  </a:lnTo>
                  <a:lnTo>
                    <a:pt x="2046831" y="778831"/>
                  </a:lnTo>
                  <a:lnTo>
                    <a:pt x="2040572" y="778831"/>
                  </a:lnTo>
                  <a:lnTo>
                    <a:pt x="2034312" y="778831"/>
                  </a:lnTo>
                  <a:lnTo>
                    <a:pt x="2028053" y="778831"/>
                  </a:lnTo>
                  <a:lnTo>
                    <a:pt x="2021793" y="778831"/>
                  </a:lnTo>
                  <a:lnTo>
                    <a:pt x="2015534" y="778831"/>
                  </a:lnTo>
                  <a:lnTo>
                    <a:pt x="2009274" y="778831"/>
                  </a:lnTo>
                  <a:lnTo>
                    <a:pt x="2003015" y="778831"/>
                  </a:lnTo>
                  <a:lnTo>
                    <a:pt x="1996756" y="778831"/>
                  </a:lnTo>
                  <a:lnTo>
                    <a:pt x="1990496" y="778831"/>
                  </a:lnTo>
                  <a:lnTo>
                    <a:pt x="1984237" y="778831"/>
                  </a:lnTo>
                  <a:lnTo>
                    <a:pt x="1977977" y="778831"/>
                  </a:lnTo>
                  <a:lnTo>
                    <a:pt x="1971718" y="778831"/>
                  </a:lnTo>
                  <a:lnTo>
                    <a:pt x="1965458" y="778831"/>
                  </a:lnTo>
                  <a:lnTo>
                    <a:pt x="1959199" y="778831"/>
                  </a:lnTo>
                  <a:lnTo>
                    <a:pt x="1952940" y="778831"/>
                  </a:lnTo>
                  <a:lnTo>
                    <a:pt x="1946680" y="778831"/>
                  </a:lnTo>
                  <a:lnTo>
                    <a:pt x="1940421" y="778831"/>
                  </a:lnTo>
                  <a:lnTo>
                    <a:pt x="1934161" y="778831"/>
                  </a:lnTo>
                  <a:lnTo>
                    <a:pt x="1927902" y="778831"/>
                  </a:lnTo>
                  <a:lnTo>
                    <a:pt x="1921642" y="778831"/>
                  </a:lnTo>
                  <a:lnTo>
                    <a:pt x="1915383" y="778831"/>
                  </a:lnTo>
                  <a:lnTo>
                    <a:pt x="1909124" y="778831"/>
                  </a:lnTo>
                  <a:lnTo>
                    <a:pt x="1902864" y="778831"/>
                  </a:lnTo>
                  <a:lnTo>
                    <a:pt x="1896605" y="778831"/>
                  </a:lnTo>
                  <a:lnTo>
                    <a:pt x="1890345" y="778831"/>
                  </a:lnTo>
                  <a:lnTo>
                    <a:pt x="1884086" y="778831"/>
                  </a:lnTo>
                  <a:lnTo>
                    <a:pt x="1877827" y="778831"/>
                  </a:lnTo>
                  <a:lnTo>
                    <a:pt x="1871567" y="778831"/>
                  </a:lnTo>
                  <a:lnTo>
                    <a:pt x="1865308" y="778831"/>
                  </a:lnTo>
                  <a:lnTo>
                    <a:pt x="1859048" y="778831"/>
                  </a:lnTo>
                  <a:lnTo>
                    <a:pt x="1852789" y="778831"/>
                  </a:lnTo>
                  <a:lnTo>
                    <a:pt x="1846529" y="778831"/>
                  </a:lnTo>
                  <a:lnTo>
                    <a:pt x="1840270" y="778831"/>
                  </a:lnTo>
                  <a:lnTo>
                    <a:pt x="1834011" y="778831"/>
                  </a:lnTo>
                  <a:lnTo>
                    <a:pt x="1827751" y="778831"/>
                  </a:lnTo>
                  <a:lnTo>
                    <a:pt x="1821492" y="778831"/>
                  </a:lnTo>
                  <a:lnTo>
                    <a:pt x="1815232" y="778831"/>
                  </a:lnTo>
                  <a:lnTo>
                    <a:pt x="1808973" y="778831"/>
                  </a:lnTo>
                  <a:lnTo>
                    <a:pt x="1802713" y="778831"/>
                  </a:lnTo>
                  <a:lnTo>
                    <a:pt x="1796454" y="778831"/>
                  </a:lnTo>
                  <a:lnTo>
                    <a:pt x="1790195" y="778831"/>
                  </a:lnTo>
                  <a:lnTo>
                    <a:pt x="1783935" y="778831"/>
                  </a:lnTo>
                  <a:lnTo>
                    <a:pt x="1777676" y="778831"/>
                  </a:lnTo>
                  <a:lnTo>
                    <a:pt x="1771416" y="778831"/>
                  </a:lnTo>
                  <a:lnTo>
                    <a:pt x="1765157" y="778831"/>
                  </a:lnTo>
                  <a:lnTo>
                    <a:pt x="1758897" y="778831"/>
                  </a:lnTo>
                  <a:lnTo>
                    <a:pt x="1752638" y="778831"/>
                  </a:lnTo>
                  <a:lnTo>
                    <a:pt x="1746379" y="778831"/>
                  </a:lnTo>
                  <a:lnTo>
                    <a:pt x="1740119" y="778831"/>
                  </a:lnTo>
                  <a:lnTo>
                    <a:pt x="1733860" y="778831"/>
                  </a:lnTo>
                  <a:lnTo>
                    <a:pt x="1727600" y="778831"/>
                  </a:lnTo>
                  <a:lnTo>
                    <a:pt x="1721341" y="778831"/>
                  </a:lnTo>
                  <a:lnTo>
                    <a:pt x="1715082" y="778831"/>
                  </a:lnTo>
                  <a:lnTo>
                    <a:pt x="1708822" y="778831"/>
                  </a:lnTo>
                  <a:lnTo>
                    <a:pt x="1702563" y="778831"/>
                  </a:lnTo>
                  <a:lnTo>
                    <a:pt x="1696303" y="778831"/>
                  </a:lnTo>
                  <a:lnTo>
                    <a:pt x="1690044" y="778831"/>
                  </a:lnTo>
                  <a:lnTo>
                    <a:pt x="1683784" y="778831"/>
                  </a:lnTo>
                  <a:lnTo>
                    <a:pt x="1677525" y="778831"/>
                  </a:lnTo>
                  <a:lnTo>
                    <a:pt x="1671266" y="778831"/>
                  </a:lnTo>
                  <a:lnTo>
                    <a:pt x="1665006" y="778831"/>
                  </a:lnTo>
                  <a:lnTo>
                    <a:pt x="1658747" y="778831"/>
                  </a:lnTo>
                  <a:lnTo>
                    <a:pt x="1652487" y="778831"/>
                  </a:lnTo>
                  <a:lnTo>
                    <a:pt x="1646228" y="778831"/>
                  </a:lnTo>
                  <a:lnTo>
                    <a:pt x="1639968" y="778831"/>
                  </a:lnTo>
                  <a:lnTo>
                    <a:pt x="1633709" y="778831"/>
                  </a:lnTo>
                  <a:lnTo>
                    <a:pt x="1627450" y="778831"/>
                  </a:lnTo>
                  <a:lnTo>
                    <a:pt x="1621190" y="778831"/>
                  </a:lnTo>
                  <a:lnTo>
                    <a:pt x="1614931" y="778831"/>
                  </a:lnTo>
                  <a:lnTo>
                    <a:pt x="1608671" y="778831"/>
                  </a:lnTo>
                  <a:lnTo>
                    <a:pt x="1602412" y="778831"/>
                  </a:lnTo>
                  <a:lnTo>
                    <a:pt x="1596152" y="778831"/>
                  </a:lnTo>
                  <a:lnTo>
                    <a:pt x="1589893" y="778831"/>
                  </a:lnTo>
                  <a:lnTo>
                    <a:pt x="1583634" y="778831"/>
                  </a:lnTo>
                  <a:lnTo>
                    <a:pt x="1577374" y="778831"/>
                  </a:lnTo>
                  <a:lnTo>
                    <a:pt x="1571115" y="778831"/>
                  </a:lnTo>
                  <a:lnTo>
                    <a:pt x="1564855" y="778831"/>
                  </a:lnTo>
                  <a:lnTo>
                    <a:pt x="1558596" y="778831"/>
                  </a:lnTo>
                  <a:lnTo>
                    <a:pt x="1552337" y="778831"/>
                  </a:lnTo>
                  <a:lnTo>
                    <a:pt x="1546077" y="778831"/>
                  </a:lnTo>
                  <a:lnTo>
                    <a:pt x="1539818" y="778831"/>
                  </a:lnTo>
                  <a:lnTo>
                    <a:pt x="1533558" y="778831"/>
                  </a:lnTo>
                  <a:lnTo>
                    <a:pt x="1527299" y="778831"/>
                  </a:lnTo>
                  <a:lnTo>
                    <a:pt x="1521039" y="778831"/>
                  </a:lnTo>
                  <a:lnTo>
                    <a:pt x="1514780" y="778831"/>
                  </a:lnTo>
                  <a:lnTo>
                    <a:pt x="1508521" y="778831"/>
                  </a:lnTo>
                  <a:lnTo>
                    <a:pt x="1502261" y="778831"/>
                  </a:lnTo>
                  <a:lnTo>
                    <a:pt x="1496002" y="778831"/>
                  </a:lnTo>
                  <a:lnTo>
                    <a:pt x="1489742" y="778831"/>
                  </a:lnTo>
                  <a:lnTo>
                    <a:pt x="1483483" y="778831"/>
                  </a:lnTo>
                  <a:lnTo>
                    <a:pt x="1477223" y="778831"/>
                  </a:lnTo>
                  <a:lnTo>
                    <a:pt x="1470964" y="778831"/>
                  </a:lnTo>
                  <a:lnTo>
                    <a:pt x="1464705" y="778831"/>
                  </a:lnTo>
                  <a:lnTo>
                    <a:pt x="1458445" y="778831"/>
                  </a:lnTo>
                  <a:lnTo>
                    <a:pt x="1452186" y="778831"/>
                  </a:lnTo>
                  <a:lnTo>
                    <a:pt x="1445926" y="778831"/>
                  </a:lnTo>
                  <a:lnTo>
                    <a:pt x="1439667" y="778831"/>
                  </a:lnTo>
                  <a:lnTo>
                    <a:pt x="1433407" y="778831"/>
                  </a:lnTo>
                  <a:lnTo>
                    <a:pt x="1427148" y="778831"/>
                  </a:lnTo>
                  <a:lnTo>
                    <a:pt x="1420889" y="778831"/>
                  </a:lnTo>
                  <a:lnTo>
                    <a:pt x="1414629" y="778831"/>
                  </a:lnTo>
                  <a:lnTo>
                    <a:pt x="1408370" y="778831"/>
                  </a:lnTo>
                  <a:lnTo>
                    <a:pt x="1402110" y="778831"/>
                  </a:lnTo>
                  <a:lnTo>
                    <a:pt x="1395851" y="778831"/>
                  </a:lnTo>
                  <a:lnTo>
                    <a:pt x="1389592" y="778831"/>
                  </a:lnTo>
                  <a:lnTo>
                    <a:pt x="1383332" y="778831"/>
                  </a:lnTo>
                  <a:lnTo>
                    <a:pt x="1377073" y="778831"/>
                  </a:lnTo>
                  <a:lnTo>
                    <a:pt x="1370813" y="778831"/>
                  </a:lnTo>
                  <a:lnTo>
                    <a:pt x="1364554" y="778831"/>
                  </a:lnTo>
                  <a:lnTo>
                    <a:pt x="1358294" y="778831"/>
                  </a:lnTo>
                  <a:lnTo>
                    <a:pt x="1352035" y="778831"/>
                  </a:lnTo>
                  <a:lnTo>
                    <a:pt x="1345776" y="778831"/>
                  </a:lnTo>
                  <a:lnTo>
                    <a:pt x="1339516" y="778831"/>
                  </a:lnTo>
                  <a:lnTo>
                    <a:pt x="1333257" y="778831"/>
                  </a:lnTo>
                  <a:lnTo>
                    <a:pt x="1326997" y="778831"/>
                  </a:lnTo>
                  <a:lnTo>
                    <a:pt x="1320738" y="778831"/>
                  </a:lnTo>
                  <a:lnTo>
                    <a:pt x="1314478" y="778831"/>
                  </a:lnTo>
                  <a:lnTo>
                    <a:pt x="1308219" y="778831"/>
                  </a:lnTo>
                  <a:lnTo>
                    <a:pt x="1301960" y="778831"/>
                  </a:lnTo>
                  <a:lnTo>
                    <a:pt x="1295700" y="778831"/>
                  </a:lnTo>
                  <a:lnTo>
                    <a:pt x="1289441" y="778831"/>
                  </a:lnTo>
                  <a:lnTo>
                    <a:pt x="1283181" y="778831"/>
                  </a:lnTo>
                  <a:lnTo>
                    <a:pt x="1276922" y="778831"/>
                  </a:lnTo>
                  <a:lnTo>
                    <a:pt x="1270662" y="778831"/>
                  </a:lnTo>
                  <a:lnTo>
                    <a:pt x="1264403" y="778831"/>
                  </a:lnTo>
                  <a:lnTo>
                    <a:pt x="1258144" y="778831"/>
                  </a:lnTo>
                  <a:lnTo>
                    <a:pt x="1251884" y="778831"/>
                  </a:lnTo>
                  <a:lnTo>
                    <a:pt x="1245625" y="778831"/>
                  </a:lnTo>
                  <a:lnTo>
                    <a:pt x="1239365" y="778831"/>
                  </a:lnTo>
                  <a:lnTo>
                    <a:pt x="1233106" y="778831"/>
                  </a:lnTo>
                  <a:lnTo>
                    <a:pt x="1226846" y="778831"/>
                  </a:lnTo>
                  <a:lnTo>
                    <a:pt x="1220587" y="778831"/>
                  </a:lnTo>
                  <a:lnTo>
                    <a:pt x="1214328" y="778831"/>
                  </a:lnTo>
                  <a:lnTo>
                    <a:pt x="1208068" y="778831"/>
                  </a:lnTo>
                  <a:lnTo>
                    <a:pt x="1201809" y="778831"/>
                  </a:lnTo>
                  <a:lnTo>
                    <a:pt x="1195549" y="778831"/>
                  </a:lnTo>
                  <a:lnTo>
                    <a:pt x="1189290" y="778831"/>
                  </a:lnTo>
                  <a:lnTo>
                    <a:pt x="1183031" y="778831"/>
                  </a:lnTo>
                  <a:lnTo>
                    <a:pt x="1176771" y="778831"/>
                  </a:lnTo>
                  <a:lnTo>
                    <a:pt x="1170512" y="778831"/>
                  </a:lnTo>
                  <a:lnTo>
                    <a:pt x="1164252" y="778831"/>
                  </a:lnTo>
                  <a:lnTo>
                    <a:pt x="1157993" y="778831"/>
                  </a:lnTo>
                  <a:lnTo>
                    <a:pt x="1151733" y="778831"/>
                  </a:lnTo>
                  <a:lnTo>
                    <a:pt x="1145474" y="778831"/>
                  </a:lnTo>
                  <a:lnTo>
                    <a:pt x="1139215" y="778831"/>
                  </a:lnTo>
                  <a:lnTo>
                    <a:pt x="1132955" y="778831"/>
                  </a:lnTo>
                  <a:lnTo>
                    <a:pt x="1126696" y="778831"/>
                  </a:lnTo>
                  <a:lnTo>
                    <a:pt x="1120436" y="778831"/>
                  </a:lnTo>
                  <a:lnTo>
                    <a:pt x="1114177" y="778831"/>
                  </a:lnTo>
                  <a:lnTo>
                    <a:pt x="1107917" y="778831"/>
                  </a:lnTo>
                  <a:lnTo>
                    <a:pt x="1101658" y="778831"/>
                  </a:lnTo>
                  <a:lnTo>
                    <a:pt x="1095399" y="778831"/>
                  </a:lnTo>
                  <a:lnTo>
                    <a:pt x="1089139" y="778831"/>
                  </a:lnTo>
                  <a:lnTo>
                    <a:pt x="1082880" y="778831"/>
                  </a:lnTo>
                  <a:lnTo>
                    <a:pt x="1076620" y="778831"/>
                  </a:lnTo>
                  <a:lnTo>
                    <a:pt x="1070361" y="778831"/>
                  </a:lnTo>
                  <a:lnTo>
                    <a:pt x="1064101" y="778831"/>
                  </a:lnTo>
                  <a:lnTo>
                    <a:pt x="1057842" y="778831"/>
                  </a:lnTo>
                  <a:lnTo>
                    <a:pt x="1051583" y="778831"/>
                  </a:lnTo>
                  <a:lnTo>
                    <a:pt x="1045323" y="778831"/>
                  </a:lnTo>
                  <a:lnTo>
                    <a:pt x="1039064" y="778831"/>
                  </a:lnTo>
                  <a:lnTo>
                    <a:pt x="1032804" y="778831"/>
                  </a:lnTo>
                  <a:lnTo>
                    <a:pt x="1026545" y="778831"/>
                  </a:lnTo>
                  <a:lnTo>
                    <a:pt x="1020286" y="778831"/>
                  </a:lnTo>
                  <a:lnTo>
                    <a:pt x="1014026" y="778831"/>
                  </a:lnTo>
                  <a:lnTo>
                    <a:pt x="1007767" y="778831"/>
                  </a:lnTo>
                  <a:lnTo>
                    <a:pt x="1001507" y="778831"/>
                  </a:lnTo>
                  <a:lnTo>
                    <a:pt x="995248" y="778831"/>
                  </a:lnTo>
                  <a:lnTo>
                    <a:pt x="988988" y="778831"/>
                  </a:lnTo>
                  <a:lnTo>
                    <a:pt x="982729" y="778831"/>
                  </a:lnTo>
                  <a:lnTo>
                    <a:pt x="976470" y="778831"/>
                  </a:lnTo>
                  <a:lnTo>
                    <a:pt x="970210" y="778831"/>
                  </a:lnTo>
                  <a:lnTo>
                    <a:pt x="963951" y="778831"/>
                  </a:lnTo>
                  <a:lnTo>
                    <a:pt x="957691" y="778831"/>
                  </a:lnTo>
                  <a:lnTo>
                    <a:pt x="951432" y="778831"/>
                  </a:lnTo>
                  <a:lnTo>
                    <a:pt x="945172" y="778831"/>
                  </a:lnTo>
                  <a:lnTo>
                    <a:pt x="938913" y="778831"/>
                  </a:lnTo>
                  <a:lnTo>
                    <a:pt x="932654" y="778831"/>
                  </a:lnTo>
                  <a:lnTo>
                    <a:pt x="926394" y="778831"/>
                  </a:lnTo>
                  <a:lnTo>
                    <a:pt x="920135" y="778831"/>
                  </a:lnTo>
                  <a:lnTo>
                    <a:pt x="913875" y="778831"/>
                  </a:lnTo>
                  <a:lnTo>
                    <a:pt x="907616" y="778831"/>
                  </a:lnTo>
                  <a:lnTo>
                    <a:pt x="901356" y="778831"/>
                  </a:lnTo>
                  <a:lnTo>
                    <a:pt x="895097" y="778831"/>
                  </a:lnTo>
                  <a:lnTo>
                    <a:pt x="888838" y="778831"/>
                  </a:lnTo>
                  <a:lnTo>
                    <a:pt x="882578" y="778831"/>
                  </a:lnTo>
                  <a:lnTo>
                    <a:pt x="876319" y="778831"/>
                  </a:lnTo>
                  <a:lnTo>
                    <a:pt x="870059" y="778831"/>
                  </a:lnTo>
                  <a:lnTo>
                    <a:pt x="863800" y="778831"/>
                  </a:lnTo>
                  <a:lnTo>
                    <a:pt x="857541" y="778831"/>
                  </a:lnTo>
                  <a:lnTo>
                    <a:pt x="851281" y="778831"/>
                  </a:lnTo>
                  <a:lnTo>
                    <a:pt x="845022" y="778831"/>
                  </a:lnTo>
                  <a:lnTo>
                    <a:pt x="838762" y="778831"/>
                  </a:lnTo>
                  <a:lnTo>
                    <a:pt x="832503" y="778831"/>
                  </a:lnTo>
                  <a:lnTo>
                    <a:pt x="826243" y="778831"/>
                  </a:lnTo>
                  <a:lnTo>
                    <a:pt x="819984" y="778831"/>
                  </a:lnTo>
                  <a:lnTo>
                    <a:pt x="813725" y="778831"/>
                  </a:lnTo>
                  <a:lnTo>
                    <a:pt x="807465" y="778831"/>
                  </a:lnTo>
                  <a:lnTo>
                    <a:pt x="801206" y="778831"/>
                  </a:lnTo>
                  <a:lnTo>
                    <a:pt x="794946" y="778831"/>
                  </a:lnTo>
                  <a:lnTo>
                    <a:pt x="788687" y="778831"/>
                  </a:lnTo>
                  <a:lnTo>
                    <a:pt x="782427" y="778831"/>
                  </a:lnTo>
                  <a:lnTo>
                    <a:pt x="776168" y="778831"/>
                  </a:lnTo>
                  <a:lnTo>
                    <a:pt x="769909" y="778831"/>
                  </a:lnTo>
                  <a:lnTo>
                    <a:pt x="763649" y="778831"/>
                  </a:lnTo>
                  <a:lnTo>
                    <a:pt x="757390" y="778831"/>
                  </a:lnTo>
                  <a:lnTo>
                    <a:pt x="751130" y="778831"/>
                  </a:lnTo>
                  <a:lnTo>
                    <a:pt x="744871" y="778831"/>
                  </a:lnTo>
                  <a:lnTo>
                    <a:pt x="738611" y="778831"/>
                  </a:lnTo>
                  <a:lnTo>
                    <a:pt x="732352" y="778831"/>
                  </a:lnTo>
                  <a:lnTo>
                    <a:pt x="726093" y="778831"/>
                  </a:lnTo>
                  <a:lnTo>
                    <a:pt x="719833" y="778831"/>
                  </a:lnTo>
                  <a:lnTo>
                    <a:pt x="713574" y="778831"/>
                  </a:lnTo>
                  <a:lnTo>
                    <a:pt x="707314" y="778831"/>
                  </a:lnTo>
                  <a:lnTo>
                    <a:pt x="701055" y="778831"/>
                  </a:lnTo>
                  <a:lnTo>
                    <a:pt x="694796" y="778831"/>
                  </a:lnTo>
                  <a:lnTo>
                    <a:pt x="688536" y="778831"/>
                  </a:lnTo>
                  <a:lnTo>
                    <a:pt x="682277" y="778831"/>
                  </a:lnTo>
                  <a:lnTo>
                    <a:pt x="676017" y="778831"/>
                  </a:lnTo>
                  <a:lnTo>
                    <a:pt x="669758" y="778831"/>
                  </a:lnTo>
                  <a:lnTo>
                    <a:pt x="663498" y="778831"/>
                  </a:lnTo>
                  <a:lnTo>
                    <a:pt x="657239" y="778831"/>
                  </a:lnTo>
                  <a:lnTo>
                    <a:pt x="650980" y="778831"/>
                  </a:lnTo>
                  <a:lnTo>
                    <a:pt x="644720" y="778831"/>
                  </a:lnTo>
                  <a:lnTo>
                    <a:pt x="638461" y="778831"/>
                  </a:lnTo>
                  <a:lnTo>
                    <a:pt x="632201" y="778831"/>
                  </a:lnTo>
                  <a:lnTo>
                    <a:pt x="625942" y="778831"/>
                  </a:lnTo>
                  <a:lnTo>
                    <a:pt x="619682" y="778831"/>
                  </a:lnTo>
                  <a:lnTo>
                    <a:pt x="613423" y="778831"/>
                  </a:lnTo>
                  <a:lnTo>
                    <a:pt x="607164" y="778831"/>
                  </a:lnTo>
                  <a:lnTo>
                    <a:pt x="600904" y="778831"/>
                  </a:lnTo>
                  <a:lnTo>
                    <a:pt x="594645" y="778831"/>
                  </a:lnTo>
                  <a:lnTo>
                    <a:pt x="588385" y="778831"/>
                  </a:lnTo>
                  <a:lnTo>
                    <a:pt x="582126" y="778831"/>
                  </a:lnTo>
                  <a:lnTo>
                    <a:pt x="575866" y="778831"/>
                  </a:lnTo>
                  <a:lnTo>
                    <a:pt x="569607" y="778831"/>
                  </a:lnTo>
                  <a:lnTo>
                    <a:pt x="563348" y="778831"/>
                  </a:lnTo>
                  <a:lnTo>
                    <a:pt x="557088" y="778831"/>
                  </a:lnTo>
                  <a:lnTo>
                    <a:pt x="550829" y="778831"/>
                  </a:lnTo>
                  <a:lnTo>
                    <a:pt x="544569" y="778831"/>
                  </a:lnTo>
                  <a:lnTo>
                    <a:pt x="538310" y="778831"/>
                  </a:lnTo>
                  <a:lnTo>
                    <a:pt x="532050" y="778831"/>
                  </a:lnTo>
                  <a:lnTo>
                    <a:pt x="525791" y="778831"/>
                  </a:lnTo>
                  <a:lnTo>
                    <a:pt x="519532" y="778831"/>
                  </a:lnTo>
                  <a:lnTo>
                    <a:pt x="513272" y="778831"/>
                  </a:lnTo>
                  <a:lnTo>
                    <a:pt x="507013" y="778831"/>
                  </a:lnTo>
                  <a:lnTo>
                    <a:pt x="500753" y="778831"/>
                  </a:lnTo>
                  <a:lnTo>
                    <a:pt x="494494" y="778831"/>
                  </a:lnTo>
                  <a:lnTo>
                    <a:pt x="488235" y="778831"/>
                  </a:lnTo>
                  <a:lnTo>
                    <a:pt x="481975" y="778831"/>
                  </a:lnTo>
                  <a:lnTo>
                    <a:pt x="475716" y="778831"/>
                  </a:lnTo>
                  <a:lnTo>
                    <a:pt x="469456" y="778831"/>
                  </a:lnTo>
                  <a:lnTo>
                    <a:pt x="463197" y="778831"/>
                  </a:lnTo>
                  <a:lnTo>
                    <a:pt x="456937" y="778831"/>
                  </a:lnTo>
                  <a:lnTo>
                    <a:pt x="450678" y="778831"/>
                  </a:lnTo>
                  <a:lnTo>
                    <a:pt x="444419" y="778831"/>
                  </a:lnTo>
                  <a:lnTo>
                    <a:pt x="438159" y="778831"/>
                  </a:lnTo>
                  <a:lnTo>
                    <a:pt x="431900" y="778831"/>
                  </a:lnTo>
                  <a:lnTo>
                    <a:pt x="425640" y="778831"/>
                  </a:lnTo>
                  <a:lnTo>
                    <a:pt x="419381" y="778831"/>
                  </a:lnTo>
                  <a:lnTo>
                    <a:pt x="413121" y="778831"/>
                  </a:lnTo>
                  <a:lnTo>
                    <a:pt x="406862" y="778831"/>
                  </a:lnTo>
                  <a:lnTo>
                    <a:pt x="400603" y="778831"/>
                  </a:lnTo>
                  <a:lnTo>
                    <a:pt x="394343" y="778831"/>
                  </a:lnTo>
                  <a:lnTo>
                    <a:pt x="388084" y="778831"/>
                  </a:lnTo>
                  <a:lnTo>
                    <a:pt x="381824" y="778831"/>
                  </a:lnTo>
                  <a:lnTo>
                    <a:pt x="375565" y="778831"/>
                  </a:lnTo>
                  <a:lnTo>
                    <a:pt x="369305" y="778831"/>
                  </a:lnTo>
                  <a:lnTo>
                    <a:pt x="363046" y="778831"/>
                  </a:lnTo>
                  <a:lnTo>
                    <a:pt x="356787" y="778831"/>
                  </a:lnTo>
                  <a:lnTo>
                    <a:pt x="350527" y="778831"/>
                  </a:lnTo>
                  <a:lnTo>
                    <a:pt x="344268" y="778831"/>
                  </a:lnTo>
                  <a:lnTo>
                    <a:pt x="338008" y="778831"/>
                  </a:lnTo>
                  <a:lnTo>
                    <a:pt x="331749" y="778831"/>
                  </a:lnTo>
                  <a:lnTo>
                    <a:pt x="325490" y="778831"/>
                  </a:lnTo>
                  <a:lnTo>
                    <a:pt x="319230" y="778831"/>
                  </a:lnTo>
                  <a:lnTo>
                    <a:pt x="312971" y="778831"/>
                  </a:lnTo>
                  <a:lnTo>
                    <a:pt x="306711" y="778831"/>
                  </a:lnTo>
                  <a:lnTo>
                    <a:pt x="300452" y="778831"/>
                  </a:lnTo>
                  <a:lnTo>
                    <a:pt x="294192" y="778831"/>
                  </a:lnTo>
                  <a:lnTo>
                    <a:pt x="287933" y="778831"/>
                  </a:lnTo>
                  <a:lnTo>
                    <a:pt x="281674" y="778831"/>
                  </a:lnTo>
                  <a:lnTo>
                    <a:pt x="275414" y="778831"/>
                  </a:lnTo>
                  <a:lnTo>
                    <a:pt x="269155" y="778831"/>
                  </a:lnTo>
                  <a:lnTo>
                    <a:pt x="262895" y="778831"/>
                  </a:lnTo>
                  <a:lnTo>
                    <a:pt x="256636" y="778831"/>
                  </a:lnTo>
                  <a:lnTo>
                    <a:pt x="250376" y="778831"/>
                  </a:lnTo>
                  <a:lnTo>
                    <a:pt x="244117" y="778831"/>
                  </a:lnTo>
                  <a:lnTo>
                    <a:pt x="237858" y="778831"/>
                  </a:lnTo>
                  <a:lnTo>
                    <a:pt x="231598" y="778831"/>
                  </a:lnTo>
                  <a:lnTo>
                    <a:pt x="225339" y="778831"/>
                  </a:lnTo>
                  <a:lnTo>
                    <a:pt x="219079" y="778831"/>
                  </a:lnTo>
                  <a:lnTo>
                    <a:pt x="212820" y="778831"/>
                  </a:lnTo>
                  <a:lnTo>
                    <a:pt x="206560" y="778831"/>
                  </a:lnTo>
                  <a:lnTo>
                    <a:pt x="200301" y="778831"/>
                  </a:lnTo>
                  <a:lnTo>
                    <a:pt x="194042" y="778831"/>
                  </a:lnTo>
                  <a:lnTo>
                    <a:pt x="187782" y="778831"/>
                  </a:lnTo>
                  <a:lnTo>
                    <a:pt x="181523" y="778831"/>
                  </a:lnTo>
                  <a:lnTo>
                    <a:pt x="175263" y="778831"/>
                  </a:lnTo>
                  <a:lnTo>
                    <a:pt x="169004" y="778831"/>
                  </a:lnTo>
                  <a:lnTo>
                    <a:pt x="162745" y="778831"/>
                  </a:lnTo>
                  <a:lnTo>
                    <a:pt x="156485" y="778831"/>
                  </a:lnTo>
                  <a:lnTo>
                    <a:pt x="150226" y="778831"/>
                  </a:lnTo>
                  <a:lnTo>
                    <a:pt x="143966" y="778831"/>
                  </a:lnTo>
                  <a:lnTo>
                    <a:pt x="137707" y="778831"/>
                  </a:lnTo>
                  <a:lnTo>
                    <a:pt x="131447" y="778831"/>
                  </a:lnTo>
                  <a:lnTo>
                    <a:pt x="125188" y="778831"/>
                  </a:lnTo>
                  <a:lnTo>
                    <a:pt x="118929" y="778831"/>
                  </a:lnTo>
                  <a:lnTo>
                    <a:pt x="112669" y="778831"/>
                  </a:lnTo>
                  <a:lnTo>
                    <a:pt x="106410" y="778831"/>
                  </a:lnTo>
                  <a:lnTo>
                    <a:pt x="100150" y="778831"/>
                  </a:lnTo>
                  <a:lnTo>
                    <a:pt x="93891" y="778831"/>
                  </a:lnTo>
                  <a:lnTo>
                    <a:pt x="87631" y="778831"/>
                  </a:lnTo>
                  <a:lnTo>
                    <a:pt x="81372" y="778831"/>
                  </a:lnTo>
                  <a:lnTo>
                    <a:pt x="75113" y="778831"/>
                  </a:lnTo>
                  <a:lnTo>
                    <a:pt x="68853" y="778831"/>
                  </a:lnTo>
                  <a:lnTo>
                    <a:pt x="62594" y="778831"/>
                  </a:lnTo>
                  <a:lnTo>
                    <a:pt x="56334" y="778831"/>
                  </a:lnTo>
                  <a:lnTo>
                    <a:pt x="50075" y="778831"/>
                  </a:lnTo>
                  <a:lnTo>
                    <a:pt x="43815" y="778831"/>
                  </a:lnTo>
                  <a:lnTo>
                    <a:pt x="37556" y="778831"/>
                  </a:lnTo>
                  <a:lnTo>
                    <a:pt x="31297" y="778831"/>
                  </a:lnTo>
                  <a:lnTo>
                    <a:pt x="25037" y="778831"/>
                  </a:lnTo>
                  <a:lnTo>
                    <a:pt x="18778" y="778831"/>
                  </a:lnTo>
                  <a:lnTo>
                    <a:pt x="12518" y="778831"/>
                  </a:lnTo>
                  <a:lnTo>
                    <a:pt x="6259" y="77883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49798" y="2552112"/>
              <a:ext cx="3198565" cy="778831"/>
            </a:xfrm>
            <a:custGeom>
              <a:avLst/>
              <a:pathLst>
                <a:path w="3198565" h="778831">
                  <a:moveTo>
                    <a:pt x="0" y="778831"/>
                  </a:moveTo>
                  <a:lnTo>
                    <a:pt x="6259" y="778831"/>
                  </a:lnTo>
                  <a:lnTo>
                    <a:pt x="12518" y="778831"/>
                  </a:lnTo>
                  <a:lnTo>
                    <a:pt x="18778" y="778831"/>
                  </a:lnTo>
                  <a:lnTo>
                    <a:pt x="25037" y="778831"/>
                  </a:lnTo>
                  <a:lnTo>
                    <a:pt x="31297" y="778831"/>
                  </a:lnTo>
                  <a:lnTo>
                    <a:pt x="37556" y="778831"/>
                  </a:lnTo>
                  <a:lnTo>
                    <a:pt x="43815" y="778831"/>
                  </a:lnTo>
                  <a:lnTo>
                    <a:pt x="50075" y="778831"/>
                  </a:lnTo>
                  <a:lnTo>
                    <a:pt x="56334" y="778831"/>
                  </a:lnTo>
                  <a:lnTo>
                    <a:pt x="62594" y="778831"/>
                  </a:lnTo>
                  <a:lnTo>
                    <a:pt x="68853" y="778831"/>
                  </a:lnTo>
                  <a:lnTo>
                    <a:pt x="75113" y="778831"/>
                  </a:lnTo>
                  <a:lnTo>
                    <a:pt x="81372" y="778831"/>
                  </a:lnTo>
                  <a:lnTo>
                    <a:pt x="87631" y="778829"/>
                  </a:lnTo>
                  <a:lnTo>
                    <a:pt x="93891" y="778826"/>
                  </a:lnTo>
                  <a:lnTo>
                    <a:pt x="100150" y="778817"/>
                  </a:lnTo>
                  <a:lnTo>
                    <a:pt x="106410" y="778796"/>
                  </a:lnTo>
                  <a:lnTo>
                    <a:pt x="112669" y="778746"/>
                  </a:lnTo>
                  <a:lnTo>
                    <a:pt x="118929" y="778634"/>
                  </a:lnTo>
                  <a:lnTo>
                    <a:pt x="125188" y="778403"/>
                  </a:lnTo>
                  <a:lnTo>
                    <a:pt x="131447" y="777962"/>
                  </a:lnTo>
                  <a:lnTo>
                    <a:pt x="137707" y="777175"/>
                  </a:lnTo>
                  <a:lnTo>
                    <a:pt x="143966" y="775869"/>
                  </a:lnTo>
                  <a:lnTo>
                    <a:pt x="150226" y="773845"/>
                  </a:lnTo>
                  <a:lnTo>
                    <a:pt x="156485" y="770920"/>
                  </a:lnTo>
                  <a:lnTo>
                    <a:pt x="162745" y="766970"/>
                  </a:lnTo>
                  <a:lnTo>
                    <a:pt x="169004" y="761980"/>
                  </a:lnTo>
                  <a:lnTo>
                    <a:pt x="175263" y="756063"/>
                  </a:lnTo>
                  <a:lnTo>
                    <a:pt x="181523" y="749441"/>
                  </a:lnTo>
                  <a:lnTo>
                    <a:pt x="187782" y="742369"/>
                  </a:lnTo>
                  <a:lnTo>
                    <a:pt x="194042" y="735034"/>
                  </a:lnTo>
                  <a:lnTo>
                    <a:pt x="200301" y="727447"/>
                  </a:lnTo>
                  <a:lnTo>
                    <a:pt x="206560" y="719406"/>
                  </a:lnTo>
                  <a:lnTo>
                    <a:pt x="212820" y="710534"/>
                  </a:lnTo>
                  <a:lnTo>
                    <a:pt x="219079" y="700375"/>
                  </a:lnTo>
                  <a:lnTo>
                    <a:pt x="225339" y="688739"/>
                  </a:lnTo>
                  <a:lnTo>
                    <a:pt x="231598" y="675874"/>
                  </a:lnTo>
                  <a:lnTo>
                    <a:pt x="237858" y="662390"/>
                  </a:lnTo>
                  <a:lnTo>
                    <a:pt x="244117" y="649179"/>
                  </a:lnTo>
                  <a:lnTo>
                    <a:pt x="250376" y="637193"/>
                  </a:lnTo>
                  <a:lnTo>
                    <a:pt x="256636" y="627204"/>
                  </a:lnTo>
                  <a:lnTo>
                    <a:pt x="262895" y="619590"/>
                  </a:lnTo>
                  <a:lnTo>
                    <a:pt x="269155" y="614228"/>
                  </a:lnTo>
                  <a:lnTo>
                    <a:pt x="275414" y="610500"/>
                  </a:lnTo>
                  <a:lnTo>
                    <a:pt x="281674" y="607413"/>
                  </a:lnTo>
                  <a:lnTo>
                    <a:pt x="287933" y="603779"/>
                  </a:lnTo>
                  <a:lnTo>
                    <a:pt x="294192" y="598412"/>
                  </a:lnTo>
                  <a:lnTo>
                    <a:pt x="300452" y="590297"/>
                  </a:lnTo>
                  <a:lnTo>
                    <a:pt x="306711" y="578679"/>
                  </a:lnTo>
                  <a:lnTo>
                    <a:pt x="312971" y="563093"/>
                  </a:lnTo>
                  <a:lnTo>
                    <a:pt x="319230" y="543332"/>
                  </a:lnTo>
                  <a:lnTo>
                    <a:pt x="325490" y="519235"/>
                  </a:lnTo>
                  <a:lnTo>
                    <a:pt x="331749" y="490992"/>
                  </a:lnTo>
                  <a:lnTo>
                    <a:pt x="338008" y="458899"/>
                  </a:lnTo>
                  <a:lnTo>
                    <a:pt x="344268" y="423109"/>
                  </a:lnTo>
                  <a:lnTo>
                    <a:pt x="350527" y="383716"/>
                  </a:lnTo>
                  <a:lnTo>
                    <a:pt x="356787" y="340784"/>
                  </a:lnTo>
                  <a:lnTo>
                    <a:pt x="363046" y="294470"/>
                  </a:lnTo>
                  <a:lnTo>
                    <a:pt x="369305" y="245233"/>
                  </a:lnTo>
                  <a:lnTo>
                    <a:pt x="375565" y="194095"/>
                  </a:lnTo>
                  <a:lnTo>
                    <a:pt x="381824" y="142876"/>
                  </a:lnTo>
                  <a:lnTo>
                    <a:pt x="388084" y="94294"/>
                  </a:lnTo>
                  <a:lnTo>
                    <a:pt x="394343" y="51871"/>
                  </a:lnTo>
                  <a:lnTo>
                    <a:pt x="400603" y="19580"/>
                  </a:lnTo>
                  <a:lnTo>
                    <a:pt x="406862" y="1272"/>
                  </a:lnTo>
                  <a:lnTo>
                    <a:pt x="413121" y="0"/>
                  </a:lnTo>
                  <a:lnTo>
                    <a:pt x="419381" y="17376"/>
                  </a:lnTo>
                  <a:lnTo>
                    <a:pt x="425640" y="53161"/>
                  </a:lnTo>
                  <a:lnTo>
                    <a:pt x="431900" y="105645"/>
                  </a:lnTo>
                  <a:lnTo>
                    <a:pt x="438159" y="170408"/>
                  </a:lnTo>
                  <a:lnTo>
                    <a:pt x="444419" y="242227"/>
                  </a:lnTo>
                  <a:lnTo>
                    <a:pt x="450678" y="316365"/>
                  </a:lnTo>
                  <a:lnTo>
                    <a:pt x="456937" y="388740"/>
                  </a:lnTo>
                  <a:lnTo>
                    <a:pt x="463197" y="456297"/>
                  </a:lnTo>
                  <a:lnTo>
                    <a:pt x="469456" y="517108"/>
                  </a:lnTo>
                  <a:lnTo>
                    <a:pt x="475716" y="570249"/>
                  </a:lnTo>
                  <a:lnTo>
                    <a:pt x="481975" y="615561"/>
                  </a:lnTo>
                  <a:lnTo>
                    <a:pt x="488235" y="653377"/>
                  </a:lnTo>
                  <a:lnTo>
                    <a:pt x="494494" y="684305"/>
                  </a:lnTo>
                  <a:lnTo>
                    <a:pt x="500753" y="709075"/>
                  </a:lnTo>
                  <a:lnTo>
                    <a:pt x="507013" y="728461"/>
                  </a:lnTo>
                  <a:lnTo>
                    <a:pt x="513272" y="743243"/>
                  </a:lnTo>
                  <a:lnTo>
                    <a:pt x="519532" y="754188"/>
                  </a:lnTo>
                  <a:lnTo>
                    <a:pt x="525791" y="762031"/>
                  </a:lnTo>
                  <a:lnTo>
                    <a:pt x="532050" y="767451"/>
                  </a:lnTo>
                  <a:lnTo>
                    <a:pt x="538310" y="771006"/>
                  </a:lnTo>
                  <a:lnTo>
                    <a:pt x="544569" y="773265"/>
                  </a:lnTo>
                  <a:lnTo>
                    <a:pt x="550829" y="774681"/>
                  </a:lnTo>
                  <a:lnTo>
                    <a:pt x="557088" y="775564"/>
                  </a:lnTo>
                  <a:lnTo>
                    <a:pt x="563348" y="776141"/>
                  </a:lnTo>
                  <a:lnTo>
                    <a:pt x="569607" y="776566"/>
                  </a:lnTo>
                  <a:lnTo>
                    <a:pt x="575866" y="776927"/>
                  </a:lnTo>
                  <a:lnTo>
                    <a:pt x="582126" y="777268"/>
                  </a:lnTo>
                  <a:lnTo>
                    <a:pt x="588385" y="777595"/>
                  </a:lnTo>
                  <a:lnTo>
                    <a:pt x="594645" y="777899"/>
                  </a:lnTo>
                  <a:lnTo>
                    <a:pt x="600904" y="778165"/>
                  </a:lnTo>
                  <a:lnTo>
                    <a:pt x="607164" y="778382"/>
                  </a:lnTo>
                  <a:lnTo>
                    <a:pt x="613423" y="778546"/>
                  </a:lnTo>
                  <a:lnTo>
                    <a:pt x="619682" y="778661"/>
                  </a:lnTo>
                  <a:lnTo>
                    <a:pt x="625942" y="778736"/>
                  </a:lnTo>
                  <a:lnTo>
                    <a:pt x="632201" y="778782"/>
                  </a:lnTo>
                  <a:lnTo>
                    <a:pt x="638461" y="778807"/>
                  </a:lnTo>
                  <a:lnTo>
                    <a:pt x="644720" y="778820"/>
                  </a:lnTo>
                  <a:lnTo>
                    <a:pt x="650980" y="778826"/>
                  </a:lnTo>
                  <a:lnTo>
                    <a:pt x="657239" y="778829"/>
                  </a:lnTo>
                  <a:lnTo>
                    <a:pt x="663498" y="778830"/>
                  </a:lnTo>
                  <a:lnTo>
                    <a:pt x="669758" y="778831"/>
                  </a:lnTo>
                  <a:lnTo>
                    <a:pt x="676017" y="778831"/>
                  </a:lnTo>
                  <a:lnTo>
                    <a:pt x="682277" y="778831"/>
                  </a:lnTo>
                  <a:lnTo>
                    <a:pt x="688536" y="778831"/>
                  </a:lnTo>
                  <a:lnTo>
                    <a:pt x="694796" y="778831"/>
                  </a:lnTo>
                  <a:lnTo>
                    <a:pt x="701055" y="778831"/>
                  </a:lnTo>
                  <a:lnTo>
                    <a:pt x="707314" y="778831"/>
                  </a:lnTo>
                  <a:lnTo>
                    <a:pt x="713574" y="778831"/>
                  </a:lnTo>
                  <a:lnTo>
                    <a:pt x="719833" y="778831"/>
                  </a:lnTo>
                  <a:lnTo>
                    <a:pt x="726093" y="778831"/>
                  </a:lnTo>
                  <a:lnTo>
                    <a:pt x="732352" y="778831"/>
                  </a:lnTo>
                  <a:lnTo>
                    <a:pt x="738611" y="778831"/>
                  </a:lnTo>
                  <a:lnTo>
                    <a:pt x="744871" y="778831"/>
                  </a:lnTo>
                  <a:lnTo>
                    <a:pt x="751130" y="778831"/>
                  </a:lnTo>
                  <a:lnTo>
                    <a:pt x="757390" y="778831"/>
                  </a:lnTo>
                  <a:lnTo>
                    <a:pt x="763649" y="778831"/>
                  </a:lnTo>
                  <a:lnTo>
                    <a:pt x="769909" y="778831"/>
                  </a:lnTo>
                  <a:lnTo>
                    <a:pt x="776168" y="778831"/>
                  </a:lnTo>
                  <a:lnTo>
                    <a:pt x="782427" y="778831"/>
                  </a:lnTo>
                  <a:lnTo>
                    <a:pt x="788687" y="778831"/>
                  </a:lnTo>
                  <a:lnTo>
                    <a:pt x="794946" y="778831"/>
                  </a:lnTo>
                  <a:lnTo>
                    <a:pt x="801206" y="778831"/>
                  </a:lnTo>
                  <a:lnTo>
                    <a:pt x="807465" y="778831"/>
                  </a:lnTo>
                  <a:lnTo>
                    <a:pt x="813725" y="778831"/>
                  </a:lnTo>
                  <a:lnTo>
                    <a:pt x="819984" y="778831"/>
                  </a:lnTo>
                  <a:lnTo>
                    <a:pt x="826243" y="778831"/>
                  </a:lnTo>
                  <a:lnTo>
                    <a:pt x="832503" y="778831"/>
                  </a:lnTo>
                  <a:lnTo>
                    <a:pt x="838762" y="778831"/>
                  </a:lnTo>
                  <a:lnTo>
                    <a:pt x="845022" y="778831"/>
                  </a:lnTo>
                  <a:lnTo>
                    <a:pt x="851281" y="778831"/>
                  </a:lnTo>
                  <a:lnTo>
                    <a:pt x="857541" y="778831"/>
                  </a:lnTo>
                  <a:lnTo>
                    <a:pt x="863800" y="778830"/>
                  </a:lnTo>
                  <a:lnTo>
                    <a:pt x="870059" y="778827"/>
                  </a:lnTo>
                  <a:lnTo>
                    <a:pt x="876319" y="778821"/>
                  </a:lnTo>
                  <a:lnTo>
                    <a:pt x="882578" y="778810"/>
                  </a:lnTo>
                  <a:lnTo>
                    <a:pt x="888838" y="778787"/>
                  </a:lnTo>
                  <a:lnTo>
                    <a:pt x="895097" y="778746"/>
                  </a:lnTo>
                  <a:lnTo>
                    <a:pt x="901356" y="778676"/>
                  </a:lnTo>
                  <a:lnTo>
                    <a:pt x="907616" y="778568"/>
                  </a:lnTo>
                  <a:lnTo>
                    <a:pt x="913875" y="778410"/>
                  </a:lnTo>
                  <a:lnTo>
                    <a:pt x="920135" y="778196"/>
                  </a:lnTo>
                  <a:lnTo>
                    <a:pt x="926394" y="777923"/>
                  </a:lnTo>
                  <a:lnTo>
                    <a:pt x="932654" y="777602"/>
                  </a:lnTo>
                  <a:lnTo>
                    <a:pt x="938913" y="777251"/>
                  </a:lnTo>
                  <a:lnTo>
                    <a:pt x="945172" y="776894"/>
                  </a:lnTo>
                  <a:lnTo>
                    <a:pt x="951432" y="776561"/>
                  </a:lnTo>
                  <a:lnTo>
                    <a:pt x="957691" y="776278"/>
                  </a:lnTo>
                  <a:lnTo>
                    <a:pt x="963951" y="776066"/>
                  </a:lnTo>
                  <a:lnTo>
                    <a:pt x="970210" y="775934"/>
                  </a:lnTo>
                  <a:lnTo>
                    <a:pt x="976470" y="775879"/>
                  </a:lnTo>
                  <a:lnTo>
                    <a:pt x="982729" y="775890"/>
                  </a:lnTo>
                  <a:lnTo>
                    <a:pt x="988988" y="775952"/>
                  </a:lnTo>
                  <a:lnTo>
                    <a:pt x="995248" y="776048"/>
                  </a:lnTo>
                  <a:lnTo>
                    <a:pt x="1001507" y="776155"/>
                  </a:lnTo>
                  <a:lnTo>
                    <a:pt x="1007767" y="776256"/>
                  </a:lnTo>
                  <a:lnTo>
                    <a:pt x="1014026" y="776342"/>
                  </a:lnTo>
                  <a:lnTo>
                    <a:pt x="1020286" y="776415"/>
                  </a:lnTo>
                  <a:lnTo>
                    <a:pt x="1026545" y="776488"/>
                  </a:lnTo>
                  <a:lnTo>
                    <a:pt x="1032804" y="776583"/>
                  </a:lnTo>
                  <a:lnTo>
                    <a:pt x="1039064" y="776722"/>
                  </a:lnTo>
                  <a:lnTo>
                    <a:pt x="1045323" y="776915"/>
                  </a:lnTo>
                  <a:lnTo>
                    <a:pt x="1051583" y="777162"/>
                  </a:lnTo>
                  <a:lnTo>
                    <a:pt x="1057842" y="777447"/>
                  </a:lnTo>
                  <a:lnTo>
                    <a:pt x="1064101" y="777744"/>
                  </a:lnTo>
                  <a:lnTo>
                    <a:pt x="1070361" y="778025"/>
                  </a:lnTo>
                  <a:lnTo>
                    <a:pt x="1076620" y="778265"/>
                  </a:lnTo>
                  <a:lnTo>
                    <a:pt x="1082880" y="778456"/>
                  </a:lnTo>
                  <a:lnTo>
                    <a:pt x="1089139" y="778597"/>
                  </a:lnTo>
                  <a:lnTo>
                    <a:pt x="1095399" y="778693"/>
                  </a:lnTo>
                  <a:lnTo>
                    <a:pt x="1101658" y="778754"/>
                  </a:lnTo>
                  <a:lnTo>
                    <a:pt x="1107917" y="778791"/>
                  </a:lnTo>
                  <a:lnTo>
                    <a:pt x="1114177" y="778811"/>
                  </a:lnTo>
                  <a:lnTo>
                    <a:pt x="1120436" y="778822"/>
                  </a:lnTo>
                  <a:lnTo>
                    <a:pt x="1126696" y="778827"/>
                  </a:lnTo>
                  <a:lnTo>
                    <a:pt x="1132955" y="778830"/>
                  </a:lnTo>
                  <a:lnTo>
                    <a:pt x="1139215" y="778831"/>
                  </a:lnTo>
                  <a:lnTo>
                    <a:pt x="1145474" y="778831"/>
                  </a:lnTo>
                  <a:lnTo>
                    <a:pt x="1151733" y="778831"/>
                  </a:lnTo>
                  <a:lnTo>
                    <a:pt x="1157993" y="778831"/>
                  </a:lnTo>
                  <a:lnTo>
                    <a:pt x="1164252" y="778831"/>
                  </a:lnTo>
                  <a:lnTo>
                    <a:pt x="1170512" y="778831"/>
                  </a:lnTo>
                  <a:lnTo>
                    <a:pt x="1176771" y="778831"/>
                  </a:lnTo>
                  <a:lnTo>
                    <a:pt x="1183031" y="778831"/>
                  </a:lnTo>
                  <a:lnTo>
                    <a:pt x="1189290" y="778831"/>
                  </a:lnTo>
                  <a:lnTo>
                    <a:pt x="1195549" y="778831"/>
                  </a:lnTo>
                  <a:lnTo>
                    <a:pt x="1201809" y="778831"/>
                  </a:lnTo>
                  <a:lnTo>
                    <a:pt x="1208068" y="778831"/>
                  </a:lnTo>
                  <a:lnTo>
                    <a:pt x="1214328" y="778831"/>
                  </a:lnTo>
                  <a:lnTo>
                    <a:pt x="1220587" y="778831"/>
                  </a:lnTo>
                  <a:lnTo>
                    <a:pt x="1226846" y="778831"/>
                  </a:lnTo>
                  <a:lnTo>
                    <a:pt x="1233106" y="778831"/>
                  </a:lnTo>
                  <a:lnTo>
                    <a:pt x="1239365" y="778831"/>
                  </a:lnTo>
                  <a:lnTo>
                    <a:pt x="1245625" y="778831"/>
                  </a:lnTo>
                  <a:lnTo>
                    <a:pt x="1251884" y="778831"/>
                  </a:lnTo>
                  <a:lnTo>
                    <a:pt x="1258144" y="778831"/>
                  </a:lnTo>
                  <a:lnTo>
                    <a:pt x="1264403" y="778831"/>
                  </a:lnTo>
                  <a:lnTo>
                    <a:pt x="1270662" y="778831"/>
                  </a:lnTo>
                  <a:lnTo>
                    <a:pt x="1276922" y="778831"/>
                  </a:lnTo>
                  <a:lnTo>
                    <a:pt x="1283181" y="778831"/>
                  </a:lnTo>
                  <a:lnTo>
                    <a:pt x="1289441" y="778831"/>
                  </a:lnTo>
                  <a:lnTo>
                    <a:pt x="1295700" y="778831"/>
                  </a:lnTo>
                  <a:lnTo>
                    <a:pt x="1301960" y="778831"/>
                  </a:lnTo>
                  <a:lnTo>
                    <a:pt x="1308219" y="778831"/>
                  </a:lnTo>
                  <a:lnTo>
                    <a:pt x="1314478" y="778831"/>
                  </a:lnTo>
                  <a:lnTo>
                    <a:pt x="1320738" y="778831"/>
                  </a:lnTo>
                  <a:lnTo>
                    <a:pt x="1326997" y="778831"/>
                  </a:lnTo>
                  <a:lnTo>
                    <a:pt x="1333257" y="778831"/>
                  </a:lnTo>
                  <a:lnTo>
                    <a:pt x="1339516" y="778831"/>
                  </a:lnTo>
                  <a:lnTo>
                    <a:pt x="1345776" y="778831"/>
                  </a:lnTo>
                  <a:lnTo>
                    <a:pt x="1352035" y="778831"/>
                  </a:lnTo>
                  <a:lnTo>
                    <a:pt x="1358294" y="778831"/>
                  </a:lnTo>
                  <a:lnTo>
                    <a:pt x="1364554" y="778831"/>
                  </a:lnTo>
                  <a:lnTo>
                    <a:pt x="1370813" y="778831"/>
                  </a:lnTo>
                  <a:lnTo>
                    <a:pt x="1377073" y="778831"/>
                  </a:lnTo>
                  <a:lnTo>
                    <a:pt x="1383332" y="778831"/>
                  </a:lnTo>
                  <a:lnTo>
                    <a:pt x="1389592" y="778831"/>
                  </a:lnTo>
                  <a:lnTo>
                    <a:pt x="1395851" y="778831"/>
                  </a:lnTo>
                  <a:lnTo>
                    <a:pt x="1402110" y="778831"/>
                  </a:lnTo>
                  <a:lnTo>
                    <a:pt x="1408370" y="778831"/>
                  </a:lnTo>
                  <a:lnTo>
                    <a:pt x="1414629" y="778831"/>
                  </a:lnTo>
                  <a:lnTo>
                    <a:pt x="1420889" y="778831"/>
                  </a:lnTo>
                  <a:lnTo>
                    <a:pt x="1427148" y="778831"/>
                  </a:lnTo>
                  <a:lnTo>
                    <a:pt x="1433407" y="778831"/>
                  </a:lnTo>
                  <a:lnTo>
                    <a:pt x="1439667" y="778831"/>
                  </a:lnTo>
                  <a:lnTo>
                    <a:pt x="1445926" y="778831"/>
                  </a:lnTo>
                  <a:lnTo>
                    <a:pt x="1452186" y="778831"/>
                  </a:lnTo>
                  <a:lnTo>
                    <a:pt x="1458445" y="778831"/>
                  </a:lnTo>
                  <a:lnTo>
                    <a:pt x="1464705" y="778831"/>
                  </a:lnTo>
                  <a:lnTo>
                    <a:pt x="1470964" y="778831"/>
                  </a:lnTo>
                  <a:lnTo>
                    <a:pt x="1477223" y="778831"/>
                  </a:lnTo>
                  <a:lnTo>
                    <a:pt x="1483483" y="778831"/>
                  </a:lnTo>
                  <a:lnTo>
                    <a:pt x="1489742" y="778831"/>
                  </a:lnTo>
                  <a:lnTo>
                    <a:pt x="1496002" y="778831"/>
                  </a:lnTo>
                  <a:lnTo>
                    <a:pt x="1502261" y="778831"/>
                  </a:lnTo>
                  <a:lnTo>
                    <a:pt x="1508521" y="778831"/>
                  </a:lnTo>
                  <a:lnTo>
                    <a:pt x="1514780" y="778831"/>
                  </a:lnTo>
                  <a:lnTo>
                    <a:pt x="1521039" y="778831"/>
                  </a:lnTo>
                  <a:lnTo>
                    <a:pt x="1527299" y="778831"/>
                  </a:lnTo>
                  <a:lnTo>
                    <a:pt x="1533558" y="778831"/>
                  </a:lnTo>
                  <a:lnTo>
                    <a:pt x="1539818" y="778831"/>
                  </a:lnTo>
                  <a:lnTo>
                    <a:pt x="1546077" y="778831"/>
                  </a:lnTo>
                  <a:lnTo>
                    <a:pt x="1552337" y="778831"/>
                  </a:lnTo>
                  <a:lnTo>
                    <a:pt x="1558596" y="778831"/>
                  </a:lnTo>
                  <a:lnTo>
                    <a:pt x="1564855" y="778831"/>
                  </a:lnTo>
                  <a:lnTo>
                    <a:pt x="1571115" y="778831"/>
                  </a:lnTo>
                  <a:lnTo>
                    <a:pt x="1577374" y="778831"/>
                  </a:lnTo>
                  <a:lnTo>
                    <a:pt x="1583634" y="778831"/>
                  </a:lnTo>
                  <a:lnTo>
                    <a:pt x="1589893" y="778831"/>
                  </a:lnTo>
                  <a:lnTo>
                    <a:pt x="1596152" y="778831"/>
                  </a:lnTo>
                  <a:lnTo>
                    <a:pt x="1602412" y="778831"/>
                  </a:lnTo>
                  <a:lnTo>
                    <a:pt x="1608671" y="778831"/>
                  </a:lnTo>
                  <a:lnTo>
                    <a:pt x="1614931" y="778831"/>
                  </a:lnTo>
                  <a:lnTo>
                    <a:pt x="1621190" y="778831"/>
                  </a:lnTo>
                  <a:lnTo>
                    <a:pt x="1627450" y="778831"/>
                  </a:lnTo>
                  <a:lnTo>
                    <a:pt x="1633709" y="778831"/>
                  </a:lnTo>
                  <a:lnTo>
                    <a:pt x="1639968" y="778831"/>
                  </a:lnTo>
                  <a:lnTo>
                    <a:pt x="1646228" y="778831"/>
                  </a:lnTo>
                  <a:lnTo>
                    <a:pt x="1652487" y="778831"/>
                  </a:lnTo>
                  <a:lnTo>
                    <a:pt x="1658747" y="778831"/>
                  </a:lnTo>
                  <a:lnTo>
                    <a:pt x="1665006" y="778831"/>
                  </a:lnTo>
                  <a:lnTo>
                    <a:pt x="1671266" y="778831"/>
                  </a:lnTo>
                  <a:lnTo>
                    <a:pt x="1677525" y="778831"/>
                  </a:lnTo>
                  <a:lnTo>
                    <a:pt x="1683784" y="778831"/>
                  </a:lnTo>
                  <a:lnTo>
                    <a:pt x="1690044" y="778831"/>
                  </a:lnTo>
                  <a:lnTo>
                    <a:pt x="1696303" y="778831"/>
                  </a:lnTo>
                  <a:lnTo>
                    <a:pt x="1702563" y="778831"/>
                  </a:lnTo>
                  <a:lnTo>
                    <a:pt x="1708822" y="778831"/>
                  </a:lnTo>
                  <a:lnTo>
                    <a:pt x="1715082" y="778831"/>
                  </a:lnTo>
                  <a:lnTo>
                    <a:pt x="1721341" y="778831"/>
                  </a:lnTo>
                  <a:lnTo>
                    <a:pt x="1727600" y="778831"/>
                  </a:lnTo>
                  <a:lnTo>
                    <a:pt x="1733860" y="778831"/>
                  </a:lnTo>
                  <a:lnTo>
                    <a:pt x="1740119" y="778831"/>
                  </a:lnTo>
                  <a:lnTo>
                    <a:pt x="1746379" y="778831"/>
                  </a:lnTo>
                  <a:lnTo>
                    <a:pt x="1752638" y="778831"/>
                  </a:lnTo>
                  <a:lnTo>
                    <a:pt x="1758897" y="778831"/>
                  </a:lnTo>
                  <a:lnTo>
                    <a:pt x="1765157" y="778831"/>
                  </a:lnTo>
                  <a:lnTo>
                    <a:pt x="1771416" y="778831"/>
                  </a:lnTo>
                  <a:lnTo>
                    <a:pt x="1777676" y="778831"/>
                  </a:lnTo>
                  <a:lnTo>
                    <a:pt x="1783935" y="778831"/>
                  </a:lnTo>
                  <a:lnTo>
                    <a:pt x="1790195" y="778831"/>
                  </a:lnTo>
                  <a:lnTo>
                    <a:pt x="1796454" y="778831"/>
                  </a:lnTo>
                  <a:lnTo>
                    <a:pt x="1802713" y="778831"/>
                  </a:lnTo>
                  <a:lnTo>
                    <a:pt x="1808973" y="778831"/>
                  </a:lnTo>
                  <a:lnTo>
                    <a:pt x="1815232" y="778831"/>
                  </a:lnTo>
                  <a:lnTo>
                    <a:pt x="1821492" y="778831"/>
                  </a:lnTo>
                  <a:lnTo>
                    <a:pt x="1827751" y="778831"/>
                  </a:lnTo>
                  <a:lnTo>
                    <a:pt x="1834011" y="778831"/>
                  </a:lnTo>
                  <a:lnTo>
                    <a:pt x="1840270" y="778831"/>
                  </a:lnTo>
                  <a:lnTo>
                    <a:pt x="1846529" y="778831"/>
                  </a:lnTo>
                  <a:lnTo>
                    <a:pt x="1852789" y="778831"/>
                  </a:lnTo>
                  <a:lnTo>
                    <a:pt x="1859048" y="778831"/>
                  </a:lnTo>
                  <a:lnTo>
                    <a:pt x="1865308" y="778831"/>
                  </a:lnTo>
                  <a:lnTo>
                    <a:pt x="1871567" y="778831"/>
                  </a:lnTo>
                  <a:lnTo>
                    <a:pt x="1877827" y="778831"/>
                  </a:lnTo>
                  <a:lnTo>
                    <a:pt x="1884086" y="778831"/>
                  </a:lnTo>
                  <a:lnTo>
                    <a:pt x="1890345" y="778831"/>
                  </a:lnTo>
                  <a:lnTo>
                    <a:pt x="1896605" y="778831"/>
                  </a:lnTo>
                  <a:lnTo>
                    <a:pt x="1902864" y="778831"/>
                  </a:lnTo>
                  <a:lnTo>
                    <a:pt x="1909124" y="778831"/>
                  </a:lnTo>
                  <a:lnTo>
                    <a:pt x="1915383" y="778831"/>
                  </a:lnTo>
                  <a:lnTo>
                    <a:pt x="1921642" y="778831"/>
                  </a:lnTo>
                  <a:lnTo>
                    <a:pt x="1927902" y="778831"/>
                  </a:lnTo>
                  <a:lnTo>
                    <a:pt x="1934161" y="778831"/>
                  </a:lnTo>
                  <a:lnTo>
                    <a:pt x="1940421" y="778831"/>
                  </a:lnTo>
                  <a:lnTo>
                    <a:pt x="1946680" y="778831"/>
                  </a:lnTo>
                  <a:lnTo>
                    <a:pt x="1952940" y="778831"/>
                  </a:lnTo>
                  <a:lnTo>
                    <a:pt x="1959199" y="778831"/>
                  </a:lnTo>
                  <a:lnTo>
                    <a:pt x="1965458" y="778831"/>
                  </a:lnTo>
                  <a:lnTo>
                    <a:pt x="1971718" y="778831"/>
                  </a:lnTo>
                  <a:lnTo>
                    <a:pt x="1977977" y="778831"/>
                  </a:lnTo>
                  <a:lnTo>
                    <a:pt x="1984237" y="778831"/>
                  </a:lnTo>
                  <a:lnTo>
                    <a:pt x="1990496" y="778831"/>
                  </a:lnTo>
                  <a:lnTo>
                    <a:pt x="1996756" y="778831"/>
                  </a:lnTo>
                  <a:lnTo>
                    <a:pt x="2003015" y="778831"/>
                  </a:lnTo>
                  <a:lnTo>
                    <a:pt x="2009274" y="778831"/>
                  </a:lnTo>
                  <a:lnTo>
                    <a:pt x="2015534" y="778831"/>
                  </a:lnTo>
                  <a:lnTo>
                    <a:pt x="2021793" y="778831"/>
                  </a:lnTo>
                  <a:lnTo>
                    <a:pt x="2028053" y="778831"/>
                  </a:lnTo>
                  <a:lnTo>
                    <a:pt x="2034312" y="778831"/>
                  </a:lnTo>
                  <a:lnTo>
                    <a:pt x="2040572" y="778831"/>
                  </a:lnTo>
                  <a:lnTo>
                    <a:pt x="2046831" y="778831"/>
                  </a:lnTo>
                  <a:lnTo>
                    <a:pt x="2053090" y="778831"/>
                  </a:lnTo>
                  <a:lnTo>
                    <a:pt x="2059350" y="778831"/>
                  </a:lnTo>
                  <a:lnTo>
                    <a:pt x="2065609" y="778831"/>
                  </a:lnTo>
                  <a:lnTo>
                    <a:pt x="2071869" y="778831"/>
                  </a:lnTo>
                  <a:lnTo>
                    <a:pt x="2078128" y="778831"/>
                  </a:lnTo>
                  <a:lnTo>
                    <a:pt x="2084388" y="778831"/>
                  </a:lnTo>
                  <a:lnTo>
                    <a:pt x="2090647" y="778831"/>
                  </a:lnTo>
                  <a:lnTo>
                    <a:pt x="2096906" y="778831"/>
                  </a:lnTo>
                  <a:lnTo>
                    <a:pt x="2103166" y="778831"/>
                  </a:lnTo>
                  <a:lnTo>
                    <a:pt x="2109425" y="778831"/>
                  </a:lnTo>
                  <a:lnTo>
                    <a:pt x="2115685" y="778831"/>
                  </a:lnTo>
                  <a:lnTo>
                    <a:pt x="2121944" y="778831"/>
                  </a:lnTo>
                  <a:lnTo>
                    <a:pt x="2128203" y="778831"/>
                  </a:lnTo>
                  <a:lnTo>
                    <a:pt x="2134463" y="778831"/>
                  </a:lnTo>
                  <a:lnTo>
                    <a:pt x="2140722" y="778831"/>
                  </a:lnTo>
                  <a:lnTo>
                    <a:pt x="2146982" y="778831"/>
                  </a:lnTo>
                  <a:lnTo>
                    <a:pt x="2153241" y="778831"/>
                  </a:lnTo>
                  <a:lnTo>
                    <a:pt x="2159501" y="778831"/>
                  </a:lnTo>
                  <a:lnTo>
                    <a:pt x="2165760" y="778831"/>
                  </a:lnTo>
                  <a:lnTo>
                    <a:pt x="2172019" y="778831"/>
                  </a:lnTo>
                  <a:lnTo>
                    <a:pt x="2178279" y="778831"/>
                  </a:lnTo>
                  <a:lnTo>
                    <a:pt x="2184538" y="778831"/>
                  </a:lnTo>
                  <a:lnTo>
                    <a:pt x="2190798" y="778831"/>
                  </a:lnTo>
                  <a:lnTo>
                    <a:pt x="2197057" y="778831"/>
                  </a:lnTo>
                  <a:lnTo>
                    <a:pt x="2203317" y="778831"/>
                  </a:lnTo>
                  <a:lnTo>
                    <a:pt x="2209576" y="778831"/>
                  </a:lnTo>
                  <a:lnTo>
                    <a:pt x="2215835" y="778831"/>
                  </a:lnTo>
                  <a:lnTo>
                    <a:pt x="2222095" y="778831"/>
                  </a:lnTo>
                  <a:lnTo>
                    <a:pt x="2228354" y="778831"/>
                  </a:lnTo>
                  <a:lnTo>
                    <a:pt x="2234614" y="778831"/>
                  </a:lnTo>
                  <a:lnTo>
                    <a:pt x="2240873" y="778831"/>
                  </a:lnTo>
                  <a:lnTo>
                    <a:pt x="2247133" y="778831"/>
                  </a:lnTo>
                  <a:lnTo>
                    <a:pt x="2253392" y="778831"/>
                  </a:lnTo>
                  <a:lnTo>
                    <a:pt x="2259651" y="778831"/>
                  </a:lnTo>
                  <a:lnTo>
                    <a:pt x="2265911" y="778831"/>
                  </a:lnTo>
                  <a:lnTo>
                    <a:pt x="2272170" y="778831"/>
                  </a:lnTo>
                  <a:lnTo>
                    <a:pt x="2278430" y="778831"/>
                  </a:lnTo>
                  <a:lnTo>
                    <a:pt x="2284689" y="778831"/>
                  </a:lnTo>
                  <a:lnTo>
                    <a:pt x="2290948" y="778831"/>
                  </a:lnTo>
                  <a:lnTo>
                    <a:pt x="2297208" y="778831"/>
                  </a:lnTo>
                  <a:lnTo>
                    <a:pt x="2303467" y="778831"/>
                  </a:lnTo>
                  <a:lnTo>
                    <a:pt x="2309727" y="778831"/>
                  </a:lnTo>
                  <a:lnTo>
                    <a:pt x="2315986" y="778831"/>
                  </a:lnTo>
                  <a:lnTo>
                    <a:pt x="2322246" y="778831"/>
                  </a:lnTo>
                  <a:lnTo>
                    <a:pt x="2328505" y="778831"/>
                  </a:lnTo>
                  <a:lnTo>
                    <a:pt x="2334764" y="778831"/>
                  </a:lnTo>
                  <a:lnTo>
                    <a:pt x="2341024" y="778831"/>
                  </a:lnTo>
                  <a:lnTo>
                    <a:pt x="2347283" y="778831"/>
                  </a:lnTo>
                  <a:lnTo>
                    <a:pt x="2353543" y="778831"/>
                  </a:lnTo>
                  <a:lnTo>
                    <a:pt x="2359802" y="778831"/>
                  </a:lnTo>
                  <a:lnTo>
                    <a:pt x="2366062" y="778831"/>
                  </a:lnTo>
                  <a:lnTo>
                    <a:pt x="2372321" y="778831"/>
                  </a:lnTo>
                  <a:lnTo>
                    <a:pt x="2378580" y="778831"/>
                  </a:lnTo>
                  <a:lnTo>
                    <a:pt x="2384840" y="778831"/>
                  </a:lnTo>
                  <a:lnTo>
                    <a:pt x="2391099" y="778831"/>
                  </a:lnTo>
                  <a:lnTo>
                    <a:pt x="2397359" y="778831"/>
                  </a:lnTo>
                  <a:lnTo>
                    <a:pt x="2403618" y="778831"/>
                  </a:lnTo>
                  <a:lnTo>
                    <a:pt x="2409878" y="778831"/>
                  </a:lnTo>
                  <a:lnTo>
                    <a:pt x="2416137" y="778831"/>
                  </a:lnTo>
                  <a:lnTo>
                    <a:pt x="2422396" y="778831"/>
                  </a:lnTo>
                  <a:lnTo>
                    <a:pt x="2428656" y="778831"/>
                  </a:lnTo>
                  <a:lnTo>
                    <a:pt x="2434915" y="778831"/>
                  </a:lnTo>
                  <a:lnTo>
                    <a:pt x="2441175" y="778831"/>
                  </a:lnTo>
                  <a:lnTo>
                    <a:pt x="2447434" y="778831"/>
                  </a:lnTo>
                  <a:lnTo>
                    <a:pt x="2453693" y="778831"/>
                  </a:lnTo>
                  <a:lnTo>
                    <a:pt x="2459953" y="778831"/>
                  </a:lnTo>
                  <a:lnTo>
                    <a:pt x="2466212" y="778831"/>
                  </a:lnTo>
                  <a:lnTo>
                    <a:pt x="2472472" y="778831"/>
                  </a:lnTo>
                  <a:lnTo>
                    <a:pt x="2478731" y="778831"/>
                  </a:lnTo>
                  <a:lnTo>
                    <a:pt x="2484991" y="778831"/>
                  </a:lnTo>
                  <a:lnTo>
                    <a:pt x="2491250" y="778830"/>
                  </a:lnTo>
                  <a:lnTo>
                    <a:pt x="2497509" y="778828"/>
                  </a:lnTo>
                  <a:lnTo>
                    <a:pt x="2503769" y="778824"/>
                  </a:lnTo>
                  <a:lnTo>
                    <a:pt x="2510028" y="778814"/>
                  </a:lnTo>
                  <a:lnTo>
                    <a:pt x="2516288" y="778796"/>
                  </a:lnTo>
                  <a:lnTo>
                    <a:pt x="2522547" y="778763"/>
                  </a:lnTo>
                  <a:lnTo>
                    <a:pt x="2528807" y="778707"/>
                  </a:lnTo>
                  <a:lnTo>
                    <a:pt x="2535066" y="778618"/>
                  </a:lnTo>
                  <a:lnTo>
                    <a:pt x="2541325" y="778487"/>
                  </a:lnTo>
                  <a:lnTo>
                    <a:pt x="2547585" y="778307"/>
                  </a:lnTo>
                  <a:lnTo>
                    <a:pt x="2553844" y="778080"/>
                  </a:lnTo>
                  <a:lnTo>
                    <a:pt x="2560104" y="777816"/>
                  </a:lnTo>
                  <a:lnTo>
                    <a:pt x="2566363" y="777543"/>
                  </a:lnTo>
                  <a:lnTo>
                    <a:pt x="2572623" y="777299"/>
                  </a:lnTo>
                  <a:lnTo>
                    <a:pt x="2578882" y="777119"/>
                  </a:lnTo>
                  <a:lnTo>
                    <a:pt x="2585141" y="777034"/>
                  </a:lnTo>
                  <a:lnTo>
                    <a:pt x="2591401" y="777057"/>
                  </a:lnTo>
                  <a:lnTo>
                    <a:pt x="2597660" y="777185"/>
                  </a:lnTo>
                  <a:lnTo>
                    <a:pt x="2603920" y="777393"/>
                  </a:lnTo>
                  <a:lnTo>
                    <a:pt x="2610179" y="777650"/>
                  </a:lnTo>
                  <a:lnTo>
                    <a:pt x="2616438" y="777919"/>
                  </a:lnTo>
                  <a:lnTo>
                    <a:pt x="2622698" y="778169"/>
                  </a:lnTo>
                  <a:lnTo>
                    <a:pt x="2628957" y="778380"/>
                  </a:lnTo>
                  <a:lnTo>
                    <a:pt x="2635217" y="778542"/>
                  </a:lnTo>
                  <a:lnTo>
                    <a:pt x="2641476" y="778658"/>
                  </a:lnTo>
                  <a:lnTo>
                    <a:pt x="2647736" y="778734"/>
                  </a:lnTo>
                  <a:lnTo>
                    <a:pt x="2653995" y="778780"/>
                  </a:lnTo>
                  <a:lnTo>
                    <a:pt x="2660254" y="778806"/>
                  </a:lnTo>
                  <a:lnTo>
                    <a:pt x="2666514" y="778819"/>
                  </a:lnTo>
                  <a:lnTo>
                    <a:pt x="2672773" y="778826"/>
                  </a:lnTo>
                  <a:lnTo>
                    <a:pt x="2679033" y="778829"/>
                  </a:lnTo>
                  <a:lnTo>
                    <a:pt x="2685292" y="778830"/>
                  </a:lnTo>
                  <a:lnTo>
                    <a:pt x="2691552" y="778831"/>
                  </a:lnTo>
                  <a:lnTo>
                    <a:pt x="2697811" y="778831"/>
                  </a:lnTo>
                  <a:lnTo>
                    <a:pt x="2704070" y="778831"/>
                  </a:lnTo>
                  <a:lnTo>
                    <a:pt x="2710330" y="778831"/>
                  </a:lnTo>
                  <a:lnTo>
                    <a:pt x="2716589" y="778831"/>
                  </a:lnTo>
                  <a:lnTo>
                    <a:pt x="2722849" y="778831"/>
                  </a:lnTo>
                  <a:lnTo>
                    <a:pt x="2729108" y="778831"/>
                  </a:lnTo>
                  <a:lnTo>
                    <a:pt x="2735368" y="778831"/>
                  </a:lnTo>
                  <a:lnTo>
                    <a:pt x="2741627" y="778831"/>
                  </a:lnTo>
                  <a:lnTo>
                    <a:pt x="2747886" y="778831"/>
                  </a:lnTo>
                  <a:lnTo>
                    <a:pt x="2754146" y="778831"/>
                  </a:lnTo>
                  <a:lnTo>
                    <a:pt x="2760405" y="778831"/>
                  </a:lnTo>
                  <a:lnTo>
                    <a:pt x="2766665" y="778831"/>
                  </a:lnTo>
                  <a:lnTo>
                    <a:pt x="2772924" y="778831"/>
                  </a:lnTo>
                  <a:lnTo>
                    <a:pt x="2779184" y="778831"/>
                  </a:lnTo>
                  <a:lnTo>
                    <a:pt x="2785443" y="778831"/>
                  </a:lnTo>
                  <a:lnTo>
                    <a:pt x="2791702" y="778831"/>
                  </a:lnTo>
                  <a:lnTo>
                    <a:pt x="2797962" y="778831"/>
                  </a:lnTo>
                  <a:lnTo>
                    <a:pt x="2804221" y="778831"/>
                  </a:lnTo>
                  <a:lnTo>
                    <a:pt x="2810481" y="778831"/>
                  </a:lnTo>
                  <a:lnTo>
                    <a:pt x="2816740" y="778831"/>
                  </a:lnTo>
                  <a:lnTo>
                    <a:pt x="2822999" y="778831"/>
                  </a:lnTo>
                  <a:lnTo>
                    <a:pt x="2829259" y="778831"/>
                  </a:lnTo>
                  <a:lnTo>
                    <a:pt x="2835518" y="778831"/>
                  </a:lnTo>
                  <a:lnTo>
                    <a:pt x="2841778" y="778831"/>
                  </a:lnTo>
                  <a:lnTo>
                    <a:pt x="2848037" y="778831"/>
                  </a:lnTo>
                  <a:lnTo>
                    <a:pt x="2854297" y="778831"/>
                  </a:lnTo>
                  <a:lnTo>
                    <a:pt x="2860556" y="778831"/>
                  </a:lnTo>
                  <a:lnTo>
                    <a:pt x="2866815" y="778831"/>
                  </a:lnTo>
                  <a:lnTo>
                    <a:pt x="2873075" y="778831"/>
                  </a:lnTo>
                  <a:lnTo>
                    <a:pt x="2879334" y="778831"/>
                  </a:lnTo>
                  <a:lnTo>
                    <a:pt x="2885594" y="778831"/>
                  </a:lnTo>
                  <a:lnTo>
                    <a:pt x="2891853" y="778831"/>
                  </a:lnTo>
                  <a:lnTo>
                    <a:pt x="2898113" y="778831"/>
                  </a:lnTo>
                  <a:lnTo>
                    <a:pt x="2904372" y="778831"/>
                  </a:lnTo>
                  <a:lnTo>
                    <a:pt x="2910631" y="778831"/>
                  </a:lnTo>
                  <a:lnTo>
                    <a:pt x="2916891" y="778831"/>
                  </a:lnTo>
                  <a:lnTo>
                    <a:pt x="2923150" y="778831"/>
                  </a:lnTo>
                  <a:lnTo>
                    <a:pt x="2929410" y="778831"/>
                  </a:lnTo>
                  <a:lnTo>
                    <a:pt x="2935669" y="778831"/>
                  </a:lnTo>
                  <a:lnTo>
                    <a:pt x="2941929" y="778831"/>
                  </a:lnTo>
                  <a:lnTo>
                    <a:pt x="2948188" y="778831"/>
                  </a:lnTo>
                  <a:lnTo>
                    <a:pt x="2954447" y="778831"/>
                  </a:lnTo>
                  <a:lnTo>
                    <a:pt x="2960707" y="778831"/>
                  </a:lnTo>
                  <a:lnTo>
                    <a:pt x="2966966" y="778831"/>
                  </a:lnTo>
                  <a:lnTo>
                    <a:pt x="2973226" y="778831"/>
                  </a:lnTo>
                  <a:lnTo>
                    <a:pt x="2979485" y="778831"/>
                  </a:lnTo>
                  <a:lnTo>
                    <a:pt x="2985744" y="778831"/>
                  </a:lnTo>
                  <a:lnTo>
                    <a:pt x="2992004" y="778831"/>
                  </a:lnTo>
                  <a:lnTo>
                    <a:pt x="2998263" y="778831"/>
                  </a:lnTo>
                  <a:lnTo>
                    <a:pt x="3004523" y="778831"/>
                  </a:lnTo>
                  <a:lnTo>
                    <a:pt x="3010782" y="778831"/>
                  </a:lnTo>
                  <a:lnTo>
                    <a:pt x="3017042" y="778831"/>
                  </a:lnTo>
                  <a:lnTo>
                    <a:pt x="3023301" y="778831"/>
                  </a:lnTo>
                  <a:lnTo>
                    <a:pt x="3029560" y="778831"/>
                  </a:lnTo>
                  <a:lnTo>
                    <a:pt x="3035820" y="778831"/>
                  </a:lnTo>
                  <a:lnTo>
                    <a:pt x="3042079" y="778831"/>
                  </a:lnTo>
                  <a:lnTo>
                    <a:pt x="3048339" y="778831"/>
                  </a:lnTo>
                  <a:lnTo>
                    <a:pt x="3054598" y="778831"/>
                  </a:lnTo>
                  <a:lnTo>
                    <a:pt x="3060858" y="778831"/>
                  </a:lnTo>
                  <a:lnTo>
                    <a:pt x="3067117" y="778831"/>
                  </a:lnTo>
                  <a:lnTo>
                    <a:pt x="3073376" y="778831"/>
                  </a:lnTo>
                  <a:lnTo>
                    <a:pt x="3079636" y="778831"/>
                  </a:lnTo>
                  <a:lnTo>
                    <a:pt x="3085895" y="778831"/>
                  </a:lnTo>
                  <a:lnTo>
                    <a:pt x="3092155" y="778831"/>
                  </a:lnTo>
                  <a:lnTo>
                    <a:pt x="3098414" y="778831"/>
                  </a:lnTo>
                  <a:lnTo>
                    <a:pt x="3104674" y="778831"/>
                  </a:lnTo>
                  <a:lnTo>
                    <a:pt x="3110933" y="778831"/>
                  </a:lnTo>
                  <a:lnTo>
                    <a:pt x="3117192" y="778831"/>
                  </a:lnTo>
                  <a:lnTo>
                    <a:pt x="3123452" y="778831"/>
                  </a:lnTo>
                  <a:lnTo>
                    <a:pt x="3129711" y="778831"/>
                  </a:lnTo>
                  <a:lnTo>
                    <a:pt x="3135971" y="778831"/>
                  </a:lnTo>
                  <a:lnTo>
                    <a:pt x="3142230" y="778831"/>
                  </a:lnTo>
                  <a:lnTo>
                    <a:pt x="3148489" y="778831"/>
                  </a:lnTo>
                  <a:lnTo>
                    <a:pt x="3154749" y="778831"/>
                  </a:lnTo>
                  <a:lnTo>
                    <a:pt x="3161008" y="778831"/>
                  </a:lnTo>
                  <a:lnTo>
                    <a:pt x="3167268" y="778831"/>
                  </a:lnTo>
                  <a:lnTo>
                    <a:pt x="3173527" y="778831"/>
                  </a:lnTo>
                  <a:lnTo>
                    <a:pt x="3179787" y="778831"/>
                  </a:lnTo>
                  <a:lnTo>
                    <a:pt x="3186046" y="778831"/>
                  </a:lnTo>
                  <a:lnTo>
                    <a:pt x="3192305" y="778831"/>
                  </a:lnTo>
                  <a:lnTo>
                    <a:pt x="3198565" y="778831"/>
                  </a:lnTo>
                </a:path>
              </a:pathLst>
            </a:custGeom>
            <a:ln w="27101" cap="flat">
              <a:solidFill>
                <a:srgbClr val="002F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749798" y="2519095"/>
              <a:ext cx="3198565" cy="811848"/>
            </a:xfrm>
            <a:custGeom>
              <a:avLst/>
              <a:pathLst>
                <a:path w="3198565" h="811848">
                  <a:moveTo>
                    <a:pt x="0" y="811848"/>
                  </a:moveTo>
                  <a:lnTo>
                    <a:pt x="6259" y="811848"/>
                  </a:lnTo>
                  <a:lnTo>
                    <a:pt x="12518" y="811848"/>
                  </a:lnTo>
                  <a:lnTo>
                    <a:pt x="18778" y="811848"/>
                  </a:lnTo>
                  <a:lnTo>
                    <a:pt x="25037" y="811848"/>
                  </a:lnTo>
                  <a:lnTo>
                    <a:pt x="31297" y="811848"/>
                  </a:lnTo>
                  <a:lnTo>
                    <a:pt x="37556" y="811848"/>
                  </a:lnTo>
                  <a:lnTo>
                    <a:pt x="43815" y="811848"/>
                  </a:lnTo>
                  <a:lnTo>
                    <a:pt x="50075" y="811848"/>
                  </a:lnTo>
                  <a:lnTo>
                    <a:pt x="56334" y="811847"/>
                  </a:lnTo>
                  <a:lnTo>
                    <a:pt x="62594" y="811847"/>
                  </a:lnTo>
                  <a:lnTo>
                    <a:pt x="68853" y="811846"/>
                  </a:lnTo>
                  <a:lnTo>
                    <a:pt x="75113" y="811844"/>
                  </a:lnTo>
                  <a:lnTo>
                    <a:pt x="81372" y="811840"/>
                  </a:lnTo>
                  <a:lnTo>
                    <a:pt x="87631" y="811831"/>
                  </a:lnTo>
                  <a:lnTo>
                    <a:pt x="93891" y="811812"/>
                  </a:lnTo>
                  <a:lnTo>
                    <a:pt x="100150" y="811776"/>
                  </a:lnTo>
                  <a:lnTo>
                    <a:pt x="106410" y="811707"/>
                  </a:lnTo>
                  <a:lnTo>
                    <a:pt x="112669" y="811586"/>
                  </a:lnTo>
                  <a:lnTo>
                    <a:pt x="118929" y="811381"/>
                  </a:lnTo>
                  <a:lnTo>
                    <a:pt x="125188" y="811051"/>
                  </a:lnTo>
                  <a:lnTo>
                    <a:pt x="131447" y="810541"/>
                  </a:lnTo>
                  <a:lnTo>
                    <a:pt x="137707" y="809792"/>
                  </a:lnTo>
                  <a:lnTo>
                    <a:pt x="143966" y="808739"/>
                  </a:lnTo>
                  <a:lnTo>
                    <a:pt x="150226" y="807324"/>
                  </a:lnTo>
                  <a:lnTo>
                    <a:pt x="156485" y="805505"/>
                  </a:lnTo>
                  <a:lnTo>
                    <a:pt x="162745" y="803267"/>
                  </a:lnTo>
                  <a:lnTo>
                    <a:pt x="169004" y="800630"/>
                  </a:lnTo>
                  <a:lnTo>
                    <a:pt x="175263" y="797654"/>
                  </a:lnTo>
                  <a:lnTo>
                    <a:pt x="181523" y="794427"/>
                  </a:lnTo>
                  <a:lnTo>
                    <a:pt x="187782" y="791065"/>
                  </a:lnTo>
                  <a:lnTo>
                    <a:pt x="194042" y="787686"/>
                  </a:lnTo>
                  <a:lnTo>
                    <a:pt x="200301" y="784359"/>
                  </a:lnTo>
                  <a:lnTo>
                    <a:pt x="206560" y="781112"/>
                  </a:lnTo>
                  <a:lnTo>
                    <a:pt x="212820" y="777929"/>
                  </a:lnTo>
                  <a:lnTo>
                    <a:pt x="219079" y="774764"/>
                  </a:lnTo>
                  <a:lnTo>
                    <a:pt x="225339" y="771559"/>
                  </a:lnTo>
                  <a:lnTo>
                    <a:pt x="231598" y="768269"/>
                  </a:lnTo>
                  <a:lnTo>
                    <a:pt x="237858" y="764881"/>
                  </a:lnTo>
                  <a:lnTo>
                    <a:pt x="244117" y="761423"/>
                  </a:lnTo>
                  <a:lnTo>
                    <a:pt x="250376" y="757960"/>
                  </a:lnTo>
                  <a:lnTo>
                    <a:pt x="256636" y="754578"/>
                  </a:lnTo>
                  <a:lnTo>
                    <a:pt x="262895" y="751361"/>
                  </a:lnTo>
                  <a:lnTo>
                    <a:pt x="269155" y="748373"/>
                  </a:lnTo>
                  <a:lnTo>
                    <a:pt x="275414" y="745646"/>
                  </a:lnTo>
                  <a:lnTo>
                    <a:pt x="281674" y="743123"/>
                  </a:lnTo>
                  <a:lnTo>
                    <a:pt x="287933" y="740735"/>
                  </a:lnTo>
                  <a:lnTo>
                    <a:pt x="294192" y="738394"/>
                  </a:lnTo>
                  <a:lnTo>
                    <a:pt x="300452" y="736017"/>
                  </a:lnTo>
                  <a:lnTo>
                    <a:pt x="306711" y="733535"/>
                  </a:lnTo>
                  <a:lnTo>
                    <a:pt x="312971" y="730898"/>
                  </a:lnTo>
                  <a:lnTo>
                    <a:pt x="319230" y="728074"/>
                  </a:lnTo>
                  <a:lnTo>
                    <a:pt x="325490" y="725045"/>
                  </a:lnTo>
                  <a:lnTo>
                    <a:pt x="331749" y="721798"/>
                  </a:lnTo>
                  <a:lnTo>
                    <a:pt x="338008" y="718322"/>
                  </a:lnTo>
                  <a:lnTo>
                    <a:pt x="344268" y="714613"/>
                  </a:lnTo>
                  <a:lnTo>
                    <a:pt x="350527" y="710670"/>
                  </a:lnTo>
                  <a:lnTo>
                    <a:pt x="356787" y="706503"/>
                  </a:lnTo>
                  <a:lnTo>
                    <a:pt x="363046" y="702120"/>
                  </a:lnTo>
                  <a:lnTo>
                    <a:pt x="369305" y="697566"/>
                  </a:lnTo>
                  <a:lnTo>
                    <a:pt x="375565" y="692865"/>
                  </a:lnTo>
                  <a:lnTo>
                    <a:pt x="381824" y="688023"/>
                  </a:lnTo>
                  <a:lnTo>
                    <a:pt x="388084" y="683015"/>
                  </a:lnTo>
                  <a:lnTo>
                    <a:pt x="394343" y="677782"/>
                  </a:lnTo>
                  <a:lnTo>
                    <a:pt x="400603" y="672223"/>
                  </a:lnTo>
                  <a:lnTo>
                    <a:pt x="406862" y="666196"/>
                  </a:lnTo>
                  <a:lnTo>
                    <a:pt x="413121" y="659519"/>
                  </a:lnTo>
                  <a:lnTo>
                    <a:pt x="419381" y="651977"/>
                  </a:lnTo>
                  <a:lnTo>
                    <a:pt x="425640" y="643321"/>
                  </a:lnTo>
                  <a:lnTo>
                    <a:pt x="431900" y="633267"/>
                  </a:lnTo>
                  <a:lnTo>
                    <a:pt x="438159" y="621500"/>
                  </a:lnTo>
                  <a:lnTo>
                    <a:pt x="444419" y="607659"/>
                  </a:lnTo>
                  <a:lnTo>
                    <a:pt x="450678" y="591142"/>
                  </a:lnTo>
                  <a:lnTo>
                    <a:pt x="456937" y="571493"/>
                  </a:lnTo>
                  <a:lnTo>
                    <a:pt x="463197" y="548155"/>
                  </a:lnTo>
                  <a:lnTo>
                    <a:pt x="469456" y="520422"/>
                  </a:lnTo>
                  <a:lnTo>
                    <a:pt x="475716" y="487530"/>
                  </a:lnTo>
                  <a:lnTo>
                    <a:pt x="481975" y="448750"/>
                  </a:lnTo>
                  <a:lnTo>
                    <a:pt x="488235" y="403559"/>
                  </a:lnTo>
                  <a:lnTo>
                    <a:pt x="494494" y="351880"/>
                  </a:lnTo>
                  <a:lnTo>
                    <a:pt x="500753" y="294374"/>
                  </a:lnTo>
                  <a:lnTo>
                    <a:pt x="507013" y="232717"/>
                  </a:lnTo>
                  <a:lnTo>
                    <a:pt x="513272" y="169795"/>
                  </a:lnTo>
                  <a:lnTo>
                    <a:pt x="519532" y="109715"/>
                  </a:lnTo>
                  <a:lnTo>
                    <a:pt x="525791" y="57564"/>
                  </a:lnTo>
                  <a:lnTo>
                    <a:pt x="532050" y="18886"/>
                  </a:lnTo>
                  <a:lnTo>
                    <a:pt x="538310" y="0"/>
                  </a:lnTo>
                  <a:lnTo>
                    <a:pt x="544569" y="4782"/>
                  </a:lnTo>
                  <a:lnTo>
                    <a:pt x="550829" y="33787"/>
                  </a:lnTo>
                  <a:lnTo>
                    <a:pt x="557088" y="85626"/>
                  </a:lnTo>
                  <a:lnTo>
                    <a:pt x="563348" y="156483"/>
                  </a:lnTo>
                  <a:lnTo>
                    <a:pt x="569607" y="240703"/>
                  </a:lnTo>
                  <a:lnTo>
                    <a:pt x="575866" y="331674"/>
                  </a:lnTo>
                  <a:lnTo>
                    <a:pt x="582126" y="422797"/>
                  </a:lnTo>
                  <a:lnTo>
                    <a:pt x="588385" y="508355"/>
                  </a:lnTo>
                  <a:lnTo>
                    <a:pt x="594645" y="584124"/>
                  </a:lnTo>
                  <a:lnTo>
                    <a:pt x="600904" y="647650"/>
                  </a:lnTo>
                  <a:lnTo>
                    <a:pt x="607164" y="698184"/>
                  </a:lnTo>
                  <a:lnTo>
                    <a:pt x="613423" y="736377"/>
                  </a:lnTo>
                  <a:lnTo>
                    <a:pt x="619682" y="763824"/>
                  </a:lnTo>
                  <a:lnTo>
                    <a:pt x="625942" y="782374"/>
                  </a:lnTo>
                  <a:lnTo>
                    <a:pt x="632201" y="794285"/>
                  </a:lnTo>
                  <a:lnTo>
                    <a:pt x="638461" y="801784"/>
                  </a:lnTo>
                  <a:lnTo>
                    <a:pt x="644720" y="806307"/>
                  </a:lnTo>
                  <a:lnTo>
                    <a:pt x="650980" y="808920"/>
                  </a:lnTo>
                  <a:lnTo>
                    <a:pt x="657239" y="810365"/>
                  </a:lnTo>
                  <a:lnTo>
                    <a:pt x="663498" y="811128"/>
                  </a:lnTo>
                  <a:lnTo>
                    <a:pt x="669758" y="811514"/>
                  </a:lnTo>
                  <a:lnTo>
                    <a:pt x="676017" y="811699"/>
                  </a:lnTo>
                  <a:lnTo>
                    <a:pt x="682277" y="811785"/>
                  </a:lnTo>
                  <a:lnTo>
                    <a:pt x="688536" y="811822"/>
                  </a:lnTo>
                  <a:lnTo>
                    <a:pt x="694796" y="811838"/>
                  </a:lnTo>
                  <a:lnTo>
                    <a:pt x="701055" y="811844"/>
                  </a:lnTo>
                  <a:lnTo>
                    <a:pt x="707314" y="811846"/>
                  </a:lnTo>
                  <a:lnTo>
                    <a:pt x="713574" y="811847"/>
                  </a:lnTo>
                  <a:lnTo>
                    <a:pt x="719833" y="811848"/>
                  </a:lnTo>
                  <a:lnTo>
                    <a:pt x="726093" y="811848"/>
                  </a:lnTo>
                  <a:lnTo>
                    <a:pt x="732352" y="811848"/>
                  </a:lnTo>
                  <a:lnTo>
                    <a:pt x="738611" y="811848"/>
                  </a:lnTo>
                  <a:lnTo>
                    <a:pt x="744871" y="811848"/>
                  </a:lnTo>
                  <a:lnTo>
                    <a:pt x="751130" y="811848"/>
                  </a:lnTo>
                  <a:lnTo>
                    <a:pt x="757390" y="811848"/>
                  </a:lnTo>
                  <a:lnTo>
                    <a:pt x="763649" y="811848"/>
                  </a:lnTo>
                  <a:lnTo>
                    <a:pt x="769909" y="811848"/>
                  </a:lnTo>
                  <a:lnTo>
                    <a:pt x="776168" y="811848"/>
                  </a:lnTo>
                  <a:lnTo>
                    <a:pt x="782427" y="811848"/>
                  </a:lnTo>
                  <a:lnTo>
                    <a:pt x="788687" y="811848"/>
                  </a:lnTo>
                  <a:lnTo>
                    <a:pt x="794946" y="811848"/>
                  </a:lnTo>
                  <a:lnTo>
                    <a:pt x="801206" y="811848"/>
                  </a:lnTo>
                  <a:lnTo>
                    <a:pt x="807465" y="811848"/>
                  </a:lnTo>
                  <a:lnTo>
                    <a:pt x="813725" y="811848"/>
                  </a:lnTo>
                  <a:lnTo>
                    <a:pt x="819984" y="811848"/>
                  </a:lnTo>
                  <a:lnTo>
                    <a:pt x="826243" y="811848"/>
                  </a:lnTo>
                  <a:lnTo>
                    <a:pt x="832503" y="811848"/>
                  </a:lnTo>
                  <a:lnTo>
                    <a:pt x="838762" y="811848"/>
                  </a:lnTo>
                  <a:lnTo>
                    <a:pt x="845022" y="811848"/>
                  </a:lnTo>
                  <a:lnTo>
                    <a:pt x="851281" y="811848"/>
                  </a:lnTo>
                  <a:lnTo>
                    <a:pt x="857541" y="811848"/>
                  </a:lnTo>
                  <a:lnTo>
                    <a:pt x="863800" y="811848"/>
                  </a:lnTo>
                  <a:lnTo>
                    <a:pt x="870059" y="811848"/>
                  </a:lnTo>
                  <a:lnTo>
                    <a:pt x="876319" y="811848"/>
                  </a:lnTo>
                  <a:lnTo>
                    <a:pt x="882578" y="811848"/>
                  </a:lnTo>
                  <a:lnTo>
                    <a:pt x="888838" y="811848"/>
                  </a:lnTo>
                  <a:lnTo>
                    <a:pt x="895097" y="811848"/>
                  </a:lnTo>
                  <a:lnTo>
                    <a:pt x="901356" y="811848"/>
                  </a:lnTo>
                  <a:lnTo>
                    <a:pt x="907616" y="811848"/>
                  </a:lnTo>
                  <a:lnTo>
                    <a:pt x="913875" y="811848"/>
                  </a:lnTo>
                  <a:lnTo>
                    <a:pt x="920135" y="811848"/>
                  </a:lnTo>
                  <a:lnTo>
                    <a:pt x="926394" y="811848"/>
                  </a:lnTo>
                  <a:lnTo>
                    <a:pt x="932654" y="811848"/>
                  </a:lnTo>
                  <a:lnTo>
                    <a:pt x="938913" y="811848"/>
                  </a:lnTo>
                  <a:lnTo>
                    <a:pt x="945172" y="811848"/>
                  </a:lnTo>
                  <a:lnTo>
                    <a:pt x="951432" y="811848"/>
                  </a:lnTo>
                  <a:lnTo>
                    <a:pt x="957691" y="811848"/>
                  </a:lnTo>
                  <a:lnTo>
                    <a:pt x="963951" y="811848"/>
                  </a:lnTo>
                  <a:lnTo>
                    <a:pt x="970210" y="811848"/>
                  </a:lnTo>
                  <a:lnTo>
                    <a:pt x="976470" y="811848"/>
                  </a:lnTo>
                  <a:lnTo>
                    <a:pt x="982729" y="811848"/>
                  </a:lnTo>
                  <a:lnTo>
                    <a:pt x="988988" y="811848"/>
                  </a:lnTo>
                  <a:lnTo>
                    <a:pt x="995248" y="811848"/>
                  </a:lnTo>
                  <a:lnTo>
                    <a:pt x="1001507" y="811848"/>
                  </a:lnTo>
                  <a:lnTo>
                    <a:pt x="1007767" y="811848"/>
                  </a:lnTo>
                  <a:lnTo>
                    <a:pt x="1014026" y="811848"/>
                  </a:lnTo>
                  <a:lnTo>
                    <a:pt x="1020286" y="811848"/>
                  </a:lnTo>
                  <a:lnTo>
                    <a:pt x="1026545" y="811848"/>
                  </a:lnTo>
                  <a:lnTo>
                    <a:pt x="1032804" y="811848"/>
                  </a:lnTo>
                  <a:lnTo>
                    <a:pt x="1039064" y="811848"/>
                  </a:lnTo>
                  <a:lnTo>
                    <a:pt x="1045323" y="811848"/>
                  </a:lnTo>
                  <a:lnTo>
                    <a:pt x="1051583" y="811848"/>
                  </a:lnTo>
                  <a:lnTo>
                    <a:pt x="1057842" y="811848"/>
                  </a:lnTo>
                  <a:lnTo>
                    <a:pt x="1064101" y="811848"/>
                  </a:lnTo>
                  <a:lnTo>
                    <a:pt x="1070361" y="811848"/>
                  </a:lnTo>
                  <a:lnTo>
                    <a:pt x="1076620" y="811848"/>
                  </a:lnTo>
                  <a:lnTo>
                    <a:pt x="1082880" y="811848"/>
                  </a:lnTo>
                  <a:lnTo>
                    <a:pt x="1089139" y="811848"/>
                  </a:lnTo>
                  <a:lnTo>
                    <a:pt x="1095399" y="811848"/>
                  </a:lnTo>
                  <a:lnTo>
                    <a:pt x="1101658" y="811848"/>
                  </a:lnTo>
                  <a:lnTo>
                    <a:pt x="1107917" y="811848"/>
                  </a:lnTo>
                  <a:lnTo>
                    <a:pt x="1114177" y="811848"/>
                  </a:lnTo>
                  <a:lnTo>
                    <a:pt x="1120436" y="811848"/>
                  </a:lnTo>
                  <a:lnTo>
                    <a:pt x="1126696" y="811848"/>
                  </a:lnTo>
                  <a:lnTo>
                    <a:pt x="1132955" y="811848"/>
                  </a:lnTo>
                  <a:lnTo>
                    <a:pt x="1139215" y="811848"/>
                  </a:lnTo>
                  <a:lnTo>
                    <a:pt x="1145474" y="811848"/>
                  </a:lnTo>
                  <a:lnTo>
                    <a:pt x="1151733" y="811848"/>
                  </a:lnTo>
                  <a:lnTo>
                    <a:pt x="1157993" y="811848"/>
                  </a:lnTo>
                  <a:lnTo>
                    <a:pt x="1164252" y="811848"/>
                  </a:lnTo>
                  <a:lnTo>
                    <a:pt x="1170512" y="811848"/>
                  </a:lnTo>
                  <a:lnTo>
                    <a:pt x="1176771" y="811848"/>
                  </a:lnTo>
                  <a:lnTo>
                    <a:pt x="1183031" y="811848"/>
                  </a:lnTo>
                  <a:lnTo>
                    <a:pt x="1189290" y="811848"/>
                  </a:lnTo>
                  <a:lnTo>
                    <a:pt x="1195549" y="811848"/>
                  </a:lnTo>
                  <a:lnTo>
                    <a:pt x="1201809" y="811848"/>
                  </a:lnTo>
                  <a:lnTo>
                    <a:pt x="1208068" y="811848"/>
                  </a:lnTo>
                  <a:lnTo>
                    <a:pt x="1214328" y="811848"/>
                  </a:lnTo>
                  <a:lnTo>
                    <a:pt x="1220587" y="811848"/>
                  </a:lnTo>
                  <a:lnTo>
                    <a:pt x="1226846" y="811848"/>
                  </a:lnTo>
                  <a:lnTo>
                    <a:pt x="1233106" y="811848"/>
                  </a:lnTo>
                  <a:lnTo>
                    <a:pt x="1239365" y="811848"/>
                  </a:lnTo>
                  <a:lnTo>
                    <a:pt x="1245625" y="811848"/>
                  </a:lnTo>
                  <a:lnTo>
                    <a:pt x="1251884" y="811848"/>
                  </a:lnTo>
                  <a:lnTo>
                    <a:pt x="1258144" y="811848"/>
                  </a:lnTo>
                  <a:lnTo>
                    <a:pt x="1264403" y="811848"/>
                  </a:lnTo>
                  <a:lnTo>
                    <a:pt x="1270662" y="811848"/>
                  </a:lnTo>
                  <a:lnTo>
                    <a:pt x="1276922" y="811848"/>
                  </a:lnTo>
                  <a:lnTo>
                    <a:pt x="1283181" y="811848"/>
                  </a:lnTo>
                  <a:lnTo>
                    <a:pt x="1289441" y="811848"/>
                  </a:lnTo>
                  <a:lnTo>
                    <a:pt x="1295700" y="811848"/>
                  </a:lnTo>
                  <a:lnTo>
                    <a:pt x="1301960" y="811848"/>
                  </a:lnTo>
                  <a:lnTo>
                    <a:pt x="1308219" y="811848"/>
                  </a:lnTo>
                  <a:lnTo>
                    <a:pt x="1314478" y="811848"/>
                  </a:lnTo>
                  <a:lnTo>
                    <a:pt x="1320738" y="811848"/>
                  </a:lnTo>
                  <a:lnTo>
                    <a:pt x="1326997" y="811848"/>
                  </a:lnTo>
                  <a:lnTo>
                    <a:pt x="1333257" y="811848"/>
                  </a:lnTo>
                  <a:lnTo>
                    <a:pt x="1339516" y="811848"/>
                  </a:lnTo>
                  <a:lnTo>
                    <a:pt x="1345776" y="811848"/>
                  </a:lnTo>
                  <a:lnTo>
                    <a:pt x="1352035" y="811848"/>
                  </a:lnTo>
                  <a:lnTo>
                    <a:pt x="1358294" y="811848"/>
                  </a:lnTo>
                  <a:lnTo>
                    <a:pt x="1364554" y="811848"/>
                  </a:lnTo>
                  <a:lnTo>
                    <a:pt x="1370813" y="811848"/>
                  </a:lnTo>
                  <a:lnTo>
                    <a:pt x="1377073" y="811848"/>
                  </a:lnTo>
                  <a:lnTo>
                    <a:pt x="1383332" y="811848"/>
                  </a:lnTo>
                  <a:lnTo>
                    <a:pt x="1389592" y="811848"/>
                  </a:lnTo>
                  <a:lnTo>
                    <a:pt x="1395851" y="811848"/>
                  </a:lnTo>
                  <a:lnTo>
                    <a:pt x="1402110" y="811848"/>
                  </a:lnTo>
                  <a:lnTo>
                    <a:pt x="1408370" y="811848"/>
                  </a:lnTo>
                  <a:lnTo>
                    <a:pt x="1414629" y="811848"/>
                  </a:lnTo>
                  <a:lnTo>
                    <a:pt x="1420889" y="811848"/>
                  </a:lnTo>
                  <a:lnTo>
                    <a:pt x="1427148" y="811848"/>
                  </a:lnTo>
                  <a:lnTo>
                    <a:pt x="1433407" y="811848"/>
                  </a:lnTo>
                  <a:lnTo>
                    <a:pt x="1439667" y="811848"/>
                  </a:lnTo>
                  <a:lnTo>
                    <a:pt x="1445926" y="811848"/>
                  </a:lnTo>
                  <a:lnTo>
                    <a:pt x="1452186" y="811848"/>
                  </a:lnTo>
                  <a:lnTo>
                    <a:pt x="1458445" y="811848"/>
                  </a:lnTo>
                  <a:lnTo>
                    <a:pt x="1464705" y="811848"/>
                  </a:lnTo>
                  <a:lnTo>
                    <a:pt x="1470964" y="811848"/>
                  </a:lnTo>
                  <a:lnTo>
                    <a:pt x="1477223" y="811848"/>
                  </a:lnTo>
                  <a:lnTo>
                    <a:pt x="1483483" y="811848"/>
                  </a:lnTo>
                  <a:lnTo>
                    <a:pt x="1489742" y="811848"/>
                  </a:lnTo>
                  <a:lnTo>
                    <a:pt x="1496002" y="811848"/>
                  </a:lnTo>
                  <a:lnTo>
                    <a:pt x="1502261" y="811848"/>
                  </a:lnTo>
                  <a:lnTo>
                    <a:pt x="1508521" y="811848"/>
                  </a:lnTo>
                  <a:lnTo>
                    <a:pt x="1514780" y="811848"/>
                  </a:lnTo>
                  <a:lnTo>
                    <a:pt x="1521039" y="811848"/>
                  </a:lnTo>
                  <a:lnTo>
                    <a:pt x="1527299" y="811848"/>
                  </a:lnTo>
                  <a:lnTo>
                    <a:pt x="1533558" y="811848"/>
                  </a:lnTo>
                  <a:lnTo>
                    <a:pt x="1539818" y="811848"/>
                  </a:lnTo>
                  <a:lnTo>
                    <a:pt x="1546077" y="811848"/>
                  </a:lnTo>
                  <a:lnTo>
                    <a:pt x="1552337" y="811848"/>
                  </a:lnTo>
                  <a:lnTo>
                    <a:pt x="1558596" y="811848"/>
                  </a:lnTo>
                  <a:lnTo>
                    <a:pt x="1564855" y="811848"/>
                  </a:lnTo>
                  <a:lnTo>
                    <a:pt x="1571115" y="811848"/>
                  </a:lnTo>
                  <a:lnTo>
                    <a:pt x="1577374" y="811848"/>
                  </a:lnTo>
                  <a:lnTo>
                    <a:pt x="1583634" y="811848"/>
                  </a:lnTo>
                  <a:lnTo>
                    <a:pt x="1589893" y="811848"/>
                  </a:lnTo>
                  <a:lnTo>
                    <a:pt x="1596152" y="811848"/>
                  </a:lnTo>
                  <a:lnTo>
                    <a:pt x="1602412" y="811848"/>
                  </a:lnTo>
                  <a:lnTo>
                    <a:pt x="1608671" y="811848"/>
                  </a:lnTo>
                  <a:lnTo>
                    <a:pt x="1614931" y="811848"/>
                  </a:lnTo>
                  <a:lnTo>
                    <a:pt x="1621190" y="811848"/>
                  </a:lnTo>
                  <a:lnTo>
                    <a:pt x="1627450" y="811848"/>
                  </a:lnTo>
                  <a:lnTo>
                    <a:pt x="1633709" y="811848"/>
                  </a:lnTo>
                  <a:lnTo>
                    <a:pt x="1639968" y="811848"/>
                  </a:lnTo>
                  <a:lnTo>
                    <a:pt x="1646228" y="811848"/>
                  </a:lnTo>
                  <a:lnTo>
                    <a:pt x="1652487" y="811848"/>
                  </a:lnTo>
                  <a:lnTo>
                    <a:pt x="1658747" y="811848"/>
                  </a:lnTo>
                  <a:lnTo>
                    <a:pt x="1665006" y="811848"/>
                  </a:lnTo>
                  <a:lnTo>
                    <a:pt x="1671266" y="811848"/>
                  </a:lnTo>
                  <a:lnTo>
                    <a:pt x="1677525" y="811848"/>
                  </a:lnTo>
                  <a:lnTo>
                    <a:pt x="1683784" y="811848"/>
                  </a:lnTo>
                  <a:lnTo>
                    <a:pt x="1690044" y="811848"/>
                  </a:lnTo>
                  <a:lnTo>
                    <a:pt x="1696303" y="811848"/>
                  </a:lnTo>
                  <a:lnTo>
                    <a:pt x="1702563" y="811848"/>
                  </a:lnTo>
                  <a:lnTo>
                    <a:pt x="1708822" y="811848"/>
                  </a:lnTo>
                  <a:lnTo>
                    <a:pt x="1715082" y="811848"/>
                  </a:lnTo>
                  <a:lnTo>
                    <a:pt x="1721341" y="811848"/>
                  </a:lnTo>
                  <a:lnTo>
                    <a:pt x="1727600" y="811848"/>
                  </a:lnTo>
                  <a:lnTo>
                    <a:pt x="1733860" y="811848"/>
                  </a:lnTo>
                  <a:lnTo>
                    <a:pt x="1740119" y="811848"/>
                  </a:lnTo>
                  <a:lnTo>
                    <a:pt x="1746379" y="811848"/>
                  </a:lnTo>
                  <a:lnTo>
                    <a:pt x="1752638" y="811848"/>
                  </a:lnTo>
                  <a:lnTo>
                    <a:pt x="1758897" y="811848"/>
                  </a:lnTo>
                  <a:lnTo>
                    <a:pt x="1765157" y="811848"/>
                  </a:lnTo>
                  <a:lnTo>
                    <a:pt x="1771416" y="811848"/>
                  </a:lnTo>
                  <a:lnTo>
                    <a:pt x="1777676" y="811848"/>
                  </a:lnTo>
                  <a:lnTo>
                    <a:pt x="1783935" y="811848"/>
                  </a:lnTo>
                  <a:lnTo>
                    <a:pt x="1790195" y="811848"/>
                  </a:lnTo>
                  <a:lnTo>
                    <a:pt x="1796454" y="811848"/>
                  </a:lnTo>
                  <a:lnTo>
                    <a:pt x="1802713" y="811848"/>
                  </a:lnTo>
                  <a:lnTo>
                    <a:pt x="1808973" y="811848"/>
                  </a:lnTo>
                  <a:lnTo>
                    <a:pt x="1815232" y="811848"/>
                  </a:lnTo>
                  <a:lnTo>
                    <a:pt x="1821492" y="811848"/>
                  </a:lnTo>
                  <a:lnTo>
                    <a:pt x="1827751" y="811848"/>
                  </a:lnTo>
                  <a:lnTo>
                    <a:pt x="1834011" y="811848"/>
                  </a:lnTo>
                  <a:lnTo>
                    <a:pt x="1840270" y="811848"/>
                  </a:lnTo>
                  <a:lnTo>
                    <a:pt x="1846529" y="811848"/>
                  </a:lnTo>
                  <a:lnTo>
                    <a:pt x="1852789" y="811848"/>
                  </a:lnTo>
                  <a:lnTo>
                    <a:pt x="1859048" y="811848"/>
                  </a:lnTo>
                  <a:lnTo>
                    <a:pt x="1865308" y="811848"/>
                  </a:lnTo>
                  <a:lnTo>
                    <a:pt x="1871567" y="811848"/>
                  </a:lnTo>
                  <a:lnTo>
                    <a:pt x="1877827" y="811848"/>
                  </a:lnTo>
                  <a:lnTo>
                    <a:pt x="1884086" y="811848"/>
                  </a:lnTo>
                  <a:lnTo>
                    <a:pt x="1890345" y="811848"/>
                  </a:lnTo>
                  <a:lnTo>
                    <a:pt x="1896605" y="811848"/>
                  </a:lnTo>
                  <a:lnTo>
                    <a:pt x="1902864" y="811848"/>
                  </a:lnTo>
                  <a:lnTo>
                    <a:pt x="1909124" y="811848"/>
                  </a:lnTo>
                  <a:lnTo>
                    <a:pt x="1915383" y="811848"/>
                  </a:lnTo>
                  <a:lnTo>
                    <a:pt x="1921642" y="811848"/>
                  </a:lnTo>
                  <a:lnTo>
                    <a:pt x="1927902" y="811848"/>
                  </a:lnTo>
                  <a:lnTo>
                    <a:pt x="1934161" y="811848"/>
                  </a:lnTo>
                  <a:lnTo>
                    <a:pt x="1940421" y="811848"/>
                  </a:lnTo>
                  <a:lnTo>
                    <a:pt x="1946680" y="811848"/>
                  </a:lnTo>
                  <a:lnTo>
                    <a:pt x="1952940" y="811848"/>
                  </a:lnTo>
                  <a:lnTo>
                    <a:pt x="1959199" y="811848"/>
                  </a:lnTo>
                  <a:lnTo>
                    <a:pt x="1965458" y="811848"/>
                  </a:lnTo>
                  <a:lnTo>
                    <a:pt x="1971718" y="811848"/>
                  </a:lnTo>
                  <a:lnTo>
                    <a:pt x="1977977" y="811848"/>
                  </a:lnTo>
                  <a:lnTo>
                    <a:pt x="1984237" y="811848"/>
                  </a:lnTo>
                  <a:lnTo>
                    <a:pt x="1990496" y="811848"/>
                  </a:lnTo>
                  <a:lnTo>
                    <a:pt x="1996756" y="811848"/>
                  </a:lnTo>
                  <a:lnTo>
                    <a:pt x="2003015" y="811848"/>
                  </a:lnTo>
                  <a:lnTo>
                    <a:pt x="2009274" y="811848"/>
                  </a:lnTo>
                  <a:lnTo>
                    <a:pt x="2015534" y="811848"/>
                  </a:lnTo>
                  <a:lnTo>
                    <a:pt x="2021793" y="811848"/>
                  </a:lnTo>
                  <a:lnTo>
                    <a:pt x="2028053" y="811848"/>
                  </a:lnTo>
                  <a:lnTo>
                    <a:pt x="2034312" y="811848"/>
                  </a:lnTo>
                  <a:lnTo>
                    <a:pt x="2040572" y="811848"/>
                  </a:lnTo>
                  <a:lnTo>
                    <a:pt x="2046831" y="811848"/>
                  </a:lnTo>
                  <a:lnTo>
                    <a:pt x="2053090" y="811848"/>
                  </a:lnTo>
                  <a:lnTo>
                    <a:pt x="2059350" y="811848"/>
                  </a:lnTo>
                  <a:lnTo>
                    <a:pt x="2065609" y="811848"/>
                  </a:lnTo>
                  <a:lnTo>
                    <a:pt x="2071869" y="811848"/>
                  </a:lnTo>
                  <a:lnTo>
                    <a:pt x="2078128" y="811848"/>
                  </a:lnTo>
                  <a:lnTo>
                    <a:pt x="2084388" y="811848"/>
                  </a:lnTo>
                  <a:lnTo>
                    <a:pt x="2090647" y="811848"/>
                  </a:lnTo>
                  <a:lnTo>
                    <a:pt x="2096906" y="811848"/>
                  </a:lnTo>
                  <a:lnTo>
                    <a:pt x="2103166" y="811848"/>
                  </a:lnTo>
                  <a:lnTo>
                    <a:pt x="2109425" y="811848"/>
                  </a:lnTo>
                  <a:lnTo>
                    <a:pt x="2115685" y="811848"/>
                  </a:lnTo>
                  <a:lnTo>
                    <a:pt x="2121944" y="811848"/>
                  </a:lnTo>
                  <a:lnTo>
                    <a:pt x="2128203" y="811848"/>
                  </a:lnTo>
                  <a:lnTo>
                    <a:pt x="2134463" y="811848"/>
                  </a:lnTo>
                  <a:lnTo>
                    <a:pt x="2140722" y="811848"/>
                  </a:lnTo>
                  <a:lnTo>
                    <a:pt x="2146982" y="811848"/>
                  </a:lnTo>
                  <a:lnTo>
                    <a:pt x="2153241" y="811848"/>
                  </a:lnTo>
                  <a:lnTo>
                    <a:pt x="2159501" y="811848"/>
                  </a:lnTo>
                  <a:lnTo>
                    <a:pt x="2165760" y="811848"/>
                  </a:lnTo>
                  <a:lnTo>
                    <a:pt x="2172019" y="811848"/>
                  </a:lnTo>
                  <a:lnTo>
                    <a:pt x="2178279" y="811848"/>
                  </a:lnTo>
                  <a:lnTo>
                    <a:pt x="2184538" y="811848"/>
                  </a:lnTo>
                  <a:lnTo>
                    <a:pt x="2190798" y="811848"/>
                  </a:lnTo>
                  <a:lnTo>
                    <a:pt x="2197057" y="811848"/>
                  </a:lnTo>
                  <a:lnTo>
                    <a:pt x="2203317" y="811848"/>
                  </a:lnTo>
                  <a:lnTo>
                    <a:pt x="2209576" y="811848"/>
                  </a:lnTo>
                  <a:lnTo>
                    <a:pt x="2215835" y="811848"/>
                  </a:lnTo>
                  <a:lnTo>
                    <a:pt x="2222095" y="811848"/>
                  </a:lnTo>
                  <a:lnTo>
                    <a:pt x="2228354" y="811848"/>
                  </a:lnTo>
                  <a:lnTo>
                    <a:pt x="2234614" y="811848"/>
                  </a:lnTo>
                  <a:lnTo>
                    <a:pt x="2240873" y="811848"/>
                  </a:lnTo>
                  <a:lnTo>
                    <a:pt x="2247133" y="811848"/>
                  </a:lnTo>
                  <a:lnTo>
                    <a:pt x="2253392" y="811848"/>
                  </a:lnTo>
                  <a:lnTo>
                    <a:pt x="2259651" y="811848"/>
                  </a:lnTo>
                  <a:lnTo>
                    <a:pt x="2265911" y="811848"/>
                  </a:lnTo>
                  <a:lnTo>
                    <a:pt x="2272170" y="811848"/>
                  </a:lnTo>
                  <a:lnTo>
                    <a:pt x="2278430" y="811848"/>
                  </a:lnTo>
                  <a:lnTo>
                    <a:pt x="2284689" y="811848"/>
                  </a:lnTo>
                  <a:lnTo>
                    <a:pt x="2290948" y="811848"/>
                  </a:lnTo>
                  <a:lnTo>
                    <a:pt x="2297208" y="811848"/>
                  </a:lnTo>
                  <a:lnTo>
                    <a:pt x="2303467" y="811848"/>
                  </a:lnTo>
                  <a:lnTo>
                    <a:pt x="2309727" y="811848"/>
                  </a:lnTo>
                  <a:lnTo>
                    <a:pt x="2315986" y="811848"/>
                  </a:lnTo>
                  <a:lnTo>
                    <a:pt x="2322246" y="811848"/>
                  </a:lnTo>
                  <a:lnTo>
                    <a:pt x="2328505" y="811847"/>
                  </a:lnTo>
                  <a:lnTo>
                    <a:pt x="2334764" y="811847"/>
                  </a:lnTo>
                  <a:lnTo>
                    <a:pt x="2341024" y="811846"/>
                  </a:lnTo>
                  <a:lnTo>
                    <a:pt x="2347283" y="811844"/>
                  </a:lnTo>
                  <a:lnTo>
                    <a:pt x="2353543" y="811840"/>
                  </a:lnTo>
                  <a:lnTo>
                    <a:pt x="2359802" y="811833"/>
                  </a:lnTo>
                  <a:lnTo>
                    <a:pt x="2366062" y="811821"/>
                  </a:lnTo>
                  <a:lnTo>
                    <a:pt x="2372321" y="811801"/>
                  </a:lnTo>
                  <a:lnTo>
                    <a:pt x="2378580" y="811769"/>
                  </a:lnTo>
                  <a:lnTo>
                    <a:pt x="2384840" y="811722"/>
                  </a:lnTo>
                  <a:lnTo>
                    <a:pt x="2391099" y="811654"/>
                  </a:lnTo>
                  <a:lnTo>
                    <a:pt x="2397359" y="811562"/>
                  </a:lnTo>
                  <a:lnTo>
                    <a:pt x="2403618" y="811441"/>
                  </a:lnTo>
                  <a:lnTo>
                    <a:pt x="2409878" y="811293"/>
                  </a:lnTo>
                  <a:lnTo>
                    <a:pt x="2416137" y="811123"/>
                  </a:lnTo>
                  <a:lnTo>
                    <a:pt x="2422396" y="810941"/>
                  </a:lnTo>
                  <a:lnTo>
                    <a:pt x="2428656" y="810761"/>
                  </a:lnTo>
                  <a:lnTo>
                    <a:pt x="2434915" y="810598"/>
                  </a:lnTo>
                  <a:lnTo>
                    <a:pt x="2441175" y="810470"/>
                  </a:lnTo>
                  <a:lnTo>
                    <a:pt x="2447434" y="810390"/>
                  </a:lnTo>
                  <a:lnTo>
                    <a:pt x="2453693" y="810368"/>
                  </a:lnTo>
                  <a:lnTo>
                    <a:pt x="2459953" y="810407"/>
                  </a:lnTo>
                  <a:lnTo>
                    <a:pt x="2466212" y="810502"/>
                  </a:lnTo>
                  <a:lnTo>
                    <a:pt x="2472472" y="810642"/>
                  </a:lnTo>
                  <a:lnTo>
                    <a:pt x="2478731" y="810813"/>
                  </a:lnTo>
                  <a:lnTo>
                    <a:pt x="2484991" y="810997"/>
                  </a:lnTo>
                  <a:lnTo>
                    <a:pt x="2491250" y="811177"/>
                  </a:lnTo>
                  <a:lnTo>
                    <a:pt x="2497509" y="811340"/>
                  </a:lnTo>
                  <a:lnTo>
                    <a:pt x="2503769" y="811478"/>
                  </a:lnTo>
                  <a:lnTo>
                    <a:pt x="2510028" y="811590"/>
                  </a:lnTo>
                  <a:lnTo>
                    <a:pt x="2516288" y="811675"/>
                  </a:lnTo>
                  <a:lnTo>
                    <a:pt x="2522547" y="811737"/>
                  </a:lnTo>
                  <a:lnTo>
                    <a:pt x="2528807" y="811779"/>
                  </a:lnTo>
                  <a:lnTo>
                    <a:pt x="2535066" y="811807"/>
                  </a:lnTo>
                  <a:lnTo>
                    <a:pt x="2541325" y="811825"/>
                  </a:lnTo>
                  <a:lnTo>
                    <a:pt x="2547585" y="811835"/>
                  </a:lnTo>
                  <a:lnTo>
                    <a:pt x="2553844" y="811841"/>
                  </a:lnTo>
                  <a:lnTo>
                    <a:pt x="2560104" y="811845"/>
                  </a:lnTo>
                  <a:lnTo>
                    <a:pt x="2566363" y="811846"/>
                  </a:lnTo>
                  <a:lnTo>
                    <a:pt x="2572623" y="811847"/>
                  </a:lnTo>
                  <a:lnTo>
                    <a:pt x="2578882" y="811847"/>
                  </a:lnTo>
                  <a:lnTo>
                    <a:pt x="2585141" y="811848"/>
                  </a:lnTo>
                  <a:lnTo>
                    <a:pt x="2591401" y="811848"/>
                  </a:lnTo>
                  <a:lnTo>
                    <a:pt x="2597660" y="811848"/>
                  </a:lnTo>
                  <a:lnTo>
                    <a:pt x="2603920" y="811848"/>
                  </a:lnTo>
                  <a:lnTo>
                    <a:pt x="2610179" y="811848"/>
                  </a:lnTo>
                  <a:lnTo>
                    <a:pt x="2616438" y="811848"/>
                  </a:lnTo>
                  <a:lnTo>
                    <a:pt x="2622698" y="811848"/>
                  </a:lnTo>
                  <a:lnTo>
                    <a:pt x="2628957" y="811848"/>
                  </a:lnTo>
                  <a:lnTo>
                    <a:pt x="2635217" y="811848"/>
                  </a:lnTo>
                  <a:lnTo>
                    <a:pt x="2641476" y="811848"/>
                  </a:lnTo>
                  <a:lnTo>
                    <a:pt x="2647736" y="811848"/>
                  </a:lnTo>
                  <a:lnTo>
                    <a:pt x="2653995" y="811848"/>
                  </a:lnTo>
                  <a:lnTo>
                    <a:pt x="2660254" y="811848"/>
                  </a:lnTo>
                  <a:lnTo>
                    <a:pt x="2666514" y="811848"/>
                  </a:lnTo>
                  <a:lnTo>
                    <a:pt x="2672773" y="811848"/>
                  </a:lnTo>
                  <a:lnTo>
                    <a:pt x="2679033" y="811848"/>
                  </a:lnTo>
                  <a:lnTo>
                    <a:pt x="2685292" y="811848"/>
                  </a:lnTo>
                  <a:lnTo>
                    <a:pt x="2691552" y="811848"/>
                  </a:lnTo>
                  <a:lnTo>
                    <a:pt x="2697811" y="811848"/>
                  </a:lnTo>
                  <a:lnTo>
                    <a:pt x="2704070" y="811848"/>
                  </a:lnTo>
                  <a:lnTo>
                    <a:pt x="2710330" y="811848"/>
                  </a:lnTo>
                  <a:lnTo>
                    <a:pt x="2716589" y="811848"/>
                  </a:lnTo>
                  <a:lnTo>
                    <a:pt x="2722849" y="811848"/>
                  </a:lnTo>
                  <a:lnTo>
                    <a:pt x="2729108" y="811848"/>
                  </a:lnTo>
                  <a:lnTo>
                    <a:pt x="2735368" y="811848"/>
                  </a:lnTo>
                  <a:lnTo>
                    <a:pt x="2741627" y="811848"/>
                  </a:lnTo>
                  <a:lnTo>
                    <a:pt x="2747886" y="811848"/>
                  </a:lnTo>
                  <a:lnTo>
                    <a:pt x="2754146" y="811848"/>
                  </a:lnTo>
                  <a:lnTo>
                    <a:pt x="2760405" y="811848"/>
                  </a:lnTo>
                  <a:lnTo>
                    <a:pt x="2766665" y="811848"/>
                  </a:lnTo>
                  <a:lnTo>
                    <a:pt x="2772924" y="811848"/>
                  </a:lnTo>
                  <a:lnTo>
                    <a:pt x="2779184" y="811848"/>
                  </a:lnTo>
                  <a:lnTo>
                    <a:pt x="2785443" y="811848"/>
                  </a:lnTo>
                  <a:lnTo>
                    <a:pt x="2791702" y="811848"/>
                  </a:lnTo>
                  <a:lnTo>
                    <a:pt x="2797962" y="811848"/>
                  </a:lnTo>
                  <a:lnTo>
                    <a:pt x="2804221" y="811848"/>
                  </a:lnTo>
                  <a:lnTo>
                    <a:pt x="2810481" y="811848"/>
                  </a:lnTo>
                  <a:lnTo>
                    <a:pt x="2816740" y="811848"/>
                  </a:lnTo>
                  <a:lnTo>
                    <a:pt x="2822999" y="811848"/>
                  </a:lnTo>
                  <a:lnTo>
                    <a:pt x="2829259" y="811848"/>
                  </a:lnTo>
                  <a:lnTo>
                    <a:pt x="2835518" y="811848"/>
                  </a:lnTo>
                  <a:lnTo>
                    <a:pt x="2841778" y="811848"/>
                  </a:lnTo>
                  <a:lnTo>
                    <a:pt x="2848037" y="811848"/>
                  </a:lnTo>
                  <a:lnTo>
                    <a:pt x="2854297" y="811848"/>
                  </a:lnTo>
                  <a:lnTo>
                    <a:pt x="2860556" y="811848"/>
                  </a:lnTo>
                  <a:lnTo>
                    <a:pt x="2866815" y="811848"/>
                  </a:lnTo>
                  <a:lnTo>
                    <a:pt x="2873075" y="811848"/>
                  </a:lnTo>
                  <a:lnTo>
                    <a:pt x="2879334" y="811848"/>
                  </a:lnTo>
                  <a:lnTo>
                    <a:pt x="2885594" y="811848"/>
                  </a:lnTo>
                  <a:lnTo>
                    <a:pt x="2891853" y="811848"/>
                  </a:lnTo>
                  <a:lnTo>
                    <a:pt x="2898113" y="811848"/>
                  </a:lnTo>
                  <a:lnTo>
                    <a:pt x="2904372" y="811848"/>
                  </a:lnTo>
                  <a:lnTo>
                    <a:pt x="2910631" y="811848"/>
                  </a:lnTo>
                  <a:lnTo>
                    <a:pt x="2916891" y="811848"/>
                  </a:lnTo>
                  <a:lnTo>
                    <a:pt x="2923150" y="811848"/>
                  </a:lnTo>
                  <a:lnTo>
                    <a:pt x="2929410" y="811848"/>
                  </a:lnTo>
                  <a:lnTo>
                    <a:pt x="2935669" y="811848"/>
                  </a:lnTo>
                  <a:lnTo>
                    <a:pt x="2941929" y="811848"/>
                  </a:lnTo>
                  <a:lnTo>
                    <a:pt x="2948188" y="811848"/>
                  </a:lnTo>
                  <a:lnTo>
                    <a:pt x="2954447" y="811848"/>
                  </a:lnTo>
                  <a:lnTo>
                    <a:pt x="2960707" y="811848"/>
                  </a:lnTo>
                  <a:lnTo>
                    <a:pt x="2966966" y="811848"/>
                  </a:lnTo>
                  <a:lnTo>
                    <a:pt x="2973226" y="811848"/>
                  </a:lnTo>
                  <a:lnTo>
                    <a:pt x="2979485" y="811848"/>
                  </a:lnTo>
                  <a:lnTo>
                    <a:pt x="2985744" y="811848"/>
                  </a:lnTo>
                  <a:lnTo>
                    <a:pt x="2992004" y="811848"/>
                  </a:lnTo>
                  <a:lnTo>
                    <a:pt x="2998263" y="811848"/>
                  </a:lnTo>
                  <a:lnTo>
                    <a:pt x="3004523" y="811848"/>
                  </a:lnTo>
                  <a:lnTo>
                    <a:pt x="3010782" y="811848"/>
                  </a:lnTo>
                  <a:lnTo>
                    <a:pt x="3017042" y="811848"/>
                  </a:lnTo>
                  <a:lnTo>
                    <a:pt x="3023301" y="811848"/>
                  </a:lnTo>
                  <a:lnTo>
                    <a:pt x="3029560" y="811848"/>
                  </a:lnTo>
                  <a:lnTo>
                    <a:pt x="3035820" y="811848"/>
                  </a:lnTo>
                  <a:lnTo>
                    <a:pt x="3042079" y="811848"/>
                  </a:lnTo>
                  <a:lnTo>
                    <a:pt x="3048339" y="811848"/>
                  </a:lnTo>
                  <a:lnTo>
                    <a:pt x="3054598" y="811848"/>
                  </a:lnTo>
                  <a:lnTo>
                    <a:pt x="3060858" y="811848"/>
                  </a:lnTo>
                  <a:lnTo>
                    <a:pt x="3067117" y="811848"/>
                  </a:lnTo>
                  <a:lnTo>
                    <a:pt x="3073376" y="811848"/>
                  </a:lnTo>
                  <a:lnTo>
                    <a:pt x="3079636" y="811848"/>
                  </a:lnTo>
                  <a:lnTo>
                    <a:pt x="3085895" y="811848"/>
                  </a:lnTo>
                  <a:lnTo>
                    <a:pt x="3092155" y="811848"/>
                  </a:lnTo>
                  <a:lnTo>
                    <a:pt x="3098414" y="811848"/>
                  </a:lnTo>
                  <a:lnTo>
                    <a:pt x="3104674" y="811848"/>
                  </a:lnTo>
                  <a:lnTo>
                    <a:pt x="3110933" y="811848"/>
                  </a:lnTo>
                  <a:lnTo>
                    <a:pt x="3117192" y="811848"/>
                  </a:lnTo>
                  <a:lnTo>
                    <a:pt x="3123452" y="811848"/>
                  </a:lnTo>
                  <a:lnTo>
                    <a:pt x="3129711" y="811848"/>
                  </a:lnTo>
                  <a:lnTo>
                    <a:pt x="3135971" y="811848"/>
                  </a:lnTo>
                  <a:lnTo>
                    <a:pt x="3142230" y="811848"/>
                  </a:lnTo>
                  <a:lnTo>
                    <a:pt x="3148489" y="811848"/>
                  </a:lnTo>
                  <a:lnTo>
                    <a:pt x="3154749" y="811848"/>
                  </a:lnTo>
                  <a:lnTo>
                    <a:pt x="3161008" y="811848"/>
                  </a:lnTo>
                  <a:lnTo>
                    <a:pt x="3167268" y="811848"/>
                  </a:lnTo>
                  <a:lnTo>
                    <a:pt x="3173527" y="811848"/>
                  </a:lnTo>
                  <a:lnTo>
                    <a:pt x="3179787" y="811848"/>
                  </a:lnTo>
                  <a:lnTo>
                    <a:pt x="3186046" y="811848"/>
                  </a:lnTo>
                  <a:lnTo>
                    <a:pt x="3192305" y="811848"/>
                  </a:lnTo>
                  <a:lnTo>
                    <a:pt x="3198565" y="811848"/>
                  </a:lnTo>
                  <a:lnTo>
                    <a:pt x="3192305" y="811848"/>
                  </a:lnTo>
                  <a:lnTo>
                    <a:pt x="3186046" y="811848"/>
                  </a:lnTo>
                  <a:lnTo>
                    <a:pt x="3179787" y="811848"/>
                  </a:lnTo>
                  <a:lnTo>
                    <a:pt x="3173527" y="811848"/>
                  </a:lnTo>
                  <a:lnTo>
                    <a:pt x="3167268" y="811848"/>
                  </a:lnTo>
                  <a:lnTo>
                    <a:pt x="3161008" y="811848"/>
                  </a:lnTo>
                  <a:lnTo>
                    <a:pt x="3154749" y="811848"/>
                  </a:lnTo>
                  <a:lnTo>
                    <a:pt x="3148489" y="811848"/>
                  </a:lnTo>
                  <a:lnTo>
                    <a:pt x="3142230" y="811848"/>
                  </a:lnTo>
                  <a:lnTo>
                    <a:pt x="3135971" y="811848"/>
                  </a:lnTo>
                  <a:lnTo>
                    <a:pt x="3129711" y="811848"/>
                  </a:lnTo>
                  <a:lnTo>
                    <a:pt x="3123452" y="811848"/>
                  </a:lnTo>
                  <a:lnTo>
                    <a:pt x="3117192" y="811848"/>
                  </a:lnTo>
                  <a:lnTo>
                    <a:pt x="3110933" y="811848"/>
                  </a:lnTo>
                  <a:lnTo>
                    <a:pt x="3104674" y="811848"/>
                  </a:lnTo>
                  <a:lnTo>
                    <a:pt x="3098414" y="811848"/>
                  </a:lnTo>
                  <a:lnTo>
                    <a:pt x="3092155" y="811848"/>
                  </a:lnTo>
                  <a:lnTo>
                    <a:pt x="3085895" y="811848"/>
                  </a:lnTo>
                  <a:lnTo>
                    <a:pt x="3079636" y="811848"/>
                  </a:lnTo>
                  <a:lnTo>
                    <a:pt x="3073376" y="811848"/>
                  </a:lnTo>
                  <a:lnTo>
                    <a:pt x="3067117" y="811848"/>
                  </a:lnTo>
                  <a:lnTo>
                    <a:pt x="3060858" y="811848"/>
                  </a:lnTo>
                  <a:lnTo>
                    <a:pt x="3054598" y="811848"/>
                  </a:lnTo>
                  <a:lnTo>
                    <a:pt x="3048339" y="811848"/>
                  </a:lnTo>
                  <a:lnTo>
                    <a:pt x="3042079" y="811848"/>
                  </a:lnTo>
                  <a:lnTo>
                    <a:pt x="3035820" y="811848"/>
                  </a:lnTo>
                  <a:lnTo>
                    <a:pt x="3029560" y="811848"/>
                  </a:lnTo>
                  <a:lnTo>
                    <a:pt x="3023301" y="811848"/>
                  </a:lnTo>
                  <a:lnTo>
                    <a:pt x="3017042" y="811848"/>
                  </a:lnTo>
                  <a:lnTo>
                    <a:pt x="3010782" y="811848"/>
                  </a:lnTo>
                  <a:lnTo>
                    <a:pt x="3004523" y="811848"/>
                  </a:lnTo>
                  <a:lnTo>
                    <a:pt x="2998263" y="811848"/>
                  </a:lnTo>
                  <a:lnTo>
                    <a:pt x="2992004" y="811848"/>
                  </a:lnTo>
                  <a:lnTo>
                    <a:pt x="2985744" y="811848"/>
                  </a:lnTo>
                  <a:lnTo>
                    <a:pt x="2979485" y="811848"/>
                  </a:lnTo>
                  <a:lnTo>
                    <a:pt x="2973226" y="811848"/>
                  </a:lnTo>
                  <a:lnTo>
                    <a:pt x="2966966" y="811848"/>
                  </a:lnTo>
                  <a:lnTo>
                    <a:pt x="2960707" y="811848"/>
                  </a:lnTo>
                  <a:lnTo>
                    <a:pt x="2954447" y="811848"/>
                  </a:lnTo>
                  <a:lnTo>
                    <a:pt x="2948188" y="811848"/>
                  </a:lnTo>
                  <a:lnTo>
                    <a:pt x="2941929" y="811848"/>
                  </a:lnTo>
                  <a:lnTo>
                    <a:pt x="2935669" y="811848"/>
                  </a:lnTo>
                  <a:lnTo>
                    <a:pt x="2929410" y="811848"/>
                  </a:lnTo>
                  <a:lnTo>
                    <a:pt x="2923150" y="811848"/>
                  </a:lnTo>
                  <a:lnTo>
                    <a:pt x="2916891" y="811848"/>
                  </a:lnTo>
                  <a:lnTo>
                    <a:pt x="2910631" y="811848"/>
                  </a:lnTo>
                  <a:lnTo>
                    <a:pt x="2904372" y="811848"/>
                  </a:lnTo>
                  <a:lnTo>
                    <a:pt x="2898113" y="811848"/>
                  </a:lnTo>
                  <a:lnTo>
                    <a:pt x="2891853" y="811848"/>
                  </a:lnTo>
                  <a:lnTo>
                    <a:pt x="2885594" y="811848"/>
                  </a:lnTo>
                  <a:lnTo>
                    <a:pt x="2879334" y="811848"/>
                  </a:lnTo>
                  <a:lnTo>
                    <a:pt x="2873075" y="811848"/>
                  </a:lnTo>
                  <a:lnTo>
                    <a:pt x="2866815" y="811848"/>
                  </a:lnTo>
                  <a:lnTo>
                    <a:pt x="2860556" y="811848"/>
                  </a:lnTo>
                  <a:lnTo>
                    <a:pt x="2854297" y="811848"/>
                  </a:lnTo>
                  <a:lnTo>
                    <a:pt x="2848037" y="811848"/>
                  </a:lnTo>
                  <a:lnTo>
                    <a:pt x="2841778" y="811848"/>
                  </a:lnTo>
                  <a:lnTo>
                    <a:pt x="2835518" y="811848"/>
                  </a:lnTo>
                  <a:lnTo>
                    <a:pt x="2829259" y="811848"/>
                  </a:lnTo>
                  <a:lnTo>
                    <a:pt x="2822999" y="811848"/>
                  </a:lnTo>
                  <a:lnTo>
                    <a:pt x="2816740" y="811848"/>
                  </a:lnTo>
                  <a:lnTo>
                    <a:pt x="2810481" y="811848"/>
                  </a:lnTo>
                  <a:lnTo>
                    <a:pt x="2804221" y="811848"/>
                  </a:lnTo>
                  <a:lnTo>
                    <a:pt x="2797962" y="811848"/>
                  </a:lnTo>
                  <a:lnTo>
                    <a:pt x="2791702" y="811848"/>
                  </a:lnTo>
                  <a:lnTo>
                    <a:pt x="2785443" y="811848"/>
                  </a:lnTo>
                  <a:lnTo>
                    <a:pt x="2779184" y="811848"/>
                  </a:lnTo>
                  <a:lnTo>
                    <a:pt x="2772924" y="811848"/>
                  </a:lnTo>
                  <a:lnTo>
                    <a:pt x="2766665" y="811848"/>
                  </a:lnTo>
                  <a:lnTo>
                    <a:pt x="2760405" y="811848"/>
                  </a:lnTo>
                  <a:lnTo>
                    <a:pt x="2754146" y="811848"/>
                  </a:lnTo>
                  <a:lnTo>
                    <a:pt x="2747886" y="811848"/>
                  </a:lnTo>
                  <a:lnTo>
                    <a:pt x="2741627" y="811848"/>
                  </a:lnTo>
                  <a:lnTo>
                    <a:pt x="2735368" y="811848"/>
                  </a:lnTo>
                  <a:lnTo>
                    <a:pt x="2729108" y="811848"/>
                  </a:lnTo>
                  <a:lnTo>
                    <a:pt x="2722849" y="811848"/>
                  </a:lnTo>
                  <a:lnTo>
                    <a:pt x="2716589" y="811848"/>
                  </a:lnTo>
                  <a:lnTo>
                    <a:pt x="2710330" y="811848"/>
                  </a:lnTo>
                  <a:lnTo>
                    <a:pt x="2704070" y="811848"/>
                  </a:lnTo>
                  <a:lnTo>
                    <a:pt x="2697811" y="811848"/>
                  </a:lnTo>
                  <a:lnTo>
                    <a:pt x="2691552" y="811848"/>
                  </a:lnTo>
                  <a:lnTo>
                    <a:pt x="2685292" y="811848"/>
                  </a:lnTo>
                  <a:lnTo>
                    <a:pt x="2679033" y="811848"/>
                  </a:lnTo>
                  <a:lnTo>
                    <a:pt x="2672773" y="811848"/>
                  </a:lnTo>
                  <a:lnTo>
                    <a:pt x="2666514" y="811848"/>
                  </a:lnTo>
                  <a:lnTo>
                    <a:pt x="2660254" y="811848"/>
                  </a:lnTo>
                  <a:lnTo>
                    <a:pt x="2653995" y="811848"/>
                  </a:lnTo>
                  <a:lnTo>
                    <a:pt x="2647736" y="811848"/>
                  </a:lnTo>
                  <a:lnTo>
                    <a:pt x="2641476" y="811848"/>
                  </a:lnTo>
                  <a:lnTo>
                    <a:pt x="2635217" y="811848"/>
                  </a:lnTo>
                  <a:lnTo>
                    <a:pt x="2628957" y="811848"/>
                  </a:lnTo>
                  <a:lnTo>
                    <a:pt x="2622698" y="811848"/>
                  </a:lnTo>
                  <a:lnTo>
                    <a:pt x="2616438" y="811848"/>
                  </a:lnTo>
                  <a:lnTo>
                    <a:pt x="2610179" y="811848"/>
                  </a:lnTo>
                  <a:lnTo>
                    <a:pt x="2603920" y="811848"/>
                  </a:lnTo>
                  <a:lnTo>
                    <a:pt x="2597660" y="811848"/>
                  </a:lnTo>
                  <a:lnTo>
                    <a:pt x="2591401" y="811848"/>
                  </a:lnTo>
                  <a:lnTo>
                    <a:pt x="2585141" y="811848"/>
                  </a:lnTo>
                  <a:lnTo>
                    <a:pt x="2578882" y="811848"/>
                  </a:lnTo>
                  <a:lnTo>
                    <a:pt x="2572623" y="811848"/>
                  </a:lnTo>
                  <a:lnTo>
                    <a:pt x="2566363" y="811848"/>
                  </a:lnTo>
                  <a:lnTo>
                    <a:pt x="2560104" y="811848"/>
                  </a:lnTo>
                  <a:lnTo>
                    <a:pt x="2553844" y="811848"/>
                  </a:lnTo>
                  <a:lnTo>
                    <a:pt x="2547585" y="811848"/>
                  </a:lnTo>
                  <a:lnTo>
                    <a:pt x="2541325" y="811848"/>
                  </a:lnTo>
                  <a:lnTo>
                    <a:pt x="2535066" y="811848"/>
                  </a:lnTo>
                  <a:lnTo>
                    <a:pt x="2528807" y="811848"/>
                  </a:lnTo>
                  <a:lnTo>
                    <a:pt x="2522547" y="811848"/>
                  </a:lnTo>
                  <a:lnTo>
                    <a:pt x="2516288" y="811848"/>
                  </a:lnTo>
                  <a:lnTo>
                    <a:pt x="2510028" y="811848"/>
                  </a:lnTo>
                  <a:lnTo>
                    <a:pt x="2503769" y="811848"/>
                  </a:lnTo>
                  <a:lnTo>
                    <a:pt x="2497509" y="811848"/>
                  </a:lnTo>
                  <a:lnTo>
                    <a:pt x="2491250" y="811848"/>
                  </a:lnTo>
                  <a:lnTo>
                    <a:pt x="2484991" y="811848"/>
                  </a:lnTo>
                  <a:lnTo>
                    <a:pt x="2478731" y="811848"/>
                  </a:lnTo>
                  <a:lnTo>
                    <a:pt x="2472472" y="811848"/>
                  </a:lnTo>
                  <a:lnTo>
                    <a:pt x="2466212" y="811848"/>
                  </a:lnTo>
                  <a:lnTo>
                    <a:pt x="2459953" y="811848"/>
                  </a:lnTo>
                  <a:lnTo>
                    <a:pt x="2453693" y="811848"/>
                  </a:lnTo>
                  <a:lnTo>
                    <a:pt x="2447434" y="811848"/>
                  </a:lnTo>
                  <a:lnTo>
                    <a:pt x="2441175" y="811848"/>
                  </a:lnTo>
                  <a:lnTo>
                    <a:pt x="2434915" y="811848"/>
                  </a:lnTo>
                  <a:lnTo>
                    <a:pt x="2428656" y="811848"/>
                  </a:lnTo>
                  <a:lnTo>
                    <a:pt x="2422396" y="811848"/>
                  </a:lnTo>
                  <a:lnTo>
                    <a:pt x="2416137" y="811848"/>
                  </a:lnTo>
                  <a:lnTo>
                    <a:pt x="2409878" y="811848"/>
                  </a:lnTo>
                  <a:lnTo>
                    <a:pt x="2403618" y="811848"/>
                  </a:lnTo>
                  <a:lnTo>
                    <a:pt x="2397359" y="811848"/>
                  </a:lnTo>
                  <a:lnTo>
                    <a:pt x="2391099" y="811848"/>
                  </a:lnTo>
                  <a:lnTo>
                    <a:pt x="2384840" y="811848"/>
                  </a:lnTo>
                  <a:lnTo>
                    <a:pt x="2378580" y="811848"/>
                  </a:lnTo>
                  <a:lnTo>
                    <a:pt x="2372321" y="811848"/>
                  </a:lnTo>
                  <a:lnTo>
                    <a:pt x="2366062" y="811848"/>
                  </a:lnTo>
                  <a:lnTo>
                    <a:pt x="2359802" y="811848"/>
                  </a:lnTo>
                  <a:lnTo>
                    <a:pt x="2353543" y="811848"/>
                  </a:lnTo>
                  <a:lnTo>
                    <a:pt x="2347283" y="811848"/>
                  </a:lnTo>
                  <a:lnTo>
                    <a:pt x="2341024" y="811848"/>
                  </a:lnTo>
                  <a:lnTo>
                    <a:pt x="2334764" y="811848"/>
                  </a:lnTo>
                  <a:lnTo>
                    <a:pt x="2328505" y="811848"/>
                  </a:lnTo>
                  <a:lnTo>
                    <a:pt x="2322246" y="811848"/>
                  </a:lnTo>
                  <a:lnTo>
                    <a:pt x="2315986" y="811848"/>
                  </a:lnTo>
                  <a:lnTo>
                    <a:pt x="2309727" y="811848"/>
                  </a:lnTo>
                  <a:lnTo>
                    <a:pt x="2303467" y="811848"/>
                  </a:lnTo>
                  <a:lnTo>
                    <a:pt x="2297208" y="811848"/>
                  </a:lnTo>
                  <a:lnTo>
                    <a:pt x="2290948" y="811848"/>
                  </a:lnTo>
                  <a:lnTo>
                    <a:pt x="2284689" y="811848"/>
                  </a:lnTo>
                  <a:lnTo>
                    <a:pt x="2278430" y="811848"/>
                  </a:lnTo>
                  <a:lnTo>
                    <a:pt x="2272170" y="811848"/>
                  </a:lnTo>
                  <a:lnTo>
                    <a:pt x="2265911" y="811848"/>
                  </a:lnTo>
                  <a:lnTo>
                    <a:pt x="2259651" y="811848"/>
                  </a:lnTo>
                  <a:lnTo>
                    <a:pt x="2253392" y="811848"/>
                  </a:lnTo>
                  <a:lnTo>
                    <a:pt x="2247133" y="811848"/>
                  </a:lnTo>
                  <a:lnTo>
                    <a:pt x="2240873" y="811848"/>
                  </a:lnTo>
                  <a:lnTo>
                    <a:pt x="2234614" y="811848"/>
                  </a:lnTo>
                  <a:lnTo>
                    <a:pt x="2228354" y="811848"/>
                  </a:lnTo>
                  <a:lnTo>
                    <a:pt x="2222095" y="811848"/>
                  </a:lnTo>
                  <a:lnTo>
                    <a:pt x="2215835" y="811848"/>
                  </a:lnTo>
                  <a:lnTo>
                    <a:pt x="2209576" y="811848"/>
                  </a:lnTo>
                  <a:lnTo>
                    <a:pt x="2203317" y="811848"/>
                  </a:lnTo>
                  <a:lnTo>
                    <a:pt x="2197057" y="811848"/>
                  </a:lnTo>
                  <a:lnTo>
                    <a:pt x="2190798" y="811848"/>
                  </a:lnTo>
                  <a:lnTo>
                    <a:pt x="2184538" y="811848"/>
                  </a:lnTo>
                  <a:lnTo>
                    <a:pt x="2178279" y="811848"/>
                  </a:lnTo>
                  <a:lnTo>
                    <a:pt x="2172019" y="811848"/>
                  </a:lnTo>
                  <a:lnTo>
                    <a:pt x="2165760" y="811848"/>
                  </a:lnTo>
                  <a:lnTo>
                    <a:pt x="2159501" y="811848"/>
                  </a:lnTo>
                  <a:lnTo>
                    <a:pt x="2153241" y="811848"/>
                  </a:lnTo>
                  <a:lnTo>
                    <a:pt x="2146982" y="811848"/>
                  </a:lnTo>
                  <a:lnTo>
                    <a:pt x="2140722" y="811848"/>
                  </a:lnTo>
                  <a:lnTo>
                    <a:pt x="2134463" y="811848"/>
                  </a:lnTo>
                  <a:lnTo>
                    <a:pt x="2128203" y="811848"/>
                  </a:lnTo>
                  <a:lnTo>
                    <a:pt x="2121944" y="811848"/>
                  </a:lnTo>
                  <a:lnTo>
                    <a:pt x="2115685" y="811848"/>
                  </a:lnTo>
                  <a:lnTo>
                    <a:pt x="2109425" y="811848"/>
                  </a:lnTo>
                  <a:lnTo>
                    <a:pt x="2103166" y="811848"/>
                  </a:lnTo>
                  <a:lnTo>
                    <a:pt x="2096906" y="811848"/>
                  </a:lnTo>
                  <a:lnTo>
                    <a:pt x="2090647" y="811848"/>
                  </a:lnTo>
                  <a:lnTo>
                    <a:pt x="2084388" y="811848"/>
                  </a:lnTo>
                  <a:lnTo>
                    <a:pt x="2078128" y="811848"/>
                  </a:lnTo>
                  <a:lnTo>
                    <a:pt x="2071869" y="811848"/>
                  </a:lnTo>
                  <a:lnTo>
                    <a:pt x="2065609" y="811848"/>
                  </a:lnTo>
                  <a:lnTo>
                    <a:pt x="2059350" y="811848"/>
                  </a:lnTo>
                  <a:lnTo>
                    <a:pt x="2053090" y="811848"/>
                  </a:lnTo>
                  <a:lnTo>
                    <a:pt x="2046831" y="811848"/>
                  </a:lnTo>
                  <a:lnTo>
                    <a:pt x="2040572" y="811848"/>
                  </a:lnTo>
                  <a:lnTo>
                    <a:pt x="2034312" y="811848"/>
                  </a:lnTo>
                  <a:lnTo>
                    <a:pt x="2028053" y="811848"/>
                  </a:lnTo>
                  <a:lnTo>
                    <a:pt x="2021793" y="811848"/>
                  </a:lnTo>
                  <a:lnTo>
                    <a:pt x="2015534" y="811848"/>
                  </a:lnTo>
                  <a:lnTo>
                    <a:pt x="2009274" y="811848"/>
                  </a:lnTo>
                  <a:lnTo>
                    <a:pt x="2003015" y="811848"/>
                  </a:lnTo>
                  <a:lnTo>
                    <a:pt x="1996756" y="811848"/>
                  </a:lnTo>
                  <a:lnTo>
                    <a:pt x="1990496" y="811848"/>
                  </a:lnTo>
                  <a:lnTo>
                    <a:pt x="1984237" y="811848"/>
                  </a:lnTo>
                  <a:lnTo>
                    <a:pt x="1977977" y="811848"/>
                  </a:lnTo>
                  <a:lnTo>
                    <a:pt x="1971718" y="811848"/>
                  </a:lnTo>
                  <a:lnTo>
                    <a:pt x="1965458" y="811848"/>
                  </a:lnTo>
                  <a:lnTo>
                    <a:pt x="1959199" y="811848"/>
                  </a:lnTo>
                  <a:lnTo>
                    <a:pt x="1952940" y="811848"/>
                  </a:lnTo>
                  <a:lnTo>
                    <a:pt x="1946680" y="811848"/>
                  </a:lnTo>
                  <a:lnTo>
                    <a:pt x="1940421" y="811848"/>
                  </a:lnTo>
                  <a:lnTo>
                    <a:pt x="1934161" y="811848"/>
                  </a:lnTo>
                  <a:lnTo>
                    <a:pt x="1927902" y="811848"/>
                  </a:lnTo>
                  <a:lnTo>
                    <a:pt x="1921642" y="811848"/>
                  </a:lnTo>
                  <a:lnTo>
                    <a:pt x="1915383" y="811848"/>
                  </a:lnTo>
                  <a:lnTo>
                    <a:pt x="1909124" y="811848"/>
                  </a:lnTo>
                  <a:lnTo>
                    <a:pt x="1902864" y="811848"/>
                  </a:lnTo>
                  <a:lnTo>
                    <a:pt x="1896605" y="811848"/>
                  </a:lnTo>
                  <a:lnTo>
                    <a:pt x="1890345" y="811848"/>
                  </a:lnTo>
                  <a:lnTo>
                    <a:pt x="1884086" y="811848"/>
                  </a:lnTo>
                  <a:lnTo>
                    <a:pt x="1877827" y="811848"/>
                  </a:lnTo>
                  <a:lnTo>
                    <a:pt x="1871567" y="811848"/>
                  </a:lnTo>
                  <a:lnTo>
                    <a:pt x="1865308" y="811848"/>
                  </a:lnTo>
                  <a:lnTo>
                    <a:pt x="1859048" y="811848"/>
                  </a:lnTo>
                  <a:lnTo>
                    <a:pt x="1852789" y="811848"/>
                  </a:lnTo>
                  <a:lnTo>
                    <a:pt x="1846529" y="811848"/>
                  </a:lnTo>
                  <a:lnTo>
                    <a:pt x="1840270" y="811848"/>
                  </a:lnTo>
                  <a:lnTo>
                    <a:pt x="1834011" y="811848"/>
                  </a:lnTo>
                  <a:lnTo>
                    <a:pt x="1827751" y="811848"/>
                  </a:lnTo>
                  <a:lnTo>
                    <a:pt x="1821492" y="811848"/>
                  </a:lnTo>
                  <a:lnTo>
                    <a:pt x="1815232" y="811848"/>
                  </a:lnTo>
                  <a:lnTo>
                    <a:pt x="1808973" y="811848"/>
                  </a:lnTo>
                  <a:lnTo>
                    <a:pt x="1802713" y="811848"/>
                  </a:lnTo>
                  <a:lnTo>
                    <a:pt x="1796454" y="811848"/>
                  </a:lnTo>
                  <a:lnTo>
                    <a:pt x="1790195" y="811848"/>
                  </a:lnTo>
                  <a:lnTo>
                    <a:pt x="1783935" y="811848"/>
                  </a:lnTo>
                  <a:lnTo>
                    <a:pt x="1777676" y="811848"/>
                  </a:lnTo>
                  <a:lnTo>
                    <a:pt x="1771416" y="811848"/>
                  </a:lnTo>
                  <a:lnTo>
                    <a:pt x="1765157" y="811848"/>
                  </a:lnTo>
                  <a:lnTo>
                    <a:pt x="1758897" y="811848"/>
                  </a:lnTo>
                  <a:lnTo>
                    <a:pt x="1752638" y="811848"/>
                  </a:lnTo>
                  <a:lnTo>
                    <a:pt x="1746379" y="811848"/>
                  </a:lnTo>
                  <a:lnTo>
                    <a:pt x="1740119" y="811848"/>
                  </a:lnTo>
                  <a:lnTo>
                    <a:pt x="1733860" y="811848"/>
                  </a:lnTo>
                  <a:lnTo>
                    <a:pt x="1727600" y="811848"/>
                  </a:lnTo>
                  <a:lnTo>
                    <a:pt x="1721341" y="811848"/>
                  </a:lnTo>
                  <a:lnTo>
                    <a:pt x="1715082" y="811848"/>
                  </a:lnTo>
                  <a:lnTo>
                    <a:pt x="1708822" y="811848"/>
                  </a:lnTo>
                  <a:lnTo>
                    <a:pt x="1702563" y="811848"/>
                  </a:lnTo>
                  <a:lnTo>
                    <a:pt x="1696303" y="811848"/>
                  </a:lnTo>
                  <a:lnTo>
                    <a:pt x="1690044" y="811848"/>
                  </a:lnTo>
                  <a:lnTo>
                    <a:pt x="1683784" y="811848"/>
                  </a:lnTo>
                  <a:lnTo>
                    <a:pt x="1677525" y="811848"/>
                  </a:lnTo>
                  <a:lnTo>
                    <a:pt x="1671266" y="811848"/>
                  </a:lnTo>
                  <a:lnTo>
                    <a:pt x="1665006" y="811848"/>
                  </a:lnTo>
                  <a:lnTo>
                    <a:pt x="1658747" y="811848"/>
                  </a:lnTo>
                  <a:lnTo>
                    <a:pt x="1652487" y="811848"/>
                  </a:lnTo>
                  <a:lnTo>
                    <a:pt x="1646228" y="811848"/>
                  </a:lnTo>
                  <a:lnTo>
                    <a:pt x="1639968" y="811848"/>
                  </a:lnTo>
                  <a:lnTo>
                    <a:pt x="1633709" y="811848"/>
                  </a:lnTo>
                  <a:lnTo>
                    <a:pt x="1627450" y="811848"/>
                  </a:lnTo>
                  <a:lnTo>
                    <a:pt x="1621190" y="811848"/>
                  </a:lnTo>
                  <a:lnTo>
                    <a:pt x="1614931" y="811848"/>
                  </a:lnTo>
                  <a:lnTo>
                    <a:pt x="1608671" y="811848"/>
                  </a:lnTo>
                  <a:lnTo>
                    <a:pt x="1602412" y="811848"/>
                  </a:lnTo>
                  <a:lnTo>
                    <a:pt x="1596152" y="811848"/>
                  </a:lnTo>
                  <a:lnTo>
                    <a:pt x="1589893" y="811848"/>
                  </a:lnTo>
                  <a:lnTo>
                    <a:pt x="1583634" y="811848"/>
                  </a:lnTo>
                  <a:lnTo>
                    <a:pt x="1577374" y="811848"/>
                  </a:lnTo>
                  <a:lnTo>
                    <a:pt x="1571115" y="811848"/>
                  </a:lnTo>
                  <a:lnTo>
                    <a:pt x="1564855" y="811848"/>
                  </a:lnTo>
                  <a:lnTo>
                    <a:pt x="1558596" y="811848"/>
                  </a:lnTo>
                  <a:lnTo>
                    <a:pt x="1552337" y="811848"/>
                  </a:lnTo>
                  <a:lnTo>
                    <a:pt x="1546077" y="811848"/>
                  </a:lnTo>
                  <a:lnTo>
                    <a:pt x="1539818" y="811848"/>
                  </a:lnTo>
                  <a:lnTo>
                    <a:pt x="1533558" y="811848"/>
                  </a:lnTo>
                  <a:lnTo>
                    <a:pt x="1527299" y="811848"/>
                  </a:lnTo>
                  <a:lnTo>
                    <a:pt x="1521039" y="811848"/>
                  </a:lnTo>
                  <a:lnTo>
                    <a:pt x="1514780" y="811848"/>
                  </a:lnTo>
                  <a:lnTo>
                    <a:pt x="1508521" y="811848"/>
                  </a:lnTo>
                  <a:lnTo>
                    <a:pt x="1502261" y="811848"/>
                  </a:lnTo>
                  <a:lnTo>
                    <a:pt x="1496002" y="811848"/>
                  </a:lnTo>
                  <a:lnTo>
                    <a:pt x="1489742" y="811848"/>
                  </a:lnTo>
                  <a:lnTo>
                    <a:pt x="1483483" y="811848"/>
                  </a:lnTo>
                  <a:lnTo>
                    <a:pt x="1477223" y="811848"/>
                  </a:lnTo>
                  <a:lnTo>
                    <a:pt x="1470964" y="811848"/>
                  </a:lnTo>
                  <a:lnTo>
                    <a:pt x="1464705" y="811848"/>
                  </a:lnTo>
                  <a:lnTo>
                    <a:pt x="1458445" y="811848"/>
                  </a:lnTo>
                  <a:lnTo>
                    <a:pt x="1452186" y="811848"/>
                  </a:lnTo>
                  <a:lnTo>
                    <a:pt x="1445926" y="811848"/>
                  </a:lnTo>
                  <a:lnTo>
                    <a:pt x="1439667" y="811848"/>
                  </a:lnTo>
                  <a:lnTo>
                    <a:pt x="1433407" y="811848"/>
                  </a:lnTo>
                  <a:lnTo>
                    <a:pt x="1427148" y="811848"/>
                  </a:lnTo>
                  <a:lnTo>
                    <a:pt x="1420889" y="811848"/>
                  </a:lnTo>
                  <a:lnTo>
                    <a:pt x="1414629" y="811848"/>
                  </a:lnTo>
                  <a:lnTo>
                    <a:pt x="1408370" y="811848"/>
                  </a:lnTo>
                  <a:lnTo>
                    <a:pt x="1402110" y="811848"/>
                  </a:lnTo>
                  <a:lnTo>
                    <a:pt x="1395851" y="811848"/>
                  </a:lnTo>
                  <a:lnTo>
                    <a:pt x="1389592" y="811848"/>
                  </a:lnTo>
                  <a:lnTo>
                    <a:pt x="1383332" y="811848"/>
                  </a:lnTo>
                  <a:lnTo>
                    <a:pt x="1377073" y="811848"/>
                  </a:lnTo>
                  <a:lnTo>
                    <a:pt x="1370813" y="811848"/>
                  </a:lnTo>
                  <a:lnTo>
                    <a:pt x="1364554" y="811848"/>
                  </a:lnTo>
                  <a:lnTo>
                    <a:pt x="1358294" y="811848"/>
                  </a:lnTo>
                  <a:lnTo>
                    <a:pt x="1352035" y="811848"/>
                  </a:lnTo>
                  <a:lnTo>
                    <a:pt x="1345776" y="811848"/>
                  </a:lnTo>
                  <a:lnTo>
                    <a:pt x="1339516" y="811848"/>
                  </a:lnTo>
                  <a:lnTo>
                    <a:pt x="1333257" y="811848"/>
                  </a:lnTo>
                  <a:lnTo>
                    <a:pt x="1326997" y="811848"/>
                  </a:lnTo>
                  <a:lnTo>
                    <a:pt x="1320738" y="811848"/>
                  </a:lnTo>
                  <a:lnTo>
                    <a:pt x="1314478" y="811848"/>
                  </a:lnTo>
                  <a:lnTo>
                    <a:pt x="1308219" y="811848"/>
                  </a:lnTo>
                  <a:lnTo>
                    <a:pt x="1301960" y="811848"/>
                  </a:lnTo>
                  <a:lnTo>
                    <a:pt x="1295700" y="811848"/>
                  </a:lnTo>
                  <a:lnTo>
                    <a:pt x="1289441" y="811848"/>
                  </a:lnTo>
                  <a:lnTo>
                    <a:pt x="1283181" y="811848"/>
                  </a:lnTo>
                  <a:lnTo>
                    <a:pt x="1276922" y="811848"/>
                  </a:lnTo>
                  <a:lnTo>
                    <a:pt x="1270662" y="811848"/>
                  </a:lnTo>
                  <a:lnTo>
                    <a:pt x="1264403" y="811848"/>
                  </a:lnTo>
                  <a:lnTo>
                    <a:pt x="1258144" y="811848"/>
                  </a:lnTo>
                  <a:lnTo>
                    <a:pt x="1251884" y="811848"/>
                  </a:lnTo>
                  <a:lnTo>
                    <a:pt x="1245625" y="811848"/>
                  </a:lnTo>
                  <a:lnTo>
                    <a:pt x="1239365" y="811848"/>
                  </a:lnTo>
                  <a:lnTo>
                    <a:pt x="1233106" y="811848"/>
                  </a:lnTo>
                  <a:lnTo>
                    <a:pt x="1226846" y="811848"/>
                  </a:lnTo>
                  <a:lnTo>
                    <a:pt x="1220587" y="811848"/>
                  </a:lnTo>
                  <a:lnTo>
                    <a:pt x="1214328" y="811848"/>
                  </a:lnTo>
                  <a:lnTo>
                    <a:pt x="1208068" y="811848"/>
                  </a:lnTo>
                  <a:lnTo>
                    <a:pt x="1201809" y="811848"/>
                  </a:lnTo>
                  <a:lnTo>
                    <a:pt x="1195549" y="811848"/>
                  </a:lnTo>
                  <a:lnTo>
                    <a:pt x="1189290" y="811848"/>
                  </a:lnTo>
                  <a:lnTo>
                    <a:pt x="1183031" y="811848"/>
                  </a:lnTo>
                  <a:lnTo>
                    <a:pt x="1176771" y="811848"/>
                  </a:lnTo>
                  <a:lnTo>
                    <a:pt x="1170512" y="811848"/>
                  </a:lnTo>
                  <a:lnTo>
                    <a:pt x="1164252" y="811848"/>
                  </a:lnTo>
                  <a:lnTo>
                    <a:pt x="1157993" y="811848"/>
                  </a:lnTo>
                  <a:lnTo>
                    <a:pt x="1151733" y="811848"/>
                  </a:lnTo>
                  <a:lnTo>
                    <a:pt x="1145474" y="811848"/>
                  </a:lnTo>
                  <a:lnTo>
                    <a:pt x="1139215" y="811848"/>
                  </a:lnTo>
                  <a:lnTo>
                    <a:pt x="1132955" y="811848"/>
                  </a:lnTo>
                  <a:lnTo>
                    <a:pt x="1126696" y="811848"/>
                  </a:lnTo>
                  <a:lnTo>
                    <a:pt x="1120436" y="811848"/>
                  </a:lnTo>
                  <a:lnTo>
                    <a:pt x="1114177" y="811848"/>
                  </a:lnTo>
                  <a:lnTo>
                    <a:pt x="1107917" y="811848"/>
                  </a:lnTo>
                  <a:lnTo>
                    <a:pt x="1101658" y="811848"/>
                  </a:lnTo>
                  <a:lnTo>
                    <a:pt x="1095399" y="811848"/>
                  </a:lnTo>
                  <a:lnTo>
                    <a:pt x="1089139" y="811848"/>
                  </a:lnTo>
                  <a:lnTo>
                    <a:pt x="1082880" y="811848"/>
                  </a:lnTo>
                  <a:lnTo>
                    <a:pt x="1076620" y="811848"/>
                  </a:lnTo>
                  <a:lnTo>
                    <a:pt x="1070361" y="811848"/>
                  </a:lnTo>
                  <a:lnTo>
                    <a:pt x="1064101" y="811848"/>
                  </a:lnTo>
                  <a:lnTo>
                    <a:pt x="1057842" y="811848"/>
                  </a:lnTo>
                  <a:lnTo>
                    <a:pt x="1051583" y="811848"/>
                  </a:lnTo>
                  <a:lnTo>
                    <a:pt x="1045323" y="811848"/>
                  </a:lnTo>
                  <a:lnTo>
                    <a:pt x="1039064" y="811848"/>
                  </a:lnTo>
                  <a:lnTo>
                    <a:pt x="1032804" y="811848"/>
                  </a:lnTo>
                  <a:lnTo>
                    <a:pt x="1026545" y="811848"/>
                  </a:lnTo>
                  <a:lnTo>
                    <a:pt x="1020286" y="811848"/>
                  </a:lnTo>
                  <a:lnTo>
                    <a:pt x="1014026" y="811848"/>
                  </a:lnTo>
                  <a:lnTo>
                    <a:pt x="1007767" y="811848"/>
                  </a:lnTo>
                  <a:lnTo>
                    <a:pt x="1001507" y="811848"/>
                  </a:lnTo>
                  <a:lnTo>
                    <a:pt x="995248" y="811848"/>
                  </a:lnTo>
                  <a:lnTo>
                    <a:pt x="988988" y="811848"/>
                  </a:lnTo>
                  <a:lnTo>
                    <a:pt x="982729" y="811848"/>
                  </a:lnTo>
                  <a:lnTo>
                    <a:pt x="976470" y="811848"/>
                  </a:lnTo>
                  <a:lnTo>
                    <a:pt x="970210" y="811848"/>
                  </a:lnTo>
                  <a:lnTo>
                    <a:pt x="963951" y="811848"/>
                  </a:lnTo>
                  <a:lnTo>
                    <a:pt x="957691" y="811848"/>
                  </a:lnTo>
                  <a:lnTo>
                    <a:pt x="951432" y="811848"/>
                  </a:lnTo>
                  <a:lnTo>
                    <a:pt x="945172" y="811848"/>
                  </a:lnTo>
                  <a:lnTo>
                    <a:pt x="938913" y="811848"/>
                  </a:lnTo>
                  <a:lnTo>
                    <a:pt x="932654" y="811848"/>
                  </a:lnTo>
                  <a:lnTo>
                    <a:pt x="926394" y="811848"/>
                  </a:lnTo>
                  <a:lnTo>
                    <a:pt x="920135" y="811848"/>
                  </a:lnTo>
                  <a:lnTo>
                    <a:pt x="913875" y="811848"/>
                  </a:lnTo>
                  <a:lnTo>
                    <a:pt x="907616" y="811848"/>
                  </a:lnTo>
                  <a:lnTo>
                    <a:pt x="901356" y="811848"/>
                  </a:lnTo>
                  <a:lnTo>
                    <a:pt x="895097" y="811848"/>
                  </a:lnTo>
                  <a:lnTo>
                    <a:pt x="888838" y="811848"/>
                  </a:lnTo>
                  <a:lnTo>
                    <a:pt x="882578" y="811848"/>
                  </a:lnTo>
                  <a:lnTo>
                    <a:pt x="876319" y="811848"/>
                  </a:lnTo>
                  <a:lnTo>
                    <a:pt x="870059" y="811848"/>
                  </a:lnTo>
                  <a:lnTo>
                    <a:pt x="863800" y="811848"/>
                  </a:lnTo>
                  <a:lnTo>
                    <a:pt x="857541" y="811848"/>
                  </a:lnTo>
                  <a:lnTo>
                    <a:pt x="851281" y="811848"/>
                  </a:lnTo>
                  <a:lnTo>
                    <a:pt x="845022" y="811848"/>
                  </a:lnTo>
                  <a:lnTo>
                    <a:pt x="838762" y="811848"/>
                  </a:lnTo>
                  <a:lnTo>
                    <a:pt x="832503" y="811848"/>
                  </a:lnTo>
                  <a:lnTo>
                    <a:pt x="826243" y="811848"/>
                  </a:lnTo>
                  <a:lnTo>
                    <a:pt x="819984" y="811848"/>
                  </a:lnTo>
                  <a:lnTo>
                    <a:pt x="813725" y="811848"/>
                  </a:lnTo>
                  <a:lnTo>
                    <a:pt x="807465" y="811848"/>
                  </a:lnTo>
                  <a:lnTo>
                    <a:pt x="801206" y="811848"/>
                  </a:lnTo>
                  <a:lnTo>
                    <a:pt x="794946" y="811848"/>
                  </a:lnTo>
                  <a:lnTo>
                    <a:pt x="788687" y="811848"/>
                  </a:lnTo>
                  <a:lnTo>
                    <a:pt x="782427" y="811848"/>
                  </a:lnTo>
                  <a:lnTo>
                    <a:pt x="776168" y="811848"/>
                  </a:lnTo>
                  <a:lnTo>
                    <a:pt x="769909" y="811848"/>
                  </a:lnTo>
                  <a:lnTo>
                    <a:pt x="763649" y="811848"/>
                  </a:lnTo>
                  <a:lnTo>
                    <a:pt x="757390" y="811848"/>
                  </a:lnTo>
                  <a:lnTo>
                    <a:pt x="751130" y="811848"/>
                  </a:lnTo>
                  <a:lnTo>
                    <a:pt x="744871" y="811848"/>
                  </a:lnTo>
                  <a:lnTo>
                    <a:pt x="738611" y="811848"/>
                  </a:lnTo>
                  <a:lnTo>
                    <a:pt x="732352" y="811848"/>
                  </a:lnTo>
                  <a:lnTo>
                    <a:pt x="726093" y="811848"/>
                  </a:lnTo>
                  <a:lnTo>
                    <a:pt x="719833" y="811848"/>
                  </a:lnTo>
                  <a:lnTo>
                    <a:pt x="713574" y="811848"/>
                  </a:lnTo>
                  <a:lnTo>
                    <a:pt x="707314" y="811848"/>
                  </a:lnTo>
                  <a:lnTo>
                    <a:pt x="701055" y="811848"/>
                  </a:lnTo>
                  <a:lnTo>
                    <a:pt x="694796" y="811848"/>
                  </a:lnTo>
                  <a:lnTo>
                    <a:pt x="688536" y="811848"/>
                  </a:lnTo>
                  <a:lnTo>
                    <a:pt x="682277" y="811848"/>
                  </a:lnTo>
                  <a:lnTo>
                    <a:pt x="676017" y="811848"/>
                  </a:lnTo>
                  <a:lnTo>
                    <a:pt x="669758" y="811848"/>
                  </a:lnTo>
                  <a:lnTo>
                    <a:pt x="663498" y="811848"/>
                  </a:lnTo>
                  <a:lnTo>
                    <a:pt x="657239" y="811848"/>
                  </a:lnTo>
                  <a:lnTo>
                    <a:pt x="650980" y="811848"/>
                  </a:lnTo>
                  <a:lnTo>
                    <a:pt x="644720" y="811848"/>
                  </a:lnTo>
                  <a:lnTo>
                    <a:pt x="638461" y="811848"/>
                  </a:lnTo>
                  <a:lnTo>
                    <a:pt x="632201" y="811848"/>
                  </a:lnTo>
                  <a:lnTo>
                    <a:pt x="625942" y="811848"/>
                  </a:lnTo>
                  <a:lnTo>
                    <a:pt x="619682" y="811848"/>
                  </a:lnTo>
                  <a:lnTo>
                    <a:pt x="613423" y="811848"/>
                  </a:lnTo>
                  <a:lnTo>
                    <a:pt x="607164" y="811848"/>
                  </a:lnTo>
                  <a:lnTo>
                    <a:pt x="600904" y="811848"/>
                  </a:lnTo>
                  <a:lnTo>
                    <a:pt x="594645" y="811848"/>
                  </a:lnTo>
                  <a:lnTo>
                    <a:pt x="588385" y="811848"/>
                  </a:lnTo>
                  <a:lnTo>
                    <a:pt x="582126" y="811848"/>
                  </a:lnTo>
                  <a:lnTo>
                    <a:pt x="575866" y="811848"/>
                  </a:lnTo>
                  <a:lnTo>
                    <a:pt x="569607" y="811848"/>
                  </a:lnTo>
                  <a:lnTo>
                    <a:pt x="563348" y="811848"/>
                  </a:lnTo>
                  <a:lnTo>
                    <a:pt x="557088" y="811848"/>
                  </a:lnTo>
                  <a:lnTo>
                    <a:pt x="550829" y="811848"/>
                  </a:lnTo>
                  <a:lnTo>
                    <a:pt x="544569" y="811848"/>
                  </a:lnTo>
                  <a:lnTo>
                    <a:pt x="538310" y="811848"/>
                  </a:lnTo>
                  <a:lnTo>
                    <a:pt x="532050" y="811848"/>
                  </a:lnTo>
                  <a:lnTo>
                    <a:pt x="525791" y="811848"/>
                  </a:lnTo>
                  <a:lnTo>
                    <a:pt x="519532" y="811848"/>
                  </a:lnTo>
                  <a:lnTo>
                    <a:pt x="513272" y="811848"/>
                  </a:lnTo>
                  <a:lnTo>
                    <a:pt x="507013" y="811848"/>
                  </a:lnTo>
                  <a:lnTo>
                    <a:pt x="500753" y="811848"/>
                  </a:lnTo>
                  <a:lnTo>
                    <a:pt x="494494" y="811848"/>
                  </a:lnTo>
                  <a:lnTo>
                    <a:pt x="488235" y="811848"/>
                  </a:lnTo>
                  <a:lnTo>
                    <a:pt x="481975" y="811848"/>
                  </a:lnTo>
                  <a:lnTo>
                    <a:pt x="475716" y="811848"/>
                  </a:lnTo>
                  <a:lnTo>
                    <a:pt x="469456" y="811848"/>
                  </a:lnTo>
                  <a:lnTo>
                    <a:pt x="463197" y="811848"/>
                  </a:lnTo>
                  <a:lnTo>
                    <a:pt x="456937" y="811848"/>
                  </a:lnTo>
                  <a:lnTo>
                    <a:pt x="450678" y="811848"/>
                  </a:lnTo>
                  <a:lnTo>
                    <a:pt x="444419" y="811848"/>
                  </a:lnTo>
                  <a:lnTo>
                    <a:pt x="438159" y="811848"/>
                  </a:lnTo>
                  <a:lnTo>
                    <a:pt x="431900" y="811848"/>
                  </a:lnTo>
                  <a:lnTo>
                    <a:pt x="425640" y="811848"/>
                  </a:lnTo>
                  <a:lnTo>
                    <a:pt x="419381" y="811848"/>
                  </a:lnTo>
                  <a:lnTo>
                    <a:pt x="413121" y="811848"/>
                  </a:lnTo>
                  <a:lnTo>
                    <a:pt x="406862" y="811848"/>
                  </a:lnTo>
                  <a:lnTo>
                    <a:pt x="400603" y="811848"/>
                  </a:lnTo>
                  <a:lnTo>
                    <a:pt x="394343" y="811848"/>
                  </a:lnTo>
                  <a:lnTo>
                    <a:pt x="388084" y="811848"/>
                  </a:lnTo>
                  <a:lnTo>
                    <a:pt x="381824" y="811848"/>
                  </a:lnTo>
                  <a:lnTo>
                    <a:pt x="375565" y="811848"/>
                  </a:lnTo>
                  <a:lnTo>
                    <a:pt x="369305" y="811848"/>
                  </a:lnTo>
                  <a:lnTo>
                    <a:pt x="363046" y="811848"/>
                  </a:lnTo>
                  <a:lnTo>
                    <a:pt x="356787" y="811848"/>
                  </a:lnTo>
                  <a:lnTo>
                    <a:pt x="350527" y="811848"/>
                  </a:lnTo>
                  <a:lnTo>
                    <a:pt x="344268" y="811848"/>
                  </a:lnTo>
                  <a:lnTo>
                    <a:pt x="338008" y="811848"/>
                  </a:lnTo>
                  <a:lnTo>
                    <a:pt x="331749" y="811848"/>
                  </a:lnTo>
                  <a:lnTo>
                    <a:pt x="325490" y="811848"/>
                  </a:lnTo>
                  <a:lnTo>
                    <a:pt x="319230" y="811848"/>
                  </a:lnTo>
                  <a:lnTo>
                    <a:pt x="312971" y="811848"/>
                  </a:lnTo>
                  <a:lnTo>
                    <a:pt x="306711" y="811848"/>
                  </a:lnTo>
                  <a:lnTo>
                    <a:pt x="300452" y="811848"/>
                  </a:lnTo>
                  <a:lnTo>
                    <a:pt x="294192" y="811848"/>
                  </a:lnTo>
                  <a:lnTo>
                    <a:pt x="287933" y="811848"/>
                  </a:lnTo>
                  <a:lnTo>
                    <a:pt x="281674" y="811848"/>
                  </a:lnTo>
                  <a:lnTo>
                    <a:pt x="275414" y="811848"/>
                  </a:lnTo>
                  <a:lnTo>
                    <a:pt x="269155" y="811848"/>
                  </a:lnTo>
                  <a:lnTo>
                    <a:pt x="262895" y="811848"/>
                  </a:lnTo>
                  <a:lnTo>
                    <a:pt x="256636" y="811848"/>
                  </a:lnTo>
                  <a:lnTo>
                    <a:pt x="250376" y="811848"/>
                  </a:lnTo>
                  <a:lnTo>
                    <a:pt x="244117" y="811848"/>
                  </a:lnTo>
                  <a:lnTo>
                    <a:pt x="237858" y="811848"/>
                  </a:lnTo>
                  <a:lnTo>
                    <a:pt x="231598" y="811848"/>
                  </a:lnTo>
                  <a:lnTo>
                    <a:pt x="225339" y="811848"/>
                  </a:lnTo>
                  <a:lnTo>
                    <a:pt x="219079" y="811848"/>
                  </a:lnTo>
                  <a:lnTo>
                    <a:pt x="212820" y="811848"/>
                  </a:lnTo>
                  <a:lnTo>
                    <a:pt x="206560" y="811848"/>
                  </a:lnTo>
                  <a:lnTo>
                    <a:pt x="200301" y="811848"/>
                  </a:lnTo>
                  <a:lnTo>
                    <a:pt x="194042" y="811848"/>
                  </a:lnTo>
                  <a:lnTo>
                    <a:pt x="187782" y="811848"/>
                  </a:lnTo>
                  <a:lnTo>
                    <a:pt x="181523" y="811848"/>
                  </a:lnTo>
                  <a:lnTo>
                    <a:pt x="175263" y="811848"/>
                  </a:lnTo>
                  <a:lnTo>
                    <a:pt x="169004" y="811848"/>
                  </a:lnTo>
                  <a:lnTo>
                    <a:pt x="162745" y="811848"/>
                  </a:lnTo>
                  <a:lnTo>
                    <a:pt x="156485" y="811848"/>
                  </a:lnTo>
                  <a:lnTo>
                    <a:pt x="150226" y="811848"/>
                  </a:lnTo>
                  <a:lnTo>
                    <a:pt x="143966" y="811848"/>
                  </a:lnTo>
                  <a:lnTo>
                    <a:pt x="137707" y="811848"/>
                  </a:lnTo>
                  <a:lnTo>
                    <a:pt x="131447" y="811848"/>
                  </a:lnTo>
                  <a:lnTo>
                    <a:pt x="125188" y="811848"/>
                  </a:lnTo>
                  <a:lnTo>
                    <a:pt x="118929" y="811848"/>
                  </a:lnTo>
                  <a:lnTo>
                    <a:pt x="112669" y="811848"/>
                  </a:lnTo>
                  <a:lnTo>
                    <a:pt x="106410" y="811848"/>
                  </a:lnTo>
                  <a:lnTo>
                    <a:pt x="100150" y="811848"/>
                  </a:lnTo>
                  <a:lnTo>
                    <a:pt x="93891" y="811848"/>
                  </a:lnTo>
                  <a:lnTo>
                    <a:pt x="87631" y="811848"/>
                  </a:lnTo>
                  <a:lnTo>
                    <a:pt x="81372" y="811848"/>
                  </a:lnTo>
                  <a:lnTo>
                    <a:pt x="75113" y="811848"/>
                  </a:lnTo>
                  <a:lnTo>
                    <a:pt x="68853" y="811848"/>
                  </a:lnTo>
                  <a:lnTo>
                    <a:pt x="62594" y="811848"/>
                  </a:lnTo>
                  <a:lnTo>
                    <a:pt x="56334" y="811848"/>
                  </a:lnTo>
                  <a:lnTo>
                    <a:pt x="50075" y="811848"/>
                  </a:lnTo>
                  <a:lnTo>
                    <a:pt x="43815" y="811848"/>
                  </a:lnTo>
                  <a:lnTo>
                    <a:pt x="37556" y="811848"/>
                  </a:lnTo>
                  <a:lnTo>
                    <a:pt x="31297" y="811848"/>
                  </a:lnTo>
                  <a:lnTo>
                    <a:pt x="25037" y="811848"/>
                  </a:lnTo>
                  <a:lnTo>
                    <a:pt x="18778" y="811848"/>
                  </a:lnTo>
                  <a:lnTo>
                    <a:pt x="12518" y="811848"/>
                  </a:lnTo>
                  <a:lnTo>
                    <a:pt x="6259" y="81184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49798" y="2519095"/>
              <a:ext cx="3198565" cy="811848"/>
            </a:xfrm>
            <a:custGeom>
              <a:avLst/>
              <a:pathLst>
                <a:path w="3198565" h="811848">
                  <a:moveTo>
                    <a:pt x="0" y="811848"/>
                  </a:moveTo>
                  <a:lnTo>
                    <a:pt x="6259" y="811848"/>
                  </a:lnTo>
                  <a:lnTo>
                    <a:pt x="12518" y="811848"/>
                  </a:lnTo>
                  <a:lnTo>
                    <a:pt x="18778" y="811848"/>
                  </a:lnTo>
                  <a:lnTo>
                    <a:pt x="25037" y="811848"/>
                  </a:lnTo>
                  <a:lnTo>
                    <a:pt x="31297" y="811848"/>
                  </a:lnTo>
                  <a:lnTo>
                    <a:pt x="37556" y="811848"/>
                  </a:lnTo>
                  <a:lnTo>
                    <a:pt x="43815" y="811848"/>
                  </a:lnTo>
                  <a:lnTo>
                    <a:pt x="50075" y="811848"/>
                  </a:lnTo>
                  <a:lnTo>
                    <a:pt x="56334" y="811847"/>
                  </a:lnTo>
                  <a:lnTo>
                    <a:pt x="62594" y="811847"/>
                  </a:lnTo>
                  <a:lnTo>
                    <a:pt x="68853" y="811846"/>
                  </a:lnTo>
                  <a:lnTo>
                    <a:pt x="75113" y="811844"/>
                  </a:lnTo>
                  <a:lnTo>
                    <a:pt x="81372" y="811840"/>
                  </a:lnTo>
                  <a:lnTo>
                    <a:pt x="87631" y="811831"/>
                  </a:lnTo>
                  <a:lnTo>
                    <a:pt x="93891" y="811812"/>
                  </a:lnTo>
                  <a:lnTo>
                    <a:pt x="100150" y="811776"/>
                  </a:lnTo>
                  <a:lnTo>
                    <a:pt x="106410" y="811707"/>
                  </a:lnTo>
                  <a:lnTo>
                    <a:pt x="112669" y="811586"/>
                  </a:lnTo>
                  <a:lnTo>
                    <a:pt x="118929" y="811381"/>
                  </a:lnTo>
                  <a:lnTo>
                    <a:pt x="125188" y="811051"/>
                  </a:lnTo>
                  <a:lnTo>
                    <a:pt x="131447" y="810541"/>
                  </a:lnTo>
                  <a:lnTo>
                    <a:pt x="137707" y="809792"/>
                  </a:lnTo>
                  <a:lnTo>
                    <a:pt x="143966" y="808739"/>
                  </a:lnTo>
                  <a:lnTo>
                    <a:pt x="150226" y="807324"/>
                  </a:lnTo>
                  <a:lnTo>
                    <a:pt x="156485" y="805505"/>
                  </a:lnTo>
                  <a:lnTo>
                    <a:pt x="162745" y="803267"/>
                  </a:lnTo>
                  <a:lnTo>
                    <a:pt x="169004" y="800630"/>
                  </a:lnTo>
                  <a:lnTo>
                    <a:pt x="175263" y="797654"/>
                  </a:lnTo>
                  <a:lnTo>
                    <a:pt x="181523" y="794427"/>
                  </a:lnTo>
                  <a:lnTo>
                    <a:pt x="187782" y="791065"/>
                  </a:lnTo>
                  <a:lnTo>
                    <a:pt x="194042" y="787686"/>
                  </a:lnTo>
                  <a:lnTo>
                    <a:pt x="200301" y="784359"/>
                  </a:lnTo>
                  <a:lnTo>
                    <a:pt x="206560" y="781112"/>
                  </a:lnTo>
                  <a:lnTo>
                    <a:pt x="212820" y="777929"/>
                  </a:lnTo>
                  <a:lnTo>
                    <a:pt x="219079" y="774764"/>
                  </a:lnTo>
                  <a:lnTo>
                    <a:pt x="225339" y="771559"/>
                  </a:lnTo>
                  <a:lnTo>
                    <a:pt x="231598" y="768269"/>
                  </a:lnTo>
                  <a:lnTo>
                    <a:pt x="237858" y="764881"/>
                  </a:lnTo>
                  <a:lnTo>
                    <a:pt x="244117" y="761423"/>
                  </a:lnTo>
                  <a:lnTo>
                    <a:pt x="250376" y="757960"/>
                  </a:lnTo>
                  <a:lnTo>
                    <a:pt x="256636" y="754578"/>
                  </a:lnTo>
                  <a:lnTo>
                    <a:pt x="262895" y="751361"/>
                  </a:lnTo>
                  <a:lnTo>
                    <a:pt x="269155" y="748373"/>
                  </a:lnTo>
                  <a:lnTo>
                    <a:pt x="275414" y="745646"/>
                  </a:lnTo>
                  <a:lnTo>
                    <a:pt x="281674" y="743123"/>
                  </a:lnTo>
                  <a:lnTo>
                    <a:pt x="287933" y="740735"/>
                  </a:lnTo>
                  <a:lnTo>
                    <a:pt x="294192" y="738394"/>
                  </a:lnTo>
                  <a:lnTo>
                    <a:pt x="300452" y="736017"/>
                  </a:lnTo>
                  <a:lnTo>
                    <a:pt x="306711" y="733535"/>
                  </a:lnTo>
                  <a:lnTo>
                    <a:pt x="312971" y="730898"/>
                  </a:lnTo>
                  <a:lnTo>
                    <a:pt x="319230" y="728074"/>
                  </a:lnTo>
                  <a:lnTo>
                    <a:pt x="325490" y="725045"/>
                  </a:lnTo>
                  <a:lnTo>
                    <a:pt x="331749" y="721798"/>
                  </a:lnTo>
                  <a:lnTo>
                    <a:pt x="338008" y="718322"/>
                  </a:lnTo>
                  <a:lnTo>
                    <a:pt x="344268" y="714613"/>
                  </a:lnTo>
                  <a:lnTo>
                    <a:pt x="350527" y="710670"/>
                  </a:lnTo>
                  <a:lnTo>
                    <a:pt x="356787" y="706503"/>
                  </a:lnTo>
                  <a:lnTo>
                    <a:pt x="363046" y="702120"/>
                  </a:lnTo>
                  <a:lnTo>
                    <a:pt x="369305" y="697566"/>
                  </a:lnTo>
                  <a:lnTo>
                    <a:pt x="375565" y="692865"/>
                  </a:lnTo>
                  <a:lnTo>
                    <a:pt x="381824" y="688023"/>
                  </a:lnTo>
                  <a:lnTo>
                    <a:pt x="388084" y="683015"/>
                  </a:lnTo>
                  <a:lnTo>
                    <a:pt x="394343" y="677782"/>
                  </a:lnTo>
                  <a:lnTo>
                    <a:pt x="400603" y="672223"/>
                  </a:lnTo>
                  <a:lnTo>
                    <a:pt x="406862" y="666196"/>
                  </a:lnTo>
                  <a:lnTo>
                    <a:pt x="413121" y="659519"/>
                  </a:lnTo>
                  <a:lnTo>
                    <a:pt x="419381" y="651977"/>
                  </a:lnTo>
                  <a:lnTo>
                    <a:pt x="425640" y="643321"/>
                  </a:lnTo>
                  <a:lnTo>
                    <a:pt x="431900" y="633267"/>
                  </a:lnTo>
                  <a:lnTo>
                    <a:pt x="438159" y="621500"/>
                  </a:lnTo>
                  <a:lnTo>
                    <a:pt x="444419" y="607659"/>
                  </a:lnTo>
                  <a:lnTo>
                    <a:pt x="450678" y="591142"/>
                  </a:lnTo>
                  <a:lnTo>
                    <a:pt x="456937" y="571493"/>
                  </a:lnTo>
                  <a:lnTo>
                    <a:pt x="463197" y="548155"/>
                  </a:lnTo>
                  <a:lnTo>
                    <a:pt x="469456" y="520422"/>
                  </a:lnTo>
                  <a:lnTo>
                    <a:pt x="475716" y="487530"/>
                  </a:lnTo>
                  <a:lnTo>
                    <a:pt x="481975" y="448750"/>
                  </a:lnTo>
                  <a:lnTo>
                    <a:pt x="488235" y="403559"/>
                  </a:lnTo>
                  <a:lnTo>
                    <a:pt x="494494" y="351880"/>
                  </a:lnTo>
                  <a:lnTo>
                    <a:pt x="500753" y="294374"/>
                  </a:lnTo>
                  <a:lnTo>
                    <a:pt x="507013" y="232717"/>
                  </a:lnTo>
                  <a:lnTo>
                    <a:pt x="513272" y="169795"/>
                  </a:lnTo>
                  <a:lnTo>
                    <a:pt x="519532" y="109715"/>
                  </a:lnTo>
                  <a:lnTo>
                    <a:pt x="525791" y="57564"/>
                  </a:lnTo>
                  <a:lnTo>
                    <a:pt x="532050" y="18886"/>
                  </a:lnTo>
                  <a:lnTo>
                    <a:pt x="538310" y="0"/>
                  </a:lnTo>
                  <a:lnTo>
                    <a:pt x="544569" y="4782"/>
                  </a:lnTo>
                  <a:lnTo>
                    <a:pt x="550829" y="33787"/>
                  </a:lnTo>
                  <a:lnTo>
                    <a:pt x="557088" y="85626"/>
                  </a:lnTo>
                  <a:lnTo>
                    <a:pt x="563348" y="156483"/>
                  </a:lnTo>
                  <a:lnTo>
                    <a:pt x="569607" y="240703"/>
                  </a:lnTo>
                  <a:lnTo>
                    <a:pt x="575866" y="331674"/>
                  </a:lnTo>
                  <a:lnTo>
                    <a:pt x="582126" y="422797"/>
                  </a:lnTo>
                  <a:lnTo>
                    <a:pt x="588385" y="508355"/>
                  </a:lnTo>
                  <a:lnTo>
                    <a:pt x="594645" y="584124"/>
                  </a:lnTo>
                  <a:lnTo>
                    <a:pt x="600904" y="647650"/>
                  </a:lnTo>
                  <a:lnTo>
                    <a:pt x="607164" y="698184"/>
                  </a:lnTo>
                  <a:lnTo>
                    <a:pt x="613423" y="736377"/>
                  </a:lnTo>
                  <a:lnTo>
                    <a:pt x="619682" y="763824"/>
                  </a:lnTo>
                  <a:lnTo>
                    <a:pt x="625942" y="782374"/>
                  </a:lnTo>
                  <a:lnTo>
                    <a:pt x="632201" y="794285"/>
                  </a:lnTo>
                  <a:lnTo>
                    <a:pt x="638461" y="801784"/>
                  </a:lnTo>
                  <a:lnTo>
                    <a:pt x="644720" y="806307"/>
                  </a:lnTo>
                  <a:lnTo>
                    <a:pt x="650980" y="808920"/>
                  </a:lnTo>
                  <a:lnTo>
                    <a:pt x="657239" y="810365"/>
                  </a:lnTo>
                  <a:lnTo>
                    <a:pt x="663498" y="811128"/>
                  </a:lnTo>
                  <a:lnTo>
                    <a:pt x="669758" y="811514"/>
                  </a:lnTo>
                  <a:lnTo>
                    <a:pt x="676017" y="811699"/>
                  </a:lnTo>
                  <a:lnTo>
                    <a:pt x="682277" y="811785"/>
                  </a:lnTo>
                  <a:lnTo>
                    <a:pt x="688536" y="811822"/>
                  </a:lnTo>
                  <a:lnTo>
                    <a:pt x="694796" y="811838"/>
                  </a:lnTo>
                  <a:lnTo>
                    <a:pt x="701055" y="811844"/>
                  </a:lnTo>
                  <a:lnTo>
                    <a:pt x="707314" y="811846"/>
                  </a:lnTo>
                  <a:lnTo>
                    <a:pt x="713574" y="811847"/>
                  </a:lnTo>
                  <a:lnTo>
                    <a:pt x="719833" y="811848"/>
                  </a:lnTo>
                  <a:lnTo>
                    <a:pt x="726093" y="811848"/>
                  </a:lnTo>
                  <a:lnTo>
                    <a:pt x="732352" y="811848"/>
                  </a:lnTo>
                  <a:lnTo>
                    <a:pt x="738611" y="811848"/>
                  </a:lnTo>
                  <a:lnTo>
                    <a:pt x="744871" y="811848"/>
                  </a:lnTo>
                  <a:lnTo>
                    <a:pt x="751130" y="811848"/>
                  </a:lnTo>
                  <a:lnTo>
                    <a:pt x="757390" y="811848"/>
                  </a:lnTo>
                  <a:lnTo>
                    <a:pt x="763649" y="811848"/>
                  </a:lnTo>
                  <a:lnTo>
                    <a:pt x="769909" y="811848"/>
                  </a:lnTo>
                  <a:lnTo>
                    <a:pt x="776168" y="811848"/>
                  </a:lnTo>
                  <a:lnTo>
                    <a:pt x="782427" y="811848"/>
                  </a:lnTo>
                  <a:lnTo>
                    <a:pt x="788687" y="811848"/>
                  </a:lnTo>
                  <a:lnTo>
                    <a:pt x="794946" y="811848"/>
                  </a:lnTo>
                  <a:lnTo>
                    <a:pt x="801206" y="811848"/>
                  </a:lnTo>
                  <a:lnTo>
                    <a:pt x="807465" y="811848"/>
                  </a:lnTo>
                  <a:lnTo>
                    <a:pt x="813725" y="811848"/>
                  </a:lnTo>
                  <a:lnTo>
                    <a:pt x="819984" y="811848"/>
                  </a:lnTo>
                  <a:lnTo>
                    <a:pt x="826243" y="811848"/>
                  </a:lnTo>
                  <a:lnTo>
                    <a:pt x="832503" y="811848"/>
                  </a:lnTo>
                  <a:lnTo>
                    <a:pt x="838762" y="811848"/>
                  </a:lnTo>
                  <a:lnTo>
                    <a:pt x="845022" y="811848"/>
                  </a:lnTo>
                  <a:lnTo>
                    <a:pt x="851281" y="811848"/>
                  </a:lnTo>
                  <a:lnTo>
                    <a:pt x="857541" y="811848"/>
                  </a:lnTo>
                  <a:lnTo>
                    <a:pt x="863800" y="811848"/>
                  </a:lnTo>
                  <a:lnTo>
                    <a:pt x="870059" y="811848"/>
                  </a:lnTo>
                  <a:lnTo>
                    <a:pt x="876319" y="811848"/>
                  </a:lnTo>
                  <a:lnTo>
                    <a:pt x="882578" y="811848"/>
                  </a:lnTo>
                  <a:lnTo>
                    <a:pt x="888838" y="811848"/>
                  </a:lnTo>
                  <a:lnTo>
                    <a:pt x="895097" y="811848"/>
                  </a:lnTo>
                  <a:lnTo>
                    <a:pt x="901356" y="811848"/>
                  </a:lnTo>
                  <a:lnTo>
                    <a:pt x="907616" y="811848"/>
                  </a:lnTo>
                  <a:lnTo>
                    <a:pt x="913875" y="811848"/>
                  </a:lnTo>
                  <a:lnTo>
                    <a:pt x="920135" y="811848"/>
                  </a:lnTo>
                  <a:lnTo>
                    <a:pt x="926394" y="811848"/>
                  </a:lnTo>
                  <a:lnTo>
                    <a:pt x="932654" y="811848"/>
                  </a:lnTo>
                  <a:lnTo>
                    <a:pt x="938913" y="811848"/>
                  </a:lnTo>
                  <a:lnTo>
                    <a:pt x="945172" y="811848"/>
                  </a:lnTo>
                  <a:lnTo>
                    <a:pt x="951432" y="811848"/>
                  </a:lnTo>
                  <a:lnTo>
                    <a:pt x="957691" y="811848"/>
                  </a:lnTo>
                  <a:lnTo>
                    <a:pt x="963951" y="811848"/>
                  </a:lnTo>
                  <a:lnTo>
                    <a:pt x="970210" y="811848"/>
                  </a:lnTo>
                  <a:lnTo>
                    <a:pt x="976470" y="811848"/>
                  </a:lnTo>
                  <a:lnTo>
                    <a:pt x="982729" y="811848"/>
                  </a:lnTo>
                  <a:lnTo>
                    <a:pt x="988988" y="811848"/>
                  </a:lnTo>
                  <a:lnTo>
                    <a:pt x="995248" y="811848"/>
                  </a:lnTo>
                  <a:lnTo>
                    <a:pt x="1001507" y="811848"/>
                  </a:lnTo>
                  <a:lnTo>
                    <a:pt x="1007767" y="811848"/>
                  </a:lnTo>
                  <a:lnTo>
                    <a:pt x="1014026" y="811848"/>
                  </a:lnTo>
                  <a:lnTo>
                    <a:pt x="1020286" y="811848"/>
                  </a:lnTo>
                  <a:lnTo>
                    <a:pt x="1026545" y="811848"/>
                  </a:lnTo>
                  <a:lnTo>
                    <a:pt x="1032804" y="811848"/>
                  </a:lnTo>
                  <a:lnTo>
                    <a:pt x="1039064" y="811848"/>
                  </a:lnTo>
                  <a:lnTo>
                    <a:pt x="1045323" y="811848"/>
                  </a:lnTo>
                  <a:lnTo>
                    <a:pt x="1051583" y="811848"/>
                  </a:lnTo>
                  <a:lnTo>
                    <a:pt x="1057842" y="811848"/>
                  </a:lnTo>
                  <a:lnTo>
                    <a:pt x="1064101" y="811848"/>
                  </a:lnTo>
                  <a:lnTo>
                    <a:pt x="1070361" y="811848"/>
                  </a:lnTo>
                  <a:lnTo>
                    <a:pt x="1076620" y="811848"/>
                  </a:lnTo>
                  <a:lnTo>
                    <a:pt x="1082880" y="811848"/>
                  </a:lnTo>
                  <a:lnTo>
                    <a:pt x="1089139" y="811848"/>
                  </a:lnTo>
                  <a:lnTo>
                    <a:pt x="1095399" y="811848"/>
                  </a:lnTo>
                  <a:lnTo>
                    <a:pt x="1101658" y="811848"/>
                  </a:lnTo>
                  <a:lnTo>
                    <a:pt x="1107917" y="811848"/>
                  </a:lnTo>
                  <a:lnTo>
                    <a:pt x="1114177" y="811848"/>
                  </a:lnTo>
                  <a:lnTo>
                    <a:pt x="1120436" y="811848"/>
                  </a:lnTo>
                  <a:lnTo>
                    <a:pt x="1126696" y="811848"/>
                  </a:lnTo>
                  <a:lnTo>
                    <a:pt x="1132955" y="811848"/>
                  </a:lnTo>
                  <a:lnTo>
                    <a:pt x="1139215" y="811848"/>
                  </a:lnTo>
                  <a:lnTo>
                    <a:pt x="1145474" y="811848"/>
                  </a:lnTo>
                  <a:lnTo>
                    <a:pt x="1151733" y="811848"/>
                  </a:lnTo>
                  <a:lnTo>
                    <a:pt x="1157993" y="811848"/>
                  </a:lnTo>
                  <a:lnTo>
                    <a:pt x="1164252" y="811848"/>
                  </a:lnTo>
                  <a:lnTo>
                    <a:pt x="1170512" y="811848"/>
                  </a:lnTo>
                  <a:lnTo>
                    <a:pt x="1176771" y="811848"/>
                  </a:lnTo>
                  <a:lnTo>
                    <a:pt x="1183031" y="811848"/>
                  </a:lnTo>
                  <a:lnTo>
                    <a:pt x="1189290" y="811848"/>
                  </a:lnTo>
                  <a:lnTo>
                    <a:pt x="1195549" y="811848"/>
                  </a:lnTo>
                  <a:lnTo>
                    <a:pt x="1201809" y="811848"/>
                  </a:lnTo>
                  <a:lnTo>
                    <a:pt x="1208068" y="811848"/>
                  </a:lnTo>
                  <a:lnTo>
                    <a:pt x="1214328" y="811848"/>
                  </a:lnTo>
                  <a:lnTo>
                    <a:pt x="1220587" y="811848"/>
                  </a:lnTo>
                  <a:lnTo>
                    <a:pt x="1226846" y="811848"/>
                  </a:lnTo>
                  <a:lnTo>
                    <a:pt x="1233106" y="811848"/>
                  </a:lnTo>
                  <a:lnTo>
                    <a:pt x="1239365" y="811848"/>
                  </a:lnTo>
                  <a:lnTo>
                    <a:pt x="1245625" y="811848"/>
                  </a:lnTo>
                  <a:lnTo>
                    <a:pt x="1251884" y="811848"/>
                  </a:lnTo>
                  <a:lnTo>
                    <a:pt x="1258144" y="811848"/>
                  </a:lnTo>
                  <a:lnTo>
                    <a:pt x="1264403" y="811848"/>
                  </a:lnTo>
                  <a:lnTo>
                    <a:pt x="1270662" y="811848"/>
                  </a:lnTo>
                  <a:lnTo>
                    <a:pt x="1276922" y="811848"/>
                  </a:lnTo>
                  <a:lnTo>
                    <a:pt x="1283181" y="811848"/>
                  </a:lnTo>
                  <a:lnTo>
                    <a:pt x="1289441" y="811848"/>
                  </a:lnTo>
                  <a:lnTo>
                    <a:pt x="1295700" y="811848"/>
                  </a:lnTo>
                  <a:lnTo>
                    <a:pt x="1301960" y="811848"/>
                  </a:lnTo>
                  <a:lnTo>
                    <a:pt x="1308219" y="811848"/>
                  </a:lnTo>
                  <a:lnTo>
                    <a:pt x="1314478" y="811848"/>
                  </a:lnTo>
                  <a:lnTo>
                    <a:pt x="1320738" y="811848"/>
                  </a:lnTo>
                  <a:lnTo>
                    <a:pt x="1326997" y="811848"/>
                  </a:lnTo>
                  <a:lnTo>
                    <a:pt x="1333257" y="811848"/>
                  </a:lnTo>
                  <a:lnTo>
                    <a:pt x="1339516" y="811848"/>
                  </a:lnTo>
                  <a:lnTo>
                    <a:pt x="1345776" y="811848"/>
                  </a:lnTo>
                  <a:lnTo>
                    <a:pt x="1352035" y="811848"/>
                  </a:lnTo>
                  <a:lnTo>
                    <a:pt x="1358294" y="811848"/>
                  </a:lnTo>
                  <a:lnTo>
                    <a:pt x="1364554" y="811848"/>
                  </a:lnTo>
                  <a:lnTo>
                    <a:pt x="1370813" y="811848"/>
                  </a:lnTo>
                  <a:lnTo>
                    <a:pt x="1377073" y="811848"/>
                  </a:lnTo>
                  <a:lnTo>
                    <a:pt x="1383332" y="811848"/>
                  </a:lnTo>
                  <a:lnTo>
                    <a:pt x="1389592" y="811848"/>
                  </a:lnTo>
                  <a:lnTo>
                    <a:pt x="1395851" y="811848"/>
                  </a:lnTo>
                  <a:lnTo>
                    <a:pt x="1402110" y="811848"/>
                  </a:lnTo>
                  <a:lnTo>
                    <a:pt x="1408370" y="811848"/>
                  </a:lnTo>
                  <a:lnTo>
                    <a:pt x="1414629" y="811848"/>
                  </a:lnTo>
                  <a:lnTo>
                    <a:pt x="1420889" y="811848"/>
                  </a:lnTo>
                  <a:lnTo>
                    <a:pt x="1427148" y="811848"/>
                  </a:lnTo>
                  <a:lnTo>
                    <a:pt x="1433407" y="811848"/>
                  </a:lnTo>
                  <a:lnTo>
                    <a:pt x="1439667" y="811848"/>
                  </a:lnTo>
                  <a:lnTo>
                    <a:pt x="1445926" y="811848"/>
                  </a:lnTo>
                  <a:lnTo>
                    <a:pt x="1452186" y="811848"/>
                  </a:lnTo>
                  <a:lnTo>
                    <a:pt x="1458445" y="811848"/>
                  </a:lnTo>
                  <a:lnTo>
                    <a:pt x="1464705" y="811848"/>
                  </a:lnTo>
                  <a:lnTo>
                    <a:pt x="1470964" y="811848"/>
                  </a:lnTo>
                  <a:lnTo>
                    <a:pt x="1477223" y="811848"/>
                  </a:lnTo>
                  <a:lnTo>
                    <a:pt x="1483483" y="811848"/>
                  </a:lnTo>
                  <a:lnTo>
                    <a:pt x="1489742" y="811848"/>
                  </a:lnTo>
                  <a:lnTo>
                    <a:pt x="1496002" y="811848"/>
                  </a:lnTo>
                  <a:lnTo>
                    <a:pt x="1502261" y="811848"/>
                  </a:lnTo>
                  <a:lnTo>
                    <a:pt x="1508521" y="811848"/>
                  </a:lnTo>
                  <a:lnTo>
                    <a:pt x="1514780" y="811848"/>
                  </a:lnTo>
                  <a:lnTo>
                    <a:pt x="1521039" y="811848"/>
                  </a:lnTo>
                  <a:lnTo>
                    <a:pt x="1527299" y="811848"/>
                  </a:lnTo>
                  <a:lnTo>
                    <a:pt x="1533558" y="811848"/>
                  </a:lnTo>
                  <a:lnTo>
                    <a:pt x="1539818" y="811848"/>
                  </a:lnTo>
                  <a:lnTo>
                    <a:pt x="1546077" y="811848"/>
                  </a:lnTo>
                  <a:lnTo>
                    <a:pt x="1552337" y="811848"/>
                  </a:lnTo>
                  <a:lnTo>
                    <a:pt x="1558596" y="811848"/>
                  </a:lnTo>
                  <a:lnTo>
                    <a:pt x="1564855" y="811848"/>
                  </a:lnTo>
                  <a:lnTo>
                    <a:pt x="1571115" y="811848"/>
                  </a:lnTo>
                  <a:lnTo>
                    <a:pt x="1577374" y="811848"/>
                  </a:lnTo>
                  <a:lnTo>
                    <a:pt x="1583634" y="811848"/>
                  </a:lnTo>
                  <a:lnTo>
                    <a:pt x="1589893" y="811848"/>
                  </a:lnTo>
                  <a:lnTo>
                    <a:pt x="1596152" y="811848"/>
                  </a:lnTo>
                  <a:lnTo>
                    <a:pt x="1602412" y="811848"/>
                  </a:lnTo>
                  <a:lnTo>
                    <a:pt x="1608671" y="811848"/>
                  </a:lnTo>
                  <a:lnTo>
                    <a:pt x="1614931" y="811848"/>
                  </a:lnTo>
                  <a:lnTo>
                    <a:pt x="1621190" y="811848"/>
                  </a:lnTo>
                  <a:lnTo>
                    <a:pt x="1627450" y="811848"/>
                  </a:lnTo>
                  <a:lnTo>
                    <a:pt x="1633709" y="811848"/>
                  </a:lnTo>
                  <a:lnTo>
                    <a:pt x="1639968" y="811848"/>
                  </a:lnTo>
                  <a:lnTo>
                    <a:pt x="1646228" y="811848"/>
                  </a:lnTo>
                  <a:lnTo>
                    <a:pt x="1652487" y="811848"/>
                  </a:lnTo>
                  <a:lnTo>
                    <a:pt x="1658747" y="811848"/>
                  </a:lnTo>
                  <a:lnTo>
                    <a:pt x="1665006" y="811848"/>
                  </a:lnTo>
                  <a:lnTo>
                    <a:pt x="1671266" y="811848"/>
                  </a:lnTo>
                  <a:lnTo>
                    <a:pt x="1677525" y="811848"/>
                  </a:lnTo>
                  <a:lnTo>
                    <a:pt x="1683784" y="811848"/>
                  </a:lnTo>
                  <a:lnTo>
                    <a:pt x="1690044" y="811848"/>
                  </a:lnTo>
                  <a:lnTo>
                    <a:pt x="1696303" y="811848"/>
                  </a:lnTo>
                  <a:lnTo>
                    <a:pt x="1702563" y="811848"/>
                  </a:lnTo>
                  <a:lnTo>
                    <a:pt x="1708822" y="811848"/>
                  </a:lnTo>
                  <a:lnTo>
                    <a:pt x="1715082" y="811848"/>
                  </a:lnTo>
                  <a:lnTo>
                    <a:pt x="1721341" y="811848"/>
                  </a:lnTo>
                  <a:lnTo>
                    <a:pt x="1727600" y="811848"/>
                  </a:lnTo>
                  <a:lnTo>
                    <a:pt x="1733860" y="811848"/>
                  </a:lnTo>
                  <a:lnTo>
                    <a:pt x="1740119" y="811848"/>
                  </a:lnTo>
                  <a:lnTo>
                    <a:pt x="1746379" y="811848"/>
                  </a:lnTo>
                  <a:lnTo>
                    <a:pt x="1752638" y="811848"/>
                  </a:lnTo>
                  <a:lnTo>
                    <a:pt x="1758897" y="811848"/>
                  </a:lnTo>
                  <a:lnTo>
                    <a:pt x="1765157" y="811848"/>
                  </a:lnTo>
                  <a:lnTo>
                    <a:pt x="1771416" y="811848"/>
                  </a:lnTo>
                  <a:lnTo>
                    <a:pt x="1777676" y="811848"/>
                  </a:lnTo>
                  <a:lnTo>
                    <a:pt x="1783935" y="811848"/>
                  </a:lnTo>
                  <a:lnTo>
                    <a:pt x="1790195" y="811848"/>
                  </a:lnTo>
                  <a:lnTo>
                    <a:pt x="1796454" y="811848"/>
                  </a:lnTo>
                  <a:lnTo>
                    <a:pt x="1802713" y="811848"/>
                  </a:lnTo>
                  <a:lnTo>
                    <a:pt x="1808973" y="811848"/>
                  </a:lnTo>
                  <a:lnTo>
                    <a:pt x="1815232" y="811848"/>
                  </a:lnTo>
                  <a:lnTo>
                    <a:pt x="1821492" y="811848"/>
                  </a:lnTo>
                  <a:lnTo>
                    <a:pt x="1827751" y="811848"/>
                  </a:lnTo>
                  <a:lnTo>
                    <a:pt x="1834011" y="811848"/>
                  </a:lnTo>
                  <a:lnTo>
                    <a:pt x="1840270" y="811848"/>
                  </a:lnTo>
                  <a:lnTo>
                    <a:pt x="1846529" y="811848"/>
                  </a:lnTo>
                  <a:lnTo>
                    <a:pt x="1852789" y="811848"/>
                  </a:lnTo>
                  <a:lnTo>
                    <a:pt x="1859048" y="811848"/>
                  </a:lnTo>
                  <a:lnTo>
                    <a:pt x="1865308" y="811848"/>
                  </a:lnTo>
                  <a:lnTo>
                    <a:pt x="1871567" y="811848"/>
                  </a:lnTo>
                  <a:lnTo>
                    <a:pt x="1877827" y="811848"/>
                  </a:lnTo>
                  <a:lnTo>
                    <a:pt x="1884086" y="811848"/>
                  </a:lnTo>
                  <a:lnTo>
                    <a:pt x="1890345" y="811848"/>
                  </a:lnTo>
                  <a:lnTo>
                    <a:pt x="1896605" y="811848"/>
                  </a:lnTo>
                  <a:lnTo>
                    <a:pt x="1902864" y="811848"/>
                  </a:lnTo>
                  <a:lnTo>
                    <a:pt x="1909124" y="811848"/>
                  </a:lnTo>
                  <a:lnTo>
                    <a:pt x="1915383" y="811848"/>
                  </a:lnTo>
                  <a:lnTo>
                    <a:pt x="1921642" y="811848"/>
                  </a:lnTo>
                  <a:lnTo>
                    <a:pt x="1927902" y="811848"/>
                  </a:lnTo>
                  <a:lnTo>
                    <a:pt x="1934161" y="811848"/>
                  </a:lnTo>
                  <a:lnTo>
                    <a:pt x="1940421" y="811848"/>
                  </a:lnTo>
                  <a:lnTo>
                    <a:pt x="1946680" y="811848"/>
                  </a:lnTo>
                  <a:lnTo>
                    <a:pt x="1952940" y="811848"/>
                  </a:lnTo>
                  <a:lnTo>
                    <a:pt x="1959199" y="811848"/>
                  </a:lnTo>
                  <a:lnTo>
                    <a:pt x="1965458" y="811848"/>
                  </a:lnTo>
                  <a:lnTo>
                    <a:pt x="1971718" y="811848"/>
                  </a:lnTo>
                  <a:lnTo>
                    <a:pt x="1977977" y="811848"/>
                  </a:lnTo>
                  <a:lnTo>
                    <a:pt x="1984237" y="811848"/>
                  </a:lnTo>
                  <a:lnTo>
                    <a:pt x="1990496" y="811848"/>
                  </a:lnTo>
                  <a:lnTo>
                    <a:pt x="1996756" y="811848"/>
                  </a:lnTo>
                  <a:lnTo>
                    <a:pt x="2003015" y="811848"/>
                  </a:lnTo>
                  <a:lnTo>
                    <a:pt x="2009274" y="811848"/>
                  </a:lnTo>
                  <a:lnTo>
                    <a:pt x="2015534" y="811848"/>
                  </a:lnTo>
                  <a:lnTo>
                    <a:pt x="2021793" y="811848"/>
                  </a:lnTo>
                  <a:lnTo>
                    <a:pt x="2028053" y="811848"/>
                  </a:lnTo>
                  <a:lnTo>
                    <a:pt x="2034312" y="811848"/>
                  </a:lnTo>
                  <a:lnTo>
                    <a:pt x="2040572" y="811848"/>
                  </a:lnTo>
                  <a:lnTo>
                    <a:pt x="2046831" y="811848"/>
                  </a:lnTo>
                  <a:lnTo>
                    <a:pt x="2053090" y="811848"/>
                  </a:lnTo>
                  <a:lnTo>
                    <a:pt x="2059350" y="811848"/>
                  </a:lnTo>
                  <a:lnTo>
                    <a:pt x="2065609" y="811848"/>
                  </a:lnTo>
                  <a:lnTo>
                    <a:pt x="2071869" y="811848"/>
                  </a:lnTo>
                  <a:lnTo>
                    <a:pt x="2078128" y="811848"/>
                  </a:lnTo>
                  <a:lnTo>
                    <a:pt x="2084388" y="811848"/>
                  </a:lnTo>
                  <a:lnTo>
                    <a:pt x="2090647" y="811848"/>
                  </a:lnTo>
                  <a:lnTo>
                    <a:pt x="2096906" y="811848"/>
                  </a:lnTo>
                  <a:lnTo>
                    <a:pt x="2103166" y="811848"/>
                  </a:lnTo>
                  <a:lnTo>
                    <a:pt x="2109425" y="811848"/>
                  </a:lnTo>
                  <a:lnTo>
                    <a:pt x="2115685" y="811848"/>
                  </a:lnTo>
                  <a:lnTo>
                    <a:pt x="2121944" y="811848"/>
                  </a:lnTo>
                  <a:lnTo>
                    <a:pt x="2128203" y="811848"/>
                  </a:lnTo>
                  <a:lnTo>
                    <a:pt x="2134463" y="811848"/>
                  </a:lnTo>
                  <a:lnTo>
                    <a:pt x="2140722" y="811848"/>
                  </a:lnTo>
                  <a:lnTo>
                    <a:pt x="2146982" y="811848"/>
                  </a:lnTo>
                  <a:lnTo>
                    <a:pt x="2153241" y="811848"/>
                  </a:lnTo>
                  <a:lnTo>
                    <a:pt x="2159501" y="811848"/>
                  </a:lnTo>
                  <a:lnTo>
                    <a:pt x="2165760" y="811848"/>
                  </a:lnTo>
                  <a:lnTo>
                    <a:pt x="2172019" y="811848"/>
                  </a:lnTo>
                  <a:lnTo>
                    <a:pt x="2178279" y="811848"/>
                  </a:lnTo>
                  <a:lnTo>
                    <a:pt x="2184538" y="811848"/>
                  </a:lnTo>
                  <a:lnTo>
                    <a:pt x="2190798" y="811848"/>
                  </a:lnTo>
                  <a:lnTo>
                    <a:pt x="2197057" y="811848"/>
                  </a:lnTo>
                  <a:lnTo>
                    <a:pt x="2203317" y="811848"/>
                  </a:lnTo>
                  <a:lnTo>
                    <a:pt x="2209576" y="811848"/>
                  </a:lnTo>
                  <a:lnTo>
                    <a:pt x="2215835" y="811848"/>
                  </a:lnTo>
                  <a:lnTo>
                    <a:pt x="2222095" y="811848"/>
                  </a:lnTo>
                  <a:lnTo>
                    <a:pt x="2228354" y="811848"/>
                  </a:lnTo>
                  <a:lnTo>
                    <a:pt x="2234614" y="811848"/>
                  </a:lnTo>
                  <a:lnTo>
                    <a:pt x="2240873" y="811848"/>
                  </a:lnTo>
                  <a:lnTo>
                    <a:pt x="2247133" y="811848"/>
                  </a:lnTo>
                  <a:lnTo>
                    <a:pt x="2253392" y="811848"/>
                  </a:lnTo>
                  <a:lnTo>
                    <a:pt x="2259651" y="811848"/>
                  </a:lnTo>
                  <a:lnTo>
                    <a:pt x="2265911" y="811848"/>
                  </a:lnTo>
                  <a:lnTo>
                    <a:pt x="2272170" y="811848"/>
                  </a:lnTo>
                  <a:lnTo>
                    <a:pt x="2278430" y="811848"/>
                  </a:lnTo>
                  <a:lnTo>
                    <a:pt x="2284689" y="811848"/>
                  </a:lnTo>
                  <a:lnTo>
                    <a:pt x="2290948" y="811848"/>
                  </a:lnTo>
                  <a:lnTo>
                    <a:pt x="2297208" y="811848"/>
                  </a:lnTo>
                  <a:lnTo>
                    <a:pt x="2303467" y="811848"/>
                  </a:lnTo>
                  <a:lnTo>
                    <a:pt x="2309727" y="811848"/>
                  </a:lnTo>
                  <a:lnTo>
                    <a:pt x="2315986" y="811848"/>
                  </a:lnTo>
                  <a:lnTo>
                    <a:pt x="2322246" y="811848"/>
                  </a:lnTo>
                  <a:lnTo>
                    <a:pt x="2328505" y="811847"/>
                  </a:lnTo>
                  <a:lnTo>
                    <a:pt x="2334764" y="811847"/>
                  </a:lnTo>
                  <a:lnTo>
                    <a:pt x="2341024" y="811846"/>
                  </a:lnTo>
                  <a:lnTo>
                    <a:pt x="2347283" y="811844"/>
                  </a:lnTo>
                  <a:lnTo>
                    <a:pt x="2353543" y="811840"/>
                  </a:lnTo>
                  <a:lnTo>
                    <a:pt x="2359802" y="811833"/>
                  </a:lnTo>
                  <a:lnTo>
                    <a:pt x="2366062" y="811821"/>
                  </a:lnTo>
                  <a:lnTo>
                    <a:pt x="2372321" y="811801"/>
                  </a:lnTo>
                  <a:lnTo>
                    <a:pt x="2378580" y="811769"/>
                  </a:lnTo>
                  <a:lnTo>
                    <a:pt x="2384840" y="811722"/>
                  </a:lnTo>
                  <a:lnTo>
                    <a:pt x="2391099" y="811654"/>
                  </a:lnTo>
                  <a:lnTo>
                    <a:pt x="2397359" y="811562"/>
                  </a:lnTo>
                  <a:lnTo>
                    <a:pt x="2403618" y="811441"/>
                  </a:lnTo>
                  <a:lnTo>
                    <a:pt x="2409878" y="811293"/>
                  </a:lnTo>
                  <a:lnTo>
                    <a:pt x="2416137" y="811123"/>
                  </a:lnTo>
                  <a:lnTo>
                    <a:pt x="2422396" y="810941"/>
                  </a:lnTo>
                  <a:lnTo>
                    <a:pt x="2428656" y="810761"/>
                  </a:lnTo>
                  <a:lnTo>
                    <a:pt x="2434915" y="810598"/>
                  </a:lnTo>
                  <a:lnTo>
                    <a:pt x="2441175" y="810470"/>
                  </a:lnTo>
                  <a:lnTo>
                    <a:pt x="2447434" y="810390"/>
                  </a:lnTo>
                  <a:lnTo>
                    <a:pt x="2453693" y="810368"/>
                  </a:lnTo>
                  <a:lnTo>
                    <a:pt x="2459953" y="810407"/>
                  </a:lnTo>
                  <a:lnTo>
                    <a:pt x="2466212" y="810502"/>
                  </a:lnTo>
                  <a:lnTo>
                    <a:pt x="2472472" y="810642"/>
                  </a:lnTo>
                  <a:lnTo>
                    <a:pt x="2478731" y="810813"/>
                  </a:lnTo>
                  <a:lnTo>
                    <a:pt x="2484991" y="810997"/>
                  </a:lnTo>
                  <a:lnTo>
                    <a:pt x="2491250" y="811177"/>
                  </a:lnTo>
                  <a:lnTo>
                    <a:pt x="2497509" y="811340"/>
                  </a:lnTo>
                  <a:lnTo>
                    <a:pt x="2503769" y="811478"/>
                  </a:lnTo>
                  <a:lnTo>
                    <a:pt x="2510028" y="811590"/>
                  </a:lnTo>
                  <a:lnTo>
                    <a:pt x="2516288" y="811675"/>
                  </a:lnTo>
                  <a:lnTo>
                    <a:pt x="2522547" y="811737"/>
                  </a:lnTo>
                  <a:lnTo>
                    <a:pt x="2528807" y="811779"/>
                  </a:lnTo>
                  <a:lnTo>
                    <a:pt x="2535066" y="811807"/>
                  </a:lnTo>
                  <a:lnTo>
                    <a:pt x="2541325" y="811825"/>
                  </a:lnTo>
                  <a:lnTo>
                    <a:pt x="2547585" y="811835"/>
                  </a:lnTo>
                  <a:lnTo>
                    <a:pt x="2553844" y="811841"/>
                  </a:lnTo>
                  <a:lnTo>
                    <a:pt x="2560104" y="811845"/>
                  </a:lnTo>
                  <a:lnTo>
                    <a:pt x="2566363" y="811846"/>
                  </a:lnTo>
                  <a:lnTo>
                    <a:pt x="2572623" y="811847"/>
                  </a:lnTo>
                  <a:lnTo>
                    <a:pt x="2578882" y="811847"/>
                  </a:lnTo>
                  <a:lnTo>
                    <a:pt x="2585141" y="811848"/>
                  </a:lnTo>
                  <a:lnTo>
                    <a:pt x="2591401" y="811848"/>
                  </a:lnTo>
                  <a:lnTo>
                    <a:pt x="2597660" y="811848"/>
                  </a:lnTo>
                  <a:lnTo>
                    <a:pt x="2603920" y="811848"/>
                  </a:lnTo>
                  <a:lnTo>
                    <a:pt x="2610179" y="811848"/>
                  </a:lnTo>
                  <a:lnTo>
                    <a:pt x="2616438" y="811848"/>
                  </a:lnTo>
                  <a:lnTo>
                    <a:pt x="2622698" y="811848"/>
                  </a:lnTo>
                  <a:lnTo>
                    <a:pt x="2628957" y="811848"/>
                  </a:lnTo>
                  <a:lnTo>
                    <a:pt x="2635217" y="811848"/>
                  </a:lnTo>
                  <a:lnTo>
                    <a:pt x="2641476" y="811848"/>
                  </a:lnTo>
                  <a:lnTo>
                    <a:pt x="2647736" y="811848"/>
                  </a:lnTo>
                  <a:lnTo>
                    <a:pt x="2653995" y="811848"/>
                  </a:lnTo>
                  <a:lnTo>
                    <a:pt x="2660254" y="811848"/>
                  </a:lnTo>
                  <a:lnTo>
                    <a:pt x="2666514" y="811848"/>
                  </a:lnTo>
                  <a:lnTo>
                    <a:pt x="2672773" y="811848"/>
                  </a:lnTo>
                  <a:lnTo>
                    <a:pt x="2679033" y="811848"/>
                  </a:lnTo>
                  <a:lnTo>
                    <a:pt x="2685292" y="811848"/>
                  </a:lnTo>
                  <a:lnTo>
                    <a:pt x="2691552" y="811848"/>
                  </a:lnTo>
                  <a:lnTo>
                    <a:pt x="2697811" y="811848"/>
                  </a:lnTo>
                  <a:lnTo>
                    <a:pt x="2704070" y="811848"/>
                  </a:lnTo>
                  <a:lnTo>
                    <a:pt x="2710330" y="811848"/>
                  </a:lnTo>
                  <a:lnTo>
                    <a:pt x="2716589" y="811848"/>
                  </a:lnTo>
                  <a:lnTo>
                    <a:pt x="2722849" y="811848"/>
                  </a:lnTo>
                  <a:lnTo>
                    <a:pt x="2729108" y="811848"/>
                  </a:lnTo>
                  <a:lnTo>
                    <a:pt x="2735368" y="811848"/>
                  </a:lnTo>
                  <a:lnTo>
                    <a:pt x="2741627" y="811848"/>
                  </a:lnTo>
                  <a:lnTo>
                    <a:pt x="2747886" y="811848"/>
                  </a:lnTo>
                  <a:lnTo>
                    <a:pt x="2754146" y="811848"/>
                  </a:lnTo>
                  <a:lnTo>
                    <a:pt x="2760405" y="811848"/>
                  </a:lnTo>
                  <a:lnTo>
                    <a:pt x="2766665" y="811848"/>
                  </a:lnTo>
                  <a:lnTo>
                    <a:pt x="2772924" y="811848"/>
                  </a:lnTo>
                  <a:lnTo>
                    <a:pt x="2779184" y="811848"/>
                  </a:lnTo>
                  <a:lnTo>
                    <a:pt x="2785443" y="811848"/>
                  </a:lnTo>
                  <a:lnTo>
                    <a:pt x="2791702" y="811848"/>
                  </a:lnTo>
                  <a:lnTo>
                    <a:pt x="2797962" y="811848"/>
                  </a:lnTo>
                  <a:lnTo>
                    <a:pt x="2804221" y="811848"/>
                  </a:lnTo>
                  <a:lnTo>
                    <a:pt x="2810481" y="811848"/>
                  </a:lnTo>
                  <a:lnTo>
                    <a:pt x="2816740" y="811848"/>
                  </a:lnTo>
                  <a:lnTo>
                    <a:pt x="2822999" y="811848"/>
                  </a:lnTo>
                  <a:lnTo>
                    <a:pt x="2829259" y="811848"/>
                  </a:lnTo>
                  <a:lnTo>
                    <a:pt x="2835518" y="811848"/>
                  </a:lnTo>
                  <a:lnTo>
                    <a:pt x="2841778" y="811848"/>
                  </a:lnTo>
                  <a:lnTo>
                    <a:pt x="2848037" y="811848"/>
                  </a:lnTo>
                  <a:lnTo>
                    <a:pt x="2854297" y="811848"/>
                  </a:lnTo>
                  <a:lnTo>
                    <a:pt x="2860556" y="811848"/>
                  </a:lnTo>
                  <a:lnTo>
                    <a:pt x="2866815" y="811848"/>
                  </a:lnTo>
                  <a:lnTo>
                    <a:pt x="2873075" y="811848"/>
                  </a:lnTo>
                  <a:lnTo>
                    <a:pt x="2879334" y="811848"/>
                  </a:lnTo>
                  <a:lnTo>
                    <a:pt x="2885594" y="811848"/>
                  </a:lnTo>
                  <a:lnTo>
                    <a:pt x="2891853" y="811848"/>
                  </a:lnTo>
                  <a:lnTo>
                    <a:pt x="2898113" y="811848"/>
                  </a:lnTo>
                  <a:lnTo>
                    <a:pt x="2904372" y="811848"/>
                  </a:lnTo>
                  <a:lnTo>
                    <a:pt x="2910631" y="811848"/>
                  </a:lnTo>
                  <a:lnTo>
                    <a:pt x="2916891" y="811848"/>
                  </a:lnTo>
                  <a:lnTo>
                    <a:pt x="2923150" y="811848"/>
                  </a:lnTo>
                  <a:lnTo>
                    <a:pt x="2929410" y="811848"/>
                  </a:lnTo>
                  <a:lnTo>
                    <a:pt x="2935669" y="811848"/>
                  </a:lnTo>
                  <a:lnTo>
                    <a:pt x="2941929" y="811848"/>
                  </a:lnTo>
                  <a:lnTo>
                    <a:pt x="2948188" y="811848"/>
                  </a:lnTo>
                  <a:lnTo>
                    <a:pt x="2954447" y="811848"/>
                  </a:lnTo>
                  <a:lnTo>
                    <a:pt x="2960707" y="811848"/>
                  </a:lnTo>
                  <a:lnTo>
                    <a:pt x="2966966" y="811848"/>
                  </a:lnTo>
                  <a:lnTo>
                    <a:pt x="2973226" y="811848"/>
                  </a:lnTo>
                  <a:lnTo>
                    <a:pt x="2979485" y="811848"/>
                  </a:lnTo>
                  <a:lnTo>
                    <a:pt x="2985744" y="811848"/>
                  </a:lnTo>
                  <a:lnTo>
                    <a:pt x="2992004" y="811848"/>
                  </a:lnTo>
                  <a:lnTo>
                    <a:pt x="2998263" y="811848"/>
                  </a:lnTo>
                  <a:lnTo>
                    <a:pt x="3004523" y="811848"/>
                  </a:lnTo>
                  <a:lnTo>
                    <a:pt x="3010782" y="811848"/>
                  </a:lnTo>
                  <a:lnTo>
                    <a:pt x="3017042" y="811848"/>
                  </a:lnTo>
                  <a:lnTo>
                    <a:pt x="3023301" y="811848"/>
                  </a:lnTo>
                  <a:lnTo>
                    <a:pt x="3029560" y="811848"/>
                  </a:lnTo>
                  <a:lnTo>
                    <a:pt x="3035820" y="811848"/>
                  </a:lnTo>
                  <a:lnTo>
                    <a:pt x="3042079" y="811848"/>
                  </a:lnTo>
                  <a:lnTo>
                    <a:pt x="3048339" y="811848"/>
                  </a:lnTo>
                  <a:lnTo>
                    <a:pt x="3054598" y="811848"/>
                  </a:lnTo>
                  <a:lnTo>
                    <a:pt x="3060858" y="811848"/>
                  </a:lnTo>
                  <a:lnTo>
                    <a:pt x="3067117" y="811848"/>
                  </a:lnTo>
                  <a:lnTo>
                    <a:pt x="3073376" y="811848"/>
                  </a:lnTo>
                  <a:lnTo>
                    <a:pt x="3079636" y="811848"/>
                  </a:lnTo>
                  <a:lnTo>
                    <a:pt x="3085895" y="811848"/>
                  </a:lnTo>
                  <a:lnTo>
                    <a:pt x="3092155" y="811848"/>
                  </a:lnTo>
                  <a:lnTo>
                    <a:pt x="3098414" y="811848"/>
                  </a:lnTo>
                  <a:lnTo>
                    <a:pt x="3104674" y="811848"/>
                  </a:lnTo>
                  <a:lnTo>
                    <a:pt x="3110933" y="811848"/>
                  </a:lnTo>
                  <a:lnTo>
                    <a:pt x="3117192" y="811848"/>
                  </a:lnTo>
                  <a:lnTo>
                    <a:pt x="3123452" y="811848"/>
                  </a:lnTo>
                  <a:lnTo>
                    <a:pt x="3129711" y="811848"/>
                  </a:lnTo>
                  <a:lnTo>
                    <a:pt x="3135971" y="811848"/>
                  </a:lnTo>
                  <a:lnTo>
                    <a:pt x="3142230" y="811848"/>
                  </a:lnTo>
                  <a:lnTo>
                    <a:pt x="3148489" y="811848"/>
                  </a:lnTo>
                  <a:lnTo>
                    <a:pt x="3154749" y="811848"/>
                  </a:lnTo>
                  <a:lnTo>
                    <a:pt x="3161008" y="811848"/>
                  </a:lnTo>
                  <a:lnTo>
                    <a:pt x="3167268" y="811848"/>
                  </a:lnTo>
                  <a:lnTo>
                    <a:pt x="3173527" y="811848"/>
                  </a:lnTo>
                  <a:lnTo>
                    <a:pt x="3179787" y="811848"/>
                  </a:lnTo>
                  <a:lnTo>
                    <a:pt x="3186046" y="811848"/>
                  </a:lnTo>
                  <a:lnTo>
                    <a:pt x="3192305" y="811848"/>
                  </a:lnTo>
                  <a:lnTo>
                    <a:pt x="3198565" y="811848"/>
                  </a:lnTo>
                </a:path>
              </a:pathLst>
            </a:custGeom>
            <a:ln w="2710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749798" y="2808307"/>
              <a:ext cx="3198565" cy="522636"/>
            </a:xfrm>
            <a:custGeom>
              <a:avLst/>
              <a:pathLst>
                <a:path w="3198565" h="522636">
                  <a:moveTo>
                    <a:pt x="0" y="522636"/>
                  </a:moveTo>
                  <a:lnTo>
                    <a:pt x="6259" y="522636"/>
                  </a:lnTo>
                  <a:lnTo>
                    <a:pt x="12518" y="522636"/>
                  </a:lnTo>
                  <a:lnTo>
                    <a:pt x="18778" y="522635"/>
                  </a:lnTo>
                  <a:lnTo>
                    <a:pt x="25037" y="522635"/>
                  </a:lnTo>
                  <a:lnTo>
                    <a:pt x="31297" y="522635"/>
                  </a:lnTo>
                  <a:lnTo>
                    <a:pt x="37556" y="522634"/>
                  </a:lnTo>
                  <a:lnTo>
                    <a:pt x="43815" y="522633"/>
                  </a:lnTo>
                  <a:lnTo>
                    <a:pt x="50075" y="522631"/>
                  </a:lnTo>
                  <a:lnTo>
                    <a:pt x="56334" y="522628"/>
                  </a:lnTo>
                  <a:lnTo>
                    <a:pt x="62594" y="522622"/>
                  </a:lnTo>
                  <a:lnTo>
                    <a:pt x="68853" y="522614"/>
                  </a:lnTo>
                  <a:lnTo>
                    <a:pt x="75113" y="522601"/>
                  </a:lnTo>
                  <a:lnTo>
                    <a:pt x="81372" y="522581"/>
                  </a:lnTo>
                  <a:lnTo>
                    <a:pt x="87631" y="522553"/>
                  </a:lnTo>
                  <a:lnTo>
                    <a:pt x="93891" y="522512"/>
                  </a:lnTo>
                  <a:lnTo>
                    <a:pt x="100150" y="522452"/>
                  </a:lnTo>
                  <a:lnTo>
                    <a:pt x="106410" y="522370"/>
                  </a:lnTo>
                  <a:lnTo>
                    <a:pt x="112669" y="522258"/>
                  </a:lnTo>
                  <a:lnTo>
                    <a:pt x="118929" y="522111"/>
                  </a:lnTo>
                  <a:lnTo>
                    <a:pt x="125188" y="521921"/>
                  </a:lnTo>
                  <a:lnTo>
                    <a:pt x="131447" y="521680"/>
                  </a:lnTo>
                  <a:lnTo>
                    <a:pt x="137707" y="521381"/>
                  </a:lnTo>
                  <a:lnTo>
                    <a:pt x="143966" y="521017"/>
                  </a:lnTo>
                  <a:lnTo>
                    <a:pt x="150226" y="520582"/>
                  </a:lnTo>
                  <a:lnTo>
                    <a:pt x="156485" y="520070"/>
                  </a:lnTo>
                  <a:lnTo>
                    <a:pt x="162745" y="519470"/>
                  </a:lnTo>
                  <a:lnTo>
                    <a:pt x="169004" y="518790"/>
                  </a:lnTo>
                  <a:lnTo>
                    <a:pt x="175263" y="518028"/>
                  </a:lnTo>
                  <a:lnTo>
                    <a:pt x="181523" y="517186"/>
                  </a:lnTo>
                  <a:lnTo>
                    <a:pt x="187782" y="516264"/>
                  </a:lnTo>
                  <a:lnTo>
                    <a:pt x="194042" y="515262"/>
                  </a:lnTo>
                  <a:lnTo>
                    <a:pt x="200301" y="514178"/>
                  </a:lnTo>
                  <a:lnTo>
                    <a:pt x="206560" y="513008"/>
                  </a:lnTo>
                  <a:lnTo>
                    <a:pt x="212820" y="511747"/>
                  </a:lnTo>
                  <a:lnTo>
                    <a:pt x="219079" y="510387"/>
                  </a:lnTo>
                  <a:lnTo>
                    <a:pt x="225339" y="508911"/>
                  </a:lnTo>
                  <a:lnTo>
                    <a:pt x="231598" y="507310"/>
                  </a:lnTo>
                  <a:lnTo>
                    <a:pt x="237858" y="505582"/>
                  </a:lnTo>
                  <a:lnTo>
                    <a:pt x="244117" y="503725"/>
                  </a:lnTo>
                  <a:lnTo>
                    <a:pt x="250376" y="501741"/>
                  </a:lnTo>
                  <a:lnTo>
                    <a:pt x="256636" y="499640"/>
                  </a:lnTo>
                  <a:lnTo>
                    <a:pt x="262895" y="497438"/>
                  </a:lnTo>
                  <a:lnTo>
                    <a:pt x="269155" y="495156"/>
                  </a:lnTo>
                  <a:lnTo>
                    <a:pt x="275414" y="492824"/>
                  </a:lnTo>
                  <a:lnTo>
                    <a:pt x="281674" y="490475"/>
                  </a:lnTo>
                  <a:lnTo>
                    <a:pt x="287933" y="488142"/>
                  </a:lnTo>
                  <a:lnTo>
                    <a:pt x="294192" y="485869"/>
                  </a:lnTo>
                  <a:lnTo>
                    <a:pt x="300452" y="483681"/>
                  </a:lnTo>
                  <a:lnTo>
                    <a:pt x="306711" y="481595"/>
                  </a:lnTo>
                  <a:lnTo>
                    <a:pt x="312971" y="479622"/>
                  </a:lnTo>
                  <a:lnTo>
                    <a:pt x="319230" y="477758"/>
                  </a:lnTo>
                  <a:lnTo>
                    <a:pt x="325490" y="475992"/>
                  </a:lnTo>
                  <a:lnTo>
                    <a:pt x="331749" y="474304"/>
                  </a:lnTo>
                  <a:lnTo>
                    <a:pt x="338008" y="472668"/>
                  </a:lnTo>
                  <a:lnTo>
                    <a:pt x="344268" y="471051"/>
                  </a:lnTo>
                  <a:lnTo>
                    <a:pt x="350527" y="469426"/>
                  </a:lnTo>
                  <a:lnTo>
                    <a:pt x="356787" y="467761"/>
                  </a:lnTo>
                  <a:lnTo>
                    <a:pt x="363046" y="466040"/>
                  </a:lnTo>
                  <a:lnTo>
                    <a:pt x="369305" y="464265"/>
                  </a:lnTo>
                  <a:lnTo>
                    <a:pt x="375565" y="462451"/>
                  </a:lnTo>
                  <a:lnTo>
                    <a:pt x="381824" y="460626"/>
                  </a:lnTo>
                  <a:lnTo>
                    <a:pt x="388084" y="458829"/>
                  </a:lnTo>
                  <a:lnTo>
                    <a:pt x="394343" y="457109"/>
                  </a:lnTo>
                  <a:lnTo>
                    <a:pt x="400603" y="455513"/>
                  </a:lnTo>
                  <a:lnTo>
                    <a:pt x="406862" y="454090"/>
                  </a:lnTo>
                  <a:lnTo>
                    <a:pt x="413121" y="452875"/>
                  </a:lnTo>
                  <a:lnTo>
                    <a:pt x="419381" y="451896"/>
                  </a:lnTo>
                  <a:lnTo>
                    <a:pt x="425640" y="451170"/>
                  </a:lnTo>
                  <a:lnTo>
                    <a:pt x="431900" y="450643"/>
                  </a:lnTo>
                  <a:lnTo>
                    <a:pt x="438159" y="450261"/>
                  </a:lnTo>
                  <a:lnTo>
                    <a:pt x="444419" y="449956"/>
                  </a:lnTo>
                  <a:lnTo>
                    <a:pt x="450678" y="449643"/>
                  </a:lnTo>
                  <a:lnTo>
                    <a:pt x="456937" y="449234"/>
                  </a:lnTo>
                  <a:lnTo>
                    <a:pt x="463197" y="448644"/>
                  </a:lnTo>
                  <a:lnTo>
                    <a:pt x="469456" y="447793"/>
                  </a:lnTo>
                  <a:lnTo>
                    <a:pt x="475716" y="446618"/>
                  </a:lnTo>
                  <a:lnTo>
                    <a:pt x="481975" y="445073"/>
                  </a:lnTo>
                  <a:lnTo>
                    <a:pt x="488235" y="443101"/>
                  </a:lnTo>
                  <a:lnTo>
                    <a:pt x="494494" y="440714"/>
                  </a:lnTo>
                  <a:lnTo>
                    <a:pt x="500753" y="437945"/>
                  </a:lnTo>
                  <a:lnTo>
                    <a:pt x="507013" y="434819"/>
                  </a:lnTo>
                  <a:lnTo>
                    <a:pt x="513272" y="431368"/>
                  </a:lnTo>
                  <a:lnTo>
                    <a:pt x="519532" y="427616"/>
                  </a:lnTo>
                  <a:lnTo>
                    <a:pt x="525791" y="423587"/>
                  </a:lnTo>
                  <a:lnTo>
                    <a:pt x="532050" y="419287"/>
                  </a:lnTo>
                  <a:lnTo>
                    <a:pt x="538310" y="414709"/>
                  </a:lnTo>
                  <a:lnTo>
                    <a:pt x="544569" y="409827"/>
                  </a:lnTo>
                  <a:lnTo>
                    <a:pt x="550829" y="404587"/>
                  </a:lnTo>
                  <a:lnTo>
                    <a:pt x="557088" y="398867"/>
                  </a:lnTo>
                  <a:lnTo>
                    <a:pt x="563348" y="392602"/>
                  </a:lnTo>
                  <a:lnTo>
                    <a:pt x="569607" y="385670"/>
                  </a:lnTo>
                  <a:lnTo>
                    <a:pt x="575866" y="377931"/>
                  </a:lnTo>
                  <a:lnTo>
                    <a:pt x="582126" y="369231"/>
                  </a:lnTo>
                  <a:lnTo>
                    <a:pt x="588385" y="359406"/>
                  </a:lnTo>
                  <a:lnTo>
                    <a:pt x="594645" y="348288"/>
                  </a:lnTo>
                  <a:lnTo>
                    <a:pt x="600904" y="335713"/>
                  </a:lnTo>
                  <a:lnTo>
                    <a:pt x="607164" y="321528"/>
                  </a:lnTo>
                  <a:lnTo>
                    <a:pt x="613423" y="305605"/>
                  </a:lnTo>
                  <a:lnTo>
                    <a:pt x="619682" y="287695"/>
                  </a:lnTo>
                  <a:lnTo>
                    <a:pt x="625942" y="267842"/>
                  </a:lnTo>
                  <a:lnTo>
                    <a:pt x="632201" y="246166"/>
                  </a:lnTo>
                  <a:lnTo>
                    <a:pt x="638461" y="222807"/>
                  </a:lnTo>
                  <a:lnTo>
                    <a:pt x="644720" y="198007"/>
                  </a:lnTo>
                  <a:lnTo>
                    <a:pt x="650980" y="172117"/>
                  </a:lnTo>
                  <a:lnTo>
                    <a:pt x="657239" y="145607"/>
                  </a:lnTo>
                  <a:lnTo>
                    <a:pt x="663498" y="119060"/>
                  </a:lnTo>
                  <a:lnTo>
                    <a:pt x="669758" y="93167"/>
                  </a:lnTo>
                  <a:lnTo>
                    <a:pt x="676017" y="68705"/>
                  </a:lnTo>
                  <a:lnTo>
                    <a:pt x="682277" y="46592"/>
                  </a:lnTo>
                  <a:lnTo>
                    <a:pt x="688536" y="28048"/>
                  </a:lnTo>
                  <a:lnTo>
                    <a:pt x="694796" y="13661"/>
                  </a:lnTo>
                  <a:lnTo>
                    <a:pt x="701055" y="4130"/>
                  </a:lnTo>
                  <a:lnTo>
                    <a:pt x="707314" y="0"/>
                  </a:lnTo>
                  <a:lnTo>
                    <a:pt x="713574" y="1627"/>
                  </a:lnTo>
                  <a:lnTo>
                    <a:pt x="719833" y="9152"/>
                  </a:lnTo>
                  <a:lnTo>
                    <a:pt x="726093" y="22482"/>
                  </a:lnTo>
                  <a:lnTo>
                    <a:pt x="732352" y="41295"/>
                  </a:lnTo>
                  <a:lnTo>
                    <a:pt x="738611" y="65052"/>
                  </a:lnTo>
                  <a:lnTo>
                    <a:pt x="744871" y="93034"/>
                  </a:lnTo>
                  <a:lnTo>
                    <a:pt x="751130" y="124560"/>
                  </a:lnTo>
                  <a:lnTo>
                    <a:pt x="757390" y="158335"/>
                  </a:lnTo>
                  <a:lnTo>
                    <a:pt x="763649" y="193276"/>
                  </a:lnTo>
                  <a:lnTo>
                    <a:pt x="769909" y="228455"/>
                  </a:lnTo>
                  <a:lnTo>
                    <a:pt x="776168" y="263033"/>
                  </a:lnTo>
                  <a:lnTo>
                    <a:pt x="782427" y="296286"/>
                  </a:lnTo>
                  <a:lnTo>
                    <a:pt x="788687" y="327627"/>
                  </a:lnTo>
                  <a:lnTo>
                    <a:pt x="794946" y="356616"/>
                  </a:lnTo>
                  <a:lnTo>
                    <a:pt x="801206" y="382955"/>
                  </a:lnTo>
                  <a:lnTo>
                    <a:pt x="807465" y="406485"/>
                  </a:lnTo>
                  <a:lnTo>
                    <a:pt x="813725" y="427084"/>
                  </a:lnTo>
                  <a:lnTo>
                    <a:pt x="819984" y="444677"/>
                  </a:lnTo>
                  <a:lnTo>
                    <a:pt x="826243" y="459683"/>
                  </a:lnTo>
                  <a:lnTo>
                    <a:pt x="832503" y="472316"/>
                  </a:lnTo>
                  <a:lnTo>
                    <a:pt x="838762" y="482816"/>
                  </a:lnTo>
                  <a:lnTo>
                    <a:pt x="845022" y="491434"/>
                  </a:lnTo>
                  <a:lnTo>
                    <a:pt x="851281" y="498421"/>
                  </a:lnTo>
                  <a:lnTo>
                    <a:pt x="857541" y="504020"/>
                  </a:lnTo>
                  <a:lnTo>
                    <a:pt x="863800" y="508455"/>
                  </a:lnTo>
                  <a:lnTo>
                    <a:pt x="870059" y="511929"/>
                  </a:lnTo>
                  <a:lnTo>
                    <a:pt x="876319" y="514621"/>
                  </a:lnTo>
                  <a:lnTo>
                    <a:pt x="882578" y="516645"/>
                  </a:lnTo>
                  <a:lnTo>
                    <a:pt x="888838" y="518183"/>
                  </a:lnTo>
                  <a:lnTo>
                    <a:pt x="895097" y="519353"/>
                  </a:lnTo>
                  <a:lnTo>
                    <a:pt x="901356" y="520235"/>
                  </a:lnTo>
                  <a:lnTo>
                    <a:pt x="907616" y="520896"/>
                  </a:lnTo>
                  <a:lnTo>
                    <a:pt x="913875" y="521386"/>
                  </a:lnTo>
                  <a:lnTo>
                    <a:pt x="920135" y="521747"/>
                  </a:lnTo>
                  <a:lnTo>
                    <a:pt x="926394" y="522010"/>
                  </a:lnTo>
                  <a:lnTo>
                    <a:pt x="932654" y="522201"/>
                  </a:lnTo>
                  <a:lnTo>
                    <a:pt x="938913" y="522337"/>
                  </a:lnTo>
                  <a:lnTo>
                    <a:pt x="945172" y="522433"/>
                  </a:lnTo>
                  <a:lnTo>
                    <a:pt x="951432" y="522498"/>
                  </a:lnTo>
                  <a:lnTo>
                    <a:pt x="957691" y="522544"/>
                  </a:lnTo>
                  <a:lnTo>
                    <a:pt x="963951" y="522575"/>
                  </a:lnTo>
                  <a:lnTo>
                    <a:pt x="970210" y="522597"/>
                  </a:lnTo>
                  <a:lnTo>
                    <a:pt x="976470" y="522611"/>
                  </a:lnTo>
                  <a:lnTo>
                    <a:pt x="982729" y="522620"/>
                  </a:lnTo>
                  <a:lnTo>
                    <a:pt x="988988" y="522626"/>
                  </a:lnTo>
                  <a:lnTo>
                    <a:pt x="995248" y="522630"/>
                  </a:lnTo>
                  <a:lnTo>
                    <a:pt x="1001507" y="522632"/>
                  </a:lnTo>
                  <a:lnTo>
                    <a:pt x="1007767" y="522634"/>
                  </a:lnTo>
                  <a:lnTo>
                    <a:pt x="1014026" y="522635"/>
                  </a:lnTo>
                  <a:lnTo>
                    <a:pt x="1020286" y="522635"/>
                  </a:lnTo>
                  <a:lnTo>
                    <a:pt x="1026545" y="522635"/>
                  </a:lnTo>
                  <a:lnTo>
                    <a:pt x="1032804" y="522636"/>
                  </a:lnTo>
                  <a:lnTo>
                    <a:pt x="1039064" y="522636"/>
                  </a:lnTo>
                  <a:lnTo>
                    <a:pt x="1045323" y="522636"/>
                  </a:lnTo>
                  <a:lnTo>
                    <a:pt x="1051583" y="522636"/>
                  </a:lnTo>
                  <a:lnTo>
                    <a:pt x="1057842" y="522636"/>
                  </a:lnTo>
                  <a:lnTo>
                    <a:pt x="1064101" y="522636"/>
                  </a:lnTo>
                  <a:lnTo>
                    <a:pt x="1070361" y="522636"/>
                  </a:lnTo>
                  <a:lnTo>
                    <a:pt x="1076620" y="522636"/>
                  </a:lnTo>
                  <a:lnTo>
                    <a:pt x="1082880" y="522636"/>
                  </a:lnTo>
                  <a:lnTo>
                    <a:pt x="1089139" y="522636"/>
                  </a:lnTo>
                  <a:lnTo>
                    <a:pt x="1095399" y="522636"/>
                  </a:lnTo>
                  <a:lnTo>
                    <a:pt x="1101658" y="522636"/>
                  </a:lnTo>
                  <a:lnTo>
                    <a:pt x="1107917" y="522636"/>
                  </a:lnTo>
                  <a:lnTo>
                    <a:pt x="1114177" y="522636"/>
                  </a:lnTo>
                  <a:lnTo>
                    <a:pt x="1120436" y="522636"/>
                  </a:lnTo>
                  <a:lnTo>
                    <a:pt x="1126696" y="522636"/>
                  </a:lnTo>
                  <a:lnTo>
                    <a:pt x="1132955" y="522636"/>
                  </a:lnTo>
                  <a:lnTo>
                    <a:pt x="1139215" y="522636"/>
                  </a:lnTo>
                  <a:lnTo>
                    <a:pt x="1145474" y="522636"/>
                  </a:lnTo>
                  <a:lnTo>
                    <a:pt x="1151733" y="522636"/>
                  </a:lnTo>
                  <a:lnTo>
                    <a:pt x="1157993" y="522636"/>
                  </a:lnTo>
                  <a:lnTo>
                    <a:pt x="1164252" y="522636"/>
                  </a:lnTo>
                  <a:lnTo>
                    <a:pt x="1170512" y="522636"/>
                  </a:lnTo>
                  <a:lnTo>
                    <a:pt x="1176771" y="522636"/>
                  </a:lnTo>
                  <a:lnTo>
                    <a:pt x="1183031" y="522636"/>
                  </a:lnTo>
                  <a:lnTo>
                    <a:pt x="1189290" y="522636"/>
                  </a:lnTo>
                  <a:lnTo>
                    <a:pt x="1195549" y="522636"/>
                  </a:lnTo>
                  <a:lnTo>
                    <a:pt x="1201809" y="522636"/>
                  </a:lnTo>
                  <a:lnTo>
                    <a:pt x="1208068" y="522636"/>
                  </a:lnTo>
                  <a:lnTo>
                    <a:pt x="1214328" y="522636"/>
                  </a:lnTo>
                  <a:lnTo>
                    <a:pt x="1220587" y="522636"/>
                  </a:lnTo>
                  <a:lnTo>
                    <a:pt x="1226846" y="522636"/>
                  </a:lnTo>
                  <a:lnTo>
                    <a:pt x="1233106" y="522636"/>
                  </a:lnTo>
                  <a:lnTo>
                    <a:pt x="1239365" y="522636"/>
                  </a:lnTo>
                  <a:lnTo>
                    <a:pt x="1245625" y="522636"/>
                  </a:lnTo>
                  <a:lnTo>
                    <a:pt x="1251884" y="522636"/>
                  </a:lnTo>
                  <a:lnTo>
                    <a:pt x="1258144" y="522636"/>
                  </a:lnTo>
                  <a:lnTo>
                    <a:pt x="1264403" y="522636"/>
                  </a:lnTo>
                  <a:lnTo>
                    <a:pt x="1270662" y="522636"/>
                  </a:lnTo>
                  <a:lnTo>
                    <a:pt x="1276922" y="522636"/>
                  </a:lnTo>
                  <a:lnTo>
                    <a:pt x="1283181" y="522636"/>
                  </a:lnTo>
                  <a:lnTo>
                    <a:pt x="1289441" y="522636"/>
                  </a:lnTo>
                  <a:lnTo>
                    <a:pt x="1295700" y="522636"/>
                  </a:lnTo>
                  <a:lnTo>
                    <a:pt x="1301960" y="522636"/>
                  </a:lnTo>
                  <a:lnTo>
                    <a:pt x="1308219" y="522636"/>
                  </a:lnTo>
                  <a:lnTo>
                    <a:pt x="1314478" y="522636"/>
                  </a:lnTo>
                  <a:lnTo>
                    <a:pt x="1320738" y="522636"/>
                  </a:lnTo>
                  <a:lnTo>
                    <a:pt x="1326997" y="522636"/>
                  </a:lnTo>
                  <a:lnTo>
                    <a:pt x="1333257" y="522636"/>
                  </a:lnTo>
                  <a:lnTo>
                    <a:pt x="1339516" y="522636"/>
                  </a:lnTo>
                  <a:lnTo>
                    <a:pt x="1345776" y="522636"/>
                  </a:lnTo>
                  <a:lnTo>
                    <a:pt x="1352035" y="522636"/>
                  </a:lnTo>
                  <a:lnTo>
                    <a:pt x="1358294" y="522636"/>
                  </a:lnTo>
                  <a:lnTo>
                    <a:pt x="1364554" y="522636"/>
                  </a:lnTo>
                  <a:lnTo>
                    <a:pt x="1370813" y="522636"/>
                  </a:lnTo>
                  <a:lnTo>
                    <a:pt x="1377073" y="522636"/>
                  </a:lnTo>
                  <a:lnTo>
                    <a:pt x="1383332" y="522636"/>
                  </a:lnTo>
                  <a:lnTo>
                    <a:pt x="1389592" y="522636"/>
                  </a:lnTo>
                  <a:lnTo>
                    <a:pt x="1395851" y="522636"/>
                  </a:lnTo>
                  <a:lnTo>
                    <a:pt x="1402110" y="522636"/>
                  </a:lnTo>
                  <a:lnTo>
                    <a:pt x="1408370" y="522636"/>
                  </a:lnTo>
                  <a:lnTo>
                    <a:pt x="1414629" y="522636"/>
                  </a:lnTo>
                  <a:lnTo>
                    <a:pt x="1420889" y="522636"/>
                  </a:lnTo>
                  <a:lnTo>
                    <a:pt x="1427148" y="522636"/>
                  </a:lnTo>
                  <a:lnTo>
                    <a:pt x="1433407" y="522636"/>
                  </a:lnTo>
                  <a:lnTo>
                    <a:pt x="1439667" y="522636"/>
                  </a:lnTo>
                  <a:lnTo>
                    <a:pt x="1445926" y="522636"/>
                  </a:lnTo>
                  <a:lnTo>
                    <a:pt x="1452186" y="522636"/>
                  </a:lnTo>
                  <a:lnTo>
                    <a:pt x="1458445" y="522636"/>
                  </a:lnTo>
                  <a:lnTo>
                    <a:pt x="1464705" y="522636"/>
                  </a:lnTo>
                  <a:lnTo>
                    <a:pt x="1470964" y="522636"/>
                  </a:lnTo>
                  <a:lnTo>
                    <a:pt x="1477223" y="522636"/>
                  </a:lnTo>
                  <a:lnTo>
                    <a:pt x="1483483" y="522636"/>
                  </a:lnTo>
                  <a:lnTo>
                    <a:pt x="1489742" y="522636"/>
                  </a:lnTo>
                  <a:lnTo>
                    <a:pt x="1496002" y="522636"/>
                  </a:lnTo>
                  <a:lnTo>
                    <a:pt x="1502261" y="522636"/>
                  </a:lnTo>
                  <a:lnTo>
                    <a:pt x="1508521" y="522636"/>
                  </a:lnTo>
                  <a:lnTo>
                    <a:pt x="1514780" y="522636"/>
                  </a:lnTo>
                  <a:lnTo>
                    <a:pt x="1521039" y="522636"/>
                  </a:lnTo>
                  <a:lnTo>
                    <a:pt x="1527299" y="522636"/>
                  </a:lnTo>
                  <a:lnTo>
                    <a:pt x="1533558" y="522636"/>
                  </a:lnTo>
                  <a:lnTo>
                    <a:pt x="1539818" y="522636"/>
                  </a:lnTo>
                  <a:lnTo>
                    <a:pt x="1546077" y="522636"/>
                  </a:lnTo>
                  <a:lnTo>
                    <a:pt x="1552337" y="522636"/>
                  </a:lnTo>
                  <a:lnTo>
                    <a:pt x="1558596" y="522636"/>
                  </a:lnTo>
                  <a:lnTo>
                    <a:pt x="1564855" y="522636"/>
                  </a:lnTo>
                  <a:lnTo>
                    <a:pt x="1571115" y="522636"/>
                  </a:lnTo>
                  <a:lnTo>
                    <a:pt x="1577374" y="522636"/>
                  </a:lnTo>
                  <a:lnTo>
                    <a:pt x="1583634" y="522636"/>
                  </a:lnTo>
                  <a:lnTo>
                    <a:pt x="1589893" y="522636"/>
                  </a:lnTo>
                  <a:lnTo>
                    <a:pt x="1596152" y="522636"/>
                  </a:lnTo>
                  <a:lnTo>
                    <a:pt x="1602412" y="522636"/>
                  </a:lnTo>
                  <a:lnTo>
                    <a:pt x="1608671" y="522636"/>
                  </a:lnTo>
                  <a:lnTo>
                    <a:pt x="1614931" y="522636"/>
                  </a:lnTo>
                  <a:lnTo>
                    <a:pt x="1621190" y="522636"/>
                  </a:lnTo>
                  <a:lnTo>
                    <a:pt x="1627450" y="522636"/>
                  </a:lnTo>
                  <a:lnTo>
                    <a:pt x="1633709" y="522636"/>
                  </a:lnTo>
                  <a:lnTo>
                    <a:pt x="1639968" y="522636"/>
                  </a:lnTo>
                  <a:lnTo>
                    <a:pt x="1646228" y="522636"/>
                  </a:lnTo>
                  <a:lnTo>
                    <a:pt x="1652487" y="522636"/>
                  </a:lnTo>
                  <a:lnTo>
                    <a:pt x="1658747" y="522636"/>
                  </a:lnTo>
                  <a:lnTo>
                    <a:pt x="1665006" y="522636"/>
                  </a:lnTo>
                  <a:lnTo>
                    <a:pt x="1671266" y="522636"/>
                  </a:lnTo>
                  <a:lnTo>
                    <a:pt x="1677525" y="522636"/>
                  </a:lnTo>
                  <a:lnTo>
                    <a:pt x="1683784" y="522636"/>
                  </a:lnTo>
                  <a:lnTo>
                    <a:pt x="1690044" y="522636"/>
                  </a:lnTo>
                  <a:lnTo>
                    <a:pt x="1696303" y="522636"/>
                  </a:lnTo>
                  <a:lnTo>
                    <a:pt x="1702563" y="522636"/>
                  </a:lnTo>
                  <a:lnTo>
                    <a:pt x="1708822" y="522636"/>
                  </a:lnTo>
                  <a:lnTo>
                    <a:pt x="1715082" y="522636"/>
                  </a:lnTo>
                  <a:lnTo>
                    <a:pt x="1721341" y="522636"/>
                  </a:lnTo>
                  <a:lnTo>
                    <a:pt x="1727600" y="522636"/>
                  </a:lnTo>
                  <a:lnTo>
                    <a:pt x="1733860" y="522636"/>
                  </a:lnTo>
                  <a:lnTo>
                    <a:pt x="1740119" y="522636"/>
                  </a:lnTo>
                  <a:lnTo>
                    <a:pt x="1746379" y="522636"/>
                  </a:lnTo>
                  <a:lnTo>
                    <a:pt x="1752638" y="522636"/>
                  </a:lnTo>
                  <a:lnTo>
                    <a:pt x="1758897" y="522636"/>
                  </a:lnTo>
                  <a:lnTo>
                    <a:pt x="1765157" y="522636"/>
                  </a:lnTo>
                  <a:lnTo>
                    <a:pt x="1771416" y="522636"/>
                  </a:lnTo>
                  <a:lnTo>
                    <a:pt x="1777676" y="522636"/>
                  </a:lnTo>
                  <a:lnTo>
                    <a:pt x="1783935" y="522636"/>
                  </a:lnTo>
                  <a:lnTo>
                    <a:pt x="1790195" y="522636"/>
                  </a:lnTo>
                  <a:lnTo>
                    <a:pt x="1796454" y="522636"/>
                  </a:lnTo>
                  <a:lnTo>
                    <a:pt x="1802713" y="522636"/>
                  </a:lnTo>
                  <a:lnTo>
                    <a:pt x="1808973" y="522636"/>
                  </a:lnTo>
                  <a:lnTo>
                    <a:pt x="1815232" y="522636"/>
                  </a:lnTo>
                  <a:lnTo>
                    <a:pt x="1821492" y="522636"/>
                  </a:lnTo>
                  <a:lnTo>
                    <a:pt x="1827751" y="522636"/>
                  </a:lnTo>
                  <a:lnTo>
                    <a:pt x="1834011" y="522636"/>
                  </a:lnTo>
                  <a:lnTo>
                    <a:pt x="1840270" y="522636"/>
                  </a:lnTo>
                  <a:lnTo>
                    <a:pt x="1846529" y="522636"/>
                  </a:lnTo>
                  <a:lnTo>
                    <a:pt x="1852789" y="522636"/>
                  </a:lnTo>
                  <a:lnTo>
                    <a:pt x="1859048" y="522636"/>
                  </a:lnTo>
                  <a:lnTo>
                    <a:pt x="1865308" y="522636"/>
                  </a:lnTo>
                  <a:lnTo>
                    <a:pt x="1871567" y="522636"/>
                  </a:lnTo>
                  <a:lnTo>
                    <a:pt x="1877827" y="522636"/>
                  </a:lnTo>
                  <a:lnTo>
                    <a:pt x="1884086" y="522636"/>
                  </a:lnTo>
                  <a:lnTo>
                    <a:pt x="1890345" y="522636"/>
                  </a:lnTo>
                  <a:lnTo>
                    <a:pt x="1896605" y="522636"/>
                  </a:lnTo>
                  <a:lnTo>
                    <a:pt x="1902864" y="522636"/>
                  </a:lnTo>
                  <a:lnTo>
                    <a:pt x="1909124" y="522636"/>
                  </a:lnTo>
                  <a:lnTo>
                    <a:pt x="1915383" y="522636"/>
                  </a:lnTo>
                  <a:lnTo>
                    <a:pt x="1921642" y="522636"/>
                  </a:lnTo>
                  <a:lnTo>
                    <a:pt x="1927902" y="522636"/>
                  </a:lnTo>
                  <a:lnTo>
                    <a:pt x="1934161" y="522636"/>
                  </a:lnTo>
                  <a:lnTo>
                    <a:pt x="1940421" y="522636"/>
                  </a:lnTo>
                  <a:lnTo>
                    <a:pt x="1946680" y="522636"/>
                  </a:lnTo>
                  <a:lnTo>
                    <a:pt x="1952940" y="522636"/>
                  </a:lnTo>
                  <a:lnTo>
                    <a:pt x="1959199" y="522636"/>
                  </a:lnTo>
                  <a:lnTo>
                    <a:pt x="1965458" y="522636"/>
                  </a:lnTo>
                  <a:lnTo>
                    <a:pt x="1971718" y="522636"/>
                  </a:lnTo>
                  <a:lnTo>
                    <a:pt x="1977977" y="522636"/>
                  </a:lnTo>
                  <a:lnTo>
                    <a:pt x="1984237" y="522636"/>
                  </a:lnTo>
                  <a:lnTo>
                    <a:pt x="1990496" y="522636"/>
                  </a:lnTo>
                  <a:lnTo>
                    <a:pt x="1996756" y="522636"/>
                  </a:lnTo>
                  <a:lnTo>
                    <a:pt x="2003015" y="522636"/>
                  </a:lnTo>
                  <a:lnTo>
                    <a:pt x="2009274" y="522636"/>
                  </a:lnTo>
                  <a:lnTo>
                    <a:pt x="2015534" y="522636"/>
                  </a:lnTo>
                  <a:lnTo>
                    <a:pt x="2021793" y="522636"/>
                  </a:lnTo>
                  <a:lnTo>
                    <a:pt x="2028053" y="522636"/>
                  </a:lnTo>
                  <a:lnTo>
                    <a:pt x="2034312" y="522636"/>
                  </a:lnTo>
                  <a:lnTo>
                    <a:pt x="2040572" y="522636"/>
                  </a:lnTo>
                  <a:lnTo>
                    <a:pt x="2046831" y="522636"/>
                  </a:lnTo>
                  <a:lnTo>
                    <a:pt x="2053090" y="522636"/>
                  </a:lnTo>
                  <a:lnTo>
                    <a:pt x="2059350" y="522636"/>
                  </a:lnTo>
                  <a:lnTo>
                    <a:pt x="2065609" y="522636"/>
                  </a:lnTo>
                  <a:lnTo>
                    <a:pt x="2071869" y="522636"/>
                  </a:lnTo>
                  <a:lnTo>
                    <a:pt x="2078128" y="522636"/>
                  </a:lnTo>
                  <a:lnTo>
                    <a:pt x="2084388" y="522636"/>
                  </a:lnTo>
                  <a:lnTo>
                    <a:pt x="2090647" y="522636"/>
                  </a:lnTo>
                  <a:lnTo>
                    <a:pt x="2096906" y="522636"/>
                  </a:lnTo>
                  <a:lnTo>
                    <a:pt x="2103166" y="522636"/>
                  </a:lnTo>
                  <a:lnTo>
                    <a:pt x="2109425" y="522636"/>
                  </a:lnTo>
                  <a:lnTo>
                    <a:pt x="2115685" y="522636"/>
                  </a:lnTo>
                  <a:lnTo>
                    <a:pt x="2121944" y="522636"/>
                  </a:lnTo>
                  <a:lnTo>
                    <a:pt x="2128203" y="522636"/>
                  </a:lnTo>
                  <a:lnTo>
                    <a:pt x="2134463" y="522636"/>
                  </a:lnTo>
                  <a:lnTo>
                    <a:pt x="2140722" y="522636"/>
                  </a:lnTo>
                  <a:lnTo>
                    <a:pt x="2146982" y="522636"/>
                  </a:lnTo>
                  <a:lnTo>
                    <a:pt x="2153241" y="522636"/>
                  </a:lnTo>
                  <a:lnTo>
                    <a:pt x="2159501" y="522636"/>
                  </a:lnTo>
                  <a:lnTo>
                    <a:pt x="2165760" y="522636"/>
                  </a:lnTo>
                  <a:lnTo>
                    <a:pt x="2172019" y="522636"/>
                  </a:lnTo>
                  <a:lnTo>
                    <a:pt x="2178279" y="522636"/>
                  </a:lnTo>
                  <a:lnTo>
                    <a:pt x="2184538" y="522636"/>
                  </a:lnTo>
                  <a:lnTo>
                    <a:pt x="2190798" y="522636"/>
                  </a:lnTo>
                  <a:lnTo>
                    <a:pt x="2197057" y="522636"/>
                  </a:lnTo>
                  <a:lnTo>
                    <a:pt x="2203317" y="522636"/>
                  </a:lnTo>
                  <a:lnTo>
                    <a:pt x="2209576" y="522636"/>
                  </a:lnTo>
                  <a:lnTo>
                    <a:pt x="2215835" y="522636"/>
                  </a:lnTo>
                  <a:lnTo>
                    <a:pt x="2222095" y="522636"/>
                  </a:lnTo>
                  <a:lnTo>
                    <a:pt x="2228354" y="522636"/>
                  </a:lnTo>
                  <a:lnTo>
                    <a:pt x="2234614" y="522636"/>
                  </a:lnTo>
                  <a:lnTo>
                    <a:pt x="2240873" y="522636"/>
                  </a:lnTo>
                  <a:lnTo>
                    <a:pt x="2247133" y="522636"/>
                  </a:lnTo>
                  <a:lnTo>
                    <a:pt x="2253392" y="522636"/>
                  </a:lnTo>
                  <a:lnTo>
                    <a:pt x="2259651" y="522636"/>
                  </a:lnTo>
                  <a:lnTo>
                    <a:pt x="2265911" y="522636"/>
                  </a:lnTo>
                  <a:lnTo>
                    <a:pt x="2272170" y="522636"/>
                  </a:lnTo>
                  <a:lnTo>
                    <a:pt x="2278430" y="522636"/>
                  </a:lnTo>
                  <a:lnTo>
                    <a:pt x="2284689" y="522636"/>
                  </a:lnTo>
                  <a:lnTo>
                    <a:pt x="2290948" y="522636"/>
                  </a:lnTo>
                  <a:lnTo>
                    <a:pt x="2297208" y="522636"/>
                  </a:lnTo>
                  <a:lnTo>
                    <a:pt x="2303467" y="522636"/>
                  </a:lnTo>
                  <a:lnTo>
                    <a:pt x="2309727" y="522636"/>
                  </a:lnTo>
                  <a:lnTo>
                    <a:pt x="2315986" y="522636"/>
                  </a:lnTo>
                  <a:lnTo>
                    <a:pt x="2322246" y="522636"/>
                  </a:lnTo>
                  <a:lnTo>
                    <a:pt x="2328505" y="522636"/>
                  </a:lnTo>
                  <a:lnTo>
                    <a:pt x="2334764" y="522636"/>
                  </a:lnTo>
                  <a:lnTo>
                    <a:pt x="2341024" y="522636"/>
                  </a:lnTo>
                  <a:lnTo>
                    <a:pt x="2347283" y="522636"/>
                  </a:lnTo>
                  <a:lnTo>
                    <a:pt x="2353543" y="522636"/>
                  </a:lnTo>
                  <a:lnTo>
                    <a:pt x="2359802" y="522636"/>
                  </a:lnTo>
                  <a:lnTo>
                    <a:pt x="2366062" y="522636"/>
                  </a:lnTo>
                  <a:lnTo>
                    <a:pt x="2372321" y="522636"/>
                  </a:lnTo>
                  <a:lnTo>
                    <a:pt x="2378580" y="522636"/>
                  </a:lnTo>
                  <a:lnTo>
                    <a:pt x="2384840" y="522636"/>
                  </a:lnTo>
                  <a:lnTo>
                    <a:pt x="2391099" y="522636"/>
                  </a:lnTo>
                  <a:lnTo>
                    <a:pt x="2397359" y="522636"/>
                  </a:lnTo>
                  <a:lnTo>
                    <a:pt x="2403618" y="522636"/>
                  </a:lnTo>
                  <a:lnTo>
                    <a:pt x="2409878" y="522636"/>
                  </a:lnTo>
                  <a:lnTo>
                    <a:pt x="2416137" y="522636"/>
                  </a:lnTo>
                  <a:lnTo>
                    <a:pt x="2422396" y="522636"/>
                  </a:lnTo>
                  <a:lnTo>
                    <a:pt x="2428656" y="522636"/>
                  </a:lnTo>
                  <a:lnTo>
                    <a:pt x="2434915" y="522636"/>
                  </a:lnTo>
                  <a:lnTo>
                    <a:pt x="2441175" y="522636"/>
                  </a:lnTo>
                  <a:lnTo>
                    <a:pt x="2447434" y="522636"/>
                  </a:lnTo>
                  <a:lnTo>
                    <a:pt x="2453693" y="522636"/>
                  </a:lnTo>
                  <a:lnTo>
                    <a:pt x="2459953" y="522636"/>
                  </a:lnTo>
                  <a:lnTo>
                    <a:pt x="2466212" y="522636"/>
                  </a:lnTo>
                  <a:lnTo>
                    <a:pt x="2472472" y="522636"/>
                  </a:lnTo>
                  <a:lnTo>
                    <a:pt x="2478731" y="522636"/>
                  </a:lnTo>
                  <a:lnTo>
                    <a:pt x="2484991" y="522636"/>
                  </a:lnTo>
                  <a:lnTo>
                    <a:pt x="2491250" y="522636"/>
                  </a:lnTo>
                  <a:lnTo>
                    <a:pt x="2497509" y="522636"/>
                  </a:lnTo>
                  <a:lnTo>
                    <a:pt x="2503769" y="522636"/>
                  </a:lnTo>
                  <a:lnTo>
                    <a:pt x="2510028" y="522636"/>
                  </a:lnTo>
                  <a:lnTo>
                    <a:pt x="2516288" y="522636"/>
                  </a:lnTo>
                  <a:lnTo>
                    <a:pt x="2522547" y="522636"/>
                  </a:lnTo>
                  <a:lnTo>
                    <a:pt x="2528807" y="522636"/>
                  </a:lnTo>
                  <a:lnTo>
                    <a:pt x="2535066" y="522636"/>
                  </a:lnTo>
                  <a:lnTo>
                    <a:pt x="2541325" y="522636"/>
                  </a:lnTo>
                  <a:lnTo>
                    <a:pt x="2547585" y="522636"/>
                  </a:lnTo>
                  <a:lnTo>
                    <a:pt x="2553844" y="522636"/>
                  </a:lnTo>
                  <a:lnTo>
                    <a:pt x="2560104" y="522636"/>
                  </a:lnTo>
                  <a:lnTo>
                    <a:pt x="2566363" y="522636"/>
                  </a:lnTo>
                  <a:lnTo>
                    <a:pt x="2572623" y="522636"/>
                  </a:lnTo>
                  <a:lnTo>
                    <a:pt x="2578882" y="522636"/>
                  </a:lnTo>
                  <a:lnTo>
                    <a:pt x="2585141" y="522636"/>
                  </a:lnTo>
                  <a:lnTo>
                    <a:pt x="2591401" y="522636"/>
                  </a:lnTo>
                  <a:lnTo>
                    <a:pt x="2597660" y="522636"/>
                  </a:lnTo>
                  <a:lnTo>
                    <a:pt x="2603920" y="522636"/>
                  </a:lnTo>
                  <a:lnTo>
                    <a:pt x="2610179" y="522636"/>
                  </a:lnTo>
                  <a:lnTo>
                    <a:pt x="2616438" y="522636"/>
                  </a:lnTo>
                  <a:lnTo>
                    <a:pt x="2622698" y="522636"/>
                  </a:lnTo>
                  <a:lnTo>
                    <a:pt x="2628957" y="522636"/>
                  </a:lnTo>
                  <a:lnTo>
                    <a:pt x="2635217" y="522636"/>
                  </a:lnTo>
                  <a:lnTo>
                    <a:pt x="2641476" y="522636"/>
                  </a:lnTo>
                  <a:lnTo>
                    <a:pt x="2647736" y="522636"/>
                  </a:lnTo>
                  <a:lnTo>
                    <a:pt x="2653995" y="522636"/>
                  </a:lnTo>
                  <a:lnTo>
                    <a:pt x="2660254" y="522636"/>
                  </a:lnTo>
                  <a:lnTo>
                    <a:pt x="2666514" y="522636"/>
                  </a:lnTo>
                  <a:lnTo>
                    <a:pt x="2672773" y="522636"/>
                  </a:lnTo>
                  <a:lnTo>
                    <a:pt x="2679033" y="522636"/>
                  </a:lnTo>
                  <a:lnTo>
                    <a:pt x="2685292" y="522636"/>
                  </a:lnTo>
                  <a:lnTo>
                    <a:pt x="2691552" y="522636"/>
                  </a:lnTo>
                  <a:lnTo>
                    <a:pt x="2697811" y="522636"/>
                  </a:lnTo>
                  <a:lnTo>
                    <a:pt x="2704070" y="522636"/>
                  </a:lnTo>
                  <a:lnTo>
                    <a:pt x="2710330" y="522636"/>
                  </a:lnTo>
                  <a:lnTo>
                    <a:pt x="2716589" y="522636"/>
                  </a:lnTo>
                  <a:lnTo>
                    <a:pt x="2722849" y="522636"/>
                  </a:lnTo>
                  <a:lnTo>
                    <a:pt x="2729108" y="522636"/>
                  </a:lnTo>
                  <a:lnTo>
                    <a:pt x="2735368" y="522636"/>
                  </a:lnTo>
                  <a:lnTo>
                    <a:pt x="2741627" y="522636"/>
                  </a:lnTo>
                  <a:lnTo>
                    <a:pt x="2747886" y="522636"/>
                  </a:lnTo>
                  <a:lnTo>
                    <a:pt x="2754146" y="522636"/>
                  </a:lnTo>
                  <a:lnTo>
                    <a:pt x="2760405" y="522636"/>
                  </a:lnTo>
                  <a:lnTo>
                    <a:pt x="2766665" y="522636"/>
                  </a:lnTo>
                  <a:lnTo>
                    <a:pt x="2772924" y="522636"/>
                  </a:lnTo>
                  <a:lnTo>
                    <a:pt x="2779184" y="522636"/>
                  </a:lnTo>
                  <a:lnTo>
                    <a:pt x="2785443" y="522636"/>
                  </a:lnTo>
                  <a:lnTo>
                    <a:pt x="2791702" y="522636"/>
                  </a:lnTo>
                  <a:lnTo>
                    <a:pt x="2797962" y="522636"/>
                  </a:lnTo>
                  <a:lnTo>
                    <a:pt x="2804221" y="522636"/>
                  </a:lnTo>
                  <a:lnTo>
                    <a:pt x="2810481" y="522636"/>
                  </a:lnTo>
                  <a:lnTo>
                    <a:pt x="2816740" y="522636"/>
                  </a:lnTo>
                  <a:lnTo>
                    <a:pt x="2822999" y="522636"/>
                  </a:lnTo>
                  <a:lnTo>
                    <a:pt x="2829259" y="522636"/>
                  </a:lnTo>
                  <a:lnTo>
                    <a:pt x="2835518" y="522636"/>
                  </a:lnTo>
                  <a:lnTo>
                    <a:pt x="2841778" y="522636"/>
                  </a:lnTo>
                  <a:lnTo>
                    <a:pt x="2848037" y="522636"/>
                  </a:lnTo>
                  <a:lnTo>
                    <a:pt x="2854297" y="522636"/>
                  </a:lnTo>
                  <a:lnTo>
                    <a:pt x="2860556" y="522636"/>
                  </a:lnTo>
                  <a:lnTo>
                    <a:pt x="2866815" y="522636"/>
                  </a:lnTo>
                  <a:lnTo>
                    <a:pt x="2873075" y="522636"/>
                  </a:lnTo>
                  <a:lnTo>
                    <a:pt x="2879334" y="522636"/>
                  </a:lnTo>
                  <a:lnTo>
                    <a:pt x="2885594" y="522636"/>
                  </a:lnTo>
                  <a:lnTo>
                    <a:pt x="2891853" y="522636"/>
                  </a:lnTo>
                  <a:lnTo>
                    <a:pt x="2898113" y="522636"/>
                  </a:lnTo>
                  <a:lnTo>
                    <a:pt x="2904372" y="522636"/>
                  </a:lnTo>
                  <a:lnTo>
                    <a:pt x="2910631" y="522636"/>
                  </a:lnTo>
                  <a:lnTo>
                    <a:pt x="2916891" y="522636"/>
                  </a:lnTo>
                  <a:lnTo>
                    <a:pt x="2923150" y="522636"/>
                  </a:lnTo>
                  <a:lnTo>
                    <a:pt x="2929410" y="522636"/>
                  </a:lnTo>
                  <a:lnTo>
                    <a:pt x="2935669" y="522636"/>
                  </a:lnTo>
                  <a:lnTo>
                    <a:pt x="2941929" y="522636"/>
                  </a:lnTo>
                  <a:lnTo>
                    <a:pt x="2948188" y="522636"/>
                  </a:lnTo>
                  <a:lnTo>
                    <a:pt x="2954447" y="522636"/>
                  </a:lnTo>
                  <a:lnTo>
                    <a:pt x="2960707" y="522636"/>
                  </a:lnTo>
                  <a:lnTo>
                    <a:pt x="2966966" y="522636"/>
                  </a:lnTo>
                  <a:lnTo>
                    <a:pt x="2973226" y="522636"/>
                  </a:lnTo>
                  <a:lnTo>
                    <a:pt x="2979485" y="522636"/>
                  </a:lnTo>
                  <a:lnTo>
                    <a:pt x="2985744" y="522636"/>
                  </a:lnTo>
                  <a:lnTo>
                    <a:pt x="2992004" y="522636"/>
                  </a:lnTo>
                  <a:lnTo>
                    <a:pt x="2998263" y="522636"/>
                  </a:lnTo>
                  <a:lnTo>
                    <a:pt x="3004523" y="522636"/>
                  </a:lnTo>
                  <a:lnTo>
                    <a:pt x="3010782" y="522636"/>
                  </a:lnTo>
                  <a:lnTo>
                    <a:pt x="3017042" y="522636"/>
                  </a:lnTo>
                  <a:lnTo>
                    <a:pt x="3023301" y="522636"/>
                  </a:lnTo>
                  <a:lnTo>
                    <a:pt x="3029560" y="522636"/>
                  </a:lnTo>
                  <a:lnTo>
                    <a:pt x="3035820" y="522636"/>
                  </a:lnTo>
                  <a:lnTo>
                    <a:pt x="3042079" y="522636"/>
                  </a:lnTo>
                  <a:lnTo>
                    <a:pt x="3048339" y="522636"/>
                  </a:lnTo>
                  <a:lnTo>
                    <a:pt x="3054598" y="522636"/>
                  </a:lnTo>
                  <a:lnTo>
                    <a:pt x="3060858" y="522636"/>
                  </a:lnTo>
                  <a:lnTo>
                    <a:pt x="3067117" y="522636"/>
                  </a:lnTo>
                  <a:lnTo>
                    <a:pt x="3073376" y="522636"/>
                  </a:lnTo>
                  <a:lnTo>
                    <a:pt x="3079636" y="522636"/>
                  </a:lnTo>
                  <a:lnTo>
                    <a:pt x="3085895" y="522636"/>
                  </a:lnTo>
                  <a:lnTo>
                    <a:pt x="3092155" y="522636"/>
                  </a:lnTo>
                  <a:lnTo>
                    <a:pt x="3098414" y="522636"/>
                  </a:lnTo>
                  <a:lnTo>
                    <a:pt x="3104674" y="522636"/>
                  </a:lnTo>
                  <a:lnTo>
                    <a:pt x="3110933" y="522636"/>
                  </a:lnTo>
                  <a:lnTo>
                    <a:pt x="3117192" y="522636"/>
                  </a:lnTo>
                  <a:lnTo>
                    <a:pt x="3123452" y="522636"/>
                  </a:lnTo>
                  <a:lnTo>
                    <a:pt x="3129711" y="522636"/>
                  </a:lnTo>
                  <a:lnTo>
                    <a:pt x="3135971" y="522636"/>
                  </a:lnTo>
                  <a:lnTo>
                    <a:pt x="3142230" y="522636"/>
                  </a:lnTo>
                  <a:lnTo>
                    <a:pt x="3148489" y="522636"/>
                  </a:lnTo>
                  <a:lnTo>
                    <a:pt x="3154749" y="522636"/>
                  </a:lnTo>
                  <a:lnTo>
                    <a:pt x="3161008" y="522636"/>
                  </a:lnTo>
                  <a:lnTo>
                    <a:pt x="3167268" y="522636"/>
                  </a:lnTo>
                  <a:lnTo>
                    <a:pt x="3173527" y="522636"/>
                  </a:lnTo>
                  <a:lnTo>
                    <a:pt x="3179787" y="522636"/>
                  </a:lnTo>
                  <a:lnTo>
                    <a:pt x="3186046" y="522636"/>
                  </a:lnTo>
                  <a:lnTo>
                    <a:pt x="3192305" y="522636"/>
                  </a:lnTo>
                  <a:lnTo>
                    <a:pt x="3198565" y="522636"/>
                  </a:lnTo>
                  <a:lnTo>
                    <a:pt x="3192305" y="522636"/>
                  </a:lnTo>
                  <a:lnTo>
                    <a:pt x="3186046" y="522636"/>
                  </a:lnTo>
                  <a:lnTo>
                    <a:pt x="3179787" y="522636"/>
                  </a:lnTo>
                  <a:lnTo>
                    <a:pt x="3173527" y="522636"/>
                  </a:lnTo>
                  <a:lnTo>
                    <a:pt x="3167268" y="522636"/>
                  </a:lnTo>
                  <a:lnTo>
                    <a:pt x="3161008" y="522636"/>
                  </a:lnTo>
                  <a:lnTo>
                    <a:pt x="3154749" y="522636"/>
                  </a:lnTo>
                  <a:lnTo>
                    <a:pt x="3148489" y="522636"/>
                  </a:lnTo>
                  <a:lnTo>
                    <a:pt x="3142230" y="522636"/>
                  </a:lnTo>
                  <a:lnTo>
                    <a:pt x="3135971" y="522636"/>
                  </a:lnTo>
                  <a:lnTo>
                    <a:pt x="3129711" y="522636"/>
                  </a:lnTo>
                  <a:lnTo>
                    <a:pt x="3123452" y="522636"/>
                  </a:lnTo>
                  <a:lnTo>
                    <a:pt x="3117192" y="522636"/>
                  </a:lnTo>
                  <a:lnTo>
                    <a:pt x="3110933" y="522636"/>
                  </a:lnTo>
                  <a:lnTo>
                    <a:pt x="3104674" y="522636"/>
                  </a:lnTo>
                  <a:lnTo>
                    <a:pt x="3098414" y="522636"/>
                  </a:lnTo>
                  <a:lnTo>
                    <a:pt x="3092155" y="522636"/>
                  </a:lnTo>
                  <a:lnTo>
                    <a:pt x="3085895" y="522636"/>
                  </a:lnTo>
                  <a:lnTo>
                    <a:pt x="3079636" y="522636"/>
                  </a:lnTo>
                  <a:lnTo>
                    <a:pt x="3073376" y="522636"/>
                  </a:lnTo>
                  <a:lnTo>
                    <a:pt x="3067117" y="522636"/>
                  </a:lnTo>
                  <a:lnTo>
                    <a:pt x="3060858" y="522636"/>
                  </a:lnTo>
                  <a:lnTo>
                    <a:pt x="3054598" y="522636"/>
                  </a:lnTo>
                  <a:lnTo>
                    <a:pt x="3048339" y="522636"/>
                  </a:lnTo>
                  <a:lnTo>
                    <a:pt x="3042079" y="522636"/>
                  </a:lnTo>
                  <a:lnTo>
                    <a:pt x="3035820" y="522636"/>
                  </a:lnTo>
                  <a:lnTo>
                    <a:pt x="3029560" y="522636"/>
                  </a:lnTo>
                  <a:lnTo>
                    <a:pt x="3023301" y="522636"/>
                  </a:lnTo>
                  <a:lnTo>
                    <a:pt x="3017042" y="522636"/>
                  </a:lnTo>
                  <a:lnTo>
                    <a:pt x="3010782" y="522636"/>
                  </a:lnTo>
                  <a:lnTo>
                    <a:pt x="3004523" y="522636"/>
                  </a:lnTo>
                  <a:lnTo>
                    <a:pt x="2998263" y="522636"/>
                  </a:lnTo>
                  <a:lnTo>
                    <a:pt x="2992004" y="522636"/>
                  </a:lnTo>
                  <a:lnTo>
                    <a:pt x="2985744" y="522636"/>
                  </a:lnTo>
                  <a:lnTo>
                    <a:pt x="2979485" y="522636"/>
                  </a:lnTo>
                  <a:lnTo>
                    <a:pt x="2973226" y="522636"/>
                  </a:lnTo>
                  <a:lnTo>
                    <a:pt x="2966966" y="522636"/>
                  </a:lnTo>
                  <a:lnTo>
                    <a:pt x="2960707" y="522636"/>
                  </a:lnTo>
                  <a:lnTo>
                    <a:pt x="2954447" y="522636"/>
                  </a:lnTo>
                  <a:lnTo>
                    <a:pt x="2948188" y="522636"/>
                  </a:lnTo>
                  <a:lnTo>
                    <a:pt x="2941929" y="522636"/>
                  </a:lnTo>
                  <a:lnTo>
                    <a:pt x="2935669" y="522636"/>
                  </a:lnTo>
                  <a:lnTo>
                    <a:pt x="2929410" y="522636"/>
                  </a:lnTo>
                  <a:lnTo>
                    <a:pt x="2923150" y="522636"/>
                  </a:lnTo>
                  <a:lnTo>
                    <a:pt x="2916891" y="522636"/>
                  </a:lnTo>
                  <a:lnTo>
                    <a:pt x="2910631" y="522636"/>
                  </a:lnTo>
                  <a:lnTo>
                    <a:pt x="2904372" y="522636"/>
                  </a:lnTo>
                  <a:lnTo>
                    <a:pt x="2898113" y="522636"/>
                  </a:lnTo>
                  <a:lnTo>
                    <a:pt x="2891853" y="522636"/>
                  </a:lnTo>
                  <a:lnTo>
                    <a:pt x="2885594" y="522636"/>
                  </a:lnTo>
                  <a:lnTo>
                    <a:pt x="2879334" y="522636"/>
                  </a:lnTo>
                  <a:lnTo>
                    <a:pt x="2873075" y="522636"/>
                  </a:lnTo>
                  <a:lnTo>
                    <a:pt x="2866815" y="522636"/>
                  </a:lnTo>
                  <a:lnTo>
                    <a:pt x="2860556" y="522636"/>
                  </a:lnTo>
                  <a:lnTo>
                    <a:pt x="2854297" y="522636"/>
                  </a:lnTo>
                  <a:lnTo>
                    <a:pt x="2848037" y="522636"/>
                  </a:lnTo>
                  <a:lnTo>
                    <a:pt x="2841778" y="522636"/>
                  </a:lnTo>
                  <a:lnTo>
                    <a:pt x="2835518" y="522636"/>
                  </a:lnTo>
                  <a:lnTo>
                    <a:pt x="2829259" y="522636"/>
                  </a:lnTo>
                  <a:lnTo>
                    <a:pt x="2822999" y="522636"/>
                  </a:lnTo>
                  <a:lnTo>
                    <a:pt x="2816740" y="522636"/>
                  </a:lnTo>
                  <a:lnTo>
                    <a:pt x="2810481" y="522636"/>
                  </a:lnTo>
                  <a:lnTo>
                    <a:pt x="2804221" y="522636"/>
                  </a:lnTo>
                  <a:lnTo>
                    <a:pt x="2797962" y="522636"/>
                  </a:lnTo>
                  <a:lnTo>
                    <a:pt x="2791702" y="522636"/>
                  </a:lnTo>
                  <a:lnTo>
                    <a:pt x="2785443" y="522636"/>
                  </a:lnTo>
                  <a:lnTo>
                    <a:pt x="2779184" y="522636"/>
                  </a:lnTo>
                  <a:lnTo>
                    <a:pt x="2772924" y="522636"/>
                  </a:lnTo>
                  <a:lnTo>
                    <a:pt x="2766665" y="522636"/>
                  </a:lnTo>
                  <a:lnTo>
                    <a:pt x="2760405" y="522636"/>
                  </a:lnTo>
                  <a:lnTo>
                    <a:pt x="2754146" y="522636"/>
                  </a:lnTo>
                  <a:lnTo>
                    <a:pt x="2747886" y="522636"/>
                  </a:lnTo>
                  <a:lnTo>
                    <a:pt x="2741627" y="522636"/>
                  </a:lnTo>
                  <a:lnTo>
                    <a:pt x="2735368" y="522636"/>
                  </a:lnTo>
                  <a:lnTo>
                    <a:pt x="2729108" y="522636"/>
                  </a:lnTo>
                  <a:lnTo>
                    <a:pt x="2722849" y="522636"/>
                  </a:lnTo>
                  <a:lnTo>
                    <a:pt x="2716589" y="522636"/>
                  </a:lnTo>
                  <a:lnTo>
                    <a:pt x="2710330" y="522636"/>
                  </a:lnTo>
                  <a:lnTo>
                    <a:pt x="2704070" y="522636"/>
                  </a:lnTo>
                  <a:lnTo>
                    <a:pt x="2697811" y="522636"/>
                  </a:lnTo>
                  <a:lnTo>
                    <a:pt x="2691552" y="522636"/>
                  </a:lnTo>
                  <a:lnTo>
                    <a:pt x="2685292" y="522636"/>
                  </a:lnTo>
                  <a:lnTo>
                    <a:pt x="2679033" y="522636"/>
                  </a:lnTo>
                  <a:lnTo>
                    <a:pt x="2672773" y="522636"/>
                  </a:lnTo>
                  <a:lnTo>
                    <a:pt x="2666514" y="522636"/>
                  </a:lnTo>
                  <a:lnTo>
                    <a:pt x="2660254" y="522636"/>
                  </a:lnTo>
                  <a:lnTo>
                    <a:pt x="2653995" y="522636"/>
                  </a:lnTo>
                  <a:lnTo>
                    <a:pt x="2647736" y="522636"/>
                  </a:lnTo>
                  <a:lnTo>
                    <a:pt x="2641476" y="522636"/>
                  </a:lnTo>
                  <a:lnTo>
                    <a:pt x="2635217" y="522636"/>
                  </a:lnTo>
                  <a:lnTo>
                    <a:pt x="2628957" y="522636"/>
                  </a:lnTo>
                  <a:lnTo>
                    <a:pt x="2622698" y="522636"/>
                  </a:lnTo>
                  <a:lnTo>
                    <a:pt x="2616438" y="522636"/>
                  </a:lnTo>
                  <a:lnTo>
                    <a:pt x="2610179" y="522636"/>
                  </a:lnTo>
                  <a:lnTo>
                    <a:pt x="2603920" y="522636"/>
                  </a:lnTo>
                  <a:lnTo>
                    <a:pt x="2597660" y="522636"/>
                  </a:lnTo>
                  <a:lnTo>
                    <a:pt x="2591401" y="522636"/>
                  </a:lnTo>
                  <a:lnTo>
                    <a:pt x="2585141" y="522636"/>
                  </a:lnTo>
                  <a:lnTo>
                    <a:pt x="2578882" y="522636"/>
                  </a:lnTo>
                  <a:lnTo>
                    <a:pt x="2572623" y="522636"/>
                  </a:lnTo>
                  <a:lnTo>
                    <a:pt x="2566363" y="522636"/>
                  </a:lnTo>
                  <a:lnTo>
                    <a:pt x="2560104" y="522636"/>
                  </a:lnTo>
                  <a:lnTo>
                    <a:pt x="2553844" y="522636"/>
                  </a:lnTo>
                  <a:lnTo>
                    <a:pt x="2547585" y="522636"/>
                  </a:lnTo>
                  <a:lnTo>
                    <a:pt x="2541325" y="522636"/>
                  </a:lnTo>
                  <a:lnTo>
                    <a:pt x="2535066" y="522636"/>
                  </a:lnTo>
                  <a:lnTo>
                    <a:pt x="2528807" y="522636"/>
                  </a:lnTo>
                  <a:lnTo>
                    <a:pt x="2522547" y="522636"/>
                  </a:lnTo>
                  <a:lnTo>
                    <a:pt x="2516288" y="522636"/>
                  </a:lnTo>
                  <a:lnTo>
                    <a:pt x="2510028" y="522636"/>
                  </a:lnTo>
                  <a:lnTo>
                    <a:pt x="2503769" y="522636"/>
                  </a:lnTo>
                  <a:lnTo>
                    <a:pt x="2497509" y="522636"/>
                  </a:lnTo>
                  <a:lnTo>
                    <a:pt x="2491250" y="522636"/>
                  </a:lnTo>
                  <a:lnTo>
                    <a:pt x="2484991" y="522636"/>
                  </a:lnTo>
                  <a:lnTo>
                    <a:pt x="2478731" y="522636"/>
                  </a:lnTo>
                  <a:lnTo>
                    <a:pt x="2472472" y="522636"/>
                  </a:lnTo>
                  <a:lnTo>
                    <a:pt x="2466212" y="522636"/>
                  </a:lnTo>
                  <a:lnTo>
                    <a:pt x="2459953" y="522636"/>
                  </a:lnTo>
                  <a:lnTo>
                    <a:pt x="2453693" y="522636"/>
                  </a:lnTo>
                  <a:lnTo>
                    <a:pt x="2447434" y="522636"/>
                  </a:lnTo>
                  <a:lnTo>
                    <a:pt x="2441175" y="522636"/>
                  </a:lnTo>
                  <a:lnTo>
                    <a:pt x="2434915" y="522636"/>
                  </a:lnTo>
                  <a:lnTo>
                    <a:pt x="2428656" y="522636"/>
                  </a:lnTo>
                  <a:lnTo>
                    <a:pt x="2422396" y="522636"/>
                  </a:lnTo>
                  <a:lnTo>
                    <a:pt x="2416137" y="522636"/>
                  </a:lnTo>
                  <a:lnTo>
                    <a:pt x="2409878" y="522636"/>
                  </a:lnTo>
                  <a:lnTo>
                    <a:pt x="2403618" y="522636"/>
                  </a:lnTo>
                  <a:lnTo>
                    <a:pt x="2397359" y="522636"/>
                  </a:lnTo>
                  <a:lnTo>
                    <a:pt x="2391099" y="522636"/>
                  </a:lnTo>
                  <a:lnTo>
                    <a:pt x="2384840" y="522636"/>
                  </a:lnTo>
                  <a:lnTo>
                    <a:pt x="2378580" y="522636"/>
                  </a:lnTo>
                  <a:lnTo>
                    <a:pt x="2372321" y="522636"/>
                  </a:lnTo>
                  <a:lnTo>
                    <a:pt x="2366062" y="522636"/>
                  </a:lnTo>
                  <a:lnTo>
                    <a:pt x="2359802" y="522636"/>
                  </a:lnTo>
                  <a:lnTo>
                    <a:pt x="2353543" y="522636"/>
                  </a:lnTo>
                  <a:lnTo>
                    <a:pt x="2347283" y="522636"/>
                  </a:lnTo>
                  <a:lnTo>
                    <a:pt x="2341024" y="522636"/>
                  </a:lnTo>
                  <a:lnTo>
                    <a:pt x="2334764" y="522636"/>
                  </a:lnTo>
                  <a:lnTo>
                    <a:pt x="2328505" y="522636"/>
                  </a:lnTo>
                  <a:lnTo>
                    <a:pt x="2322246" y="522636"/>
                  </a:lnTo>
                  <a:lnTo>
                    <a:pt x="2315986" y="522636"/>
                  </a:lnTo>
                  <a:lnTo>
                    <a:pt x="2309727" y="522636"/>
                  </a:lnTo>
                  <a:lnTo>
                    <a:pt x="2303467" y="522636"/>
                  </a:lnTo>
                  <a:lnTo>
                    <a:pt x="2297208" y="522636"/>
                  </a:lnTo>
                  <a:lnTo>
                    <a:pt x="2290948" y="522636"/>
                  </a:lnTo>
                  <a:lnTo>
                    <a:pt x="2284689" y="522636"/>
                  </a:lnTo>
                  <a:lnTo>
                    <a:pt x="2278430" y="522636"/>
                  </a:lnTo>
                  <a:lnTo>
                    <a:pt x="2272170" y="522636"/>
                  </a:lnTo>
                  <a:lnTo>
                    <a:pt x="2265911" y="522636"/>
                  </a:lnTo>
                  <a:lnTo>
                    <a:pt x="2259651" y="522636"/>
                  </a:lnTo>
                  <a:lnTo>
                    <a:pt x="2253392" y="522636"/>
                  </a:lnTo>
                  <a:lnTo>
                    <a:pt x="2247133" y="522636"/>
                  </a:lnTo>
                  <a:lnTo>
                    <a:pt x="2240873" y="522636"/>
                  </a:lnTo>
                  <a:lnTo>
                    <a:pt x="2234614" y="522636"/>
                  </a:lnTo>
                  <a:lnTo>
                    <a:pt x="2228354" y="522636"/>
                  </a:lnTo>
                  <a:lnTo>
                    <a:pt x="2222095" y="522636"/>
                  </a:lnTo>
                  <a:lnTo>
                    <a:pt x="2215835" y="522636"/>
                  </a:lnTo>
                  <a:lnTo>
                    <a:pt x="2209576" y="522636"/>
                  </a:lnTo>
                  <a:lnTo>
                    <a:pt x="2203317" y="522636"/>
                  </a:lnTo>
                  <a:lnTo>
                    <a:pt x="2197057" y="522636"/>
                  </a:lnTo>
                  <a:lnTo>
                    <a:pt x="2190798" y="522636"/>
                  </a:lnTo>
                  <a:lnTo>
                    <a:pt x="2184538" y="522636"/>
                  </a:lnTo>
                  <a:lnTo>
                    <a:pt x="2178279" y="522636"/>
                  </a:lnTo>
                  <a:lnTo>
                    <a:pt x="2172019" y="522636"/>
                  </a:lnTo>
                  <a:lnTo>
                    <a:pt x="2165760" y="522636"/>
                  </a:lnTo>
                  <a:lnTo>
                    <a:pt x="2159501" y="522636"/>
                  </a:lnTo>
                  <a:lnTo>
                    <a:pt x="2153241" y="522636"/>
                  </a:lnTo>
                  <a:lnTo>
                    <a:pt x="2146982" y="522636"/>
                  </a:lnTo>
                  <a:lnTo>
                    <a:pt x="2140722" y="522636"/>
                  </a:lnTo>
                  <a:lnTo>
                    <a:pt x="2134463" y="522636"/>
                  </a:lnTo>
                  <a:lnTo>
                    <a:pt x="2128203" y="522636"/>
                  </a:lnTo>
                  <a:lnTo>
                    <a:pt x="2121944" y="522636"/>
                  </a:lnTo>
                  <a:lnTo>
                    <a:pt x="2115685" y="522636"/>
                  </a:lnTo>
                  <a:lnTo>
                    <a:pt x="2109425" y="522636"/>
                  </a:lnTo>
                  <a:lnTo>
                    <a:pt x="2103166" y="522636"/>
                  </a:lnTo>
                  <a:lnTo>
                    <a:pt x="2096906" y="522636"/>
                  </a:lnTo>
                  <a:lnTo>
                    <a:pt x="2090647" y="522636"/>
                  </a:lnTo>
                  <a:lnTo>
                    <a:pt x="2084388" y="522636"/>
                  </a:lnTo>
                  <a:lnTo>
                    <a:pt x="2078128" y="522636"/>
                  </a:lnTo>
                  <a:lnTo>
                    <a:pt x="2071869" y="522636"/>
                  </a:lnTo>
                  <a:lnTo>
                    <a:pt x="2065609" y="522636"/>
                  </a:lnTo>
                  <a:lnTo>
                    <a:pt x="2059350" y="522636"/>
                  </a:lnTo>
                  <a:lnTo>
                    <a:pt x="2053090" y="522636"/>
                  </a:lnTo>
                  <a:lnTo>
                    <a:pt x="2046831" y="522636"/>
                  </a:lnTo>
                  <a:lnTo>
                    <a:pt x="2040572" y="522636"/>
                  </a:lnTo>
                  <a:lnTo>
                    <a:pt x="2034312" y="522636"/>
                  </a:lnTo>
                  <a:lnTo>
                    <a:pt x="2028053" y="522636"/>
                  </a:lnTo>
                  <a:lnTo>
                    <a:pt x="2021793" y="522636"/>
                  </a:lnTo>
                  <a:lnTo>
                    <a:pt x="2015534" y="522636"/>
                  </a:lnTo>
                  <a:lnTo>
                    <a:pt x="2009274" y="522636"/>
                  </a:lnTo>
                  <a:lnTo>
                    <a:pt x="2003015" y="522636"/>
                  </a:lnTo>
                  <a:lnTo>
                    <a:pt x="1996756" y="522636"/>
                  </a:lnTo>
                  <a:lnTo>
                    <a:pt x="1990496" y="522636"/>
                  </a:lnTo>
                  <a:lnTo>
                    <a:pt x="1984237" y="522636"/>
                  </a:lnTo>
                  <a:lnTo>
                    <a:pt x="1977977" y="522636"/>
                  </a:lnTo>
                  <a:lnTo>
                    <a:pt x="1971718" y="522636"/>
                  </a:lnTo>
                  <a:lnTo>
                    <a:pt x="1965458" y="522636"/>
                  </a:lnTo>
                  <a:lnTo>
                    <a:pt x="1959199" y="522636"/>
                  </a:lnTo>
                  <a:lnTo>
                    <a:pt x="1952940" y="522636"/>
                  </a:lnTo>
                  <a:lnTo>
                    <a:pt x="1946680" y="522636"/>
                  </a:lnTo>
                  <a:lnTo>
                    <a:pt x="1940421" y="522636"/>
                  </a:lnTo>
                  <a:lnTo>
                    <a:pt x="1934161" y="522636"/>
                  </a:lnTo>
                  <a:lnTo>
                    <a:pt x="1927902" y="522636"/>
                  </a:lnTo>
                  <a:lnTo>
                    <a:pt x="1921642" y="522636"/>
                  </a:lnTo>
                  <a:lnTo>
                    <a:pt x="1915383" y="522636"/>
                  </a:lnTo>
                  <a:lnTo>
                    <a:pt x="1909124" y="522636"/>
                  </a:lnTo>
                  <a:lnTo>
                    <a:pt x="1902864" y="522636"/>
                  </a:lnTo>
                  <a:lnTo>
                    <a:pt x="1896605" y="522636"/>
                  </a:lnTo>
                  <a:lnTo>
                    <a:pt x="1890345" y="522636"/>
                  </a:lnTo>
                  <a:lnTo>
                    <a:pt x="1884086" y="522636"/>
                  </a:lnTo>
                  <a:lnTo>
                    <a:pt x="1877827" y="522636"/>
                  </a:lnTo>
                  <a:lnTo>
                    <a:pt x="1871567" y="522636"/>
                  </a:lnTo>
                  <a:lnTo>
                    <a:pt x="1865308" y="522636"/>
                  </a:lnTo>
                  <a:lnTo>
                    <a:pt x="1859048" y="522636"/>
                  </a:lnTo>
                  <a:lnTo>
                    <a:pt x="1852789" y="522636"/>
                  </a:lnTo>
                  <a:lnTo>
                    <a:pt x="1846529" y="522636"/>
                  </a:lnTo>
                  <a:lnTo>
                    <a:pt x="1840270" y="522636"/>
                  </a:lnTo>
                  <a:lnTo>
                    <a:pt x="1834011" y="522636"/>
                  </a:lnTo>
                  <a:lnTo>
                    <a:pt x="1827751" y="522636"/>
                  </a:lnTo>
                  <a:lnTo>
                    <a:pt x="1821492" y="522636"/>
                  </a:lnTo>
                  <a:lnTo>
                    <a:pt x="1815232" y="522636"/>
                  </a:lnTo>
                  <a:lnTo>
                    <a:pt x="1808973" y="522636"/>
                  </a:lnTo>
                  <a:lnTo>
                    <a:pt x="1802713" y="522636"/>
                  </a:lnTo>
                  <a:lnTo>
                    <a:pt x="1796454" y="522636"/>
                  </a:lnTo>
                  <a:lnTo>
                    <a:pt x="1790195" y="522636"/>
                  </a:lnTo>
                  <a:lnTo>
                    <a:pt x="1783935" y="522636"/>
                  </a:lnTo>
                  <a:lnTo>
                    <a:pt x="1777676" y="522636"/>
                  </a:lnTo>
                  <a:lnTo>
                    <a:pt x="1771416" y="522636"/>
                  </a:lnTo>
                  <a:lnTo>
                    <a:pt x="1765157" y="522636"/>
                  </a:lnTo>
                  <a:lnTo>
                    <a:pt x="1758897" y="522636"/>
                  </a:lnTo>
                  <a:lnTo>
                    <a:pt x="1752638" y="522636"/>
                  </a:lnTo>
                  <a:lnTo>
                    <a:pt x="1746379" y="522636"/>
                  </a:lnTo>
                  <a:lnTo>
                    <a:pt x="1740119" y="522636"/>
                  </a:lnTo>
                  <a:lnTo>
                    <a:pt x="1733860" y="522636"/>
                  </a:lnTo>
                  <a:lnTo>
                    <a:pt x="1727600" y="522636"/>
                  </a:lnTo>
                  <a:lnTo>
                    <a:pt x="1721341" y="522636"/>
                  </a:lnTo>
                  <a:lnTo>
                    <a:pt x="1715082" y="522636"/>
                  </a:lnTo>
                  <a:lnTo>
                    <a:pt x="1708822" y="522636"/>
                  </a:lnTo>
                  <a:lnTo>
                    <a:pt x="1702563" y="522636"/>
                  </a:lnTo>
                  <a:lnTo>
                    <a:pt x="1696303" y="522636"/>
                  </a:lnTo>
                  <a:lnTo>
                    <a:pt x="1690044" y="522636"/>
                  </a:lnTo>
                  <a:lnTo>
                    <a:pt x="1683784" y="522636"/>
                  </a:lnTo>
                  <a:lnTo>
                    <a:pt x="1677525" y="522636"/>
                  </a:lnTo>
                  <a:lnTo>
                    <a:pt x="1671266" y="522636"/>
                  </a:lnTo>
                  <a:lnTo>
                    <a:pt x="1665006" y="522636"/>
                  </a:lnTo>
                  <a:lnTo>
                    <a:pt x="1658747" y="522636"/>
                  </a:lnTo>
                  <a:lnTo>
                    <a:pt x="1652487" y="522636"/>
                  </a:lnTo>
                  <a:lnTo>
                    <a:pt x="1646228" y="522636"/>
                  </a:lnTo>
                  <a:lnTo>
                    <a:pt x="1639968" y="522636"/>
                  </a:lnTo>
                  <a:lnTo>
                    <a:pt x="1633709" y="522636"/>
                  </a:lnTo>
                  <a:lnTo>
                    <a:pt x="1627450" y="522636"/>
                  </a:lnTo>
                  <a:lnTo>
                    <a:pt x="1621190" y="522636"/>
                  </a:lnTo>
                  <a:lnTo>
                    <a:pt x="1614931" y="522636"/>
                  </a:lnTo>
                  <a:lnTo>
                    <a:pt x="1608671" y="522636"/>
                  </a:lnTo>
                  <a:lnTo>
                    <a:pt x="1602412" y="522636"/>
                  </a:lnTo>
                  <a:lnTo>
                    <a:pt x="1596152" y="522636"/>
                  </a:lnTo>
                  <a:lnTo>
                    <a:pt x="1589893" y="522636"/>
                  </a:lnTo>
                  <a:lnTo>
                    <a:pt x="1583634" y="522636"/>
                  </a:lnTo>
                  <a:lnTo>
                    <a:pt x="1577374" y="522636"/>
                  </a:lnTo>
                  <a:lnTo>
                    <a:pt x="1571115" y="522636"/>
                  </a:lnTo>
                  <a:lnTo>
                    <a:pt x="1564855" y="522636"/>
                  </a:lnTo>
                  <a:lnTo>
                    <a:pt x="1558596" y="522636"/>
                  </a:lnTo>
                  <a:lnTo>
                    <a:pt x="1552337" y="522636"/>
                  </a:lnTo>
                  <a:lnTo>
                    <a:pt x="1546077" y="522636"/>
                  </a:lnTo>
                  <a:lnTo>
                    <a:pt x="1539818" y="522636"/>
                  </a:lnTo>
                  <a:lnTo>
                    <a:pt x="1533558" y="522636"/>
                  </a:lnTo>
                  <a:lnTo>
                    <a:pt x="1527299" y="522636"/>
                  </a:lnTo>
                  <a:lnTo>
                    <a:pt x="1521039" y="522636"/>
                  </a:lnTo>
                  <a:lnTo>
                    <a:pt x="1514780" y="522636"/>
                  </a:lnTo>
                  <a:lnTo>
                    <a:pt x="1508521" y="522636"/>
                  </a:lnTo>
                  <a:lnTo>
                    <a:pt x="1502261" y="522636"/>
                  </a:lnTo>
                  <a:lnTo>
                    <a:pt x="1496002" y="522636"/>
                  </a:lnTo>
                  <a:lnTo>
                    <a:pt x="1489742" y="522636"/>
                  </a:lnTo>
                  <a:lnTo>
                    <a:pt x="1483483" y="522636"/>
                  </a:lnTo>
                  <a:lnTo>
                    <a:pt x="1477223" y="522636"/>
                  </a:lnTo>
                  <a:lnTo>
                    <a:pt x="1470964" y="522636"/>
                  </a:lnTo>
                  <a:lnTo>
                    <a:pt x="1464705" y="522636"/>
                  </a:lnTo>
                  <a:lnTo>
                    <a:pt x="1458445" y="522636"/>
                  </a:lnTo>
                  <a:lnTo>
                    <a:pt x="1452186" y="522636"/>
                  </a:lnTo>
                  <a:lnTo>
                    <a:pt x="1445926" y="522636"/>
                  </a:lnTo>
                  <a:lnTo>
                    <a:pt x="1439667" y="522636"/>
                  </a:lnTo>
                  <a:lnTo>
                    <a:pt x="1433407" y="522636"/>
                  </a:lnTo>
                  <a:lnTo>
                    <a:pt x="1427148" y="522636"/>
                  </a:lnTo>
                  <a:lnTo>
                    <a:pt x="1420889" y="522636"/>
                  </a:lnTo>
                  <a:lnTo>
                    <a:pt x="1414629" y="522636"/>
                  </a:lnTo>
                  <a:lnTo>
                    <a:pt x="1408370" y="522636"/>
                  </a:lnTo>
                  <a:lnTo>
                    <a:pt x="1402110" y="522636"/>
                  </a:lnTo>
                  <a:lnTo>
                    <a:pt x="1395851" y="522636"/>
                  </a:lnTo>
                  <a:lnTo>
                    <a:pt x="1389592" y="522636"/>
                  </a:lnTo>
                  <a:lnTo>
                    <a:pt x="1383332" y="522636"/>
                  </a:lnTo>
                  <a:lnTo>
                    <a:pt x="1377073" y="522636"/>
                  </a:lnTo>
                  <a:lnTo>
                    <a:pt x="1370813" y="522636"/>
                  </a:lnTo>
                  <a:lnTo>
                    <a:pt x="1364554" y="522636"/>
                  </a:lnTo>
                  <a:lnTo>
                    <a:pt x="1358294" y="522636"/>
                  </a:lnTo>
                  <a:lnTo>
                    <a:pt x="1352035" y="522636"/>
                  </a:lnTo>
                  <a:lnTo>
                    <a:pt x="1345776" y="522636"/>
                  </a:lnTo>
                  <a:lnTo>
                    <a:pt x="1339516" y="522636"/>
                  </a:lnTo>
                  <a:lnTo>
                    <a:pt x="1333257" y="522636"/>
                  </a:lnTo>
                  <a:lnTo>
                    <a:pt x="1326997" y="522636"/>
                  </a:lnTo>
                  <a:lnTo>
                    <a:pt x="1320738" y="522636"/>
                  </a:lnTo>
                  <a:lnTo>
                    <a:pt x="1314478" y="522636"/>
                  </a:lnTo>
                  <a:lnTo>
                    <a:pt x="1308219" y="522636"/>
                  </a:lnTo>
                  <a:lnTo>
                    <a:pt x="1301960" y="522636"/>
                  </a:lnTo>
                  <a:lnTo>
                    <a:pt x="1295700" y="522636"/>
                  </a:lnTo>
                  <a:lnTo>
                    <a:pt x="1289441" y="522636"/>
                  </a:lnTo>
                  <a:lnTo>
                    <a:pt x="1283181" y="522636"/>
                  </a:lnTo>
                  <a:lnTo>
                    <a:pt x="1276922" y="522636"/>
                  </a:lnTo>
                  <a:lnTo>
                    <a:pt x="1270662" y="522636"/>
                  </a:lnTo>
                  <a:lnTo>
                    <a:pt x="1264403" y="522636"/>
                  </a:lnTo>
                  <a:lnTo>
                    <a:pt x="1258144" y="522636"/>
                  </a:lnTo>
                  <a:lnTo>
                    <a:pt x="1251884" y="522636"/>
                  </a:lnTo>
                  <a:lnTo>
                    <a:pt x="1245625" y="522636"/>
                  </a:lnTo>
                  <a:lnTo>
                    <a:pt x="1239365" y="522636"/>
                  </a:lnTo>
                  <a:lnTo>
                    <a:pt x="1233106" y="522636"/>
                  </a:lnTo>
                  <a:lnTo>
                    <a:pt x="1226846" y="522636"/>
                  </a:lnTo>
                  <a:lnTo>
                    <a:pt x="1220587" y="522636"/>
                  </a:lnTo>
                  <a:lnTo>
                    <a:pt x="1214328" y="522636"/>
                  </a:lnTo>
                  <a:lnTo>
                    <a:pt x="1208068" y="522636"/>
                  </a:lnTo>
                  <a:lnTo>
                    <a:pt x="1201809" y="522636"/>
                  </a:lnTo>
                  <a:lnTo>
                    <a:pt x="1195549" y="522636"/>
                  </a:lnTo>
                  <a:lnTo>
                    <a:pt x="1189290" y="522636"/>
                  </a:lnTo>
                  <a:lnTo>
                    <a:pt x="1183031" y="522636"/>
                  </a:lnTo>
                  <a:lnTo>
                    <a:pt x="1176771" y="522636"/>
                  </a:lnTo>
                  <a:lnTo>
                    <a:pt x="1170512" y="522636"/>
                  </a:lnTo>
                  <a:lnTo>
                    <a:pt x="1164252" y="522636"/>
                  </a:lnTo>
                  <a:lnTo>
                    <a:pt x="1157993" y="522636"/>
                  </a:lnTo>
                  <a:lnTo>
                    <a:pt x="1151733" y="522636"/>
                  </a:lnTo>
                  <a:lnTo>
                    <a:pt x="1145474" y="522636"/>
                  </a:lnTo>
                  <a:lnTo>
                    <a:pt x="1139215" y="522636"/>
                  </a:lnTo>
                  <a:lnTo>
                    <a:pt x="1132955" y="522636"/>
                  </a:lnTo>
                  <a:lnTo>
                    <a:pt x="1126696" y="522636"/>
                  </a:lnTo>
                  <a:lnTo>
                    <a:pt x="1120436" y="522636"/>
                  </a:lnTo>
                  <a:lnTo>
                    <a:pt x="1114177" y="522636"/>
                  </a:lnTo>
                  <a:lnTo>
                    <a:pt x="1107917" y="522636"/>
                  </a:lnTo>
                  <a:lnTo>
                    <a:pt x="1101658" y="522636"/>
                  </a:lnTo>
                  <a:lnTo>
                    <a:pt x="1095399" y="522636"/>
                  </a:lnTo>
                  <a:lnTo>
                    <a:pt x="1089139" y="522636"/>
                  </a:lnTo>
                  <a:lnTo>
                    <a:pt x="1082880" y="522636"/>
                  </a:lnTo>
                  <a:lnTo>
                    <a:pt x="1076620" y="522636"/>
                  </a:lnTo>
                  <a:lnTo>
                    <a:pt x="1070361" y="522636"/>
                  </a:lnTo>
                  <a:lnTo>
                    <a:pt x="1064101" y="522636"/>
                  </a:lnTo>
                  <a:lnTo>
                    <a:pt x="1057842" y="522636"/>
                  </a:lnTo>
                  <a:lnTo>
                    <a:pt x="1051583" y="522636"/>
                  </a:lnTo>
                  <a:lnTo>
                    <a:pt x="1045323" y="522636"/>
                  </a:lnTo>
                  <a:lnTo>
                    <a:pt x="1039064" y="522636"/>
                  </a:lnTo>
                  <a:lnTo>
                    <a:pt x="1032804" y="522636"/>
                  </a:lnTo>
                  <a:lnTo>
                    <a:pt x="1026545" y="522636"/>
                  </a:lnTo>
                  <a:lnTo>
                    <a:pt x="1020286" y="522636"/>
                  </a:lnTo>
                  <a:lnTo>
                    <a:pt x="1014026" y="522636"/>
                  </a:lnTo>
                  <a:lnTo>
                    <a:pt x="1007767" y="522636"/>
                  </a:lnTo>
                  <a:lnTo>
                    <a:pt x="1001507" y="522636"/>
                  </a:lnTo>
                  <a:lnTo>
                    <a:pt x="995248" y="522636"/>
                  </a:lnTo>
                  <a:lnTo>
                    <a:pt x="988988" y="522636"/>
                  </a:lnTo>
                  <a:lnTo>
                    <a:pt x="982729" y="522636"/>
                  </a:lnTo>
                  <a:lnTo>
                    <a:pt x="976470" y="522636"/>
                  </a:lnTo>
                  <a:lnTo>
                    <a:pt x="970210" y="522636"/>
                  </a:lnTo>
                  <a:lnTo>
                    <a:pt x="963951" y="522636"/>
                  </a:lnTo>
                  <a:lnTo>
                    <a:pt x="957691" y="522636"/>
                  </a:lnTo>
                  <a:lnTo>
                    <a:pt x="951432" y="522636"/>
                  </a:lnTo>
                  <a:lnTo>
                    <a:pt x="945172" y="522636"/>
                  </a:lnTo>
                  <a:lnTo>
                    <a:pt x="938913" y="522636"/>
                  </a:lnTo>
                  <a:lnTo>
                    <a:pt x="932654" y="522636"/>
                  </a:lnTo>
                  <a:lnTo>
                    <a:pt x="926394" y="522636"/>
                  </a:lnTo>
                  <a:lnTo>
                    <a:pt x="920135" y="522636"/>
                  </a:lnTo>
                  <a:lnTo>
                    <a:pt x="913875" y="522636"/>
                  </a:lnTo>
                  <a:lnTo>
                    <a:pt x="907616" y="522636"/>
                  </a:lnTo>
                  <a:lnTo>
                    <a:pt x="901356" y="522636"/>
                  </a:lnTo>
                  <a:lnTo>
                    <a:pt x="895097" y="522636"/>
                  </a:lnTo>
                  <a:lnTo>
                    <a:pt x="888838" y="522636"/>
                  </a:lnTo>
                  <a:lnTo>
                    <a:pt x="882578" y="522636"/>
                  </a:lnTo>
                  <a:lnTo>
                    <a:pt x="876319" y="522636"/>
                  </a:lnTo>
                  <a:lnTo>
                    <a:pt x="870059" y="522636"/>
                  </a:lnTo>
                  <a:lnTo>
                    <a:pt x="863800" y="522636"/>
                  </a:lnTo>
                  <a:lnTo>
                    <a:pt x="857541" y="522636"/>
                  </a:lnTo>
                  <a:lnTo>
                    <a:pt x="851281" y="522636"/>
                  </a:lnTo>
                  <a:lnTo>
                    <a:pt x="845022" y="522636"/>
                  </a:lnTo>
                  <a:lnTo>
                    <a:pt x="838762" y="522636"/>
                  </a:lnTo>
                  <a:lnTo>
                    <a:pt x="832503" y="522636"/>
                  </a:lnTo>
                  <a:lnTo>
                    <a:pt x="826243" y="522636"/>
                  </a:lnTo>
                  <a:lnTo>
                    <a:pt x="819984" y="522636"/>
                  </a:lnTo>
                  <a:lnTo>
                    <a:pt x="813725" y="522636"/>
                  </a:lnTo>
                  <a:lnTo>
                    <a:pt x="807465" y="522636"/>
                  </a:lnTo>
                  <a:lnTo>
                    <a:pt x="801206" y="522636"/>
                  </a:lnTo>
                  <a:lnTo>
                    <a:pt x="794946" y="522636"/>
                  </a:lnTo>
                  <a:lnTo>
                    <a:pt x="788687" y="522636"/>
                  </a:lnTo>
                  <a:lnTo>
                    <a:pt x="782427" y="522636"/>
                  </a:lnTo>
                  <a:lnTo>
                    <a:pt x="776168" y="522636"/>
                  </a:lnTo>
                  <a:lnTo>
                    <a:pt x="769909" y="522636"/>
                  </a:lnTo>
                  <a:lnTo>
                    <a:pt x="763649" y="522636"/>
                  </a:lnTo>
                  <a:lnTo>
                    <a:pt x="757390" y="522636"/>
                  </a:lnTo>
                  <a:lnTo>
                    <a:pt x="751130" y="522636"/>
                  </a:lnTo>
                  <a:lnTo>
                    <a:pt x="744871" y="522636"/>
                  </a:lnTo>
                  <a:lnTo>
                    <a:pt x="738611" y="522636"/>
                  </a:lnTo>
                  <a:lnTo>
                    <a:pt x="732352" y="522636"/>
                  </a:lnTo>
                  <a:lnTo>
                    <a:pt x="726093" y="522636"/>
                  </a:lnTo>
                  <a:lnTo>
                    <a:pt x="719833" y="522636"/>
                  </a:lnTo>
                  <a:lnTo>
                    <a:pt x="713574" y="522636"/>
                  </a:lnTo>
                  <a:lnTo>
                    <a:pt x="707314" y="522636"/>
                  </a:lnTo>
                  <a:lnTo>
                    <a:pt x="701055" y="522636"/>
                  </a:lnTo>
                  <a:lnTo>
                    <a:pt x="694796" y="522636"/>
                  </a:lnTo>
                  <a:lnTo>
                    <a:pt x="688536" y="522636"/>
                  </a:lnTo>
                  <a:lnTo>
                    <a:pt x="682277" y="522636"/>
                  </a:lnTo>
                  <a:lnTo>
                    <a:pt x="676017" y="522636"/>
                  </a:lnTo>
                  <a:lnTo>
                    <a:pt x="669758" y="522636"/>
                  </a:lnTo>
                  <a:lnTo>
                    <a:pt x="663498" y="522636"/>
                  </a:lnTo>
                  <a:lnTo>
                    <a:pt x="657239" y="522636"/>
                  </a:lnTo>
                  <a:lnTo>
                    <a:pt x="650980" y="522636"/>
                  </a:lnTo>
                  <a:lnTo>
                    <a:pt x="644720" y="522636"/>
                  </a:lnTo>
                  <a:lnTo>
                    <a:pt x="638461" y="522636"/>
                  </a:lnTo>
                  <a:lnTo>
                    <a:pt x="632201" y="522636"/>
                  </a:lnTo>
                  <a:lnTo>
                    <a:pt x="625942" y="522636"/>
                  </a:lnTo>
                  <a:lnTo>
                    <a:pt x="619682" y="522636"/>
                  </a:lnTo>
                  <a:lnTo>
                    <a:pt x="613423" y="522636"/>
                  </a:lnTo>
                  <a:lnTo>
                    <a:pt x="607164" y="522636"/>
                  </a:lnTo>
                  <a:lnTo>
                    <a:pt x="600904" y="522636"/>
                  </a:lnTo>
                  <a:lnTo>
                    <a:pt x="594645" y="522636"/>
                  </a:lnTo>
                  <a:lnTo>
                    <a:pt x="588385" y="522636"/>
                  </a:lnTo>
                  <a:lnTo>
                    <a:pt x="582126" y="522636"/>
                  </a:lnTo>
                  <a:lnTo>
                    <a:pt x="575866" y="522636"/>
                  </a:lnTo>
                  <a:lnTo>
                    <a:pt x="569607" y="522636"/>
                  </a:lnTo>
                  <a:lnTo>
                    <a:pt x="563348" y="522636"/>
                  </a:lnTo>
                  <a:lnTo>
                    <a:pt x="557088" y="522636"/>
                  </a:lnTo>
                  <a:lnTo>
                    <a:pt x="550829" y="522636"/>
                  </a:lnTo>
                  <a:lnTo>
                    <a:pt x="544569" y="522636"/>
                  </a:lnTo>
                  <a:lnTo>
                    <a:pt x="538310" y="522636"/>
                  </a:lnTo>
                  <a:lnTo>
                    <a:pt x="532050" y="522636"/>
                  </a:lnTo>
                  <a:lnTo>
                    <a:pt x="525791" y="522636"/>
                  </a:lnTo>
                  <a:lnTo>
                    <a:pt x="519532" y="522636"/>
                  </a:lnTo>
                  <a:lnTo>
                    <a:pt x="513272" y="522636"/>
                  </a:lnTo>
                  <a:lnTo>
                    <a:pt x="507013" y="522636"/>
                  </a:lnTo>
                  <a:lnTo>
                    <a:pt x="500753" y="522636"/>
                  </a:lnTo>
                  <a:lnTo>
                    <a:pt x="494494" y="522636"/>
                  </a:lnTo>
                  <a:lnTo>
                    <a:pt x="488235" y="522636"/>
                  </a:lnTo>
                  <a:lnTo>
                    <a:pt x="481975" y="522636"/>
                  </a:lnTo>
                  <a:lnTo>
                    <a:pt x="475716" y="522636"/>
                  </a:lnTo>
                  <a:lnTo>
                    <a:pt x="469456" y="522636"/>
                  </a:lnTo>
                  <a:lnTo>
                    <a:pt x="463197" y="522636"/>
                  </a:lnTo>
                  <a:lnTo>
                    <a:pt x="456937" y="522636"/>
                  </a:lnTo>
                  <a:lnTo>
                    <a:pt x="450678" y="522636"/>
                  </a:lnTo>
                  <a:lnTo>
                    <a:pt x="444419" y="522636"/>
                  </a:lnTo>
                  <a:lnTo>
                    <a:pt x="438159" y="522636"/>
                  </a:lnTo>
                  <a:lnTo>
                    <a:pt x="431900" y="522636"/>
                  </a:lnTo>
                  <a:lnTo>
                    <a:pt x="425640" y="522636"/>
                  </a:lnTo>
                  <a:lnTo>
                    <a:pt x="419381" y="522636"/>
                  </a:lnTo>
                  <a:lnTo>
                    <a:pt x="413121" y="522636"/>
                  </a:lnTo>
                  <a:lnTo>
                    <a:pt x="406862" y="522636"/>
                  </a:lnTo>
                  <a:lnTo>
                    <a:pt x="400603" y="522636"/>
                  </a:lnTo>
                  <a:lnTo>
                    <a:pt x="394343" y="522636"/>
                  </a:lnTo>
                  <a:lnTo>
                    <a:pt x="388084" y="522636"/>
                  </a:lnTo>
                  <a:lnTo>
                    <a:pt x="381824" y="522636"/>
                  </a:lnTo>
                  <a:lnTo>
                    <a:pt x="375565" y="522636"/>
                  </a:lnTo>
                  <a:lnTo>
                    <a:pt x="369305" y="522636"/>
                  </a:lnTo>
                  <a:lnTo>
                    <a:pt x="363046" y="522636"/>
                  </a:lnTo>
                  <a:lnTo>
                    <a:pt x="356787" y="522636"/>
                  </a:lnTo>
                  <a:lnTo>
                    <a:pt x="350527" y="522636"/>
                  </a:lnTo>
                  <a:lnTo>
                    <a:pt x="344268" y="522636"/>
                  </a:lnTo>
                  <a:lnTo>
                    <a:pt x="338008" y="522636"/>
                  </a:lnTo>
                  <a:lnTo>
                    <a:pt x="331749" y="522636"/>
                  </a:lnTo>
                  <a:lnTo>
                    <a:pt x="325490" y="522636"/>
                  </a:lnTo>
                  <a:lnTo>
                    <a:pt x="319230" y="522636"/>
                  </a:lnTo>
                  <a:lnTo>
                    <a:pt x="312971" y="522636"/>
                  </a:lnTo>
                  <a:lnTo>
                    <a:pt x="306711" y="522636"/>
                  </a:lnTo>
                  <a:lnTo>
                    <a:pt x="300452" y="522636"/>
                  </a:lnTo>
                  <a:lnTo>
                    <a:pt x="294192" y="522636"/>
                  </a:lnTo>
                  <a:lnTo>
                    <a:pt x="287933" y="522636"/>
                  </a:lnTo>
                  <a:lnTo>
                    <a:pt x="281674" y="522636"/>
                  </a:lnTo>
                  <a:lnTo>
                    <a:pt x="275414" y="522636"/>
                  </a:lnTo>
                  <a:lnTo>
                    <a:pt x="269155" y="522636"/>
                  </a:lnTo>
                  <a:lnTo>
                    <a:pt x="262895" y="522636"/>
                  </a:lnTo>
                  <a:lnTo>
                    <a:pt x="256636" y="522636"/>
                  </a:lnTo>
                  <a:lnTo>
                    <a:pt x="250376" y="522636"/>
                  </a:lnTo>
                  <a:lnTo>
                    <a:pt x="244117" y="522636"/>
                  </a:lnTo>
                  <a:lnTo>
                    <a:pt x="237858" y="522636"/>
                  </a:lnTo>
                  <a:lnTo>
                    <a:pt x="231598" y="522636"/>
                  </a:lnTo>
                  <a:lnTo>
                    <a:pt x="225339" y="522636"/>
                  </a:lnTo>
                  <a:lnTo>
                    <a:pt x="219079" y="522636"/>
                  </a:lnTo>
                  <a:lnTo>
                    <a:pt x="212820" y="522636"/>
                  </a:lnTo>
                  <a:lnTo>
                    <a:pt x="206560" y="522636"/>
                  </a:lnTo>
                  <a:lnTo>
                    <a:pt x="200301" y="522636"/>
                  </a:lnTo>
                  <a:lnTo>
                    <a:pt x="194042" y="522636"/>
                  </a:lnTo>
                  <a:lnTo>
                    <a:pt x="187782" y="522636"/>
                  </a:lnTo>
                  <a:lnTo>
                    <a:pt x="181523" y="522636"/>
                  </a:lnTo>
                  <a:lnTo>
                    <a:pt x="175263" y="522636"/>
                  </a:lnTo>
                  <a:lnTo>
                    <a:pt x="169004" y="522636"/>
                  </a:lnTo>
                  <a:lnTo>
                    <a:pt x="162745" y="522636"/>
                  </a:lnTo>
                  <a:lnTo>
                    <a:pt x="156485" y="522636"/>
                  </a:lnTo>
                  <a:lnTo>
                    <a:pt x="150226" y="522636"/>
                  </a:lnTo>
                  <a:lnTo>
                    <a:pt x="143966" y="522636"/>
                  </a:lnTo>
                  <a:lnTo>
                    <a:pt x="137707" y="522636"/>
                  </a:lnTo>
                  <a:lnTo>
                    <a:pt x="131447" y="522636"/>
                  </a:lnTo>
                  <a:lnTo>
                    <a:pt x="125188" y="522636"/>
                  </a:lnTo>
                  <a:lnTo>
                    <a:pt x="118929" y="522636"/>
                  </a:lnTo>
                  <a:lnTo>
                    <a:pt x="112669" y="522636"/>
                  </a:lnTo>
                  <a:lnTo>
                    <a:pt x="106410" y="522636"/>
                  </a:lnTo>
                  <a:lnTo>
                    <a:pt x="100150" y="522636"/>
                  </a:lnTo>
                  <a:lnTo>
                    <a:pt x="93891" y="522636"/>
                  </a:lnTo>
                  <a:lnTo>
                    <a:pt x="87631" y="522636"/>
                  </a:lnTo>
                  <a:lnTo>
                    <a:pt x="81372" y="522636"/>
                  </a:lnTo>
                  <a:lnTo>
                    <a:pt x="75113" y="522636"/>
                  </a:lnTo>
                  <a:lnTo>
                    <a:pt x="68853" y="522636"/>
                  </a:lnTo>
                  <a:lnTo>
                    <a:pt x="62594" y="522636"/>
                  </a:lnTo>
                  <a:lnTo>
                    <a:pt x="56334" y="522636"/>
                  </a:lnTo>
                  <a:lnTo>
                    <a:pt x="50075" y="522636"/>
                  </a:lnTo>
                  <a:lnTo>
                    <a:pt x="43815" y="522636"/>
                  </a:lnTo>
                  <a:lnTo>
                    <a:pt x="37556" y="522636"/>
                  </a:lnTo>
                  <a:lnTo>
                    <a:pt x="31297" y="522636"/>
                  </a:lnTo>
                  <a:lnTo>
                    <a:pt x="25037" y="522636"/>
                  </a:lnTo>
                  <a:lnTo>
                    <a:pt x="18778" y="522636"/>
                  </a:lnTo>
                  <a:lnTo>
                    <a:pt x="12518" y="522636"/>
                  </a:lnTo>
                  <a:lnTo>
                    <a:pt x="6259" y="52263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749798" y="2808307"/>
              <a:ext cx="3198565" cy="522636"/>
            </a:xfrm>
            <a:custGeom>
              <a:avLst/>
              <a:pathLst>
                <a:path w="3198565" h="522636">
                  <a:moveTo>
                    <a:pt x="0" y="522636"/>
                  </a:moveTo>
                  <a:lnTo>
                    <a:pt x="6259" y="522636"/>
                  </a:lnTo>
                  <a:lnTo>
                    <a:pt x="12518" y="522636"/>
                  </a:lnTo>
                  <a:lnTo>
                    <a:pt x="18778" y="522635"/>
                  </a:lnTo>
                  <a:lnTo>
                    <a:pt x="25037" y="522635"/>
                  </a:lnTo>
                  <a:lnTo>
                    <a:pt x="31297" y="522635"/>
                  </a:lnTo>
                  <a:lnTo>
                    <a:pt x="37556" y="522634"/>
                  </a:lnTo>
                  <a:lnTo>
                    <a:pt x="43815" y="522633"/>
                  </a:lnTo>
                  <a:lnTo>
                    <a:pt x="50075" y="522631"/>
                  </a:lnTo>
                  <a:lnTo>
                    <a:pt x="56334" y="522628"/>
                  </a:lnTo>
                  <a:lnTo>
                    <a:pt x="62594" y="522622"/>
                  </a:lnTo>
                  <a:lnTo>
                    <a:pt x="68853" y="522614"/>
                  </a:lnTo>
                  <a:lnTo>
                    <a:pt x="75113" y="522601"/>
                  </a:lnTo>
                  <a:lnTo>
                    <a:pt x="81372" y="522581"/>
                  </a:lnTo>
                  <a:lnTo>
                    <a:pt x="87631" y="522553"/>
                  </a:lnTo>
                  <a:lnTo>
                    <a:pt x="93891" y="522512"/>
                  </a:lnTo>
                  <a:lnTo>
                    <a:pt x="100150" y="522452"/>
                  </a:lnTo>
                  <a:lnTo>
                    <a:pt x="106410" y="522370"/>
                  </a:lnTo>
                  <a:lnTo>
                    <a:pt x="112669" y="522258"/>
                  </a:lnTo>
                  <a:lnTo>
                    <a:pt x="118929" y="522111"/>
                  </a:lnTo>
                  <a:lnTo>
                    <a:pt x="125188" y="521921"/>
                  </a:lnTo>
                  <a:lnTo>
                    <a:pt x="131447" y="521680"/>
                  </a:lnTo>
                  <a:lnTo>
                    <a:pt x="137707" y="521381"/>
                  </a:lnTo>
                  <a:lnTo>
                    <a:pt x="143966" y="521017"/>
                  </a:lnTo>
                  <a:lnTo>
                    <a:pt x="150226" y="520582"/>
                  </a:lnTo>
                  <a:lnTo>
                    <a:pt x="156485" y="520070"/>
                  </a:lnTo>
                  <a:lnTo>
                    <a:pt x="162745" y="519470"/>
                  </a:lnTo>
                  <a:lnTo>
                    <a:pt x="169004" y="518790"/>
                  </a:lnTo>
                  <a:lnTo>
                    <a:pt x="175263" y="518028"/>
                  </a:lnTo>
                  <a:lnTo>
                    <a:pt x="181523" y="517186"/>
                  </a:lnTo>
                  <a:lnTo>
                    <a:pt x="187782" y="516264"/>
                  </a:lnTo>
                  <a:lnTo>
                    <a:pt x="194042" y="515262"/>
                  </a:lnTo>
                  <a:lnTo>
                    <a:pt x="200301" y="514178"/>
                  </a:lnTo>
                  <a:lnTo>
                    <a:pt x="206560" y="513008"/>
                  </a:lnTo>
                  <a:lnTo>
                    <a:pt x="212820" y="511747"/>
                  </a:lnTo>
                  <a:lnTo>
                    <a:pt x="219079" y="510387"/>
                  </a:lnTo>
                  <a:lnTo>
                    <a:pt x="225339" y="508911"/>
                  </a:lnTo>
                  <a:lnTo>
                    <a:pt x="231598" y="507310"/>
                  </a:lnTo>
                  <a:lnTo>
                    <a:pt x="237858" y="505582"/>
                  </a:lnTo>
                  <a:lnTo>
                    <a:pt x="244117" y="503725"/>
                  </a:lnTo>
                  <a:lnTo>
                    <a:pt x="250376" y="501741"/>
                  </a:lnTo>
                  <a:lnTo>
                    <a:pt x="256636" y="499640"/>
                  </a:lnTo>
                  <a:lnTo>
                    <a:pt x="262895" y="497438"/>
                  </a:lnTo>
                  <a:lnTo>
                    <a:pt x="269155" y="495156"/>
                  </a:lnTo>
                  <a:lnTo>
                    <a:pt x="275414" y="492824"/>
                  </a:lnTo>
                  <a:lnTo>
                    <a:pt x="281674" y="490475"/>
                  </a:lnTo>
                  <a:lnTo>
                    <a:pt x="287933" y="488142"/>
                  </a:lnTo>
                  <a:lnTo>
                    <a:pt x="294192" y="485869"/>
                  </a:lnTo>
                  <a:lnTo>
                    <a:pt x="300452" y="483681"/>
                  </a:lnTo>
                  <a:lnTo>
                    <a:pt x="306711" y="481595"/>
                  </a:lnTo>
                  <a:lnTo>
                    <a:pt x="312971" y="479622"/>
                  </a:lnTo>
                  <a:lnTo>
                    <a:pt x="319230" y="477758"/>
                  </a:lnTo>
                  <a:lnTo>
                    <a:pt x="325490" y="475992"/>
                  </a:lnTo>
                  <a:lnTo>
                    <a:pt x="331749" y="474304"/>
                  </a:lnTo>
                  <a:lnTo>
                    <a:pt x="338008" y="472668"/>
                  </a:lnTo>
                  <a:lnTo>
                    <a:pt x="344268" y="471051"/>
                  </a:lnTo>
                  <a:lnTo>
                    <a:pt x="350527" y="469426"/>
                  </a:lnTo>
                  <a:lnTo>
                    <a:pt x="356787" y="467761"/>
                  </a:lnTo>
                  <a:lnTo>
                    <a:pt x="363046" y="466040"/>
                  </a:lnTo>
                  <a:lnTo>
                    <a:pt x="369305" y="464265"/>
                  </a:lnTo>
                  <a:lnTo>
                    <a:pt x="375565" y="462451"/>
                  </a:lnTo>
                  <a:lnTo>
                    <a:pt x="381824" y="460626"/>
                  </a:lnTo>
                  <a:lnTo>
                    <a:pt x="388084" y="458829"/>
                  </a:lnTo>
                  <a:lnTo>
                    <a:pt x="394343" y="457109"/>
                  </a:lnTo>
                  <a:lnTo>
                    <a:pt x="400603" y="455513"/>
                  </a:lnTo>
                  <a:lnTo>
                    <a:pt x="406862" y="454090"/>
                  </a:lnTo>
                  <a:lnTo>
                    <a:pt x="413121" y="452875"/>
                  </a:lnTo>
                  <a:lnTo>
                    <a:pt x="419381" y="451896"/>
                  </a:lnTo>
                  <a:lnTo>
                    <a:pt x="425640" y="451170"/>
                  </a:lnTo>
                  <a:lnTo>
                    <a:pt x="431900" y="450643"/>
                  </a:lnTo>
                  <a:lnTo>
                    <a:pt x="438159" y="450261"/>
                  </a:lnTo>
                  <a:lnTo>
                    <a:pt x="444419" y="449956"/>
                  </a:lnTo>
                  <a:lnTo>
                    <a:pt x="450678" y="449643"/>
                  </a:lnTo>
                  <a:lnTo>
                    <a:pt x="456937" y="449234"/>
                  </a:lnTo>
                  <a:lnTo>
                    <a:pt x="463197" y="448644"/>
                  </a:lnTo>
                  <a:lnTo>
                    <a:pt x="469456" y="447793"/>
                  </a:lnTo>
                  <a:lnTo>
                    <a:pt x="475716" y="446618"/>
                  </a:lnTo>
                  <a:lnTo>
                    <a:pt x="481975" y="445073"/>
                  </a:lnTo>
                  <a:lnTo>
                    <a:pt x="488235" y="443101"/>
                  </a:lnTo>
                  <a:lnTo>
                    <a:pt x="494494" y="440714"/>
                  </a:lnTo>
                  <a:lnTo>
                    <a:pt x="500753" y="437945"/>
                  </a:lnTo>
                  <a:lnTo>
                    <a:pt x="507013" y="434819"/>
                  </a:lnTo>
                  <a:lnTo>
                    <a:pt x="513272" y="431368"/>
                  </a:lnTo>
                  <a:lnTo>
                    <a:pt x="519532" y="427616"/>
                  </a:lnTo>
                  <a:lnTo>
                    <a:pt x="525791" y="423587"/>
                  </a:lnTo>
                  <a:lnTo>
                    <a:pt x="532050" y="419287"/>
                  </a:lnTo>
                  <a:lnTo>
                    <a:pt x="538310" y="414709"/>
                  </a:lnTo>
                  <a:lnTo>
                    <a:pt x="544569" y="409827"/>
                  </a:lnTo>
                  <a:lnTo>
                    <a:pt x="550829" y="404587"/>
                  </a:lnTo>
                  <a:lnTo>
                    <a:pt x="557088" y="398867"/>
                  </a:lnTo>
                  <a:lnTo>
                    <a:pt x="563348" y="392602"/>
                  </a:lnTo>
                  <a:lnTo>
                    <a:pt x="569607" y="385670"/>
                  </a:lnTo>
                  <a:lnTo>
                    <a:pt x="575866" y="377931"/>
                  </a:lnTo>
                  <a:lnTo>
                    <a:pt x="582126" y="369231"/>
                  </a:lnTo>
                  <a:lnTo>
                    <a:pt x="588385" y="359406"/>
                  </a:lnTo>
                  <a:lnTo>
                    <a:pt x="594645" y="348288"/>
                  </a:lnTo>
                  <a:lnTo>
                    <a:pt x="600904" y="335713"/>
                  </a:lnTo>
                  <a:lnTo>
                    <a:pt x="607164" y="321528"/>
                  </a:lnTo>
                  <a:lnTo>
                    <a:pt x="613423" y="305605"/>
                  </a:lnTo>
                  <a:lnTo>
                    <a:pt x="619682" y="287695"/>
                  </a:lnTo>
                  <a:lnTo>
                    <a:pt x="625942" y="267842"/>
                  </a:lnTo>
                  <a:lnTo>
                    <a:pt x="632201" y="246166"/>
                  </a:lnTo>
                  <a:lnTo>
                    <a:pt x="638461" y="222807"/>
                  </a:lnTo>
                  <a:lnTo>
                    <a:pt x="644720" y="198007"/>
                  </a:lnTo>
                  <a:lnTo>
                    <a:pt x="650980" y="172117"/>
                  </a:lnTo>
                  <a:lnTo>
                    <a:pt x="657239" y="145607"/>
                  </a:lnTo>
                  <a:lnTo>
                    <a:pt x="663498" y="119060"/>
                  </a:lnTo>
                  <a:lnTo>
                    <a:pt x="669758" y="93167"/>
                  </a:lnTo>
                  <a:lnTo>
                    <a:pt x="676017" y="68705"/>
                  </a:lnTo>
                  <a:lnTo>
                    <a:pt x="682277" y="46592"/>
                  </a:lnTo>
                  <a:lnTo>
                    <a:pt x="688536" y="28048"/>
                  </a:lnTo>
                  <a:lnTo>
                    <a:pt x="694796" y="13661"/>
                  </a:lnTo>
                  <a:lnTo>
                    <a:pt x="701055" y="4130"/>
                  </a:lnTo>
                  <a:lnTo>
                    <a:pt x="707314" y="0"/>
                  </a:lnTo>
                  <a:lnTo>
                    <a:pt x="713574" y="1627"/>
                  </a:lnTo>
                  <a:lnTo>
                    <a:pt x="719833" y="9152"/>
                  </a:lnTo>
                  <a:lnTo>
                    <a:pt x="726093" y="22482"/>
                  </a:lnTo>
                  <a:lnTo>
                    <a:pt x="732352" y="41295"/>
                  </a:lnTo>
                  <a:lnTo>
                    <a:pt x="738611" y="65052"/>
                  </a:lnTo>
                  <a:lnTo>
                    <a:pt x="744871" y="93034"/>
                  </a:lnTo>
                  <a:lnTo>
                    <a:pt x="751130" y="124560"/>
                  </a:lnTo>
                  <a:lnTo>
                    <a:pt x="757390" y="158335"/>
                  </a:lnTo>
                  <a:lnTo>
                    <a:pt x="763649" y="193276"/>
                  </a:lnTo>
                  <a:lnTo>
                    <a:pt x="769909" y="228455"/>
                  </a:lnTo>
                  <a:lnTo>
                    <a:pt x="776168" y="263033"/>
                  </a:lnTo>
                  <a:lnTo>
                    <a:pt x="782427" y="296286"/>
                  </a:lnTo>
                  <a:lnTo>
                    <a:pt x="788687" y="327627"/>
                  </a:lnTo>
                  <a:lnTo>
                    <a:pt x="794946" y="356616"/>
                  </a:lnTo>
                  <a:lnTo>
                    <a:pt x="801206" y="382955"/>
                  </a:lnTo>
                  <a:lnTo>
                    <a:pt x="807465" y="406485"/>
                  </a:lnTo>
                  <a:lnTo>
                    <a:pt x="813725" y="427084"/>
                  </a:lnTo>
                  <a:lnTo>
                    <a:pt x="819984" y="444677"/>
                  </a:lnTo>
                  <a:lnTo>
                    <a:pt x="826243" y="459683"/>
                  </a:lnTo>
                  <a:lnTo>
                    <a:pt x="832503" y="472316"/>
                  </a:lnTo>
                  <a:lnTo>
                    <a:pt x="838762" y="482816"/>
                  </a:lnTo>
                  <a:lnTo>
                    <a:pt x="845022" y="491434"/>
                  </a:lnTo>
                  <a:lnTo>
                    <a:pt x="851281" y="498421"/>
                  </a:lnTo>
                  <a:lnTo>
                    <a:pt x="857541" y="504020"/>
                  </a:lnTo>
                  <a:lnTo>
                    <a:pt x="863800" y="508455"/>
                  </a:lnTo>
                  <a:lnTo>
                    <a:pt x="870059" y="511929"/>
                  </a:lnTo>
                  <a:lnTo>
                    <a:pt x="876319" y="514621"/>
                  </a:lnTo>
                  <a:lnTo>
                    <a:pt x="882578" y="516645"/>
                  </a:lnTo>
                  <a:lnTo>
                    <a:pt x="888838" y="518183"/>
                  </a:lnTo>
                  <a:lnTo>
                    <a:pt x="895097" y="519353"/>
                  </a:lnTo>
                  <a:lnTo>
                    <a:pt x="901356" y="520235"/>
                  </a:lnTo>
                  <a:lnTo>
                    <a:pt x="907616" y="520896"/>
                  </a:lnTo>
                  <a:lnTo>
                    <a:pt x="913875" y="521386"/>
                  </a:lnTo>
                  <a:lnTo>
                    <a:pt x="920135" y="521747"/>
                  </a:lnTo>
                  <a:lnTo>
                    <a:pt x="926394" y="522010"/>
                  </a:lnTo>
                  <a:lnTo>
                    <a:pt x="932654" y="522201"/>
                  </a:lnTo>
                  <a:lnTo>
                    <a:pt x="938913" y="522337"/>
                  </a:lnTo>
                  <a:lnTo>
                    <a:pt x="945172" y="522433"/>
                  </a:lnTo>
                  <a:lnTo>
                    <a:pt x="951432" y="522498"/>
                  </a:lnTo>
                  <a:lnTo>
                    <a:pt x="957691" y="522544"/>
                  </a:lnTo>
                  <a:lnTo>
                    <a:pt x="963951" y="522575"/>
                  </a:lnTo>
                  <a:lnTo>
                    <a:pt x="970210" y="522597"/>
                  </a:lnTo>
                  <a:lnTo>
                    <a:pt x="976470" y="522611"/>
                  </a:lnTo>
                  <a:lnTo>
                    <a:pt x="982729" y="522620"/>
                  </a:lnTo>
                  <a:lnTo>
                    <a:pt x="988988" y="522626"/>
                  </a:lnTo>
                  <a:lnTo>
                    <a:pt x="995248" y="522630"/>
                  </a:lnTo>
                  <a:lnTo>
                    <a:pt x="1001507" y="522632"/>
                  </a:lnTo>
                  <a:lnTo>
                    <a:pt x="1007767" y="522634"/>
                  </a:lnTo>
                  <a:lnTo>
                    <a:pt x="1014026" y="522635"/>
                  </a:lnTo>
                  <a:lnTo>
                    <a:pt x="1020286" y="522635"/>
                  </a:lnTo>
                  <a:lnTo>
                    <a:pt x="1026545" y="522635"/>
                  </a:lnTo>
                  <a:lnTo>
                    <a:pt x="1032804" y="522636"/>
                  </a:lnTo>
                  <a:lnTo>
                    <a:pt x="1039064" y="522636"/>
                  </a:lnTo>
                  <a:lnTo>
                    <a:pt x="1045323" y="522636"/>
                  </a:lnTo>
                  <a:lnTo>
                    <a:pt x="1051583" y="522636"/>
                  </a:lnTo>
                  <a:lnTo>
                    <a:pt x="1057842" y="522636"/>
                  </a:lnTo>
                  <a:lnTo>
                    <a:pt x="1064101" y="522636"/>
                  </a:lnTo>
                  <a:lnTo>
                    <a:pt x="1070361" y="522636"/>
                  </a:lnTo>
                  <a:lnTo>
                    <a:pt x="1076620" y="522636"/>
                  </a:lnTo>
                  <a:lnTo>
                    <a:pt x="1082880" y="522636"/>
                  </a:lnTo>
                  <a:lnTo>
                    <a:pt x="1089139" y="522636"/>
                  </a:lnTo>
                  <a:lnTo>
                    <a:pt x="1095399" y="522636"/>
                  </a:lnTo>
                  <a:lnTo>
                    <a:pt x="1101658" y="522636"/>
                  </a:lnTo>
                  <a:lnTo>
                    <a:pt x="1107917" y="522636"/>
                  </a:lnTo>
                  <a:lnTo>
                    <a:pt x="1114177" y="522636"/>
                  </a:lnTo>
                  <a:lnTo>
                    <a:pt x="1120436" y="522636"/>
                  </a:lnTo>
                  <a:lnTo>
                    <a:pt x="1126696" y="522636"/>
                  </a:lnTo>
                  <a:lnTo>
                    <a:pt x="1132955" y="522636"/>
                  </a:lnTo>
                  <a:lnTo>
                    <a:pt x="1139215" y="522636"/>
                  </a:lnTo>
                  <a:lnTo>
                    <a:pt x="1145474" y="522636"/>
                  </a:lnTo>
                  <a:lnTo>
                    <a:pt x="1151733" y="522636"/>
                  </a:lnTo>
                  <a:lnTo>
                    <a:pt x="1157993" y="522636"/>
                  </a:lnTo>
                  <a:lnTo>
                    <a:pt x="1164252" y="522636"/>
                  </a:lnTo>
                  <a:lnTo>
                    <a:pt x="1170512" y="522636"/>
                  </a:lnTo>
                  <a:lnTo>
                    <a:pt x="1176771" y="522636"/>
                  </a:lnTo>
                  <a:lnTo>
                    <a:pt x="1183031" y="522636"/>
                  </a:lnTo>
                  <a:lnTo>
                    <a:pt x="1189290" y="522636"/>
                  </a:lnTo>
                  <a:lnTo>
                    <a:pt x="1195549" y="522636"/>
                  </a:lnTo>
                  <a:lnTo>
                    <a:pt x="1201809" y="522636"/>
                  </a:lnTo>
                  <a:lnTo>
                    <a:pt x="1208068" y="522636"/>
                  </a:lnTo>
                  <a:lnTo>
                    <a:pt x="1214328" y="522636"/>
                  </a:lnTo>
                  <a:lnTo>
                    <a:pt x="1220587" y="522636"/>
                  </a:lnTo>
                  <a:lnTo>
                    <a:pt x="1226846" y="522636"/>
                  </a:lnTo>
                  <a:lnTo>
                    <a:pt x="1233106" y="522636"/>
                  </a:lnTo>
                  <a:lnTo>
                    <a:pt x="1239365" y="522636"/>
                  </a:lnTo>
                  <a:lnTo>
                    <a:pt x="1245625" y="522636"/>
                  </a:lnTo>
                  <a:lnTo>
                    <a:pt x="1251884" y="522636"/>
                  </a:lnTo>
                  <a:lnTo>
                    <a:pt x="1258144" y="522636"/>
                  </a:lnTo>
                  <a:lnTo>
                    <a:pt x="1264403" y="522636"/>
                  </a:lnTo>
                  <a:lnTo>
                    <a:pt x="1270662" y="522636"/>
                  </a:lnTo>
                  <a:lnTo>
                    <a:pt x="1276922" y="522636"/>
                  </a:lnTo>
                  <a:lnTo>
                    <a:pt x="1283181" y="522636"/>
                  </a:lnTo>
                  <a:lnTo>
                    <a:pt x="1289441" y="522636"/>
                  </a:lnTo>
                  <a:lnTo>
                    <a:pt x="1295700" y="522636"/>
                  </a:lnTo>
                  <a:lnTo>
                    <a:pt x="1301960" y="522636"/>
                  </a:lnTo>
                  <a:lnTo>
                    <a:pt x="1308219" y="522636"/>
                  </a:lnTo>
                  <a:lnTo>
                    <a:pt x="1314478" y="522636"/>
                  </a:lnTo>
                  <a:lnTo>
                    <a:pt x="1320738" y="522636"/>
                  </a:lnTo>
                  <a:lnTo>
                    <a:pt x="1326997" y="522636"/>
                  </a:lnTo>
                  <a:lnTo>
                    <a:pt x="1333257" y="522636"/>
                  </a:lnTo>
                  <a:lnTo>
                    <a:pt x="1339516" y="522636"/>
                  </a:lnTo>
                  <a:lnTo>
                    <a:pt x="1345776" y="522636"/>
                  </a:lnTo>
                  <a:lnTo>
                    <a:pt x="1352035" y="522636"/>
                  </a:lnTo>
                  <a:lnTo>
                    <a:pt x="1358294" y="522636"/>
                  </a:lnTo>
                  <a:lnTo>
                    <a:pt x="1364554" y="522636"/>
                  </a:lnTo>
                  <a:lnTo>
                    <a:pt x="1370813" y="522636"/>
                  </a:lnTo>
                  <a:lnTo>
                    <a:pt x="1377073" y="522636"/>
                  </a:lnTo>
                  <a:lnTo>
                    <a:pt x="1383332" y="522636"/>
                  </a:lnTo>
                  <a:lnTo>
                    <a:pt x="1389592" y="522636"/>
                  </a:lnTo>
                  <a:lnTo>
                    <a:pt x="1395851" y="522636"/>
                  </a:lnTo>
                  <a:lnTo>
                    <a:pt x="1402110" y="522636"/>
                  </a:lnTo>
                  <a:lnTo>
                    <a:pt x="1408370" y="522636"/>
                  </a:lnTo>
                  <a:lnTo>
                    <a:pt x="1414629" y="522636"/>
                  </a:lnTo>
                  <a:lnTo>
                    <a:pt x="1420889" y="522636"/>
                  </a:lnTo>
                  <a:lnTo>
                    <a:pt x="1427148" y="522636"/>
                  </a:lnTo>
                  <a:lnTo>
                    <a:pt x="1433407" y="522636"/>
                  </a:lnTo>
                  <a:lnTo>
                    <a:pt x="1439667" y="522636"/>
                  </a:lnTo>
                  <a:lnTo>
                    <a:pt x="1445926" y="522636"/>
                  </a:lnTo>
                  <a:lnTo>
                    <a:pt x="1452186" y="522636"/>
                  </a:lnTo>
                  <a:lnTo>
                    <a:pt x="1458445" y="522636"/>
                  </a:lnTo>
                  <a:lnTo>
                    <a:pt x="1464705" y="522636"/>
                  </a:lnTo>
                  <a:lnTo>
                    <a:pt x="1470964" y="522636"/>
                  </a:lnTo>
                  <a:lnTo>
                    <a:pt x="1477223" y="522636"/>
                  </a:lnTo>
                  <a:lnTo>
                    <a:pt x="1483483" y="522636"/>
                  </a:lnTo>
                  <a:lnTo>
                    <a:pt x="1489742" y="522636"/>
                  </a:lnTo>
                  <a:lnTo>
                    <a:pt x="1496002" y="522636"/>
                  </a:lnTo>
                  <a:lnTo>
                    <a:pt x="1502261" y="522636"/>
                  </a:lnTo>
                  <a:lnTo>
                    <a:pt x="1508521" y="522636"/>
                  </a:lnTo>
                  <a:lnTo>
                    <a:pt x="1514780" y="522636"/>
                  </a:lnTo>
                  <a:lnTo>
                    <a:pt x="1521039" y="522636"/>
                  </a:lnTo>
                  <a:lnTo>
                    <a:pt x="1527299" y="522636"/>
                  </a:lnTo>
                  <a:lnTo>
                    <a:pt x="1533558" y="522636"/>
                  </a:lnTo>
                  <a:lnTo>
                    <a:pt x="1539818" y="522636"/>
                  </a:lnTo>
                  <a:lnTo>
                    <a:pt x="1546077" y="522636"/>
                  </a:lnTo>
                  <a:lnTo>
                    <a:pt x="1552337" y="522636"/>
                  </a:lnTo>
                  <a:lnTo>
                    <a:pt x="1558596" y="522636"/>
                  </a:lnTo>
                  <a:lnTo>
                    <a:pt x="1564855" y="522636"/>
                  </a:lnTo>
                  <a:lnTo>
                    <a:pt x="1571115" y="522636"/>
                  </a:lnTo>
                  <a:lnTo>
                    <a:pt x="1577374" y="522636"/>
                  </a:lnTo>
                  <a:lnTo>
                    <a:pt x="1583634" y="522636"/>
                  </a:lnTo>
                  <a:lnTo>
                    <a:pt x="1589893" y="522636"/>
                  </a:lnTo>
                  <a:lnTo>
                    <a:pt x="1596152" y="522636"/>
                  </a:lnTo>
                  <a:lnTo>
                    <a:pt x="1602412" y="522636"/>
                  </a:lnTo>
                  <a:lnTo>
                    <a:pt x="1608671" y="522636"/>
                  </a:lnTo>
                  <a:lnTo>
                    <a:pt x="1614931" y="522636"/>
                  </a:lnTo>
                  <a:lnTo>
                    <a:pt x="1621190" y="522636"/>
                  </a:lnTo>
                  <a:lnTo>
                    <a:pt x="1627450" y="522636"/>
                  </a:lnTo>
                  <a:lnTo>
                    <a:pt x="1633709" y="522636"/>
                  </a:lnTo>
                  <a:lnTo>
                    <a:pt x="1639968" y="522636"/>
                  </a:lnTo>
                  <a:lnTo>
                    <a:pt x="1646228" y="522636"/>
                  </a:lnTo>
                  <a:lnTo>
                    <a:pt x="1652487" y="522636"/>
                  </a:lnTo>
                  <a:lnTo>
                    <a:pt x="1658747" y="522636"/>
                  </a:lnTo>
                  <a:lnTo>
                    <a:pt x="1665006" y="522636"/>
                  </a:lnTo>
                  <a:lnTo>
                    <a:pt x="1671266" y="522636"/>
                  </a:lnTo>
                  <a:lnTo>
                    <a:pt x="1677525" y="522636"/>
                  </a:lnTo>
                  <a:lnTo>
                    <a:pt x="1683784" y="522636"/>
                  </a:lnTo>
                  <a:lnTo>
                    <a:pt x="1690044" y="522636"/>
                  </a:lnTo>
                  <a:lnTo>
                    <a:pt x="1696303" y="522636"/>
                  </a:lnTo>
                  <a:lnTo>
                    <a:pt x="1702563" y="522636"/>
                  </a:lnTo>
                  <a:lnTo>
                    <a:pt x="1708822" y="522636"/>
                  </a:lnTo>
                  <a:lnTo>
                    <a:pt x="1715082" y="522636"/>
                  </a:lnTo>
                  <a:lnTo>
                    <a:pt x="1721341" y="522636"/>
                  </a:lnTo>
                  <a:lnTo>
                    <a:pt x="1727600" y="522636"/>
                  </a:lnTo>
                  <a:lnTo>
                    <a:pt x="1733860" y="522636"/>
                  </a:lnTo>
                  <a:lnTo>
                    <a:pt x="1740119" y="522636"/>
                  </a:lnTo>
                  <a:lnTo>
                    <a:pt x="1746379" y="522636"/>
                  </a:lnTo>
                  <a:lnTo>
                    <a:pt x="1752638" y="522636"/>
                  </a:lnTo>
                  <a:lnTo>
                    <a:pt x="1758897" y="522636"/>
                  </a:lnTo>
                  <a:lnTo>
                    <a:pt x="1765157" y="522636"/>
                  </a:lnTo>
                  <a:lnTo>
                    <a:pt x="1771416" y="522636"/>
                  </a:lnTo>
                  <a:lnTo>
                    <a:pt x="1777676" y="522636"/>
                  </a:lnTo>
                  <a:lnTo>
                    <a:pt x="1783935" y="522636"/>
                  </a:lnTo>
                  <a:lnTo>
                    <a:pt x="1790195" y="522636"/>
                  </a:lnTo>
                  <a:lnTo>
                    <a:pt x="1796454" y="522636"/>
                  </a:lnTo>
                  <a:lnTo>
                    <a:pt x="1802713" y="522636"/>
                  </a:lnTo>
                  <a:lnTo>
                    <a:pt x="1808973" y="522636"/>
                  </a:lnTo>
                  <a:lnTo>
                    <a:pt x="1815232" y="522636"/>
                  </a:lnTo>
                  <a:lnTo>
                    <a:pt x="1821492" y="522636"/>
                  </a:lnTo>
                  <a:lnTo>
                    <a:pt x="1827751" y="522636"/>
                  </a:lnTo>
                  <a:lnTo>
                    <a:pt x="1834011" y="522636"/>
                  </a:lnTo>
                  <a:lnTo>
                    <a:pt x="1840270" y="522636"/>
                  </a:lnTo>
                  <a:lnTo>
                    <a:pt x="1846529" y="522636"/>
                  </a:lnTo>
                  <a:lnTo>
                    <a:pt x="1852789" y="522636"/>
                  </a:lnTo>
                  <a:lnTo>
                    <a:pt x="1859048" y="522636"/>
                  </a:lnTo>
                  <a:lnTo>
                    <a:pt x="1865308" y="522636"/>
                  </a:lnTo>
                  <a:lnTo>
                    <a:pt x="1871567" y="522636"/>
                  </a:lnTo>
                  <a:lnTo>
                    <a:pt x="1877827" y="522636"/>
                  </a:lnTo>
                  <a:lnTo>
                    <a:pt x="1884086" y="522636"/>
                  </a:lnTo>
                  <a:lnTo>
                    <a:pt x="1890345" y="522636"/>
                  </a:lnTo>
                  <a:lnTo>
                    <a:pt x="1896605" y="522636"/>
                  </a:lnTo>
                  <a:lnTo>
                    <a:pt x="1902864" y="522636"/>
                  </a:lnTo>
                  <a:lnTo>
                    <a:pt x="1909124" y="522636"/>
                  </a:lnTo>
                  <a:lnTo>
                    <a:pt x="1915383" y="522636"/>
                  </a:lnTo>
                  <a:lnTo>
                    <a:pt x="1921642" y="522636"/>
                  </a:lnTo>
                  <a:lnTo>
                    <a:pt x="1927902" y="522636"/>
                  </a:lnTo>
                  <a:lnTo>
                    <a:pt x="1934161" y="522636"/>
                  </a:lnTo>
                  <a:lnTo>
                    <a:pt x="1940421" y="522636"/>
                  </a:lnTo>
                  <a:lnTo>
                    <a:pt x="1946680" y="522636"/>
                  </a:lnTo>
                  <a:lnTo>
                    <a:pt x="1952940" y="522636"/>
                  </a:lnTo>
                  <a:lnTo>
                    <a:pt x="1959199" y="522636"/>
                  </a:lnTo>
                  <a:lnTo>
                    <a:pt x="1965458" y="522636"/>
                  </a:lnTo>
                  <a:lnTo>
                    <a:pt x="1971718" y="522636"/>
                  </a:lnTo>
                  <a:lnTo>
                    <a:pt x="1977977" y="522636"/>
                  </a:lnTo>
                  <a:lnTo>
                    <a:pt x="1984237" y="522636"/>
                  </a:lnTo>
                  <a:lnTo>
                    <a:pt x="1990496" y="522636"/>
                  </a:lnTo>
                  <a:lnTo>
                    <a:pt x="1996756" y="522636"/>
                  </a:lnTo>
                  <a:lnTo>
                    <a:pt x="2003015" y="522636"/>
                  </a:lnTo>
                  <a:lnTo>
                    <a:pt x="2009274" y="522636"/>
                  </a:lnTo>
                  <a:lnTo>
                    <a:pt x="2015534" y="522636"/>
                  </a:lnTo>
                  <a:lnTo>
                    <a:pt x="2021793" y="522636"/>
                  </a:lnTo>
                  <a:lnTo>
                    <a:pt x="2028053" y="522636"/>
                  </a:lnTo>
                  <a:lnTo>
                    <a:pt x="2034312" y="522636"/>
                  </a:lnTo>
                  <a:lnTo>
                    <a:pt x="2040572" y="522636"/>
                  </a:lnTo>
                  <a:lnTo>
                    <a:pt x="2046831" y="522636"/>
                  </a:lnTo>
                  <a:lnTo>
                    <a:pt x="2053090" y="522636"/>
                  </a:lnTo>
                  <a:lnTo>
                    <a:pt x="2059350" y="522636"/>
                  </a:lnTo>
                  <a:lnTo>
                    <a:pt x="2065609" y="522636"/>
                  </a:lnTo>
                  <a:lnTo>
                    <a:pt x="2071869" y="522636"/>
                  </a:lnTo>
                  <a:lnTo>
                    <a:pt x="2078128" y="522636"/>
                  </a:lnTo>
                  <a:lnTo>
                    <a:pt x="2084388" y="522636"/>
                  </a:lnTo>
                  <a:lnTo>
                    <a:pt x="2090647" y="522636"/>
                  </a:lnTo>
                  <a:lnTo>
                    <a:pt x="2096906" y="522636"/>
                  </a:lnTo>
                  <a:lnTo>
                    <a:pt x="2103166" y="522636"/>
                  </a:lnTo>
                  <a:lnTo>
                    <a:pt x="2109425" y="522636"/>
                  </a:lnTo>
                  <a:lnTo>
                    <a:pt x="2115685" y="522636"/>
                  </a:lnTo>
                  <a:lnTo>
                    <a:pt x="2121944" y="522636"/>
                  </a:lnTo>
                  <a:lnTo>
                    <a:pt x="2128203" y="522636"/>
                  </a:lnTo>
                  <a:lnTo>
                    <a:pt x="2134463" y="522636"/>
                  </a:lnTo>
                  <a:lnTo>
                    <a:pt x="2140722" y="522636"/>
                  </a:lnTo>
                  <a:lnTo>
                    <a:pt x="2146982" y="522636"/>
                  </a:lnTo>
                  <a:lnTo>
                    <a:pt x="2153241" y="522636"/>
                  </a:lnTo>
                  <a:lnTo>
                    <a:pt x="2159501" y="522636"/>
                  </a:lnTo>
                  <a:lnTo>
                    <a:pt x="2165760" y="522636"/>
                  </a:lnTo>
                  <a:lnTo>
                    <a:pt x="2172019" y="522636"/>
                  </a:lnTo>
                  <a:lnTo>
                    <a:pt x="2178279" y="522636"/>
                  </a:lnTo>
                  <a:lnTo>
                    <a:pt x="2184538" y="522636"/>
                  </a:lnTo>
                  <a:lnTo>
                    <a:pt x="2190798" y="522636"/>
                  </a:lnTo>
                  <a:lnTo>
                    <a:pt x="2197057" y="522636"/>
                  </a:lnTo>
                  <a:lnTo>
                    <a:pt x="2203317" y="522636"/>
                  </a:lnTo>
                  <a:lnTo>
                    <a:pt x="2209576" y="522636"/>
                  </a:lnTo>
                  <a:lnTo>
                    <a:pt x="2215835" y="522636"/>
                  </a:lnTo>
                  <a:lnTo>
                    <a:pt x="2222095" y="522636"/>
                  </a:lnTo>
                  <a:lnTo>
                    <a:pt x="2228354" y="522636"/>
                  </a:lnTo>
                  <a:lnTo>
                    <a:pt x="2234614" y="522636"/>
                  </a:lnTo>
                  <a:lnTo>
                    <a:pt x="2240873" y="522636"/>
                  </a:lnTo>
                  <a:lnTo>
                    <a:pt x="2247133" y="522636"/>
                  </a:lnTo>
                  <a:lnTo>
                    <a:pt x="2253392" y="522636"/>
                  </a:lnTo>
                  <a:lnTo>
                    <a:pt x="2259651" y="522636"/>
                  </a:lnTo>
                  <a:lnTo>
                    <a:pt x="2265911" y="522636"/>
                  </a:lnTo>
                  <a:lnTo>
                    <a:pt x="2272170" y="522636"/>
                  </a:lnTo>
                  <a:lnTo>
                    <a:pt x="2278430" y="522636"/>
                  </a:lnTo>
                  <a:lnTo>
                    <a:pt x="2284689" y="522636"/>
                  </a:lnTo>
                  <a:lnTo>
                    <a:pt x="2290948" y="522636"/>
                  </a:lnTo>
                  <a:lnTo>
                    <a:pt x="2297208" y="522636"/>
                  </a:lnTo>
                  <a:lnTo>
                    <a:pt x="2303467" y="522636"/>
                  </a:lnTo>
                  <a:lnTo>
                    <a:pt x="2309727" y="522636"/>
                  </a:lnTo>
                  <a:lnTo>
                    <a:pt x="2315986" y="522636"/>
                  </a:lnTo>
                  <a:lnTo>
                    <a:pt x="2322246" y="522636"/>
                  </a:lnTo>
                  <a:lnTo>
                    <a:pt x="2328505" y="522636"/>
                  </a:lnTo>
                  <a:lnTo>
                    <a:pt x="2334764" y="522636"/>
                  </a:lnTo>
                  <a:lnTo>
                    <a:pt x="2341024" y="522636"/>
                  </a:lnTo>
                  <a:lnTo>
                    <a:pt x="2347283" y="522636"/>
                  </a:lnTo>
                  <a:lnTo>
                    <a:pt x="2353543" y="522636"/>
                  </a:lnTo>
                  <a:lnTo>
                    <a:pt x="2359802" y="522636"/>
                  </a:lnTo>
                  <a:lnTo>
                    <a:pt x="2366062" y="522636"/>
                  </a:lnTo>
                  <a:lnTo>
                    <a:pt x="2372321" y="522636"/>
                  </a:lnTo>
                  <a:lnTo>
                    <a:pt x="2378580" y="522636"/>
                  </a:lnTo>
                  <a:lnTo>
                    <a:pt x="2384840" y="522636"/>
                  </a:lnTo>
                  <a:lnTo>
                    <a:pt x="2391099" y="522636"/>
                  </a:lnTo>
                  <a:lnTo>
                    <a:pt x="2397359" y="522636"/>
                  </a:lnTo>
                  <a:lnTo>
                    <a:pt x="2403618" y="522636"/>
                  </a:lnTo>
                  <a:lnTo>
                    <a:pt x="2409878" y="522636"/>
                  </a:lnTo>
                  <a:lnTo>
                    <a:pt x="2416137" y="522636"/>
                  </a:lnTo>
                  <a:lnTo>
                    <a:pt x="2422396" y="522636"/>
                  </a:lnTo>
                  <a:lnTo>
                    <a:pt x="2428656" y="522636"/>
                  </a:lnTo>
                  <a:lnTo>
                    <a:pt x="2434915" y="522636"/>
                  </a:lnTo>
                  <a:lnTo>
                    <a:pt x="2441175" y="522636"/>
                  </a:lnTo>
                  <a:lnTo>
                    <a:pt x="2447434" y="522636"/>
                  </a:lnTo>
                  <a:lnTo>
                    <a:pt x="2453693" y="522636"/>
                  </a:lnTo>
                  <a:lnTo>
                    <a:pt x="2459953" y="522636"/>
                  </a:lnTo>
                  <a:lnTo>
                    <a:pt x="2466212" y="522636"/>
                  </a:lnTo>
                  <a:lnTo>
                    <a:pt x="2472472" y="522636"/>
                  </a:lnTo>
                  <a:lnTo>
                    <a:pt x="2478731" y="522636"/>
                  </a:lnTo>
                  <a:lnTo>
                    <a:pt x="2484991" y="522636"/>
                  </a:lnTo>
                  <a:lnTo>
                    <a:pt x="2491250" y="522636"/>
                  </a:lnTo>
                  <a:lnTo>
                    <a:pt x="2497509" y="522636"/>
                  </a:lnTo>
                  <a:lnTo>
                    <a:pt x="2503769" y="522636"/>
                  </a:lnTo>
                  <a:lnTo>
                    <a:pt x="2510028" y="522636"/>
                  </a:lnTo>
                  <a:lnTo>
                    <a:pt x="2516288" y="522636"/>
                  </a:lnTo>
                  <a:lnTo>
                    <a:pt x="2522547" y="522636"/>
                  </a:lnTo>
                  <a:lnTo>
                    <a:pt x="2528807" y="522636"/>
                  </a:lnTo>
                  <a:lnTo>
                    <a:pt x="2535066" y="522636"/>
                  </a:lnTo>
                  <a:lnTo>
                    <a:pt x="2541325" y="522636"/>
                  </a:lnTo>
                  <a:lnTo>
                    <a:pt x="2547585" y="522636"/>
                  </a:lnTo>
                  <a:lnTo>
                    <a:pt x="2553844" y="522636"/>
                  </a:lnTo>
                  <a:lnTo>
                    <a:pt x="2560104" y="522636"/>
                  </a:lnTo>
                  <a:lnTo>
                    <a:pt x="2566363" y="522636"/>
                  </a:lnTo>
                  <a:lnTo>
                    <a:pt x="2572623" y="522636"/>
                  </a:lnTo>
                  <a:lnTo>
                    <a:pt x="2578882" y="522636"/>
                  </a:lnTo>
                  <a:lnTo>
                    <a:pt x="2585141" y="522636"/>
                  </a:lnTo>
                  <a:lnTo>
                    <a:pt x="2591401" y="522636"/>
                  </a:lnTo>
                  <a:lnTo>
                    <a:pt x="2597660" y="522636"/>
                  </a:lnTo>
                  <a:lnTo>
                    <a:pt x="2603920" y="522636"/>
                  </a:lnTo>
                  <a:lnTo>
                    <a:pt x="2610179" y="522636"/>
                  </a:lnTo>
                  <a:lnTo>
                    <a:pt x="2616438" y="522636"/>
                  </a:lnTo>
                  <a:lnTo>
                    <a:pt x="2622698" y="522636"/>
                  </a:lnTo>
                  <a:lnTo>
                    <a:pt x="2628957" y="522636"/>
                  </a:lnTo>
                  <a:lnTo>
                    <a:pt x="2635217" y="522636"/>
                  </a:lnTo>
                  <a:lnTo>
                    <a:pt x="2641476" y="522636"/>
                  </a:lnTo>
                  <a:lnTo>
                    <a:pt x="2647736" y="522636"/>
                  </a:lnTo>
                  <a:lnTo>
                    <a:pt x="2653995" y="522636"/>
                  </a:lnTo>
                  <a:lnTo>
                    <a:pt x="2660254" y="522636"/>
                  </a:lnTo>
                  <a:lnTo>
                    <a:pt x="2666514" y="522636"/>
                  </a:lnTo>
                  <a:lnTo>
                    <a:pt x="2672773" y="522636"/>
                  </a:lnTo>
                  <a:lnTo>
                    <a:pt x="2679033" y="522636"/>
                  </a:lnTo>
                  <a:lnTo>
                    <a:pt x="2685292" y="522636"/>
                  </a:lnTo>
                  <a:lnTo>
                    <a:pt x="2691552" y="522636"/>
                  </a:lnTo>
                  <a:lnTo>
                    <a:pt x="2697811" y="522636"/>
                  </a:lnTo>
                  <a:lnTo>
                    <a:pt x="2704070" y="522636"/>
                  </a:lnTo>
                  <a:lnTo>
                    <a:pt x="2710330" y="522636"/>
                  </a:lnTo>
                  <a:lnTo>
                    <a:pt x="2716589" y="522636"/>
                  </a:lnTo>
                  <a:lnTo>
                    <a:pt x="2722849" y="522636"/>
                  </a:lnTo>
                  <a:lnTo>
                    <a:pt x="2729108" y="522636"/>
                  </a:lnTo>
                  <a:lnTo>
                    <a:pt x="2735368" y="522636"/>
                  </a:lnTo>
                  <a:lnTo>
                    <a:pt x="2741627" y="522636"/>
                  </a:lnTo>
                  <a:lnTo>
                    <a:pt x="2747886" y="522636"/>
                  </a:lnTo>
                  <a:lnTo>
                    <a:pt x="2754146" y="522636"/>
                  </a:lnTo>
                  <a:lnTo>
                    <a:pt x="2760405" y="522636"/>
                  </a:lnTo>
                  <a:lnTo>
                    <a:pt x="2766665" y="522636"/>
                  </a:lnTo>
                  <a:lnTo>
                    <a:pt x="2772924" y="522636"/>
                  </a:lnTo>
                  <a:lnTo>
                    <a:pt x="2779184" y="522636"/>
                  </a:lnTo>
                  <a:lnTo>
                    <a:pt x="2785443" y="522636"/>
                  </a:lnTo>
                  <a:lnTo>
                    <a:pt x="2791702" y="522636"/>
                  </a:lnTo>
                  <a:lnTo>
                    <a:pt x="2797962" y="522636"/>
                  </a:lnTo>
                  <a:lnTo>
                    <a:pt x="2804221" y="522636"/>
                  </a:lnTo>
                  <a:lnTo>
                    <a:pt x="2810481" y="522636"/>
                  </a:lnTo>
                  <a:lnTo>
                    <a:pt x="2816740" y="522636"/>
                  </a:lnTo>
                  <a:lnTo>
                    <a:pt x="2822999" y="522636"/>
                  </a:lnTo>
                  <a:lnTo>
                    <a:pt x="2829259" y="522636"/>
                  </a:lnTo>
                  <a:lnTo>
                    <a:pt x="2835518" y="522636"/>
                  </a:lnTo>
                  <a:lnTo>
                    <a:pt x="2841778" y="522636"/>
                  </a:lnTo>
                  <a:lnTo>
                    <a:pt x="2848037" y="522636"/>
                  </a:lnTo>
                  <a:lnTo>
                    <a:pt x="2854297" y="522636"/>
                  </a:lnTo>
                  <a:lnTo>
                    <a:pt x="2860556" y="522636"/>
                  </a:lnTo>
                  <a:lnTo>
                    <a:pt x="2866815" y="522636"/>
                  </a:lnTo>
                  <a:lnTo>
                    <a:pt x="2873075" y="522636"/>
                  </a:lnTo>
                  <a:lnTo>
                    <a:pt x="2879334" y="522636"/>
                  </a:lnTo>
                  <a:lnTo>
                    <a:pt x="2885594" y="522636"/>
                  </a:lnTo>
                  <a:lnTo>
                    <a:pt x="2891853" y="522636"/>
                  </a:lnTo>
                  <a:lnTo>
                    <a:pt x="2898113" y="522636"/>
                  </a:lnTo>
                  <a:lnTo>
                    <a:pt x="2904372" y="522636"/>
                  </a:lnTo>
                  <a:lnTo>
                    <a:pt x="2910631" y="522636"/>
                  </a:lnTo>
                  <a:lnTo>
                    <a:pt x="2916891" y="522636"/>
                  </a:lnTo>
                  <a:lnTo>
                    <a:pt x="2923150" y="522636"/>
                  </a:lnTo>
                  <a:lnTo>
                    <a:pt x="2929410" y="522636"/>
                  </a:lnTo>
                  <a:lnTo>
                    <a:pt x="2935669" y="522636"/>
                  </a:lnTo>
                  <a:lnTo>
                    <a:pt x="2941929" y="522636"/>
                  </a:lnTo>
                  <a:lnTo>
                    <a:pt x="2948188" y="522636"/>
                  </a:lnTo>
                  <a:lnTo>
                    <a:pt x="2954447" y="522636"/>
                  </a:lnTo>
                  <a:lnTo>
                    <a:pt x="2960707" y="522636"/>
                  </a:lnTo>
                  <a:lnTo>
                    <a:pt x="2966966" y="522636"/>
                  </a:lnTo>
                  <a:lnTo>
                    <a:pt x="2973226" y="522636"/>
                  </a:lnTo>
                  <a:lnTo>
                    <a:pt x="2979485" y="522636"/>
                  </a:lnTo>
                  <a:lnTo>
                    <a:pt x="2985744" y="522636"/>
                  </a:lnTo>
                  <a:lnTo>
                    <a:pt x="2992004" y="522636"/>
                  </a:lnTo>
                  <a:lnTo>
                    <a:pt x="2998263" y="522636"/>
                  </a:lnTo>
                  <a:lnTo>
                    <a:pt x="3004523" y="522636"/>
                  </a:lnTo>
                  <a:lnTo>
                    <a:pt x="3010782" y="522636"/>
                  </a:lnTo>
                  <a:lnTo>
                    <a:pt x="3017042" y="522636"/>
                  </a:lnTo>
                  <a:lnTo>
                    <a:pt x="3023301" y="522636"/>
                  </a:lnTo>
                  <a:lnTo>
                    <a:pt x="3029560" y="522636"/>
                  </a:lnTo>
                  <a:lnTo>
                    <a:pt x="3035820" y="522636"/>
                  </a:lnTo>
                  <a:lnTo>
                    <a:pt x="3042079" y="522636"/>
                  </a:lnTo>
                  <a:lnTo>
                    <a:pt x="3048339" y="522636"/>
                  </a:lnTo>
                  <a:lnTo>
                    <a:pt x="3054598" y="522636"/>
                  </a:lnTo>
                  <a:lnTo>
                    <a:pt x="3060858" y="522636"/>
                  </a:lnTo>
                  <a:lnTo>
                    <a:pt x="3067117" y="522636"/>
                  </a:lnTo>
                  <a:lnTo>
                    <a:pt x="3073376" y="522636"/>
                  </a:lnTo>
                  <a:lnTo>
                    <a:pt x="3079636" y="522636"/>
                  </a:lnTo>
                  <a:lnTo>
                    <a:pt x="3085895" y="522636"/>
                  </a:lnTo>
                  <a:lnTo>
                    <a:pt x="3092155" y="522636"/>
                  </a:lnTo>
                  <a:lnTo>
                    <a:pt x="3098414" y="522636"/>
                  </a:lnTo>
                  <a:lnTo>
                    <a:pt x="3104674" y="522636"/>
                  </a:lnTo>
                  <a:lnTo>
                    <a:pt x="3110933" y="522636"/>
                  </a:lnTo>
                  <a:lnTo>
                    <a:pt x="3117192" y="522636"/>
                  </a:lnTo>
                  <a:lnTo>
                    <a:pt x="3123452" y="522636"/>
                  </a:lnTo>
                  <a:lnTo>
                    <a:pt x="3129711" y="522636"/>
                  </a:lnTo>
                  <a:lnTo>
                    <a:pt x="3135971" y="522636"/>
                  </a:lnTo>
                  <a:lnTo>
                    <a:pt x="3142230" y="522636"/>
                  </a:lnTo>
                  <a:lnTo>
                    <a:pt x="3148489" y="522636"/>
                  </a:lnTo>
                  <a:lnTo>
                    <a:pt x="3154749" y="522636"/>
                  </a:lnTo>
                  <a:lnTo>
                    <a:pt x="3161008" y="522636"/>
                  </a:lnTo>
                  <a:lnTo>
                    <a:pt x="3167268" y="522636"/>
                  </a:lnTo>
                  <a:lnTo>
                    <a:pt x="3173527" y="522636"/>
                  </a:lnTo>
                  <a:lnTo>
                    <a:pt x="3179787" y="522636"/>
                  </a:lnTo>
                  <a:lnTo>
                    <a:pt x="3186046" y="522636"/>
                  </a:lnTo>
                  <a:lnTo>
                    <a:pt x="3192305" y="522636"/>
                  </a:lnTo>
                  <a:lnTo>
                    <a:pt x="3198565" y="522636"/>
                  </a:lnTo>
                </a:path>
              </a:pathLst>
            </a:custGeom>
            <a:ln w="27101" cap="flat">
              <a:solidFill>
                <a:srgbClr val="33A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749798" y="3020582"/>
              <a:ext cx="3198565" cy="310360"/>
            </a:xfrm>
            <a:custGeom>
              <a:avLst/>
              <a:pathLst>
                <a:path w="3198565" h="310360">
                  <a:moveTo>
                    <a:pt x="0" y="310358"/>
                  </a:moveTo>
                  <a:lnTo>
                    <a:pt x="6259" y="310357"/>
                  </a:lnTo>
                  <a:lnTo>
                    <a:pt x="12518" y="310355"/>
                  </a:lnTo>
                  <a:lnTo>
                    <a:pt x="18778" y="310353"/>
                  </a:lnTo>
                  <a:lnTo>
                    <a:pt x="25037" y="310350"/>
                  </a:lnTo>
                  <a:lnTo>
                    <a:pt x="31297" y="310345"/>
                  </a:lnTo>
                  <a:lnTo>
                    <a:pt x="37556" y="310339"/>
                  </a:lnTo>
                  <a:lnTo>
                    <a:pt x="43815" y="310332"/>
                  </a:lnTo>
                  <a:lnTo>
                    <a:pt x="50075" y="310322"/>
                  </a:lnTo>
                  <a:lnTo>
                    <a:pt x="56334" y="310308"/>
                  </a:lnTo>
                  <a:lnTo>
                    <a:pt x="62594" y="310291"/>
                  </a:lnTo>
                  <a:lnTo>
                    <a:pt x="68853" y="310269"/>
                  </a:lnTo>
                  <a:lnTo>
                    <a:pt x="75113" y="310241"/>
                  </a:lnTo>
                  <a:lnTo>
                    <a:pt x="81372" y="310206"/>
                  </a:lnTo>
                  <a:lnTo>
                    <a:pt x="87631" y="310163"/>
                  </a:lnTo>
                  <a:lnTo>
                    <a:pt x="93891" y="310112"/>
                  </a:lnTo>
                  <a:lnTo>
                    <a:pt x="100150" y="310049"/>
                  </a:lnTo>
                  <a:lnTo>
                    <a:pt x="106410" y="309973"/>
                  </a:lnTo>
                  <a:lnTo>
                    <a:pt x="112669" y="309883"/>
                  </a:lnTo>
                  <a:lnTo>
                    <a:pt x="118929" y="309779"/>
                  </a:lnTo>
                  <a:lnTo>
                    <a:pt x="125188" y="309658"/>
                  </a:lnTo>
                  <a:lnTo>
                    <a:pt x="131447" y="309521"/>
                  </a:lnTo>
                  <a:lnTo>
                    <a:pt x="137707" y="309367"/>
                  </a:lnTo>
                  <a:lnTo>
                    <a:pt x="143966" y="309194"/>
                  </a:lnTo>
                  <a:lnTo>
                    <a:pt x="150226" y="309004"/>
                  </a:lnTo>
                  <a:lnTo>
                    <a:pt x="156485" y="308793"/>
                  </a:lnTo>
                  <a:lnTo>
                    <a:pt x="162745" y="308566"/>
                  </a:lnTo>
                  <a:lnTo>
                    <a:pt x="169004" y="308324"/>
                  </a:lnTo>
                  <a:lnTo>
                    <a:pt x="175263" y="308067"/>
                  </a:lnTo>
                  <a:lnTo>
                    <a:pt x="181523" y="307798"/>
                  </a:lnTo>
                  <a:lnTo>
                    <a:pt x="187782" y="307517"/>
                  </a:lnTo>
                  <a:lnTo>
                    <a:pt x="194042" y="307226"/>
                  </a:lnTo>
                  <a:lnTo>
                    <a:pt x="200301" y="306925"/>
                  </a:lnTo>
                  <a:lnTo>
                    <a:pt x="206560" y="306615"/>
                  </a:lnTo>
                  <a:lnTo>
                    <a:pt x="212820" y="306296"/>
                  </a:lnTo>
                  <a:lnTo>
                    <a:pt x="219079" y="305966"/>
                  </a:lnTo>
                  <a:lnTo>
                    <a:pt x="225339" y="305622"/>
                  </a:lnTo>
                  <a:lnTo>
                    <a:pt x="231598" y="305262"/>
                  </a:lnTo>
                  <a:lnTo>
                    <a:pt x="237858" y="304880"/>
                  </a:lnTo>
                  <a:lnTo>
                    <a:pt x="244117" y="304470"/>
                  </a:lnTo>
                  <a:lnTo>
                    <a:pt x="250376" y="304019"/>
                  </a:lnTo>
                  <a:lnTo>
                    <a:pt x="256636" y="303520"/>
                  </a:lnTo>
                  <a:lnTo>
                    <a:pt x="262895" y="302966"/>
                  </a:lnTo>
                  <a:lnTo>
                    <a:pt x="269155" y="302346"/>
                  </a:lnTo>
                  <a:lnTo>
                    <a:pt x="275414" y="301653"/>
                  </a:lnTo>
                  <a:lnTo>
                    <a:pt x="281674" y="300877"/>
                  </a:lnTo>
                  <a:lnTo>
                    <a:pt x="287933" y="300010"/>
                  </a:lnTo>
                  <a:lnTo>
                    <a:pt x="294192" y="299044"/>
                  </a:lnTo>
                  <a:lnTo>
                    <a:pt x="300452" y="297960"/>
                  </a:lnTo>
                  <a:lnTo>
                    <a:pt x="306711" y="296772"/>
                  </a:lnTo>
                  <a:lnTo>
                    <a:pt x="312971" y="295482"/>
                  </a:lnTo>
                  <a:lnTo>
                    <a:pt x="319230" y="294094"/>
                  </a:lnTo>
                  <a:lnTo>
                    <a:pt x="325490" y="292615"/>
                  </a:lnTo>
                  <a:lnTo>
                    <a:pt x="331749" y="291055"/>
                  </a:lnTo>
                  <a:lnTo>
                    <a:pt x="338008" y="289426"/>
                  </a:lnTo>
                  <a:lnTo>
                    <a:pt x="344268" y="287741"/>
                  </a:lnTo>
                  <a:lnTo>
                    <a:pt x="350527" y="286020"/>
                  </a:lnTo>
                  <a:lnTo>
                    <a:pt x="356787" y="284288"/>
                  </a:lnTo>
                  <a:lnTo>
                    <a:pt x="363046" y="282563"/>
                  </a:lnTo>
                  <a:lnTo>
                    <a:pt x="369305" y="280863"/>
                  </a:lnTo>
                  <a:lnTo>
                    <a:pt x="375565" y="279207"/>
                  </a:lnTo>
                  <a:lnTo>
                    <a:pt x="381824" y="277610"/>
                  </a:lnTo>
                  <a:lnTo>
                    <a:pt x="388084" y="276087"/>
                  </a:lnTo>
                  <a:lnTo>
                    <a:pt x="394343" y="274661"/>
                  </a:lnTo>
                  <a:lnTo>
                    <a:pt x="400603" y="273337"/>
                  </a:lnTo>
                  <a:lnTo>
                    <a:pt x="406862" y="272114"/>
                  </a:lnTo>
                  <a:lnTo>
                    <a:pt x="413121" y="270993"/>
                  </a:lnTo>
                  <a:lnTo>
                    <a:pt x="419381" y="269974"/>
                  </a:lnTo>
                  <a:lnTo>
                    <a:pt x="425640" y="269051"/>
                  </a:lnTo>
                  <a:lnTo>
                    <a:pt x="431900" y="268220"/>
                  </a:lnTo>
                  <a:lnTo>
                    <a:pt x="438159" y="267472"/>
                  </a:lnTo>
                  <a:lnTo>
                    <a:pt x="444419" y="266810"/>
                  </a:lnTo>
                  <a:lnTo>
                    <a:pt x="450678" y="266212"/>
                  </a:lnTo>
                  <a:lnTo>
                    <a:pt x="456937" y="265668"/>
                  </a:lnTo>
                  <a:lnTo>
                    <a:pt x="463197" y="265171"/>
                  </a:lnTo>
                  <a:lnTo>
                    <a:pt x="469456" y="264713"/>
                  </a:lnTo>
                  <a:lnTo>
                    <a:pt x="475716" y="264290"/>
                  </a:lnTo>
                  <a:lnTo>
                    <a:pt x="481975" y="263899"/>
                  </a:lnTo>
                  <a:lnTo>
                    <a:pt x="488235" y="263536"/>
                  </a:lnTo>
                  <a:lnTo>
                    <a:pt x="494494" y="263204"/>
                  </a:lnTo>
                  <a:lnTo>
                    <a:pt x="500753" y="262899"/>
                  </a:lnTo>
                  <a:lnTo>
                    <a:pt x="507013" y="262621"/>
                  </a:lnTo>
                  <a:lnTo>
                    <a:pt x="513272" y="262369"/>
                  </a:lnTo>
                  <a:lnTo>
                    <a:pt x="519532" y="262143"/>
                  </a:lnTo>
                  <a:lnTo>
                    <a:pt x="525791" y="261941"/>
                  </a:lnTo>
                  <a:lnTo>
                    <a:pt x="532050" y="261761"/>
                  </a:lnTo>
                  <a:lnTo>
                    <a:pt x="538310" y="261597"/>
                  </a:lnTo>
                  <a:lnTo>
                    <a:pt x="544569" y="261443"/>
                  </a:lnTo>
                  <a:lnTo>
                    <a:pt x="550829" y="261285"/>
                  </a:lnTo>
                  <a:lnTo>
                    <a:pt x="557088" y="261114"/>
                  </a:lnTo>
                  <a:lnTo>
                    <a:pt x="563348" y="260917"/>
                  </a:lnTo>
                  <a:lnTo>
                    <a:pt x="569607" y="260681"/>
                  </a:lnTo>
                  <a:lnTo>
                    <a:pt x="575866" y="260393"/>
                  </a:lnTo>
                  <a:lnTo>
                    <a:pt x="582126" y="260037"/>
                  </a:lnTo>
                  <a:lnTo>
                    <a:pt x="588385" y="259588"/>
                  </a:lnTo>
                  <a:lnTo>
                    <a:pt x="594645" y="259038"/>
                  </a:lnTo>
                  <a:lnTo>
                    <a:pt x="600904" y="258379"/>
                  </a:lnTo>
                  <a:lnTo>
                    <a:pt x="607164" y="257604"/>
                  </a:lnTo>
                  <a:lnTo>
                    <a:pt x="613423" y="256706"/>
                  </a:lnTo>
                  <a:lnTo>
                    <a:pt x="619682" y="255682"/>
                  </a:lnTo>
                  <a:lnTo>
                    <a:pt x="625942" y="254529"/>
                  </a:lnTo>
                  <a:lnTo>
                    <a:pt x="632201" y="253248"/>
                  </a:lnTo>
                  <a:lnTo>
                    <a:pt x="638461" y="251820"/>
                  </a:lnTo>
                  <a:lnTo>
                    <a:pt x="644720" y="250271"/>
                  </a:lnTo>
                  <a:lnTo>
                    <a:pt x="650980" y="248606"/>
                  </a:lnTo>
                  <a:lnTo>
                    <a:pt x="657239" y="246828"/>
                  </a:lnTo>
                  <a:lnTo>
                    <a:pt x="663498" y="244940"/>
                  </a:lnTo>
                  <a:lnTo>
                    <a:pt x="669758" y="242943"/>
                  </a:lnTo>
                  <a:lnTo>
                    <a:pt x="676017" y="240834"/>
                  </a:lnTo>
                  <a:lnTo>
                    <a:pt x="682277" y="238603"/>
                  </a:lnTo>
                  <a:lnTo>
                    <a:pt x="688536" y="236228"/>
                  </a:lnTo>
                  <a:lnTo>
                    <a:pt x="694796" y="233706"/>
                  </a:lnTo>
                  <a:lnTo>
                    <a:pt x="701055" y="231019"/>
                  </a:lnTo>
                  <a:lnTo>
                    <a:pt x="707314" y="228139"/>
                  </a:lnTo>
                  <a:lnTo>
                    <a:pt x="713574" y="225041"/>
                  </a:lnTo>
                  <a:lnTo>
                    <a:pt x="719833" y="221690"/>
                  </a:lnTo>
                  <a:lnTo>
                    <a:pt x="726093" y="218053"/>
                  </a:lnTo>
                  <a:lnTo>
                    <a:pt x="732352" y="214057"/>
                  </a:lnTo>
                  <a:lnTo>
                    <a:pt x="738611" y="209662"/>
                  </a:lnTo>
                  <a:lnTo>
                    <a:pt x="744871" y="204857"/>
                  </a:lnTo>
                  <a:lnTo>
                    <a:pt x="751130" y="199611"/>
                  </a:lnTo>
                  <a:lnTo>
                    <a:pt x="757390" y="193899"/>
                  </a:lnTo>
                  <a:lnTo>
                    <a:pt x="763649" y="187700"/>
                  </a:lnTo>
                  <a:lnTo>
                    <a:pt x="769909" y="180999"/>
                  </a:lnTo>
                  <a:lnTo>
                    <a:pt x="776168" y="173794"/>
                  </a:lnTo>
                  <a:lnTo>
                    <a:pt x="782427" y="166016"/>
                  </a:lnTo>
                  <a:lnTo>
                    <a:pt x="788687" y="157750"/>
                  </a:lnTo>
                  <a:lnTo>
                    <a:pt x="794946" y="149042"/>
                  </a:lnTo>
                  <a:lnTo>
                    <a:pt x="801206" y="139934"/>
                  </a:lnTo>
                  <a:lnTo>
                    <a:pt x="807465" y="130479"/>
                  </a:lnTo>
                  <a:lnTo>
                    <a:pt x="813725" y="120740"/>
                  </a:lnTo>
                  <a:lnTo>
                    <a:pt x="819984" y="110786"/>
                  </a:lnTo>
                  <a:lnTo>
                    <a:pt x="826243" y="100696"/>
                  </a:lnTo>
                  <a:lnTo>
                    <a:pt x="832503" y="90572"/>
                  </a:lnTo>
                  <a:lnTo>
                    <a:pt x="838762" y="80528"/>
                  </a:lnTo>
                  <a:lnTo>
                    <a:pt x="845022" y="70658"/>
                  </a:lnTo>
                  <a:lnTo>
                    <a:pt x="851281" y="61058"/>
                  </a:lnTo>
                  <a:lnTo>
                    <a:pt x="857541" y="51825"/>
                  </a:lnTo>
                  <a:lnTo>
                    <a:pt x="863800" y="43053"/>
                  </a:lnTo>
                  <a:lnTo>
                    <a:pt x="870059" y="34835"/>
                  </a:lnTo>
                  <a:lnTo>
                    <a:pt x="876319" y="27310"/>
                  </a:lnTo>
                  <a:lnTo>
                    <a:pt x="882578" y="20612"/>
                  </a:lnTo>
                  <a:lnTo>
                    <a:pt x="888838" y="14748"/>
                  </a:lnTo>
                  <a:lnTo>
                    <a:pt x="895097" y="9785"/>
                  </a:lnTo>
                  <a:lnTo>
                    <a:pt x="901356" y="5781"/>
                  </a:lnTo>
                  <a:lnTo>
                    <a:pt x="907616" y="2789"/>
                  </a:lnTo>
                  <a:lnTo>
                    <a:pt x="913875" y="851"/>
                  </a:lnTo>
                  <a:lnTo>
                    <a:pt x="920135" y="0"/>
                  </a:lnTo>
                  <a:lnTo>
                    <a:pt x="926394" y="388"/>
                  </a:lnTo>
                  <a:lnTo>
                    <a:pt x="932654" y="1961"/>
                  </a:lnTo>
                  <a:lnTo>
                    <a:pt x="938913" y="4645"/>
                  </a:lnTo>
                  <a:lnTo>
                    <a:pt x="945172" y="8418"/>
                  </a:lnTo>
                  <a:lnTo>
                    <a:pt x="951432" y="13247"/>
                  </a:lnTo>
                  <a:lnTo>
                    <a:pt x="957691" y="19086"/>
                  </a:lnTo>
                  <a:lnTo>
                    <a:pt x="963951" y="25878"/>
                  </a:lnTo>
                  <a:lnTo>
                    <a:pt x="970210" y="33554"/>
                  </a:lnTo>
                  <a:lnTo>
                    <a:pt x="976470" y="42145"/>
                  </a:lnTo>
                  <a:lnTo>
                    <a:pt x="982729" y="51416"/>
                  </a:lnTo>
                  <a:lnTo>
                    <a:pt x="988988" y="61260"/>
                  </a:lnTo>
                  <a:lnTo>
                    <a:pt x="995248" y="71569"/>
                  </a:lnTo>
                  <a:lnTo>
                    <a:pt x="1001507" y="82238"/>
                  </a:lnTo>
                  <a:lnTo>
                    <a:pt x="1007767" y="93157"/>
                  </a:lnTo>
                  <a:lnTo>
                    <a:pt x="1014026" y="104223"/>
                  </a:lnTo>
                  <a:lnTo>
                    <a:pt x="1020286" y="115328"/>
                  </a:lnTo>
                  <a:lnTo>
                    <a:pt x="1026545" y="126347"/>
                  </a:lnTo>
                  <a:lnTo>
                    <a:pt x="1032804" y="137192"/>
                  </a:lnTo>
                  <a:lnTo>
                    <a:pt x="1039064" y="147790"/>
                  </a:lnTo>
                  <a:lnTo>
                    <a:pt x="1045323" y="158078"/>
                  </a:lnTo>
                  <a:lnTo>
                    <a:pt x="1051583" y="168004"/>
                  </a:lnTo>
                  <a:lnTo>
                    <a:pt x="1057842" y="177526"/>
                  </a:lnTo>
                  <a:lnTo>
                    <a:pt x="1064101" y="186613"/>
                  </a:lnTo>
                  <a:lnTo>
                    <a:pt x="1070361" y="195204"/>
                  </a:lnTo>
                  <a:lnTo>
                    <a:pt x="1076620" y="203283"/>
                  </a:lnTo>
                  <a:lnTo>
                    <a:pt x="1082880" y="210893"/>
                  </a:lnTo>
                  <a:lnTo>
                    <a:pt x="1089139" y="218042"/>
                  </a:lnTo>
                  <a:lnTo>
                    <a:pt x="1095399" y="224740"/>
                  </a:lnTo>
                  <a:lnTo>
                    <a:pt x="1101658" y="231002"/>
                  </a:lnTo>
                  <a:lnTo>
                    <a:pt x="1107917" y="236847"/>
                  </a:lnTo>
                  <a:lnTo>
                    <a:pt x="1114177" y="242295"/>
                  </a:lnTo>
                  <a:lnTo>
                    <a:pt x="1120436" y="247321"/>
                  </a:lnTo>
                  <a:lnTo>
                    <a:pt x="1126696" y="251984"/>
                  </a:lnTo>
                  <a:lnTo>
                    <a:pt x="1132955" y="256323"/>
                  </a:lnTo>
                  <a:lnTo>
                    <a:pt x="1139215" y="260358"/>
                  </a:lnTo>
                  <a:lnTo>
                    <a:pt x="1145474" y="264109"/>
                  </a:lnTo>
                  <a:lnTo>
                    <a:pt x="1151733" y="267595"/>
                  </a:lnTo>
                  <a:lnTo>
                    <a:pt x="1157993" y="270833"/>
                  </a:lnTo>
                  <a:lnTo>
                    <a:pt x="1164252" y="273842"/>
                  </a:lnTo>
                  <a:lnTo>
                    <a:pt x="1170512" y="276605"/>
                  </a:lnTo>
                  <a:lnTo>
                    <a:pt x="1176771" y="279178"/>
                  </a:lnTo>
                  <a:lnTo>
                    <a:pt x="1183031" y="281575"/>
                  </a:lnTo>
                  <a:lnTo>
                    <a:pt x="1189290" y="283808"/>
                  </a:lnTo>
                  <a:lnTo>
                    <a:pt x="1195549" y="285890"/>
                  </a:lnTo>
                  <a:lnTo>
                    <a:pt x="1201809" y="287833"/>
                  </a:lnTo>
                  <a:lnTo>
                    <a:pt x="1208068" y="289645"/>
                  </a:lnTo>
                  <a:lnTo>
                    <a:pt x="1214328" y="291330"/>
                  </a:lnTo>
                  <a:lnTo>
                    <a:pt x="1220587" y="292891"/>
                  </a:lnTo>
                  <a:lnTo>
                    <a:pt x="1226846" y="294348"/>
                  </a:lnTo>
                  <a:lnTo>
                    <a:pt x="1233106" y="295705"/>
                  </a:lnTo>
                  <a:lnTo>
                    <a:pt x="1239365" y="296968"/>
                  </a:lnTo>
                  <a:lnTo>
                    <a:pt x="1245625" y="298141"/>
                  </a:lnTo>
                  <a:lnTo>
                    <a:pt x="1251884" y="299226"/>
                  </a:lnTo>
                  <a:lnTo>
                    <a:pt x="1258144" y="300228"/>
                  </a:lnTo>
                  <a:lnTo>
                    <a:pt x="1264403" y="301140"/>
                  </a:lnTo>
                  <a:lnTo>
                    <a:pt x="1270662" y="301971"/>
                  </a:lnTo>
                  <a:lnTo>
                    <a:pt x="1276922" y="302730"/>
                  </a:lnTo>
                  <a:lnTo>
                    <a:pt x="1283181" y="303419"/>
                  </a:lnTo>
                  <a:lnTo>
                    <a:pt x="1289441" y="304043"/>
                  </a:lnTo>
                  <a:lnTo>
                    <a:pt x="1295700" y="304607"/>
                  </a:lnTo>
                  <a:lnTo>
                    <a:pt x="1301960" y="305115"/>
                  </a:lnTo>
                  <a:lnTo>
                    <a:pt x="1308219" y="305572"/>
                  </a:lnTo>
                  <a:lnTo>
                    <a:pt x="1314478" y="305976"/>
                  </a:lnTo>
                  <a:lnTo>
                    <a:pt x="1320738" y="306340"/>
                  </a:lnTo>
                  <a:lnTo>
                    <a:pt x="1326997" y="306669"/>
                  </a:lnTo>
                  <a:lnTo>
                    <a:pt x="1333257" y="306968"/>
                  </a:lnTo>
                  <a:lnTo>
                    <a:pt x="1339516" y="307241"/>
                  </a:lnTo>
                  <a:lnTo>
                    <a:pt x="1345776" y="307492"/>
                  </a:lnTo>
                  <a:lnTo>
                    <a:pt x="1352035" y="307724"/>
                  </a:lnTo>
                  <a:lnTo>
                    <a:pt x="1358294" y="307940"/>
                  </a:lnTo>
                  <a:lnTo>
                    <a:pt x="1364554" y="308140"/>
                  </a:lnTo>
                  <a:lnTo>
                    <a:pt x="1370813" y="308330"/>
                  </a:lnTo>
                  <a:lnTo>
                    <a:pt x="1377073" y="308509"/>
                  </a:lnTo>
                  <a:lnTo>
                    <a:pt x="1383332" y="308680"/>
                  </a:lnTo>
                  <a:lnTo>
                    <a:pt x="1389592" y="308842"/>
                  </a:lnTo>
                  <a:lnTo>
                    <a:pt x="1395851" y="308995"/>
                  </a:lnTo>
                  <a:lnTo>
                    <a:pt x="1402110" y="309141"/>
                  </a:lnTo>
                  <a:lnTo>
                    <a:pt x="1408370" y="309277"/>
                  </a:lnTo>
                  <a:lnTo>
                    <a:pt x="1414629" y="309405"/>
                  </a:lnTo>
                  <a:lnTo>
                    <a:pt x="1420889" y="309523"/>
                  </a:lnTo>
                  <a:lnTo>
                    <a:pt x="1427148" y="309632"/>
                  </a:lnTo>
                  <a:lnTo>
                    <a:pt x="1433407" y="309732"/>
                  </a:lnTo>
                  <a:lnTo>
                    <a:pt x="1439667" y="309823"/>
                  </a:lnTo>
                  <a:lnTo>
                    <a:pt x="1445926" y="309905"/>
                  </a:lnTo>
                  <a:lnTo>
                    <a:pt x="1452186" y="309978"/>
                  </a:lnTo>
                  <a:lnTo>
                    <a:pt x="1458445" y="310042"/>
                  </a:lnTo>
                  <a:lnTo>
                    <a:pt x="1464705" y="310097"/>
                  </a:lnTo>
                  <a:lnTo>
                    <a:pt x="1470964" y="310144"/>
                  </a:lnTo>
                  <a:lnTo>
                    <a:pt x="1477223" y="310185"/>
                  </a:lnTo>
                  <a:lnTo>
                    <a:pt x="1483483" y="310220"/>
                  </a:lnTo>
                  <a:lnTo>
                    <a:pt x="1489742" y="310249"/>
                  </a:lnTo>
                  <a:lnTo>
                    <a:pt x="1496002" y="310273"/>
                  </a:lnTo>
                  <a:lnTo>
                    <a:pt x="1502261" y="310292"/>
                  </a:lnTo>
                  <a:lnTo>
                    <a:pt x="1508521" y="310308"/>
                  </a:lnTo>
                  <a:lnTo>
                    <a:pt x="1514780" y="310320"/>
                  </a:lnTo>
                  <a:lnTo>
                    <a:pt x="1521039" y="310330"/>
                  </a:lnTo>
                  <a:lnTo>
                    <a:pt x="1527299" y="310337"/>
                  </a:lnTo>
                  <a:lnTo>
                    <a:pt x="1533558" y="310343"/>
                  </a:lnTo>
                  <a:lnTo>
                    <a:pt x="1539818" y="310348"/>
                  </a:lnTo>
                  <a:lnTo>
                    <a:pt x="1546077" y="310351"/>
                  </a:lnTo>
                  <a:lnTo>
                    <a:pt x="1552337" y="310354"/>
                  </a:lnTo>
                  <a:lnTo>
                    <a:pt x="1558596" y="310356"/>
                  </a:lnTo>
                  <a:lnTo>
                    <a:pt x="1564855" y="310357"/>
                  </a:lnTo>
                  <a:lnTo>
                    <a:pt x="1571115" y="310358"/>
                  </a:lnTo>
                  <a:lnTo>
                    <a:pt x="1577374" y="310359"/>
                  </a:lnTo>
                  <a:lnTo>
                    <a:pt x="1583634" y="310359"/>
                  </a:lnTo>
                  <a:lnTo>
                    <a:pt x="1589893" y="310360"/>
                  </a:lnTo>
                  <a:lnTo>
                    <a:pt x="1596152" y="310360"/>
                  </a:lnTo>
                  <a:lnTo>
                    <a:pt x="1602412" y="310360"/>
                  </a:lnTo>
                  <a:lnTo>
                    <a:pt x="1608671" y="310360"/>
                  </a:lnTo>
                  <a:lnTo>
                    <a:pt x="1614931" y="310360"/>
                  </a:lnTo>
                  <a:lnTo>
                    <a:pt x="1621190" y="310360"/>
                  </a:lnTo>
                  <a:lnTo>
                    <a:pt x="1627450" y="310360"/>
                  </a:lnTo>
                  <a:lnTo>
                    <a:pt x="1633709" y="310360"/>
                  </a:lnTo>
                  <a:lnTo>
                    <a:pt x="1639968" y="310360"/>
                  </a:lnTo>
                  <a:lnTo>
                    <a:pt x="1646228" y="310360"/>
                  </a:lnTo>
                  <a:lnTo>
                    <a:pt x="1652487" y="310360"/>
                  </a:lnTo>
                  <a:lnTo>
                    <a:pt x="1658747" y="310360"/>
                  </a:lnTo>
                  <a:lnTo>
                    <a:pt x="1665006" y="310360"/>
                  </a:lnTo>
                  <a:lnTo>
                    <a:pt x="1671266" y="310360"/>
                  </a:lnTo>
                  <a:lnTo>
                    <a:pt x="1677525" y="310360"/>
                  </a:lnTo>
                  <a:lnTo>
                    <a:pt x="1683784" y="310360"/>
                  </a:lnTo>
                  <a:lnTo>
                    <a:pt x="1690044" y="310360"/>
                  </a:lnTo>
                  <a:lnTo>
                    <a:pt x="1696303" y="310360"/>
                  </a:lnTo>
                  <a:lnTo>
                    <a:pt x="1702563" y="310360"/>
                  </a:lnTo>
                  <a:lnTo>
                    <a:pt x="1708822" y="310360"/>
                  </a:lnTo>
                  <a:lnTo>
                    <a:pt x="1715082" y="310360"/>
                  </a:lnTo>
                  <a:lnTo>
                    <a:pt x="1721341" y="310360"/>
                  </a:lnTo>
                  <a:lnTo>
                    <a:pt x="1727600" y="310360"/>
                  </a:lnTo>
                  <a:lnTo>
                    <a:pt x="1733860" y="310360"/>
                  </a:lnTo>
                  <a:lnTo>
                    <a:pt x="1740119" y="310360"/>
                  </a:lnTo>
                  <a:lnTo>
                    <a:pt x="1746379" y="310360"/>
                  </a:lnTo>
                  <a:lnTo>
                    <a:pt x="1752638" y="310360"/>
                  </a:lnTo>
                  <a:lnTo>
                    <a:pt x="1758897" y="310360"/>
                  </a:lnTo>
                  <a:lnTo>
                    <a:pt x="1765157" y="310360"/>
                  </a:lnTo>
                  <a:lnTo>
                    <a:pt x="1771416" y="310360"/>
                  </a:lnTo>
                  <a:lnTo>
                    <a:pt x="1777676" y="310360"/>
                  </a:lnTo>
                  <a:lnTo>
                    <a:pt x="1783935" y="310360"/>
                  </a:lnTo>
                  <a:lnTo>
                    <a:pt x="1790195" y="310360"/>
                  </a:lnTo>
                  <a:lnTo>
                    <a:pt x="1796454" y="310360"/>
                  </a:lnTo>
                  <a:lnTo>
                    <a:pt x="1802713" y="310360"/>
                  </a:lnTo>
                  <a:lnTo>
                    <a:pt x="1808973" y="310360"/>
                  </a:lnTo>
                  <a:lnTo>
                    <a:pt x="1815232" y="310360"/>
                  </a:lnTo>
                  <a:lnTo>
                    <a:pt x="1821492" y="310360"/>
                  </a:lnTo>
                  <a:lnTo>
                    <a:pt x="1827751" y="310360"/>
                  </a:lnTo>
                  <a:lnTo>
                    <a:pt x="1834011" y="310360"/>
                  </a:lnTo>
                  <a:lnTo>
                    <a:pt x="1840270" y="310360"/>
                  </a:lnTo>
                  <a:lnTo>
                    <a:pt x="1846529" y="310360"/>
                  </a:lnTo>
                  <a:lnTo>
                    <a:pt x="1852789" y="310360"/>
                  </a:lnTo>
                  <a:lnTo>
                    <a:pt x="1859048" y="310360"/>
                  </a:lnTo>
                  <a:lnTo>
                    <a:pt x="1865308" y="310360"/>
                  </a:lnTo>
                  <a:lnTo>
                    <a:pt x="1871567" y="310360"/>
                  </a:lnTo>
                  <a:lnTo>
                    <a:pt x="1877827" y="310360"/>
                  </a:lnTo>
                  <a:lnTo>
                    <a:pt x="1884086" y="310360"/>
                  </a:lnTo>
                  <a:lnTo>
                    <a:pt x="1890345" y="310360"/>
                  </a:lnTo>
                  <a:lnTo>
                    <a:pt x="1896605" y="310360"/>
                  </a:lnTo>
                  <a:lnTo>
                    <a:pt x="1902864" y="310360"/>
                  </a:lnTo>
                  <a:lnTo>
                    <a:pt x="1909124" y="310360"/>
                  </a:lnTo>
                  <a:lnTo>
                    <a:pt x="1915383" y="310360"/>
                  </a:lnTo>
                  <a:lnTo>
                    <a:pt x="1921642" y="310360"/>
                  </a:lnTo>
                  <a:lnTo>
                    <a:pt x="1927902" y="310360"/>
                  </a:lnTo>
                  <a:lnTo>
                    <a:pt x="1934161" y="310360"/>
                  </a:lnTo>
                  <a:lnTo>
                    <a:pt x="1940421" y="310360"/>
                  </a:lnTo>
                  <a:lnTo>
                    <a:pt x="1946680" y="310360"/>
                  </a:lnTo>
                  <a:lnTo>
                    <a:pt x="1952940" y="310360"/>
                  </a:lnTo>
                  <a:lnTo>
                    <a:pt x="1959199" y="310360"/>
                  </a:lnTo>
                  <a:lnTo>
                    <a:pt x="1965458" y="310360"/>
                  </a:lnTo>
                  <a:lnTo>
                    <a:pt x="1971718" y="310360"/>
                  </a:lnTo>
                  <a:lnTo>
                    <a:pt x="1977977" y="310360"/>
                  </a:lnTo>
                  <a:lnTo>
                    <a:pt x="1984237" y="310360"/>
                  </a:lnTo>
                  <a:lnTo>
                    <a:pt x="1990496" y="310360"/>
                  </a:lnTo>
                  <a:lnTo>
                    <a:pt x="1996756" y="310360"/>
                  </a:lnTo>
                  <a:lnTo>
                    <a:pt x="2003015" y="310360"/>
                  </a:lnTo>
                  <a:lnTo>
                    <a:pt x="2009274" y="310360"/>
                  </a:lnTo>
                  <a:lnTo>
                    <a:pt x="2015534" y="310360"/>
                  </a:lnTo>
                  <a:lnTo>
                    <a:pt x="2021793" y="310360"/>
                  </a:lnTo>
                  <a:lnTo>
                    <a:pt x="2028053" y="310360"/>
                  </a:lnTo>
                  <a:lnTo>
                    <a:pt x="2034312" y="310360"/>
                  </a:lnTo>
                  <a:lnTo>
                    <a:pt x="2040572" y="310360"/>
                  </a:lnTo>
                  <a:lnTo>
                    <a:pt x="2046831" y="310360"/>
                  </a:lnTo>
                  <a:lnTo>
                    <a:pt x="2053090" y="310360"/>
                  </a:lnTo>
                  <a:lnTo>
                    <a:pt x="2059350" y="310360"/>
                  </a:lnTo>
                  <a:lnTo>
                    <a:pt x="2065609" y="310360"/>
                  </a:lnTo>
                  <a:lnTo>
                    <a:pt x="2071869" y="310360"/>
                  </a:lnTo>
                  <a:lnTo>
                    <a:pt x="2078128" y="310360"/>
                  </a:lnTo>
                  <a:lnTo>
                    <a:pt x="2084388" y="310360"/>
                  </a:lnTo>
                  <a:lnTo>
                    <a:pt x="2090647" y="310360"/>
                  </a:lnTo>
                  <a:lnTo>
                    <a:pt x="2096906" y="310360"/>
                  </a:lnTo>
                  <a:lnTo>
                    <a:pt x="2103166" y="310360"/>
                  </a:lnTo>
                  <a:lnTo>
                    <a:pt x="2109425" y="310360"/>
                  </a:lnTo>
                  <a:lnTo>
                    <a:pt x="2115685" y="310360"/>
                  </a:lnTo>
                  <a:lnTo>
                    <a:pt x="2121944" y="310360"/>
                  </a:lnTo>
                  <a:lnTo>
                    <a:pt x="2128203" y="310360"/>
                  </a:lnTo>
                  <a:lnTo>
                    <a:pt x="2134463" y="310360"/>
                  </a:lnTo>
                  <a:lnTo>
                    <a:pt x="2140722" y="310360"/>
                  </a:lnTo>
                  <a:lnTo>
                    <a:pt x="2146982" y="310360"/>
                  </a:lnTo>
                  <a:lnTo>
                    <a:pt x="2153241" y="310360"/>
                  </a:lnTo>
                  <a:lnTo>
                    <a:pt x="2159501" y="310360"/>
                  </a:lnTo>
                  <a:lnTo>
                    <a:pt x="2165760" y="310360"/>
                  </a:lnTo>
                  <a:lnTo>
                    <a:pt x="2172019" y="310360"/>
                  </a:lnTo>
                  <a:lnTo>
                    <a:pt x="2178279" y="310360"/>
                  </a:lnTo>
                  <a:lnTo>
                    <a:pt x="2184538" y="310360"/>
                  </a:lnTo>
                  <a:lnTo>
                    <a:pt x="2190798" y="310360"/>
                  </a:lnTo>
                  <a:lnTo>
                    <a:pt x="2197057" y="310360"/>
                  </a:lnTo>
                  <a:lnTo>
                    <a:pt x="2203317" y="310360"/>
                  </a:lnTo>
                  <a:lnTo>
                    <a:pt x="2209576" y="310360"/>
                  </a:lnTo>
                  <a:lnTo>
                    <a:pt x="2215835" y="310360"/>
                  </a:lnTo>
                  <a:lnTo>
                    <a:pt x="2222095" y="310360"/>
                  </a:lnTo>
                  <a:lnTo>
                    <a:pt x="2228354" y="310360"/>
                  </a:lnTo>
                  <a:lnTo>
                    <a:pt x="2234614" y="310360"/>
                  </a:lnTo>
                  <a:lnTo>
                    <a:pt x="2240873" y="310360"/>
                  </a:lnTo>
                  <a:lnTo>
                    <a:pt x="2247133" y="310360"/>
                  </a:lnTo>
                  <a:lnTo>
                    <a:pt x="2253392" y="310360"/>
                  </a:lnTo>
                  <a:lnTo>
                    <a:pt x="2259651" y="310360"/>
                  </a:lnTo>
                  <a:lnTo>
                    <a:pt x="2265911" y="310360"/>
                  </a:lnTo>
                  <a:lnTo>
                    <a:pt x="2272170" y="310360"/>
                  </a:lnTo>
                  <a:lnTo>
                    <a:pt x="2278430" y="310360"/>
                  </a:lnTo>
                  <a:lnTo>
                    <a:pt x="2284689" y="310360"/>
                  </a:lnTo>
                  <a:lnTo>
                    <a:pt x="2290948" y="310360"/>
                  </a:lnTo>
                  <a:lnTo>
                    <a:pt x="2297208" y="310360"/>
                  </a:lnTo>
                  <a:lnTo>
                    <a:pt x="2303467" y="310360"/>
                  </a:lnTo>
                  <a:lnTo>
                    <a:pt x="2309727" y="310360"/>
                  </a:lnTo>
                  <a:lnTo>
                    <a:pt x="2315986" y="310360"/>
                  </a:lnTo>
                  <a:lnTo>
                    <a:pt x="2322246" y="310360"/>
                  </a:lnTo>
                  <a:lnTo>
                    <a:pt x="2328505" y="310360"/>
                  </a:lnTo>
                  <a:lnTo>
                    <a:pt x="2334764" y="310360"/>
                  </a:lnTo>
                  <a:lnTo>
                    <a:pt x="2341024" y="310360"/>
                  </a:lnTo>
                  <a:lnTo>
                    <a:pt x="2347283" y="310360"/>
                  </a:lnTo>
                  <a:lnTo>
                    <a:pt x="2353543" y="310360"/>
                  </a:lnTo>
                  <a:lnTo>
                    <a:pt x="2359802" y="310360"/>
                  </a:lnTo>
                  <a:lnTo>
                    <a:pt x="2366062" y="310360"/>
                  </a:lnTo>
                  <a:lnTo>
                    <a:pt x="2372321" y="310360"/>
                  </a:lnTo>
                  <a:lnTo>
                    <a:pt x="2378580" y="310360"/>
                  </a:lnTo>
                  <a:lnTo>
                    <a:pt x="2384840" y="310360"/>
                  </a:lnTo>
                  <a:lnTo>
                    <a:pt x="2391099" y="310360"/>
                  </a:lnTo>
                  <a:lnTo>
                    <a:pt x="2397359" y="310360"/>
                  </a:lnTo>
                  <a:lnTo>
                    <a:pt x="2403618" y="310360"/>
                  </a:lnTo>
                  <a:lnTo>
                    <a:pt x="2409878" y="310360"/>
                  </a:lnTo>
                  <a:lnTo>
                    <a:pt x="2416137" y="310360"/>
                  </a:lnTo>
                  <a:lnTo>
                    <a:pt x="2422396" y="310360"/>
                  </a:lnTo>
                  <a:lnTo>
                    <a:pt x="2428656" y="310360"/>
                  </a:lnTo>
                  <a:lnTo>
                    <a:pt x="2434915" y="310360"/>
                  </a:lnTo>
                  <a:lnTo>
                    <a:pt x="2441175" y="310360"/>
                  </a:lnTo>
                  <a:lnTo>
                    <a:pt x="2447434" y="310360"/>
                  </a:lnTo>
                  <a:lnTo>
                    <a:pt x="2453693" y="310360"/>
                  </a:lnTo>
                  <a:lnTo>
                    <a:pt x="2459953" y="310360"/>
                  </a:lnTo>
                  <a:lnTo>
                    <a:pt x="2466212" y="310360"/>
                  </a:lnTo>
                  <a:lnTo>
                    <a:pt x="2472472" y="310360"/>
                  </a:lnTo>
                  <a:lnTo>
                    <a:pt x="2478731" y="310360"/>
                  </a:lnTo>
                  <a:lnTo>
                    <a:pt x="2484991" y="310360"/>
                  </a:lnTo>
                  <a:lnTo>
                    <a:pt x="2491250" y="310360"/>
                  </a:lnTo>
                  <a:lnTo>
                    <a:pt x="2497509" y="310360"/>
                  </a:lnTo>
                  <a:lnTo>
                    <a:pt x="2503769" y="310360"/>
                  </a:lnTo>
                  <a:lnTo>
                    <a:pt x="2510028" y="310360"/>
                  </a:lnTo>
                  <a:lnTo>
                    <a:pt x="2516288" y="310360"/>
                  </a:lnTo>
                  <a:lnTo>
                    <a:pt x="2522547" y="310360"/>
                  </a:lnTo>
                  <a:lnTo>
                    <a:pt x="2528807" y="310360"/>
                  </a:lnTo>
                  <a:lnTo>
                    <a:pt x="2535066" y="310360"/>
                  </a:lnTo>
                  <a:lnTo>
                    <a:pt x="2541325" y="310360"/>
                  </a:lnTo>
                  <a:lnTo>
                    <a:pt x="2547585" y="310360"/>
                  </a:lnTo>
                  <a:lnTo>
                    <a:pt x="2553844" y="310360"/>
                  </a:lnTo>
                  <a:lnTo>
                    <a:pt x="2560104" y="310360"/>
                  </a:lnTo>
                  <a:lnTo>
                    <a:pt x="2566363" y="310360"/>
                  </a:lnTo>
                  <a:lnTo>
                    <a:pt x="2572623" y="310360"/>
                  </a:lnTo>
                  <a:lnTo>
                    <a:pt x="2578882" y="310360"/>
                  </a:lnTo>
                  <a:lnTo>
                    <a:pt x="2585141" y="310360"/>
                  </a:lnTo>
                  <a:lnTo>
                    <a:pt x="2591401" y="310360"/>
                  </a:lnTo>
                  <a:lnTo>
                    <a:pt x="2597660" y="310360"/>
                  </a:lnTo>
                  <a:lnTo>
                    <a:pt x="2603920" y="310360"/>
                  </a:lnTo>
                  <a:lnTo>
                    <a:pt x="2610179" y="310360"/>
                  </a:lnTo>
                  <a:lnTo>
                    <a:pt x="2616438" y="310360"/>
                  </a:lnTo>
                  <a:lnTo>
                    <a:pt x="2622698" y="310360"/>
                  </a:lnTo>
                  <a:lnTo>
                    <a:pt x="2628957" y="310360"/>
                  </a:lnTo>
                  <a:lnTo>
                    <a:pt x="2635217" y="310360"/>
                  </a:lnTo>
                  <a:lnTo>
                    <a:pt x="2641476" y="310360"/>
                  </a:lnTo>
                  <a:lnTo>
                    <a:pt x="2647736" y="310360"/>
                  </a:lnTo>
                  <a:lnTo>
                    <a:pt x="2653995" y="310360"/>
                  </a:lnTo>
                  <a:lnTo>
                    <a:pt x="2660254" y="310360"/>
                  </a:lnTo>
                  <a:lnTo>
                    <a:pt x="2666514" y="310360"/>
                  </a:lnTo>
                  <a:lnTo>
                    <a:pt x="2672773" y="310360"/>
                  </a:lnTo>
                  <a:lnTo>
                    <a:pt x="2679033" y="310360"/>
                  </a:lnTo>
                  <a:lnTo>
                    <a:pt x="2685292" y="310360"/>
                  </a:lnTo>
                  <a:lnTo>
                    <a:pt x="2691552" y="310360"/>
                  </a:lnTo>
                  <a:lnTo>
                    <a:pt x="2697811" y="310360"/>
                  </a:lnTo>
                  <a:lnTo>
                    <a:pt x="2704070" y="310360"/>
                  </a:lnTo>
                  <a:lnTo>
                    <a:pt x="2710330" y="310360"/>
                  </a:lnTo>
                  <a:lnTo>
                    <a:pt x="2716589" y="310360"/>
                  </a:lnTo>
                  <a:lnTo>
                    <a:pt x="2722849" y="310360"/>
                  </a:lnTo>
                  <a:lnTo>
                    <a:pt x="2729108" y="310360"/>
                  </a:lnTo>
                  <a:lnTo>
                    <a:pt x="2735368" y="310360"/>
                  </a:lnTo>
                  <a:lnTo>
                    <a:pt x="2741627" y="310360"/>
                  </a:lnTo>
                  <a:lnTo>
                    <a:pt x="2747886" y="310360"/>
                  </a:lnTo>
                  <a:lnTo>
                    <a:pt x="2754146" y="310360"/>
                  </a:lnTo>
                  <a:lnTo>
                    <a:pt x="2760405" y="310360"/>
                  </a:lnTo>
                  <a:lnTo>
                    <a:pt x="2766665" y="310360"/>
                  </a:lnTo>
                  <a:lnTo>
                    <a:pt x="2772924" y="310360"/>
                  </a:lnTo>
                  <a:lnTo>
                    <a:pt x="2779184" y="310360"/>
                  </a:lnTo>
                  <a:lnTo>
                    <a:pt x="2785443" y="310360"/>
                  </a:lnTo>
                  <a:lnTo>
                    <a:pt x="2791702" y="310360"/>
                  </a:lnTo>
                  <a:lnTo>
                    <a:pt x="2797962" y="310360"/>
                  </a:lnTo>
                  <a:lnTo>
                    <a:pt x="2804221" y="310360"/>
                  </a:lnTo>
                  <a:lnTo>
                    <a:pt x="2810481" y="310360"/>
                  </a:lnTo>
                  <a:lnTo>
                    <a:pt x="2816740" y="310360"/>
                  </a:lnTo>
                  <a:lnTo>
                    <a:pt x="2822999" y="310360"/>
                  </a:lnTo>
                  <a:lnTo>
                    <a:pt x="2829259" y="310360"/>
                  </a:lnTo>
                  <a:lnTo>
                    <a:pt x="2835518" y="310360"/>
                  </a:lnTo>
                  <a:lnTo>
                    <a:pt x="2841778" y="310360"/>
                  </a:lnTo>
                  <a:lnTo>
                    <a:pt x="2848037" y="310360"/>
                  </a:lnTo>
                  <a:lnTo>
                    <a:pt x="2854297" y="310360"/>
                  </a:lnTo>
                  <a:lnTo>
                    <a:pt x="2860556" y="310360"/>
                  </a:lnTo>
                  <a:lnTo>
                    <a:pt x="2866815" y="310360"/>
                  </a:lnTo>
                  <a:lnTo>
                    <a:pt x="2873075" y="310360"/>
                  </a:lnTo>
                  <a:lnTo>
                    <a:pt x="2879334" y="310360"/>
                  </a:lnTo>
                  <a:lnTo>
                    <a:pt x="2885594" y="310360"/>
                  </a:lnTo>
                  <a:lnTo>
                    <a:pt x="2891853" y="310360"/>
                  </a:lnTo>
                  <a:lnTo>
                    <a:pt x="2898113" y="310360"/>
                  </a:lnTo>
                  <a:lnTo>
                    <a:pt x="2904372" y="310360"/>
                  </a:lnTo>
                  <a:lnTo>
                    <a:pt x="2910631" y="310360"/>
                  </a:lnTo>
                  <a:lnTo>
                    <a:pt x="2916891" y="310360"/>
                  </a:lnTo>
                  <a:lnTo>
                    <a:pt x="2923150" y="310360"/>
                  </a:lnTo>
                  <a:lnTo>
                    <a:pt x="2929410" y="310360"/>
                  </a:lnTo>
                  <a:lnTo>
                    <a:pt x="2935669" y="310360"/>
                  </a:lnTo>
                  <a:lnTo>
                    <a:pt x="2941929" y="310360"/>
                  </a:lnTo>
                  <a:lnTo>
                    <a:pt x="2948188" y="310360"/>
                  </a:lnTo>
                  <a:lnTo>
                    <a:pt x="2954447" y="310360"/>
                  </a:lnTo>
                  <a:lnTo>
                    <a:pt x="2960707" y="310360"/>
                  </a:lnTo>
                  <a:lnTo>
                    <a:pt x="2966966" y="310360"/>
                  </a:lnTo>
                  <a:lnTo>
                    <a:pt x="2973226" y="310360"/>
                  </a:lnTo>
                  <a:lnTo>
                    <a:pt x="2979485" y="310360"/>
                  </a:lnTo>
                  <a:lnTo>
                    <a:pt x="2985744" y="310360"/>
                  </a:lnTo>
                  <a:lnTo>
                    <a:pt x="2992004" y="310360"/>
                  </a:lnTo>
                  <a:lnTo>
                    <a:pt x="2998263" y="310360"/>
                  </a:lnTo>
                  <a:lnTo>
                    <a:pt x="3004523" y="310360"/>
                  </a:lnTo>
                  <a:lnTo>
                    <a:pt x="3010782" y="310360"/>
                  </a:lnTo>
                  <a:lnTo>
                    <a:pt x="3017042" y="310360"/>
                  </a:lnTo>
                  <a:lnTo>
                    <a:pt x="3023301" y="310360"/>
                  </a:lnTo>
                  <a:lnTo>
                    <a:pt x="3029560" y="310360"/>
                  </a:lnTo>
                  <a:lnTo>
                    <a:pt x="3035820" y="310360"/>
                  </a:lnTo>
                  <a:lnTo>
                    <a:pt x="3042079" y="310360"/>
                  </a:lnTo>
                  <a:lnTo>
                    <a:pt x="3048339" y="310360"/>
                  </a:lnTo>
                  <a:lnTo>
                    <a:pt x="3054598" y="310360"/>
                  </a:lnTo>
                  <a:lnTo>
                    <a:pt x="3060858" y="310360"/>
                  </a:lnTo>
                  <a:lnTo>
                    <a:pt x="3067117" y="310360"/>
                  </a:lnTo>
                  <a:lnTo>
                    <a:pt x="3073376" y="310360"/>
                  </a:lnTo>
                  <a:lnTo>
                    <a:pt x="3079636" y="310360"/>
                  </a:lnTo>
                  <a:lnTo>
                    <a:pt x="3085895" y="310360"/>
                  </a:lnTo>
                  <a:lnTo>
                    <a:pt x="3092155" y="310360"/>
                  </a:lnTo>
                  <a:lnTo>
                    <a:pt x="3098414" y="310360"/>
                  </a:lnTo>
                  <a:lnTo>
                    <a:pt x="3104674" y="310360"/>
                  </a:lnTo>
                  <a:lnTo>
                    <a:pt x="3110933" y="310360"/>
                  </a:lnTo>
                  <a:lnTo>
                    <a:pt x="3117192" y="310360"/>
                  </a:lnTo>
                  <a:lnTo>
                    <a:pt x="3123452" y="310360"/>
                  </a:lnTo>
                  <a:lnTo>
                    <a:pt x="3129711" y="310360"/>
                  </a:lnTo>
                  <a:lnTo>
                    <a:pt x="3135971" y="310360"/>
                  </a:lnTo>
                  <a:lnTo>
                    <a:pt x="3142230" y="310360"/>
                  </a:lnTo>
                  <a:lnTo>
                    <a:pt x="3148489" y="310360"/>
                  </a:lnTo>
                  <a:lnTo>
                    <a:pt x="3154749" y="310360"/>
                  </a:lnTo>
                  <a:lnTo>
                    <a:pt x="3161008" y="310360"/>
                  </a:lnTo>
                  <a:lnTo>
                    <a:pt x="3167268" y="310360"/>
                  </a:lnTo>
                  <a:lnTo>
                    <a:pt x="3173527" y="310360"/>
                  </a:lnTo>
                  <a:lnTo>
                    <a:pt x="3179787" y="310360"/>
                  </a:lnTo>
                  <a:lnTo>
                    <a:pt x="3186046" y="310360"/>
                  </a:lnTo>
                  <a:lnTo>
                    <a:pt x="3192305" y="310360"/>
                  </a:lnTo>
                  <a:lnTo>
                    <a:pt x="3198565" y="310360"/>
                  </a:lnTo>
                  <a:lnTo>
                    <a:pt x="3192305" y="310360"/>
                  </a:lnTo>
                  <a:lnTo>
                    <a:pt x="3186046" y="310360"/>
                  </a:lnTo>
                  <a:lnTo>
                    <a:pt x="3179787" y="310360"/>
                  </a:lnTo>
                  <a:lnTo>
                    <a:pt x="3173527" y="310360"/>
                  </a:lnTo>
                  <a:lnTo>
                    <a:pt x="3167268" y="310360"/>
                  </a:lnTo>
                  <a:lnTo>
                    <a:pt x="3161008" y="310360"/>
                  </a:lnTo>
                  <a:lnTo>
                    <a:pt x="3154749" y="310360"/>
                  </a:lnTo>
                  <a:lnTo>
                    <a:pt x="3148489" y="310360"/>
                  </a:lnTo>
                  <a:lnTo>
                    <a:pt x="3142230" y="310360"/>
                  </a:lnTo>
                  <a:lnTo>
                    <a:pt x="3135971" y="310360"/>
                  </a:lnTo>
                  <a:lnTo>
                    <a:pt x="3129711" y="310360"/>
                  </a:lnTo>
                  <a:lnTo>
                    <a:pt x="3123452" y="310360"/>
                  </a:lnTo>
                  <a:lnTo>
                    <a:pt x="3117192" y="310360"/>
                  </a:lnTo>
                  <a:lnTo>
                    <a:pt x="3110933" y="310360"/>
                  </a:lnTo>
                  <a:lnTo>
                    <a:pt x="3104674" y="310360"/>
                  </a:lnTo>
                  <a:lnTo>
                    <a:pt x="3098414" y="310360"/>
                  </a:lnTo>
                  <a:lnTo>
                    <a:pt x="3092155" y="310360"/>
                  </a:lnTo>
                  <a:lnTo>
                    <a:pt x="3085895" y="310360"/>
                  </a:lnTo>
                  <a:lnTo>
                    <a:pt x="3079636" y="310360"/>
                  </a:lnTo>
                  <a:lnTo>
                    <a:pt x="3073376" y="310360"/>
                  </a:lnTo>
                  <a:lnTo>
                    <a:pt x="3067117" y="310360"/>
                  </a:lnTo>
                  <a:lnTo>
                    <a:pt x="3060858" y="310360"/>
                  </a:lnTo>
                  <a:lnTo>
                    <a:pt x="3054598" y="310360"/>
                  </a:lnTo>
                  <a:lnTo>
                    <a:pt x="3048339" y="310360"/>
                  </a:lnTo>
                  <a:lnTo>
                    <a:pt x="3042079" y="310360"/>
                  </a:lnTo>
                  <a:lnTo>
                    <a:pt x="3035820" y="310360"/>
                  </a:lnTo>
                  <a:lnTo>
                    <a:pt x="3029560" y="310360"/>
                  </a:lnTo>
                  <a:lnTo>
                    <a:pt x="3023301" y="310360"/>
                  </a:lnTo>
                  <a:lnTo>
                    <a:pt x="3017042" y="310360"/>
                  </a:lnTo>
                  <a:lnTo>
                    <a:pt x="3010782" y="310360"/>
                  </a:lnTo>
                  <a:lnTo>
                    <a:pt x="3004523" y="310360"/>
                  </a:lnTo>
                  <a:lnTo>
                    <a:pt x="2998263" y="310360"/>
                  </a:lnTo>
                  <a:lnTo>
                    <a:pt x="2992004" y="310360"/>
                  </a:lnTo>
                  <a:lnTo>
                    <a:pt x="2985744" y="310360"/>
                  </a:lnTo>
                  <a:lnTo>
                    <a:pt x="2979485" y="310360"/>
                  </a:lnTo>
                  <a:lnTo>
                    <a:pt x="2973226" y="310360"/>
                  </a:lnTo>
                  <a:lnTo>
                    <a:pt x="2966966" y="310360"/>
                  </a:lnTo>
                  <a:lnTo>
                    <a:pt x="2960707" y="310360"/>
                  </a:lnTo>
                  <a:lnTo>
                    <a:pt x="2954447" y="310360"/>
                  </a:lnTo>
                  <a:lnTo>
                    <a:pt x="2948188" y="310360"/>
                  </a:lnTo>
                  <a:lnTo>
                    <a:pt x="2941929" y="310360"/>
                  </a:lnTo>
                  <a:lnTo>
                    <a:pt x="2935669" y="310360"/>
                  </a:lnTo>
                  <a:lnTo>
                    <a:pt x="2929410" y="310360"/>
                  </a:lnTo>
                  <a:lnTo>
                    <a:pt x="2923150" y="310360"/>
                  </a:lnTo>
                  <a:lnTo>
                    <a:pt x="2916891" y="310360"/>
                  </a:lnTo>
                  <a:lnTo>
                    <a:pt x="2910631" y="310360"/>
                  </a:lnTo>
                  <a:lnTo>
                    <a:pt x="2904372" y="310360"/>
                  </a:lnTo>
                  <a:lnTo>
                    <a:pt x="2898113" y="310360"/>
                  </a:lnTo>
                  <a:lnTo>
                    <a:pt x="2891853" y="310360"/>
                  </a:lnTo>
                  <a:lnTo>
                    <a:pt x="2885594" y="310360"/>
                  </a:lnTo>
                  <a:lnTo>
                    <a:pt x="2879334" y="310360"/>
                  </a:lnTo>
                  <a:lnTo>
                    <a:pt x="2873075" y="310360"/>
                  </a:lnTo>
                  <a:lnTo>
                    <a:pt x="2866815" y="310360"/>
                  </a:lnTo>
                  <a:lnTo>
                    <a:pt x="2860556" y="310360"/>
                  </a:lnTo>
                  <a:lnTo>
                    <a:pt x="2854297" y="310360"/>
                  </a:lnTo>
                  <a:lnTo>
                    <a:pt x="2848037" y="310360"/>
                  </a:lnTo>
                  <a:lnTo>
                    <a:pt x="2841778" y="310360"/>
                  </a:lnTo>
                  <a:lnTo>
                    <a:pt x="2835518" y="310360"/>
                  </a:lnTo>
                  <a:lnTo>
                    <a:pt x="2829259" y="310360"/>
                  </a:lnTo>
                  <a:lnTo>
                    <a:pt x="2822999" y="310360"/>
                  </a:lnTo>
                  <a:lnTo>
                    <a:pt x="2816740" y="310360"/>
                  </a:lnTo>
                  <a:lnTo>
                    <a:pt x="2810481" y="310360"/>
                  </a:lnTo>
                  <a:lnTo>
                    <a:pt x="2804221" y="310360"/>
                  </a:lnTo>
                  <a:lnTo>
                    <a:pt x="2797962" y="310360"/>
                  </a:lnTo>
                  <a:lnTo>
                    <a:pt x="2791702" y="310360"/>
                  </a:lnTo>
                  <a:lnTo>
                    <a:pt x="2785443" y="310360"/>
                  </a:lnTo>
                  <a:lnTo>
                    <a:pt x="2779184" y="310360"/>
                  </a:lnTo>
                  <a:lnTo>
                    <a:pt x="2772924" y="310360"/>
                  </a:lnTo>
                  <a:lnTo>
                    <a:pt x="2766665" y="310360"/>
                  </a:lnTo>
                  <a:lnTo>
                    <a:pt x="2760405" y="310360"/>
                  </a:lnTo>
                  <a:lnTo>
                    <a:pt x="2754146" y="310360"/>
                  </a:lnTo>
                  <a:lnTo>
                    <a:pt x="2747886" y="310360"/>
                  </a:lnTo>
                  <a:lnTo>
                    <a:pt x="2741627" y="310360"/>
                  </a:lnTo>
                  <a:lnTo>
                    <a:pt x="2735368" y="310360"/>
                  </a:lnTo>
                  <a:lnTo>
                    <a:pt x="2729108" y="310360"/>
                  </a:lnTo>
                  <a:lnTo>
                    <a:pt x="2722849" y="310360"/>
                  </a:lnTo>
                  <a:lnTo>
                    <a:pt x="2716589" y="310360"/>
                  </a:lnTo>
                  <a:lnTo>
                    <a:pt x="2710330" y="310360"/>
                  </a:lnTo>
                  <a:lnTo>
                    <a:pt x="2704070" y="310360"/>
                  </a:lnTo>
                  <a:lnTo>
                    <a:pt x="2697811" y="310360"/>
                  </a:lnTo>
                  <a:lnTo>
                    <a:pt x="2691552" y="310360"/>
                  </a:lnTo>
                  <a:lnTo>
                    <a:pt x="2685292" y="310360"/>
                  </a:lnTo>
                  <a:lnTo>
                    <a:pt x="2679033" y="310360"/>
                  </a:lnTo>
                  <a:lnTo>
                    <a:pt x="2672773" y="310360"/>
                  </a:lnTo>
                  <a:lnTo>
                    <a:pt x="2666514" y="310360"/>
                  </a:lnTo>
                  <a:lnTo>
                    <a:pt x="2660254" y="310360"/>
                  </a:lnTo>
                  <a:lnTo>
                    <a:pt x="2653995" y="310360"/>
                  </a:lnTo>
                  <a:lnTo>
                    <a:pt x="2647736" y="310360"/>
                  </a:lnTo>
                  <a:lnTo>
                    <a:pt x="2641476" y="310360"/>
                  </a:lnTo>
                  <a:lnTo>
                    <a:pt x="2635217" y="310360"/>
                  </a:lnTo>
                  <a:lnTo>
                    <a:pt x="2628957" y="310360"/>
                  </a:lnTo>
                  <a:lnTo>
                    <a:pt x="2622698" y="310360"/>
                  </a:lnTo>
                  <a:lnTo>
                    <a:pt x="2616438" y="310360"/>
                  </a:lnTo>
                  <a:lnTo>
                    <a:pt x="2610179" y="310360"/>
                  </a:lnTo>
                  <a:lnTo>
                    <a:pt x="2603920" y="310360"/>
                  </a:lnTo>
                  <a:lnTo>
                    <a:pt x="2597660" y="310360"/>
                  </a:lnTo>
                  <a:lnTo>
                    <a:pt x="2591401" y="310360"/>
                  </a:lnTo>
                  <a:lnTo>
                    <a:pt x="2585141" y="310360"/>
                  </a:lnTo>
                  <a:lnTo>
                    <a:pt x="2578882" y="310360"/>
                  </a:lnTo>
                  <a:lnTo>
                    <a:pt x="2572623" y="310360"/>
                  </a:lnTo>
                  <a:lnTo>
                    <a:pt x="2566363" y="310360"/>
                  </a:lnTo>
                  <a:lnTo>
                    <a:pt x="2560104" y="310360"/>
                  </a:lnTo>
                  <a:lnTo>
                    <a:pt x="2553844" y="310360"/>
                  </a:lnTo>
                  <a:lnTo>
                    <a:pt x="2547585" y="310360"/>
                  </a:lnTo>
                  <a:lnTo>
                    <a:pt x="2541325" y="310360"/>
                  </a:lnTo>
                  <a:lnTo>
                    <a:pt x="2535066" y="310360"/>
                  </a:lnTo>
                  <a:lnTo>
                    <a:pt x="2528807" y="310360"/>
                  </a:lnTo>
                  <a:lnTo>
                    <a:pt x="2522547" y="310360"/>
                  </a:lnTo>
                  <a:lnTo>
                    <a:pt x="2516288" y="310360"/>
                  </a:lnTo>
                  <a:lnTo>
                    <a:pt x="2510028" y="310360"/>
                  </a:lnTo>
                  <a:lnTo>
                    <a:pt x="2503769" y="310360"/>
                  </a:lnTo>
                  <a:lnTo>
                    <a:pt x="2497509" y="310360"/>
                  </a:lnTo>
                  <a:lnTo>
                    <a:pt x="2491250" y="310360"/>
                  </a:lnTo>
                  <a:lnTo>
                    <a:pt x="2484991" y="310360"/>
                  </a:lnTo>
                  <a:lnTo>
                    <a:pt x="2478731" y="310360"/>
                  </a:lnTo>
                  <a:lnTo>
                    <a:pt x="2472472" y="310360"/>
                  </a:lnTo>
                  <a:lnTo>
                    <a:pt x="2466212" y="310360"/>
                  </a:lnTo>
                  <a:lnTo>
                    <a:pt x="2459953" y="310360"/>
                  </a:lnTo>
                  <a:lnTo>
                    <a:pt x="2453693" y="310360"/>
                  </a:lnTo>
                  <a:lnTo>
                    <a:pt x="2447434" y="310360"/>
                  </a:lnTo>
                  <a:lnTo>
                    <a:pt x="2441175" y="310360"/>
                  </a:lnTo>
                  <a:lnTo>
                    <a:pt x="2434915" y="310360"/>
                  </a:lnTo>
                  <a:lnTo>
                    <a:pt x="2428656" y="310360"/>
                  </a:lnTo>
                  <a:lnTo>
                    <a:pt x="2422396" y="310360"/>
                  </a:lnTo>
                  <a:lnTo>
                    <a:pt x="2416137" y="310360"/>
                  </a:lnTo>
                  <a:lnTo>
                    <a:pt x="2409878" y="310360"/>
                  </a:lnTo>
                  <a:lnTo>
                    <a:pt x="2403618" y="310360"/>
                  </a:lnTo>
                  <a:lnTo>
                    <a:pt x="2397359" y="310360"/>
                  </a:lnTo>
                  <a:lnTo>
                    <a:pt x="2391099" y="310360"/>
                  </a:lnTo>
                  <a:lnTo>
                    <a:pt x="2384840" y="310360"/>
                  </a:lnTo>
                  <a:lnTo>
                    <a:pt x="2378580" y="310360"/>
                  </a:lnTo>
                  <a:lnTo>
                    <a:pt x="2372321" y="310360"/>
                  </a:lnTo>
                  <a:lnTo>
                    <a:pt x="2366062" y="310360"/>
                  </a:lnTo>
                  <a:lnTo>
                    <a:pt x="2359802" y="310360"/>
                  </a:lnTo>
                  <a:lnTo>
                    <a:pt x="2353543" y="310360"/>
                  </a:lnTo>
                  <a:lnTo>
                    <a:pt x="2347283" y="310360"/>
                  </a:lnTo>
                  <a:lnTo>
                    <a:pt x="2341024" y="310360"/>
                  </a:lnTo>
                  <a:lnTo>
                    <a:pt x="2334764" y="310360"/>
                  </a:lnTo>
                  <a:lnTo>
                    <a:pt x="2328505" y="310360"/>
                  </a:lnTo>
                  <a:lnTo>
                    <a:pt x="2322246" y="310360"/>
                  </a:lnTo>
                  <a:lnTo>
                    <a:pt x="2315986" y="310360"/>
                  </a:lnTo>
                  <a:lnTo>
                    <a:pt x="2309727" y="310360"/>
                  </a:lnTo>
                  <a:lnTo>
                    <a:pt x="2303467" y="310360"/>
                  </a:lnTo>
                  <a:lnTo>
                    <a:pt x="2297208" y="310360"/>
                  </a:lnTo>
                  <a:lnTo>
                    <a:pt x="2290948" y="310360"/>
                  </a:lnTo>
                  <a:lnTo>
                    <a:pt x="2284689" y="310360"/>
                  </a:lnTo>
                  <a:lnTo>
                    <a:pt x="2278430" y="310360"/>
                  </a:lnTo>
                  <a:lnTo>
                    <a:pt x="2272170" y="310360"/>
                  </a:lnTo>
                  <a:lnTo>
                    <a:pt x="2265911" y="310360"/>
                  </a:lnTo>
                  <a:lnTo>
                    <a:pt x="2259651" y="310360"/>
                  </a:lnTo>
                  <a:lnTo>
                    <a:pt x="2253392" y="310360"/>
                  </a:lnTo>
                  <a:lnTo>
                    <a:pt x="2247133" y="310360"/>
                  </a:lnTo>
                  <a:lnTo>
                    <a:pt x="2240873" y="310360"/>
                  </a:lnTo>
                  <a:lnTo>
                    <a:pt x="2234614" y="310360"/>
                  </a:lnTo>
                  <a:lnTo>
                    <a:pt x="2228354" y="310360"/>
                  </a:lnTo>
                  <a:lnTo>
                    <a:pt x="2222095" y="310360"/>
                  </a:lnTo>
                  <a:lnTo>
                    <a:pt x="2215835" y="310360"/>
                  </a:lnTo>
                  <a:lnTo>
                    <a:pt x="2209576" y="310360"/>
                  </a:lnTo>
                  <a:lnTo>
                    <a:pt x="2203317" y="310360"/>
                  </a:lnTo>
                  <a:lnTo>
                    <a:pt x="2197057" y="310360"/>
                  </a:lnTo>
                  <a:lnTo>
                    <a:pt x="2190798" y="310360"/>
                  </a:lnTo>
                  <a:lnTo>
                    <a:pt x="2184538" y="310360"/>
                  </a:lnTo>
                  <a:lnTo>
                    <a:pt x="2178279" y="310360"/>
                  </a:lnTo>
                  <a:lnTo>
                    <a:pt x="2172019" y="310360"/>
                  </a:lnTo>
                  <a:lnTo>
                    <a:pt x="2165760" y="310360"/>
                  </a:lnTo>
                  <a:lnTo>
                    <a:pt x="2159501" y="310360"/>
                  </a:lnTo>
                  <a:lnTo>
                    <a:pt x="2153241" y="310360"/>
                  </a:lnTo>
                  <a:lnTo>
                    <a:pt x="2146982" y="310360"/>
                  </a:lnTo>
                  <a:lnTo>
                    <a:pt x="2140722" y="310360"/>
                  </a:lnTo>
                  <a:lnTo>
                    <a:pt x="2134463" y="310360"/>
                  </a:lnTo>
                  <a:lnTo>
                    <a:pt x="2128203" y="310360"/>
                  </a:lnTo>
                  <a:lnTo>
                    <a:pt x="2121944" y="310360"/>
                  </a:lnTo>
                  <a:lnTo>
                    <a:pt x="2115685" y="310360"/>
                  </a:lnTo>
                  <a:lnTo>
                    <a:pt x="2109425" y="310360"/>
                  </a:lnTo>
                  <a:lnTo>
                    <a:pt x="2103166" y="310360"/>
                  </a:lnTo>
                  <a:lnTo>
                    <a:pt x="2096906" y="310360"/>
                  </a:lnTo>
                  <a:lnTo>
                    <a:pt x="2090647" y="310360"/>
                  </a:lnTo>
                  <a:lnTo>
                    <a:pt x="2084388" y="310360"/>
                  </a:lnTo>
                  <a:lnTo>
                    <a:pt x="2078128" y="310360"/>
                  </a:lnTo>
                  <a:lnTo>
                    <a:pt x="2071869" y="310360"/>
                  </a:lnTo>
                  <a:lnTo>
                    <a:pt x="2065609" y="310360"/>
                  </a:lnTo>
                  <a:lnTo>
                    <a:pt x="2059350" y="310360"/>
                  </a:lnTo>
                  <a:lnTo>
                    <a:pt x="2053090" y="310360"/>
                  </a:lnTo>
                  <a:lnTo>
                    <a:pt x="2046831" y="310360"/>
                  </a:lnTo>
                  <a:lnTo>
                    <a:pt x="2040572" y="310360"/>
                  </a:lnTo>
                  <a:lnTo>
                    <a:pt x="2034312" y="310360"/>
                  </a:lnTo>
                  <a:lnTo>
                    <a:pt x="2028053" y="310360"/>
                  </a:lnTo>
                  <a:lnTo>
                    <a:pt x="2021793" y="310360"/>
                  </a:lnTo>
                  <a:lnTo>
                    <a:pt x="2015534" y="310360"/>
                  </a:lnTo>
                  <a:lnTo>
                    <a:pt x="2009274" y="310360"/>
                  </a:lnTo>
                  <a:lnTo>
                    <a:pt x="2003015" y="310360"/>
                  </a:lnTo>
                  <a:lnTo>
                    <a:pt x="1996756" y="310360"/>
                  </a:lnTo>
                  <a:lnTo>
                    <a:pt x="1990496" y="310360"/>
                  </a:lnTo>
                  <a:lnTo>
                    <a:pt x="1984237" y="310360"/>
                  </a:lnTo>
                  <a:lnTo>
                    <a:pt x="1977977" y="310360"/>
                  </a:lnTo>
                  <a:lnTo>
                    <a:pt x="1971718" y="310360"/>
                  </a:lnTo>
                  <a:lnTo>
                    <a:pt x="1965458" y="310360"/>
                  </a:lnTo>
                  <a:lnTo>
                    <a:pt x="1959199" y="310360"/>
                  </a:lnTo>
                  <a:lnTo>
                    <a:pt x="1952940" y="310360"/>
                  </a:lnTo>
                  <a:lnTo>
                    <a:pt x="1946680" y="310360"/>
                  </a:lnTo>
                  <a:lnTo>
                    <a:pt x="1940421" y="310360"/>
                  </a:lnTo>
                  <a:lnTo>
                    <a:pt x="1934161" y="310360"/>
                  </a:lnTo>
                  <a:lnTo>
                    <a:pt x="1927902" y="310360"/>
                  </a:lnTo>
                  <a:lnTo>
                    <a:pt x="1921642" y="310360"/>
                  </a:lnTo>
                  <a:lnTo>
                    <a:pt x="1915383" y="310360"/>
                  </a:lnTo>
                  <a:lnTo>
                    <a:pt x="1909124" y="310360"/>
                  </a:lnTo>
                  <a:lnTo>
                    <a:pt x="1902864" y="310360"/>
                  </a:lnTo>
                  <a:lnTo>
                    <a:pt x="1896605" y="310360"/>
                  </a:lnTo>
                  <a:lnTo>
                    <a:pt x="1890345" y="310360"/>
                  </a:lnTo>
                  <a:lnTo>
                    <a:pt x="1884086" y="310360"/>
                  </a:lnTo>
                  <a:lnTo>
                    <a:pt x="1877827" y="310360"/>
                  </a:lnTo>
                  <a:lnTo>
                    <a:pt x="1871567" y="310360"/>
                  </a:lnTo>
                  <a:lnTo>
                    <a:pt x="1865308" y="310360"/>
                  </a:lnTo>
                  <a:lnTo>
                    <a:pt x="1859048" y="310360"/>
                  </a:lnTo>
                  <a:lnTo>
                    <a:pt x="1852789" y="310360"/>
                  </a:lnTo>
                  <a:lnTo>
                    <a:pt x="1846529" y="310360"/>
                  </a:lnTo>
                  <a:lnTo>
                    <a:pt x="1840270" y="310360"/>
                  </a:lnTo>
                  <a:lnTo>
                    <a:pt x="1834011" y="310360"/>
                  </a:lnTo>
                  <a:lnTo>
                    <a:pt x="1827751" y="310360"/>
                  </a:lnTo>
                  <a:lnTo>
                    <a:pt x="1821492" y="310360"/>
                  </a:lnTo>
                  <a:lnTo>
                    <a:pt x="1815232" y="310360"/>
                  </a:lnTo>
                  <a:lnTo>
                    <a:pt x="1808973" y="310360"/>
                  </a:lnTo>
                  <a:lnTo>
                    <a:pt x="1802713" y="310360"/>
                  </a:lnTo>
                  <a:lnTo>
                    <a:pt x="1796454" y="310360"/>
                  </a:lnTo>
                  <a:lnTo>
                    <a:pt x="1790195" y="310360"/>
                  </a:lnTo>
                  <a:lnTo>
                    <a:pt x="1783935" y="310360"/>
                  </a:lnTo>
                  <a:lnTo>
                    <a:pt x="1777676" y="310360"/>
                  </a:lnTo>
                  <a:lnTo>
                    <a:pt x="1771416" y="310360"/>
                  </a:lnTo>
                  <a:lnTo>
                    <a:pt x="1765157" y="310360"/>
                  </a:lnTo>
                  <a:lnTo>
                    <a:pt x="1758897" y="310360"/>
                  </a:lnTo>
                  <a:lnTo>
                    <a:pt x="1752638" y="310360"/>
                  </a:lnTo>
                  <a:lnTo>
                    <a:pt x="1746379" y="310360"/>
                  </a:lnTo>
                  <a:lnTo>
                    <a:pt x="1740119" y="310360"/>
                  </a:lnTo>
                  <a:lnTo>
                    <a:pt x="1733860" y="310360"/>
                  </a:lnTo>
                  <a:lnTo>
                    <a:pt x="1727600" y="310360"/>
                  </a:lnTo>
                  <a:lnTo>
                    <a:pt x="1721341" y="310360"/>
                  </a:lnTo>
                  <a:lnTo>
                    <a:pt x="1715082" y="310360"/>
                  </a:lnTo>
                  <a:lnTo>
                    <a:pt x="1708822" y="310360"/>
                  </a:lnTo>
                  <a:lnTo>
                    <a:pt x="1702563" y="310360"/>
                  </a:lnTo>
                  <a:lnTo>
                    <a:pt x="1696303" y="310360"/>
                  </a:lnTo>
                  <a:lnTo>
                    <a:pt x="1690044" y="310360"/>
                  </a:lnTo>
                  <a:lnTo>
                    <a:pt x="1683784" y="310360"/>
                  </a:lnTo>
                  <a:lnTo>
                    <a:pt x="1677525" y="310360"/>
                  </a:lnTo>
                  <a:lnTo>
                    <a:pt x="1671266" y="310360"/>
                  </a:lnTo>
                  <a:lnTo>
                    <a:pt x="1665006" y="310360"/>
                  </a:lnTo>
                  <a:lnTo>
                    <a:pt x="1658747" y="310360"/>
                  </a:lnTo>
                  <a:lnTo>
                    <a:pt x="1652487" y="310360"/>
                  </a:lnTo>
                  <a:lnTo>
                    <a:pt x="1646228" y="310360"/>
                  </a:lnTo>
                  <a:lnTo>
                    <a:pt x="1639968" y="310360"/>
                  </a:lnTo>
                  <a:lnTo>
                    <a:pt x="1633709" y="310360"/>
                  </a:lnTo>
                  <a:lnTo>
                    <a:pt x="1627450" y="310360"/>
                  </a:lnTo>
                  <a:lnTo>
                    <a:pt x="1621190" y="310360"/>
                  </a:lnTo>
                  <a:lnTo>
                    <a:pt x="1614931" y="310360"/>
                  </a:lnTo>
                  <a:lnTo>
                    <a:pt x="1608671" y="310360"/>
                  </a:lnTo>
                  <a:lnTo>
                    <a:pt x="1602412" y="310360"/>
                  </a:lnTo>
                  <a:lnTo>
                    <a:pt x="1596152" y="310360"/>
                  </a:lnTo>
                  <a:lnTo>
                    <a:pt x="1589893" y="310360"/>
                  </a:lnTo>
                  <a:lnTo>
                    <a:pt x="1583634" y="310360"/>
                  </a:lnTo>
                  <a:lnTo>
                    <a:pt x="1577374" y="310360"/>
                  </a:lnTo>
                  <a:lnTo>
                    <a:pt x="1571115" y="310360"/>
                  </a:lnTo>
                  <a:lnTo>
                    <a:pt x="1564855" y="310360"/>
                  </a:lnTo>
                  <a:lnTo>
                    <a:pt x="1558596" y="310360"/>
                  </a:lnTo>
                  <a:lnTo>
                    <a:pt x="1552337" y="310360"/>
                  </a:lnTo>
                  <a:lnTo>
                    <a:pt x="1546077" y="310360"/>
                  </a:lnTo>
                  <a:lnTo>
                    <a:pt x="1539818" y="310360"/>
                  </a:lnTo>
                  <a:lnTo>
                    <a:pt x="1533558" y="310360"/>
                  </a:lnTo>
                  <a:lnTo>
                    <a:pt x="1527299" y="310360"/>
                  </a:lnTo>
                  <a:lnTo>
                    <a:pt x="1521039" y="310360"/>
                  </a:lnTo>
                  <a:lnTo>
                    <a:pt x="1514780" y="310360"/>
                  </a:lnTo>
                  <a:lnTo>
                    <a:pt x="1508521" y="310360"/>
                  </a:lnTo>
                  <a:lnTo>
                    <a:pt x="1502261" y="310360"/>
                  </a:lnTo>
                  <a:lnTo>
                    <a:pt x="1496002" y="310360"/>
                  </a:lnTo>
                  <a:lnTo>
                    <a:pt x="1489742" y="310360"/>
                  </a:lnTo>
                  <a:lnTo>
                    <a:pt x="1483483" y="310360"/>
                  </a:lnTo>
                  <a:lnTo>
                    <a:pt x="1477223" y="310360"/>
                  </a:lnTo>
                  <a:lnTo>
                    <a:pt x="1470964" y="310360"/>
                  </a:lnTo>
                  <a:lnTo>
                    <a:pt x="1464705" y="310360"/>
                  </a:lnTo>
                  <a:lnTo>
                    <a:pt x="1458445" y="310360"/>
                  </a:lnTo>
                  <a:lnTo>
                    <a:pt x="1452186" y="310360"/>
                  </a:lnTo>
                  <a:lnTo>
                    <a:pt x="1445926" y="310360"/>
                  </a:lnTo>
                  <a:lnTo>
                    <a:pt x="1439667" y="310360"/>
                  </a:lnTo>
                  <a:lnTo>
                    <a:pt x="1433407" y="310360"/>
                  </a:lnTo>
                  <a:lnTo>
                    <a:pt x="1427148" y="310360"/>
                  </a:lnTo>
                  <a:lnTo>
                    <a:pt x="1420889" y="310360"/>
                  </a:lnTo>
                  <a:lnTo>
                    <a:pt x="1414629" y="310360"/>
                  </a:lnTo>
                  <a:lnTo>
                    <a:pt x="1408370" y="310360"/>
                  </a:lnTo>
                  <a:lnTo>
                    <a:pt x="1402110" y="310360"/>
                  </a:lnTo>
                  <a:lnTo>
                    <a:pt x="1395851" y="310360"/>
                  </a:lnTo>
                  <a:lnTo>
                    <a:pt x="1389592" y="310360"/>
                  </a:lnTo>
                  <a:lnTo>
                    <a:pt x="1383332" y="310360"/>
                  </a:lnTo>
                  <a:lnTo>
                    <a:pt x="1377073" y="310360"/>
                  </a:lnTo>
                  <a:lnTo>
                    <a:pt x="1370813" y="310360"/>
                  </a:lnTo>
                  <a:lnTo>
                    <a:pt x="1364554" y="310360"/>
                  </a:lnTo>
                  <a:lnTo>
                    <a:pt x="1358294" y="310360"/>
                  </a:lnTo>
                  <a:lnTo>
                    <a:pt x="1352035" y="310360"/>
                  </a:lnTo>
                  <a:lnTo>
                    <a:pt x="1345776" y="310360"/>
                  </a:lnTo>
                  <a:lnTo>
                    <a:pt x="1339516" y="310360"/>
                  </a:lnTo>
                  <a:lnTo>
                    <a:pt x="1333257" y="310360"/>
                  </a:lnTo>
                  <a:lnTo>
                    <a:pt x="1326997" y="310360"/>
                  </a:lnTo>
                  <a:lnTo>
                    <a:pt x="1320738" y="310360"/>
                  </a:lnTo>
                  <a:lnTo>
                    <a:pt x="1314478" y="310360"/>
                  </a:lnTo>
                  <a:lnTo>
                    <a:pt x="1308219" y="310360"/>
                  </a:lnTo>
                  <a:lnTo>
                    <a:pt x="1301960" y="310360"/>
                  </a:lnTo>
                  <a:lnTo>
                    <a:pt x="1295700" y="310360"/>
                  </a:lnTo>
                  <a:lnTo>
                    <a:pt x="1289441" y="310360"/>
                  </a:lnTo>
                  <a:lnTo>
                    <a:pt x="1283181" y="310360"/>
                  </a:lnTo>
                  <a:lnTo>
                    <a:pt x="1276922" y="310360"/>
                  </a:lnTo>
                  <a:lnTo>
                    <a:pt x="1270662" y="310360"/>
                  </a:lnTo>
                  <a:lnTo>
                    <a:pt x="1264403" y="310360"/>
                  </a:lnTo>
                  <a:lnTo>
                    <a:pt x="1258144" y="310360"/>
                  </a:lnTo>
                  <a:lnTo>
                    <a:pt x="1251884" y="310360"/>
                  </a:lnTo>
                  <a:lnTo>
                    <a:pt x="1245625" y="310360"/>
                  </a:lnTo>
                  <a:lnTo>
                    <a:pt x="1239365" y="310360"/>
                  </a:lnTo>
                  <a:lnTo>
                    <a:pt x="1233106" y="310360"/>
                  </a:lnTo>
                  <a:lnTo>
                    <a:pt x="1226846" y="310360"/>
                  </a:lnTo>
                  <a:lnTo>
                    <a:pt x="1220587" y="310360"/>
                  </a:lnTo>
                  <a:lnTo>
                    <a:pt x="1214328" y="310360"/>
                  </a:lnTo>
                  <a:lnTo>
                    <a:pt x="1208068" y="310360"/>
                  </a:lnTo>
                  <a:lnTo>
                    <a:pt x="1201809" y="310360"/>
                  </a:lnTo>
                  <a:lnTo>
                    <a:pt x="1195549" y="310360"/>
                  </a:lnTo>
                  <a:lnTo>
                    <a:pt x="1189290" y="310360"/>
                  </a:lnTo>
                  <a:lnTo>
                    <a:pt x="1183031" y="310360"/>
                  </a:lnTo>
                  <a:lnTo>
                    <a:pt x="1176771" y="310360"/>
                  </a:lnTo>
                  <a:lnTo>
                    <a:pt x="1170512" y="310360"/>
                  </a:lnTo>
                  <a:lnTo>
                    <a:pt x="1164252" y="310360"/>
                  </a:lnTo>
                  <a:lnTo>
                    <a:pt x="1157993" y="310360"/>
                  </a:lnTo>
                  <a:lnTo>
                    <a:pt x="1151733" y="310360"/>
                  </a:lnTo>
                  <a:lnTo>
                    <a:pt x="1145474" y="310360"/>
                  </a:lnTo>
                  <a:lnTo>
                    <a:pt x="1139215" y="310360"/>
                  </a:lnTo>
                  <a:lnTo>
                    <a:pt x="1132955" y="310360"/>
                  </a:lnTo>
                  <a:lnTo>
                    <a:pt x="1126696" y="310360"/>
                  </a:lnTo>
                  <a:lnTo>
                    <a:pt x="1120436" y="310360"/>
                  </a:lnTo>
                  <a:lnTo>
                    <a:pt x="1114177" y="310360"/>
                  </a:lnTo>
                  <a:lnTo>
                    <a:pt x="1107917" y="310360"/>
                  </a:lnTo>
                  <a:lnTo>
                    <a:pt x="1101658" y="310360"/>
                  </a:lnTo>
                  <a:lnTo>
                    <a:pt x="1095399" y="310360"/>
                  </a:lnTo>
                  <a:lnTo>
                    <a:pt x="1089139" y="310360"/>
                  </a:lnTo>
                  <a:lnTo>
                    <a:pt x="1082880" y="310360"/>
                  </a:lnTo>
                  <a:lnTo>
                    <a:pt x="1076620" y="310360"/>
                  </a:lnTo>
                  <a:lnTo>
                    <a:pt x="1070361" y="310360"/>
                  </a:lnTo>
                  <a:lnTo>
                    <a:pt x="1064101" y="310360"/>
                  </a:lnTo>
                  <a:lnTo>
                    <a:pt x="1057842" y="310360"/>
                  </a:lnTo>
                  <a:lnTo>
                    <a:pt x="1051583" y="310360"/>
                  </a:lnTo>
                  <a:lnTo>
                    <a:pt x="1045323" y="310360"/>
                  </a:lnTo>
                  <a:lnTo>
                    <a:pt x="1039064" y="310360"/>
                  </a:lnTo>
                  <a:lnTo>
                    <a:pt x="1032804" y="310360"/>
                  </a:lnTo>
                  <a:lnTo>
                    <a:pt x="1026545" y="310360"/>
                  </a:lnTo>
                  <a:lnTo>
                    <a:pt x="1020286" y="310360"/>
                  </a:lnTo>
                  <a:lnTo>
                    <a:pt x="1014026" y="310360"/>
                  </a:lnTo>
                  <a:lnTo>
                    <a:pt x="1007767" y="310360"/>
                  </a:lnTo>
                  <a:lnTo>
                    <a:pt x="1001507" y="310360"/>
                  </a:lnTo>
                  <a:lnTo>
                    <a:pt x="995248" y="310360"/>
                  </a:lnTo>
                  <a:lnTo>
                    <a:pt x="988988" y="310360"/>
                  </a:lnTo>
                  <a:lnTo>
                    <a:pt x="982729" y="310360"/>
                  </a:lnTo>
                  <a:lnTo>
                    <a:pt x="976470" y="310360"/>
                  </a:lnTo>
                  <a:lnTo>
                    <a:pt x="970210" y="310360"/>
                  </a:lnTo>
                  <a:lnTo>
                    <a:pt x="963951" y="310360"/>
                  </a:lnTo>
                  <a:lnTo>
                    <a:pt x="957691" y="310360"/>
                  </a:lnTo>
                  <a:lnTo>
                    <a:pt x="951432" y="310360"/>
                  </a:lnTo>
                  <a:lnTo>
                    <a:pt x="945172" y="310360"/>
                  </a:lnTo>
                  <a:lnTo>
                    <a:pt x="938913" y="310360"/>
                  </a:lnTo>
                  <a:lnTo>
                    <a:pt x="932654" y="310360"/>
                  </a:lnTo>
                  <a:lnTo>
                    <a:pt x="926394" y="310360"/>
                  </a:lnTo>
                  <a:lnTo>
                    <a:pt x="920135" y="310360"/>
                  </a:lnTo>
                  <a:lnTo>
                    <a:pt x="913875" y="310360"/>
                  </a:lnTo>
                  <a:lnTo>
                    <a:pt x="907616" y="310360"/>
                  </a:lnTo>
                  <a:lnTo>
                    <a:pt x="901356" y="310360"/>
                  </a:lnTo>
                  <a:lnTo>
                    <a:pt x="895097" y="310360"/>
                  </a:lnTo>
                  <a:lnTo>
                    <a:pt x="888838" y="310360"/>
                  </a:lnTo>
                  <a:lnTo>
                    <a:pt x="882578" y="310360"/>
                  </a:lnTo>
                  <a:lnTo>
                    <a:pt x="876319" y="310360"/>
                  </a:lnTo>
                  <a:lnTo>
                    <a:pt x="870059" y="310360"/>
                  </a:lnTo>
                  <a:lnTo>
                    <a:pt x="863800" y="310360"/>
                  </a:lnTo>
                  <a:lnTo>
                    <a:pt x="857541" y="310360"/>
                  </a:lnTo>
                  <a:lnTo>
                    <a:pt x="851281" y="310360"/>
                  </a:lnTo>
                  <a:lnTo>
                    <a:pt x="845022" y="310360"/>
                  </a:lnTo>
                  <a:lnTo>
                    <a:pt x="838762" y="310360"/>
                  </a:lnTo>
                  <a:lnTo>
                    <a:pt x="832503" y="310360"/>
                  </a:lnTo>
                  <a:lnTo>
                    <a:pt x="826243" y="310360"/>
                  </a:lnTo>
                  <a:lnTo>
                    <a:pt x="819984" y="310360"/>
                  </a:lnTo>
                  <a:lnTo>
                    <a:pt x="813725" y="310360"/>
                  </a:lnTo>
                  <a:lnTo>
                    <a:pt x="807465" y="310360"/>
                  </a:lnTo>
                  <a:lnTo>
                    <a:pt x="801206" y="310360"/>
                  </a:lnTo>
                  <a:lnTo>
                    <a:pt x="794946" y="310360"/>
                  </a:lnTo>
                  <a:lnTo>
                    <a:pt x="788687" y="310360"/>
                  </a:lnTo>
                  <a:lnTo>
                    <a:pt x="782427" y="310360"/>
                  </a:lnTo>
                  <a:lnTo>
                    <a:pt x="776168" y="310360"/>
                  </a:lnTo>
                  <a:lnTo>
                    <a:pt x="769909" y="310360"/>
                  </a:lnTo>
                  <a:lnTo>
                    <a:pt x="763649" y="310360"/>
                  </a:lnTo>
                  <a:lnTo>
                    <a:pt x="757390" y="310360"/>
                  </a:lnTo>
                  <a:lnTo>
                    <a:pt x="751130" y="310360"/>
                  </a:lnTo>
                  <a:lnTo>
                    <a:pt x="744871" y="310360"/>
                  </a:lnTo>
                  <a:lnTo>
                    <a:pt x="738611" y="310360"/>
                  </a:lnTo>
                  <a:lnTo>
                    <a:pt x="732352" y="310360"/>
                  </a:lnTo>
                  <a:lnTo>
                    <a:pt x="726093" y="310360"/>
                  </a:lnTo>
                  <a:lnTo>
                    <a:pt x="719833" y="310360"/>
                  </a:lnTo>
                  <a:lnTo>
                    <a:pt x="713574" y="310360"/>
                  </a:lnTo>
                  <a:lnTo>
                    <a:pt x="707314" y="310360"/>
                  </a:lnTo>
                  <a:lnTo>
                    <a:pt x="701055" y="310360"/>
                  </a:lnTo>
                  <a:lnTo>
                    <a:pt x="694796" y="310360"/>
                  </a:lnTo>
                  <a:lnTo>
                    <a:pt x="688536" y="310360"/>
                  </a:lnTo>
                  <a:lnTo>
                    <a:pt x="682277" y="310360"/>
                  </a:lnTo>
                  <a:lnTo>
                    <a:pt x="676017" y="310360"/>
                  </a:lnTo>
                  <a:lnTo>
                    <a:pt x="669758" y="310360"/>
                  </a:lnTo>
                  <a:lnTo>
                    <a:pt x="663498" y="310360"/>
                  </a:lnTo>
                  <a:lnTo>
                    <a:pt x="657239" y="310360"/>
                  </a:lnTo>
                  <a:lnTo>
                    <a:pt x="650980" y="310360"/>
                  </a:lnTo>
                  <a:lnTo>
                    <a:pt x="644720" y="310360"/>
                  </a:lnTo>
                  <a:lnTo>
                    <a:pt x="638461" y="310360"/>
                  </a:lnTo>
                  <a:lnTo>
                    <a:pt x="632201" y="310360"/>
                  </a:lnTo>
                  <a:lnTo>
                    <a:pt x="625942" y="310360"/>
                  </a:lnTo>
                  <a:lnTo>
                    <a:pt x="619682" y="310360"/>
                  </a:lnTo>
                  <a:lnTo>
                    <a:pt x="613423" y="310360"/>
                  </a:lnTo>
                  <a:lnTo>
                    <a:pt x="607164" y="310360"/>
                  </a:lnTo>
                  <a:lnTo>
                    <a:pt x="600904" y="310360"/>
                  </a:lnTo>
                  <a:lnTo>
                    <a:pt x="594645" y="310360"/>
                  </a:lnTo>
                  <a:lnTo>
                    <a:pt x="588385" y="310360"/>
                  </a:lnTo>
                  <a:lnTo>
                    <a:pt x="582126" y="310360"/>
                  </a:lnTo>
                  <a:lnTo>
                    <a:pt x="575866" y="310360"/>
                  </a:lnTo>
                  <a:lnTo>
                    <a:pt x="569607" y="310360"/>
                  </a:lnTo>
                  <a:lnTo>
                    <a:pt x="563348" y="310360"/>
                  </a:lnTo>
                  <a:lnTo>
                    <a:pt x="557088" y="310360"/>
                  </a:lnTo>
                  <a:lnTo>
                    <a:pt x="550829" y="310360"/>
                  </a:lnTo>
                  <a:lnTo>
                    <a:pt x="544569" y="310360"/>
                  </a:lnTo>
                  <a:lnTo>
                    <a:pt x="538310" y="310360"/>
                  </a:lnTo>
                  <a:lnTo>
                    <a:pt x="532050" y="310360"/>
                  </a:lnTo>
                  <a:lnTo>
                    <a:pt x="525791" y="310360"/>
                  </a:lnTo>
                  <a:lnTo>
                    <a:pt x="519532" y="310360"/>
                  </a:lnTo>
                  <a:lnTo>
                    <a:pt x="513272" y="310360"/>
                  </a:lnTo>
                  <a:lnTo>
                    <a:pt x="507013" y="310360"/>
                  </a:lnTo>
                  <a:lnTo>
                    <a:pt x="500753" y="310360"/>
                  </a:lnTo>
                  <a:lnTo>
                    <a:pt x="494494" y="310360"/>
                  </a:lnTo>
                  <a:lnTo>
                    <a:pt x="488235" y="310360"/>
                  </a:lnTo>
                  <a:lnTo>
                    <a:pt x="481975" y="310360"/>
                  </a:lnTo>
                  <a:lnTo>
                    <a:pt x="475716" y="310360"/>
                  </a:lnTo>
                  <a:lnTo>
                    <a:pt x="469456" y="310360"/>
                  </a:lnTo>
                  <a:lnTo>
                    <a:pt x="463197" y="310360"/>
                  </a:lnTo>
                  <a:lnTo>
                    <a:pt x="456937" y="310360"/>
                  </a:lnTo>
                  <a:lnTo>
                    <a:pt x="450678" y="310360"/>
                  </a:lnTo>
                  <a:lnTo>
                    <a:pt x="444419" y="310360"/>
                  </a:lnTo>
                  <a:lnTo>
                    <a:pt x="438159" y="310360"/>
                  </a:lnTo>
                  <a:lnTo>
                    <a:pt x="431900" y="310360"/>
                  </a:lnTo>
                  <a:lnTo>
                    <a:pt x="425640" y="310360"/>
                  </a:lnTo>
                  <a:lnTo>
                    <a:pt x="419381" y="310360"/>
                  </a:lnTo>
                  <a:lnTo>
                    <a:pt x="413121" y="310360"/>
                  </a:lnTo>
                  <a:lnTo>
                    <a:pt x="406862" y="310360"/>
                  </a:lnTo>
                  <a:lnTo>
                    <a:pt x="400603" y="310360"/>
                  </a:lnTo>
                  <a:lnTo>
                    <a:pt x="394343" y="310360"/>
                  </a:lnTo>
                  <a:lnTo>
                    <a:pt x="388084" y="310360"/>
                  </a:lnTo>
                  <a:lnTo>
                    <a:pt x="381824" y="310360"/>
                  </a:lnTo>
                  <a:lnTo>
                    <a:pt x="375565" y="310360"/>
                  </a:lnTo>
                  <a:lnTo>
                    <a:pt x="369305" y="310360"/>
                  </a:lnTo>
                  <a:lnTo>
                    <a:pt x="363046" y="310360"/>
                  </a:lnTo>
                  <a:lnTo>
                    <a:pt x="356787" y="310360"/>
                  </a:lnTo>
                  <a:lnTo>
                    <a:pt x="350527" y="310360"/>
                  </a:lnTo>
                  <a:lnTo>
                    <a:pt x="344268" y="310360"/>
                  </a:lnTo>
                  <a:lnTo>
                    <a:pt x="338008" y="310360"/>
                  </a:lnTo>
                  <a:lnTo>
                    <a:pt x="331749" y="310360"/>
                  </a:lnTo>
                  <a:lnTo>
                    <a:pt x="325490" y="310360"/>
                  </a:lnTo>
                  <a:lnTo>
                    <a:pt x="319230" y="310360"/>
                  </a:lnTo>
                  <a:lnTo>
                    <a:pt x="312971" y="310360"/>
                  </a:lnTo>
                  <a:lnTo>
                    <a:pt x="306711" y="310360"/>
                  </a:lnTo>
                  <a:lnTo>
                    <a:pt x="300452" y="310360"/>
                  </a:lnTo>
                  <a:lnTo>
                    <a:pt x="294192" y="310360"/>
                  </a:lnTo>
                  <a:lnTo>
                    <a:pt x="287933" y="310360"/>
                  </a:lnTo>
                  <a:lnTo>
                    <a:pt x="281674" y="310360"/>
                  </a:lnTo>
                  <a:lnTo>
                    <a:pt x="275414" y="310360"/>
                  </a:lnTo>
                  <a:lnTo>
                    <a:pt x="269155" y="310360"/>
                  </a:lnTo>
                  <a:lnTo>
                    <a:pt x="262895" y="310360"/>
                  </a:lnTo>
                  <a:lnTo>
                    <a:pt x="256636" y="310360"/>
                  </a:lnTo>
                  <a:lnTo>
                    <a:pt x="250376" y="310360"/>
                  </a:lnTo>
                  <a:lnTo>
                    <a:pt x="244117" y="310360"/>
                  </a:lnTo>
                  <a:lnTo>
                    <a:pt x="237858" y="310360"/>
                  </a:lnTo>
                  <a:lnTo>
                    <a:pt x="231598" y="310360"/>
                  </a:lnTo>
                  <a:lnTo>
                    <a:pt x="225339" y="310360"/>
                  </a:lnTo>
                  <a:lnTo>
                    <a:pt x="219079" y="310360"/>
                  </a:lnTo>
                  <a:lnTo>
                    <a:pt x="212820" y="310360"/>
                  </a:lnTo>
                  <a:lnTo>
                    <a:pt x="206560" y="310360"/>
                  </a:lnTo>
                  <a:lnTo>
                    <a:pt x="200301" y="310360"/>
                  </a:lnTo>
                  <a:lnTo>
                    <a:pt x="194042" y="310360"/>
                  </a:lnTo>
                  <a:lnTo>
                    <a:pt x="187782" y="310360"/>
                  </a:lnTo>
                  <a:lnTo>
                    <a:pt x="181523" y="310360"/>
                  </a:lnTo>
                  <a:lnTo>
                    <a:pt x="175263" y="310360"/>
                  </a:lnTo>
                  <a:lnTo>
                    <a:pt x="169004" y="310360"/>
                  </a:lnTo>
                  <a:lnTo>
                    <a:pt x="162745" y="310360"/>
                  </a:lnTo>
                  <a:lnTo>
                    <a:pt x="156485" y="310360"/>
                  </a:lnTo>
                  <a:lnTo>
                    <a:pt x="150226" y="310360"/>
                  </a:lnTo>
                  <a:lnTo>
                    <a:pt x="143966" y="310360"/>
                  </a:lnTo>
                  <a:lnTo>
                    <a:pt x="137707" y="310360"/>
                  </a:lnTo>
                  <a:lnTo>
                    <a:pt x="131447" y="310360"/>
                  </a:lnTo>
                  <a:lnTo>
                    <a:pt x="125188" y="310360"/>
                  </a:lnTo>
                  <a:lnTo>
                    <a:pt x="118929" y="310360"/>
                  </a:lnTo>
                  <a:lnTo>
                    <a:pt x="112669" y="310360"/>
                  </a:lnTo>
                  <a:lnTo>
                    <a:pt x="106410" y="310360"/>
                  </a:lnTo>
                  <a:lnTo>
                    <a:pt x="100150" y="310360"/>
                  </a:lnTo>
                  <a:lnTo>
                    <a:pt x="93891" y="310360"/>
                  </a:lnTo>
                  <a:lnTo>
                    <a:pt x="87631" y="310360"/>
                  </a:lnTo>
                  <a:lnTo>
                    <a:pt x="81372" y="310360"/>
                  </a:lnTo>
                  <a:lnTo>
                    <a:pt x="75113" y="310360"/>
                  </a:lnTo>
                  <a:lnTo>
                    <a:pt x="68853" y="310360"/>
                  </a:lnTo>
                  <a:lnTo>
                    <a:pt x="62594" y="310360"/>
                  </a:lnTo>
                  <a:lnTo>
                    <a:pt x="56334" y="310360"/>
                  </a:lnTo>
                  <a:lnTo>
                    <a:pt x="50075" y="310360"/>
                  </a:lnTo>
                  <a:lnTo>
                    <a:pt x="43815" y="310360"/>
                  </a:lnTo>
                  <a:lnTo>
                    <a:pt x="37556" y="310360"/>
                  </a:lnTo>
                  <a:lnTo>
                    <a:pt x="31297" y="310360"/>
                  </a:lnTo>
                  <a:lnTo>
                    <a:pt x="25037" y="310360"/>
                  </a:lnTo>
                  <a:lnTo>
                    <a:pt x="18778" y="310360"/>
                  </a:lnTo>
                  <a:lnTo>
                    <a:pt x="12518" y="310360"/>
                  </a:lnTo>
                  <a:lnTo>
                    <a:pt x="6259" y="31036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49798" y="3020582"/>
              <a:ext cx="3198565" cy="310360"/>
            </a:xfrm>
            <a:custGeom>
              <a:avLst/>
              <a:pathLst>
                <a:path w="3198565" h="310360">
                  <a:moveTo>
                    <a:pt x="0" y="310358"/>
                  </a:moveTo>
                  <a:lnTo>
                    <a:pt x="6259" y="310357"/>
                  </a:lnTo>
                  <a:lnTo>
                    <a:pt x="12518" y="310355"/>
                  </a:lnTo>
                  <a:lnTo>
                    <a:pt x="18778" y="310353"/>
                  </a:lnTo>
                  <a:lnTo>
                    <a:pt x="25037" y="310350"/>
                  </a:lnTo>
                  <a:lnTo>
                    <a:pt x="31297" y="310345"/>
                  </a:lnTo>
                  <a:lnTo>
                    <a:pt x="37556" y="310339"/>
                  </a:lnTo>
                  <a:lnTo>
                    <a:pt x="43815" y="310332"/>
                  </a:lnTo>
                  <a:lnTo>
                    <a:pt x="50075" y="310322"/>
                  </a:lnTo>
                  <a:lnTo>
                    <a:pt x="56334" y="310308"/>
                  </a:lnTo>
                  <a:lnTo>
                    <a:pt x="62594" y="310291"/>
                  </a:lnTo>
                  <a:lnTo>
                    <a:pt x="68853" y="310269"/>
                  </a:lnTo>
                  <a:lnTo>
                    <a:pt x="75113" y="310241"/>
                  </a:lnTo>
                  <a:lnTo>
                    <a:pt x="81372" y="310206"/>
                  </a:lnTo>
                  <a:lnTo>
                    <a:pt x="87631" y="310163"/>
                  </a:lnTo>
                  <a:lnTo>
                    <a:pt x="93891" y="310112"/>
                  </a:lnTo>
                  <a:lnTo>
                    <a:pt x="100150" y="310049"/>
                  </a:lnTo>
                  <a:lnTo>
                    <a:pt x="106410" y="309973"/>
                  </a:lnTo>
                  <a:lnTo>
                    <a:pt x="112669" y="309883"/>
                  </a:lnTo>
                  <a:lnTo>
                    <a:pt x="118929" y="309779"/>
                  </a:lnTo>
                  <a:lnTo>
                    <a:pt x="125188" y="309658"/>
                  </a:lnTo>
                  <a:lnTo>
                    <a:pt x="131447" y="309521"/>
                  </a:lnTo>
                  <a:lnTo>
                    <a:pt x="137707" y="309367"/>
                  </a:lnTo>
                  <a:lnTo>
                    <a:pt x="143966" y="309194"/>
                  </a:lnTo>
                  <a:lnTo>
                    <a:pt x="150226" y="309004"/>
                  </a:lnTo>
                  <a:lnTo>
                    <a:pt x="156485" y="308793"/>
                  </a:lnTo>
                  <a:lnTo>
                    <a:pt x="162745" y="308566"/>
                  </a:lnTo>
                  <a:lnTo>
                    <a:pt x="169004" y="308324"/>
                  </a:lnTo>
                  <a:lnTo>
                    <a:pt x="175263" y="308067"/>
                  </a:lnTo>
                  <a:lnTo>
                    <a:pt x="181523" y="307798"/>
                  </a:lnTo>
                  <a:lnTo>
                    <a:pt x="187782" y="307517"/>
                  </a:lnTo>
                  <a:lnTo>
                    <a:pt x="194042" y="307226"/>
                  </a:lnTo>
                  <a:lnTo>
                    <a:pt x="200301" y="306925"/>
                  </a:lnTo>
                  <a:lnTo>
                    <a:pt x="206560" y="306615"/>
                  </a:lnTo>
                  <a:lnTo>
                    <a:pt x="212820" y="306296"/>
                  </a:lnTo>
                  <a:lnTo>
                    <a:pt x="219079" y="305966"/>
                  </a:lnTo>
                  <a:lnTo>
                    <a:pt x="225339" y="305622"/>
                  </a:lnTo>
                  <a:lnTo>
                    <a:pt x="231598" y="305262"/>
                  </a:lnTo>
                  <a:lnTo>
                    <a:pt x="237858" y="304880"/>
                  </a:lnTo>
                  <a:lnTo>
                    <a:pt x="244117" y="304470"/>
                  </a:lnTo>
                  <a:lnTo>
                    <a:pt x="250376" y="304019"/>
                  </a:lnTo>
                  <a:lnTo>
                    <a:pt x="256636" y="303520"/>
                  </a:lnTo>
                  <a:lnTo>
                    <a:pt x="262895" y="302966"/>
                  </a:lnTo>
                  <a:lnTo>
                    <a:pt x="269155" y="302346"/>
                  </a:lnTo>
                  <a:lnTo>
                    <a:pt x="275414" y="301653"/>
                  </a:lnTo>
                  <a:lnTo>
                    <a:pt x="281674" y="300877"/>
                  </a:lnTo>
                  <a:lnTo>
                    <a:pt x="287933" y="300010"/>
                  </a:lnTo>
                  <a:lnTo>
                    <a:pt x="294192" y="299044"/>
                  </a:lnTo>
                  <a:lnTo>
                    <a:pt x="300452" y="297960"/>
                  </a:lnTo>
                  <a:lnTo>
                    <a:pt x="306711" y="296772"/>
                  </a:lnTo>
                  <a:lnTo>
                    <a:pt x="312971" y="295482"/>
                  </a:lnTo>
                  <a:lnTo>
                    <a:pt x="319230" y="294094"/>
                  </a:lnTo>
                  <a:lnTo>
                    <a:pt x="325490" y="292615"/>
                  </a:lnTo>
                  <a:lnTo>
                    <a:pt x="331749" y="291055"/>
                  </a:lnTo>
                  <a:lnTo>
                    <a:pt x="338008" y="289426"/>
                  </a:lnTo>
                  <a:lnTo>
                    <a:pt x="344268" y="287741"/>
                  </a:lnTo>
                  <a:lnTo>
                    <a:pt x="350527" y="286020"/>
                  </a:lnTo>
                  <a:lnTo>
                    <a:pt x="356787" y="284288"/>
                  </a:lnTo>
                  <a:lnTo>
                    <a:pt x="363046" y="282563"/>
                  </a:lnTo>
                  <a:lnTo>
                    <a:pt x="369305" y="280863"/>
                  </a:lnTo>
                  <a:lnTo>
                    <a:pt x="375565" y="279207"/>
                  </a:lnTo>
                  <a:lnTo>
                    <a:pt x="381824" y="277610"/>
                  </a:lnTo>
                  <a:lnTo>
                    <a:pt x="388084" y="276087"/>
                  </a:lnTo>
                  <a:lnTo>
                    <a:pt x="394343" y="274661"/>
                  </a:lnTo>
                  <a:lnTo>
                    <a:pt x="400603" y="273337"/>
                  </a:lnTo>
                  <a:lnTo>
                    <a:pt x="406862" y="272114"/>
                  </a:lnTo>
                  <a:lnTo>
                    <a:pt x="413121" y="270993"/>
                  </a:lnTo>
                  <a:lnTo>
                    <a:pt x="419381" y="269974"/>
                  </a:lnTo>
                  <a:lnTo>
                    <a:pt x="425640" y="269051"/>
                  </a:lnTo>
                  <a:lnTo>
                    <a:pt x="431900" y="268220"/>
                  </a:lnTo>
                  <a:lnTo>
                    <a:pt x="438159" y="267472"/>
                  </a:lnTo>
                  <a:lnTo>
                    <a:pt x="444419" y="266810"/>
                  </a:lnTo>
                  <a:lnTo>
                    <a:pt x="450678" y="266212"/>
                  </a:lnTo>
                  <a:lnTo>
                    <a:pt x="456937" y="265668"/>
                  </a:lnTo>
                  <a:lnTo>
                    <a:pt x="463197" y="265171"/>
                  </a:lnTo>
                  <a:lnTo>
                    <a:pt x="469456" y="264713"/>
                  </a:lnTo>
                  <a:lnTo>
                    <a:pt x="475716" y="264290"/>
                  </a:lnTo>
                  <a:lnTo>
                    <a:pt x="481975" y="263899"/>
                  </a:lnTo>
                  <a:lnTo>
                    <a:pt x="488235" y="263536"/>
                  </a:lnTo>
                  <a:lnTo>
                    <a:pt x="494494" y="263204"/>
                  </a:lnTo>
                  <a:lnTo>
                    <a:pt x="500753" y="262899"/>
                  </a:lnTo>
                  <a:lnTo>
                    <a:pt x="507013" y="262621"/>
                  </a:lnTo>
                  <a:lnTo>
                    <a:pt x="513272" y="262369"/>
                  </a:lnTo>
                  <a:lnTo>
                    <a:pt x="519532" y="262143"/>
                  </a:lnTo>
                  <a:lnTo>
                    <a:pt x="525791" y="261941"/>
                  </a:lnTo>
                  <a:lnTo>
                    <a:pt x="532050" y="261761"/>
                  </a:lnTo>
                  <a:lnTo>
                    <a:pt x="538310" y="261597"/>
                  </a:lnTo>
                  <a:lnTo>
                    <a:pt x="544569" y="261443"/>
                  </a:lnTo>
                  <a:lnTo>
                    <a:pt x="550829" y="261285"/>
                  </a:lnTo>
                  <a:lnTo>
                    <a:pt x="557088" y="261114"/>
                  </a:lnTo>
                  <a:lnTo>
                    <a:pt x="563348" y="260917"/>
                  </a:lnTo>
                  <a:lnTo>
                    <a:pt x="569607" y="260681"/>
                  </a:lnTo>
                  <a:lnTo>
                    <a:pt x="575866" y="260393"/>
                  </a:lnTo>
                  <a:lnTo>
                    <a:pt x="582126" y="260037"/>
                  </a:lnTo>
                  <a:lnTo>
                    <a:pt x="588385" y="259588"/>
                  </a:lnTo>
                  <a:lnTo>
                    <a:pt x="594645" y="259038"/>
                  </a:lnTo>
                  <a:lnTo>
                    <a:pt x="600904" y="258379"/>
                  </a:lnTo>
                  <a:lnTo>
                    <a:pt x="607164" y="257604"/>
                  </a:lnTo>
                  <a:lnTo>
                    <a:pt x="613423" y="256706"/>
                  </a:lnTo>
                  <a:lnTo>
                    <a:pt x="619682" y="255682"/>
                  </a:lnTo>
                  <a:lnTo>
                    <a:pt x="625942" y="254529"/>
                  </a:lnTo>
                  <a:lnTo>
                    <a:pt x="632201" y="253248"/>
                  </a:lnTo>
                  <a:lnTo>
                    <a:pt x="638461" y="251820"/>
                  </a:lnTo>
                  <a:lnTo>
                    <a:pt x="644720" y="250271"/>
                  </a:lnTo>
                  <a:lnTo>
                    <a:pt x="650980" y="248606"/>
                  </a:lnTo>
                  <a:lnTo>
                    <a:pt x="657239" y="246828"/>
                  </a:lnTo>
                  <a:lnTo>
                    <a:pt x="663498" y="244940"/>
                  </a:lnTo>
                  <a:lnTo>
                    <a:pt x="669758" y="242943"/>
                  </a:lnTo>
                  <a:lnTo>
                    <a:pt x="676017" y="240834"/>
                  </a:lnTo>
                  <a:lnTo>
                    <a:pt x="682277" y="238603"/>
                  </a:lnTo>
                  <a:lnTo>
                    <a:pt x="688536" y="236228"/>
                  </a:lnTo>
                  <a:lnTo>
                    <a:pt x="694796" y="233706"/>
                  </a:lnTo>
                  <a:lnTo>
                    <a:pt x="701055" y="231019"/>
                  </a:lnTo>
                  <a:lnTo>
                    <a:pt x="707314" y="228139"/>
                  </a:lnTo>
                  <a:lnTo>
                    <a:pt x="713574" y="225041"/>
                  </a:lnTo>
                  <a:lnTo>
                    <a:pt x="719833" y="221690"/>
                  </a:lnTo>
                  <a:lnTo>
                    <a:pt x="726093" y="218053"/>
                  </a:lnTo>
                  <a:lnTo>
                    <a:pt x="732352" y="214057"/>
                  </a:lnTo>
                  <a:lnTo>
                    <a:pt x="738611" y="209662"/>
                  </a:lnTo>
                  <a:lnTo>
                    <a:pt x="744871" y="204857"/>
                  </a:lnTo>
                  <a:lnTo>
                    <a:pt x="751130" y="199611"/>
                  </a:lnTo>
                  <a:lnTo>
                    <a:pt x="757390" y="193899"/>
                  </a:lnTo>
                  <a:lnTo>
                    <a:pt x="763649" y="187700"/>
                  </a:lnTo>
                  <a:lnTo>
                    <a:pt x="769909" y="180999"/>
                  </a:lnTo>
                  <a:lnTo>
                    <a:pt x="776168" y="173794"/>
                  </a:lnTo>
                  <a:lnTo>
                    <a:pt x="782427" y="166016"/>
                  </a:lnTo>
                  <a:lnTo>
                    <a:pt x="788687" y="157750"/>
                  </a:lnTo>
                  <a:lnTo>
                    <a:pt x="794946" y="149042"/>
                  </a:lnTo>
                  <a:lnTo>
                    <a:pt x="801206" y="139934"/>
                  </a:lnTo>
                  <a:lnTo>
                    <a:pt x="807465" y="130479"/>
                  </a:lnTo>
                  <a:lnTo>
                    <a:pt x="813725" y="120740"/>
                  </a:lnTo>
                  <a:lnTo>
                    <a:pt x="819984" y="110786"/>
                  </a:lnTo>
                  <a:lnTo>
                    <a:pt x="826243" y="100696"/>
                  </a:lnTo>
                  <a:lnTo>
                    <a:pt x="832503" y="90572"/>
                  </a:lnTo>
                  <a:lnTo>
                    <a:pt x="838762" y="80528"/>
                  </a:lnTo>
                  <a:lnTo>
                    <a:pt x="845022" y="70658"/>
                  </a:lnTo>
                  <a:lnTo>
                    <a:pt x="851281" y="61058"/>
                  </a:lnTo>
                  <a:lnTo>
                    <a:pt x="857541" y="51825"/>
                  </a:lnTo>
                  <a:lnTo>
                    <a:pt x="863800" y="43053"/>
                  </a:lnTo>
                  <a:lnTo>
                    <a:pt x="870059" y="34835"/>
                  </a:lnTo>
                  <a:lnTo>
                    <a:pt x="876319" y="27310"/>
                  </a:lnTo>
                  <a:lnTo>
                    <a:pt x="882578" y="20612"/>
                  </a:lnTo>
                  <a:lnTo>
                    <a:pt x="888838" y="14748"/>
                  </a:lnTo>
                  <a:lnTo>
                    <a:pt x="895097" y="9785"/>
                  </a:lnTo>
                  <a:lnTo>
                    <a:pt x="901356" y="5781"/>
                  </a:lnTo>
                  <a:lnTo>
                    <a:pt x="907616" y="2789"/>
                  </a:lnTo>
                  <a:lnTo>
                    <a:pt x="913875" y="851"/>
                  </a:lnTo>
                  <a:lnTo>
                    <a:pt x="920135" y="0"/>
                  </a:lnTo>
                  <a:lnTo>
                    <a:pt x="926394" y="388"/>
                  </a:lnTo>
                  <a:lnTo>
                    <a:pt x="932654" y="1961"/>
                  </a:lnTo>
                  <a:lnTo>
                    <a:pt x="938913" y="4645"/>
                  </a:lnTo>
                  <a:lnTo>
                    <a:pt x="945172" y="8418"/>
                  </a:lnTo>
                  <a:lnTo>
                    <a:pt x="951432" y="13247"/>
                  </a:lnTo>
                  <a:lnTo>
                    <a:pt x="957691" y="19086"/>
                  </a:lnTo>
                  <a:lnTo>
                    <a:pt x="963951" y="25878"/>
                  </a:lnTo>
                  <a:lnTo>
                    <a:pt x="970210" y="33554"/>
                  </a:lnTo>
                  <a:lnTo>
                    <a:pt x="976470" y="42145"/>
                  </a:lnTo>
                  <a:lnTo>
                    <a:pt x="982729" y="51416"/>
                  </a:lnTo>
                  <a:lnTo>
                    <a:pt x="988988" y="61260"/>
                  </a:lnTo>
                  <a:lnTo>
                    <a:pt x="995248" y="71569"/>
                  </a:lnTo>
                  <a:lnTo>
                    <a:pt x="1001507" y="82238"/>
                  </a:lnTo>
                  <a:lnTo>
                    <a:pt x="1007767" y="93157"/>
                  </a:lnTo>
                  <a:lnTo>
                    <a:pt x="1014026" y="104223"/>
                  </a:lnTo>
                  <a:lnTo>
                    <a:pt x="1020286" y="115328"/>
                  </a:lnTo>
                  <a:lnTo>
                    <a:pt x="1026545" y="126347"/>
                  </a:lnTo>
                  <a:lnTo>
                    <a:pt x="1032804" y="137192"/>
                  </a:lnTo>
                  <a:lnTo>
                    <a:pt x="1039064" y="147790"/>
                  </a:lnTo>
                  <a:lnTo>
                    <a:pt x="1045323" y="158078"/>
                  </a:lnTo>
                  <a:lnTo>
                    <a:pt x="1051583" y="168004"/>
                  </a:lnTo>
                  <a:lnTo>
                    <a:pt x="1057842" y="177526"/>
                  </a:lnTo>
                  <a:lnTo>
                    <a:pt x="1064101" y="186613"/>
                  </a:lnTo>
                  <a:lnTo>
                    <a:pt x="1070361" y="195204"/>
                  </a:lnTo>
                  <a:lnTo>
                    <a:pt x="1076620" y="203283"/>
                  </a:lnTo>
                  <a:lnTo>
                    <a:pt x="1082880" y="210893"/>
                  </a:lnTo>
                  <a:lnTo>
                    <a:pt x="1089139" y="218042"/>
                  </a:lnTo>
                  <a:lnTo>
                    <a:pt x="1095399" y="224740"/>
                  </a:lnTo>
                  <a:lnTo>
                    <a:pt x="1101658" y="231002"/>
                  </a:lnTo>
                  <a:lnTo>
                    <a:pt x="1107917" y="236847"/>
                  </a:lnTo>
                  <a:lnTo>
                    <a:pt x="1114177" y="242295"/>
                  </a:lnTo>
                  <a:lnTo>
                    <a:pt x="1120436" y="247321"/>
                  </a:lnTo>
                  <a:lnTo>
                    <a:pt x="1126696" y="251984"/>
                  </a:lnTo>
                  <a:lnTo>
                    <a:pt x="1132955" y="256323"/>
                  </a:lnTo>
                  <a:lnTo>
                    <a:pt x="1139215" y="260358"/>
                  </a:lnTo>
                  <a:lnTo>
                    <a:pt x="1145474" y="264109"/>
                  </a:lnTo>
                  <a:lnTo>
                    <a:pt x="1151733" y="267595"/>
                  </a:lnTo>
                  <a:lnTo>
                    <a:pt x="1157993" y="270833"/>
                  </a:lnTo>
                  <a:lnTo>
                    <a:pt x="1164252" y="273842"/>
                  </a:lnTo>
                  <a:lnTo>
                    <a:pt x="1170512" y="276605"/>
                  </a:lnTo>
                  <a:lnTo>
                    <a:pt x="1176771" y="279178"/>
                  </a:lnTo>
                  <a:lnTo>
                    <a:pt x="1183031" y="281575"/>
                  </a:lnTo>
                  <a:lnTo>
                    <a:pt x="1189290" y="283808"/>
                  </a:lnTo>
                  <a:lnTo>
                    <a:pt x="1195549" y="285890"/>
                  </a:lnTo>
                  <a:lnTo>
                    <a:pt x="1201809" y="287833"/>
                  </a:lnTo>
                  <a:lnTo>
                    <a:pt x="1208068" y="289645"/>
                  </a:lnTo>
                  <a:lnTo>
                    <a:pt x="1214328" y="291330"/>
                  </a:lnTo>
                  <a:lnTo>
                    <a:pt x="1220587" y="292891"/>
                  </a:lnTo>
                  <a:lnTo>
                    <a:pt x="1226846" y="294348"/>
                  </a:lnTo>
                  <a:lnTo>
                    <a:pt x="1233106" y="295705"/>
                  </a:lnTo>
                  <a:lnTo>
                    <a:pt x="1239365" y="296968"/>
                  </a:lnTo>
                  <a:lnTo>
                    <a:pt x="1245625" y="298141"/>
                  </a:lnTo>
                  <a:lnTo>
                    <a:pt x="1251884" y="299226"/>
                  </a:lnTo>
                  <a:lnTo>
                    <a:pt x="1258144" y="300228"/>
                  </a:lnTo>
                  <a:lnTo>
                    <a:pt x="1264403" y="301140"/>
                  </a:lnTo>
                  <a:lnTo>
                    <a:pt x="1270662" y="301971"/>
                  </a:lnTo>
                  <a:lnTo>
                    <a:pt x="1276922" y="302730"/>
                  </a:lnTo>
                  <a:lnTo>
                    <a:pt x="1283181" y="303419"/>
                  </a:lnTo>
                  <a:lnTo>
                    <a:pt x="1289441" y="304043"/>
                  </a:lnTo>
                  <a:lnTo>
                    <a:pt x="1295700" y="304607"/>
                  </a:lnTo>
                  <a:lnTo>
                    <a:pt x="1301960" y="305115"/>
                  </a:lnTo>
                  <a:lnTo>
                    <a:pt x="1308219" y="305572"/>
                  </a:lnTo>
                  <a:lnTo>
                    <a:pt x="1314478" y="305976"/>
                  </a:lnTo>
                  <a:lnTo>
                    <a:pt x="1320738" y="306340"/>
                  </a:lnTo>
                  <a:lnTo>
                    <a:pt x="1326997" y="306669"/>
                  </a:lnTo>
                  <a:lnTo>
                    <a:pt x="1333257" y="306968"/>
                  </a:lnTo>
                  <a:lnTo>
                    <a:pt x="1339516" y="307241"/>
                  </a:lnTo>
                  <a:lnTo>
                    <a:pt x="1345776" y="307492"/>
                  </a:lnTo>
                  <a:lnTo>
                    <a:pt x="1352035" y="307724"/>
                  </a:lnTo>
                  <a:lnTo>
                    <a:pt x="1358294" y="307940"/>
                  </a:lnTo>
                  <a:lnTo>
                    <a:pt x="1364554" y="308140"/>
                  </a:lnTo>
                  <a:lnTo>
                    <a:pt x="1370813" y="308330"/>
                  </a:lnTo>
                  <a:lnTo>
                    <a:pt x="1377073" y="308509"/>
                  </a:lnTo>
                  <a:lnTo>
                    <a:pt x="1383332" y="308680"/>
                  </a:lnTo>
                  <a:lnTo>
                    <a:pt x="1389592" y="308842"/>
                  </a:lnTo>
                  <a:lnTo>
                    <a:pt x="1395851" y="308995"/>
                  </a:lnTo>
                  <a:lnTo>
                    <a:pt x="1402110" y="309141"/>
                  </a:lnTo>
                  <a:lnTo>
                    <a:pt x="1408370" y="309277"/>
                  </a:lnTo>
                  <a:lnTo>
                    <a:pt x="1414629" y="309405"/>
                  </a:lnTo>
                  <a:lnTo>
                    <a:pt x="1420889" y="309523"/>
                  </a:lnTo>
                  <a:lnTo>
                    <a:pt x="1427148" y="309632"/>
                  </a:lnTo>
                  <a:lnTo>
                    <a:pt x="1433407" y="309732"/>
                  </a:lnTo>
                  <a:lnTo>
                    <a:pt x="1439667" y="309823"/>
                  </a:lnTo>
                  <a:lnTo>
                    <a:pt x="1445926" y="309905"/>
                  </a:lnTo>
                  <a:lnTo>
                    <a:pt x="1452186" y="309978"/>
                  </a:lnTo>
                  <a:lnTo>
                    <a:pt x="1458445" y="310042"/>
                  </a:lnTo>
                  <a:lnTo>
                    <a:pt x="1464705" y="310097"/>
                  </a:lnTo>
                  <a:lnTo>
                    <a:pt x="1470964" y="310144"/>
                  </a:lnTo>
                  <a:lnTo>
                    <a:pt x="1477223" y="310185"/>
                  </a:lnTo>
                  <a:lnTo>
                    <a:pt x="1483483" y="310220"/>
                  </a:lnTo>
                  <a:lnTo>
                    <a:pt x="1489742" y="310249"/>
                  </a:lnTo>
                  <a:lnTo>
                    <a:pt x="1496002" y="310273"/>
                  </a:lnTo>
                  <a:lnTo>
                    <a:pt x="1502261" y="310292"/>
                  </a:lnTo>
                  <a:lnTo>
                    <a:pt x="1508521" y="310308"/>
                  </a:lnTo>
                  <a:lnTo>
                    <a:pt x="1514780" y="310320"/>
                  </a:lnTo>
                  <a:lnTo>
                    <a:pt x="1521039" y="310330"/>
                  </a:lnTo>
                  <a:lnTo>
                    <a:pt x="1527299" y="310337"/>
                  </a:lnTo>
                  <a:lnTo>
                    <a:pt x="1533558" y="310343"/>
                  </a:lnTo>
                  <a:lnTo>
                    <a:pt x="1539818" y="310348"/>
                  </a:lnTo>
                  <a:lnTo>
                    <a:pt x="1546077" y="310351"/>
                  </a:lnTo>
                  <a:lnTo>
                    <a:pt x="1552337" y="310354"/>
                  </a:lnTo>
                  <a:lnTo>
                    <a:pt x="1558596" y="310356"/>
                  </a:lnTo>
                  <a:lnTo>
                    <a:pt x="1564855" y="310357"/>
                  </a:lnTo>
                  <a:lnTo>
                    <a:pt x="1571115" y="310358"/>
                  </a:lnTo>
                  <a:lnTo>
                    <a:pt x="1577374" y="310359"/>
                  </a:lnTo>
                  <a:lnTo>
                    <a:pt x="1583634" y="310359"/>
                  </a:lnTo>
                  <a:lnTo>
                    <a:pt x="1589893" y="310360"/>
                  </a:lnTo>
                  <a:lnTo>
                    <a:pt x="1596152" y="310360"/>
                  </a:lnTo>
                  <a:lnTo>
                    <a:pt x="1602412" y="310360"/>
                  </a:lnTo>
                  <a:lnTo>
                    <a:pt x="1608671" y="310360"/>
                  </a:lnTo>
                  <a:lnTo>
                    <a:pt x="1614931" y="310360"/>
                  </a:lnTo>
                  <a:lnTo>
                    <a:pt x="1621190" y="310360"/>
                  </a:lnTo>
                  <a:lnTo>
                    <a:pt x="1627450" y="310360"/>
                  </a:lnTo>
                  <a:lnTo>
                    <a:pt x="1633709" y="310360"/>
                  </a:lnTo>
                  <a:lnTo>
                    <a:pt x="1639968" y="310360"/>
                  </a:lnTo>
                  <a:lnTo>
                    <a:pt x="1646228" y="310360"/>
                  </a:lnTo>
                  <a:lnTo>
                    <a:pt x="1652487" y="310360"/>
                  </a:lnTo>
                  <a:lnTo>
                    <a:pt x="1658747" y="310360"/>
                  </a:lnTo>
                  <a:lnTo>
                    <a:pt x="1665006" y="310360"/>
                  </a:lnTo>
                  <a:lnTo>
                    <a:pt x="1671266" y="310360"/>
                  </a:lnTo>
                  <a:lnTo>
                    <a:pt x="1677525" y="310360"/>
                  </a:lnTo>
                  <a:lnTo>
                    <a:pt x="1683784" y="310360"/>
                  </a:lnTo>
                  <a:lnTo>
                    <a:pt x="1690044" y="310360"/>
                  </a:lnTo>
                  <a:lnTo>
                    <a:pt x="1696303" y="310360"/>
                  </a:lnTo>
                  <a:lnTo>
                    <a:pt x="1702563" y="310360"/>
                  </a:lnTo>
                  <a:lnTo>
                    <a:pt x="1708822" y="310360"/>
                  </a:lnTo>
                  <a:lnTo>
                    <a:pt x="1715082" y="310360"/>
                  </a:lnTo>
                  <a:lnTo>
                    <a:pt x="1721341" y="310360"/>
                  </a:lnTo>
                  <a:lnTo>
                    <a:pt x="1727600" y="310360"/>
                  </a:lnTo>
                  <a:lnTo>
                    <a:pt x="1733860" y="310360"/>
                  </a:lnTo>
                  <a:lnTo>
                    <a:pt x="1740119" y="310360"/>
                  </a:lnTo>
                  <a:lnTo>
                    <a:pt x="1746379" y="310360"/>
                  </a:lnTo>
                  <a:lnTo>
                    <a:pt x="1752638" y="310360"/>
                  </a:lnTo>
                  <a:lnTo>
                    <a:pt x="1758897" y="310360"/>
                  </a:lnTo>
                  <a:lnTo>
                    <a:pt x="1765157" y="310360"/>
                  </a:lnTo>
                  <a:lnTo>
                    <a:pt x="1771416" y="310360"/>
                  </a:lnTo>
                  <a:lnTo>
                    <a:pt x="1777676" y="310360"/>
                  </a:lnTo>
                  <a:lnTo>
                    <a:pt x="1783935" y="310360"/>
                  </a:lnTo>
                  <a:lnTo>
                    <a:pt x="1790195" y="310360"/>
                  </a:lnTo>
                  <a:lnTo>
                    <a:pt x="1796454" y="310360"/>
                  </a:lnTo>
                  <a:lnTo>
                    <a:pt x="1802713" y="310360"/>
                  </a:lnTo>
                  <a:lnTo>
                    <a:pt x="1808973" y="310360"/>
                  </a:lnTo>
                  <a:lnTo>
                    <a:pt x="1815232" y="310360"/>
                  </a:lnTo>
                  <a:lnTo>
                    <a:pt x="1821492" y="310360"/>
                  </a:lnTo>
                  <a:lnTo>
                    <a:pt x="1827751" y="310360"/>
                  </a:lnTo>
                  <a:lnTo>
                    <a:pt x="1834011" y="310360"/>
                  </a:lnTo>
                  <a:lnTo>
                    <a:pt x="1840270" y="310360"/>
                  </a:lnTo>
                  <a:lnTo>
                    <a:pt x="1846529" y="310360"/>
                  </a:lnTo>
                  <a:lnTo>
                    <a:pt x="1852789" y="310360"/>
                  </a:lnTo>
                  <a:lnTo>
                    <a:pt x="1859048" y="310360"/>
                  </a:lnTo>
                  <a:lnTo>
                    <a:pt x="1865308" y="310360"/>
                  </a:lnTo>
                  <a:lnTo>
                    <a:pt x="1871567" y="310360"/>
                  </a:lnTo>
                  <a:lnTo>
                    <a:pt x="1877827" y="310360"/>
                  </a:lnTo>
                  <a:lnTo>
                    <a:pt x="1884086" y="310360"/>
                  </a:lnTo>
                  <a:lnTo>
                    <a:pt x="1890345" y="310360"/>
                  </a:lnTo>
                  <a:lnTo>
                    <a:pt x="1896605" y="310360"/>
                  </a:lnTo>
                  <a:lnTo>
                    <a:pt x="1902864" y="310360"/>
                  </a:lnTo>
                  <a:lnTo>
                    <a:pt x="1909124" y="310360"/>
                  </a:lnTo>
                  <a:lnTo>
                    <a:pt x="1915383" y="310360"/>
                  </a:lnTo>
                  <a:lnTo>
                    <a:pt x="1921642" y="310360"/>
                  </a:lnTo>
                  <a:lnTo>
                    <a:pt x="1927902" y="310360"/>
                  </a:lnTo>
                  <a:lnTo>
                    <a:pt x="1934161" y="310360"/>
                  </a:lnTo>
                  <a:lnTo>
                    <a:pt x="1940421" y="310360"/>
                  </a:lnTo>
                  <a:lnTo>
                    <a:pt x="1946680" y="310360"/>
                  </a:lnTo>
                  <a:lnTo>
                    <a:pt x="1952940" y="310360"/>
                  </a:lnTo>
                  <a:lnTo>
                    <a:pt x="1959199" y="310360"/>
                  </a:lnTo>
                  <a:lnTo>
                    <a:pt x="1965458" y="310360"/>
                  </a:lnTo>
                  <a:lnTo>
                    <a:pt x="1971718" y="310360"/>
                  </a:lnTo>
                  <a:lnTo>
                    <a:pt x="1977977" y="310360"/>
                  </a:lnTo>
                  <a:lnTo>
                    <a:pt x="1984237" y="310360"/>
                  </a:lnTo>
                  <a:lnTo>
                    <a:pt x="1990496" y="310360"/>
                  </a:lnTo>
                  <a:lnTo>
                    <a:pt x="1996756" y="310360"/>
                  </a:lnTo>
                  <a:lnTo>
                    <a:pt x="2003015" y="310360"/>
                  </a:lnTo>
                  <a:lnTo>
                    <a:pt x="2009274" y="310360"/>
                  </a:lnTo>
                  <a:lnTo>
                    <a:pt x="2015534" y="310360"/>
                  </a:lnTo>
                  <a:lnTo>
                    <a:pt x="2021793" y="310360"/>
                  </a:lnTo>
                  <a:lnTo>
                    <a:pt x="2028053" y="310360"/>
                  </a:lnTo>
                  <a:lnTo>
                    <a:pt x="2034312" y="310360"/>
                  </a:lnTo>
                  <a:lnTo>
                    <a:pt x="2040572" y="310360"/>
                  </a:lnTo>
                  <a:lnTo>
                    <a:pt x="2046831" y="310360"/>
                  </a:lnTo>
                  <a:lnTo>
                    <a:pt x="2053090" y="310360"/>
                  </a:lnTo>
                  <a:lnTo>
                    <a:pt x="2059350" y="310360"/>
                  </a:lnTo>
                  <a:lnTo>
                    <a:pt x="2065609" y="310360"/>
                  </a:lnTo>
                  <a:lnTo>
                    <a:pt x="2071869" y="310360"/>
                  </a:lnTo>
                  <a:lnTo>
                    <a:pt x="2078128" y="310360"/>
                  </a:lnTo>
                  <a:lnTo>
                    <a:pt x="2084388" y="310360"/>
                  </a:lnTo>
                  <a:lnTo>
                    <a:pt x="2090647" y="310360"/>
                  </a:lnTo>
                  <a:lnTo>
                    <a:pt x="2096906" y="310360"/>
                  </a:lnTo>
                  <a:lnTo>
                    <a:pt x="2103166" y="310360"/>
                  </a:lnTo>
                  <a:lnTo>
                    <a:pt x="2109425" y="310360"/>
                  </a:lnTo>
                  <a:lnTo>
                    <a:pt x="2115685" y="310360"/>
                  </a:lnTo>
                  <a:lnTo>
                    <a:pt x="2121944" y="310360"/>
                  </a:lnTo>
                  <a:lnTo>
                    <a:pt x="2128203" y="310360"/>
                  </a:lnTo>
                  <a:lnTo>
                    <a:pt x="2134463" y="310360"/>
                  </a:lnTo>
                  <a:lnTo>
                    <a:pt x="2140722" y="310360"/>
                  </a:lnTo>
                  <a:lnTo>
                    <a:pt x="2146982" y="310360"/>
                  </a:lnTo>
                  <a:lnTo>
                    <a:pt x="2153241" y="310360"/>
                  </a:lnTo>
                  <a:lnTo>
                    <a:pt x="2159501" y="310360"/>
                  </a:lnTo>
                  <a:lnTo>
                    <a:pt x="2165760" y="310360"/>
                  </a:lnTo>
                  <a:lnTo>
                    <a:pt x="2172019" y="310360"/>
                  </a:lnTo>
                  <a:lnTo>
                    <a:pt x="2178279" y="310360"/>
                  </a:lnTo>
                  <a:lnTo>
                    <a:pt x="2184538" y="310360"/>
                  </a:lnTo>
                  <a:lnTo>
                    <a:pt x="2190798" y="310360"/>
                  </a:lnTo>
                  <a:lnTo>
                    <a:pt x="2197057" y="310360"/>
                  </a:lnTo>
                  <a:lnTo>
                    <a:pt x="2203317" y="310360"/>
                  </a:lnTo>
                  <a:lnTo>
                    <a:pt x="2209576" y="310360"/>
                  </a:lnTo>
                  <a:lnTo>
                    <a:pt x="2215835" y="310360"/>
                  </a:lnTo>
                  <a:lnTo>
                    <a:pt x="2222095" y="310360"/>
                  </a:lnTo>
                  <a:lnTo>
                    <a:pt x="2228354" y="310360"/>
                  </a:lnTo>
                  <a:lnTo>
                    <a:pt x="2234614" y="310360"/>
                  </a:lnTo>
                  <a:lnTo>
                    <a:pt x="2240873" y="310360"/>
                  </a:lnTo>
                  <a:lnTo>
                    <a:pt x="2247133" y="310360"/>
                  </a:lnTo>
                  <a:lnTo>
                    <a:pt x="2253392" y="310360"/>
                  </a:lnTo>
                  <a:lnTo>
                    <a:pt x="2259651" y="310360"/>
                  </a:lnTo>
                  <a:lnTo>
                    <a:pt x="2265911" y="310360"/>
                  </a:lnTo>
                  <a:lnTo>
                    <a:pt x="2272170" y="310360"/>
                  </a:lnTo>
                  <a:lnTo>
                    <a:pt x="2278430" y="310360"/>
                  </a:lnTo>
                  <a:lnTo>
                    <a:pt x="2284689" y="310360"/>
                  </a:lnTo>
                  <a:lnTo>
                    <a:pt x="2290948" y="310360"/>
                  </a:lnTo>
                  <a:lnTo>
                    <a:pt x="2297208" y="310360"/>
                  </a:lnTo>
                  <a:lnTo>
                    <a:pt x="2303467" y="310360"/>
                  </a:lnTo>
                  <a:lnTo>
                    <a:pt x="2309727" y="310360"/>
                  </a:lnTo>
                  <a:lnTo>
                    <a:pt x="2315986" y="310360"/>
                  </a:lnTo>
                  <a:lnTo>
                    <a:pt x="2322246" y="310360"/>
                  </a:lnTo>
                  <a:lnTo>
                    <a:pt x="2328505" y="310360"/>
                  </a:lnTo>
                  <a:lnTo>
                    <a:pt x="2334764" y="310360"/>
                  </a:lnTo>
                  <a:lnTo>
                    <a:pt x="2341024" y="310360"/>
                  </a:lnTo>
                  <a:lnTo>
                    <a:pt x="2347283" y="310360"/>
                  </a:lnTo>
                  <a:lnTo>
                    <a:pt x="2353543" y="310360"/>
                  </a:lnTo>
                  <a:lnTo>
                    <a:pt x="2359802" y="310360"/>
                  </a:lnTo>
                  <a:lnTo>
                    <a:pt x="2366062" y="310360"/>
                  </a:lnTo>
                  <a:lnTo>
                    <a:pt x="2372321" y="310360"/>
                  </a:lnTo>
                  <a:lnTo>
                    <a:pt x="2378580" y="310360"/>
                  </a:lnTo>
                  <a:lnTo>
                    <a:pt x="2384840" y="310360"/>
                  </a:lnTo>
                  <a:lnTo>
                    <a:pt x="2391099" y="310360"/>
                  </a:lnTo>
                  <a:lnTo>
                    <a:pt x="2397359" y="310360"/>
                  </a:lnTo>
                  <a:lnTo>
                    <a:pt x="2403618" y="310360"/>
                  </a:lnTo>
                  <a:lnTo>
                    <a:pt x="2409878" y="310360"/>
                  </a:lnTo>
                  <a:lnTo>
                    <a:pt x="2416137" y="310360"/>
                  </a:lnTo>
                  <a:lnTo>
                    <a:pt x="2422396" y="310360"/>
                  </a:lnTo>
                  <a:lnTo>
                    <a:pt x="2428656" y="310360"/>
                  </a:lnTo>
                  <a:lnTo>
                    <a:pt x="2434915" y="310360"/>
                  </a:lnTo>
                  <a:lnTo>
                    <a:pt x="2441175" y="310360"/>
                  </a:lnTo>
                  <a:lnTo>
                    <a:pt x="2447434" y="310360"/>
                  </a:lnTo>
                  <a:lnTo>
                    <a:pt x="2453693" y="310360"/>
                  </a:lnTo>
                  <a:lnTo>
                    <a:pt x="2459953" y="310360"/>
                  </a:lnTo>
                  <a:lnTo>
                    <a:pt x="2466212" y="310360"/>
                  </a:lnTo>
                  <a:lnTo>
                    <a:pt x="2472472" y="310360"/>
                  </a:lnTo>
                  <a:lnTo>
                    <a:pt x="2478731" y="310360"/>
                  </a:lnTo>
                  <a:lnTo>
                    <a:pt x="2484991" y="310360"/>
                  </a:lnTo>
                  <a:lnTo>
                    <a:pt x="2491250" y="310360"/>
                  </a:lnTo>
                  <a:lnTo>
                    <a:pt x="2497509" y="310360"/>
                  </a:lnTo>
                  <a:lnTo>
                    <a:pt x="2503769" y="310360"/>
                  </a:lnTo>
                  <a:lnTo>
                    <a:pt x="2510028" y="310360"/>
                  </a:lnTo>
                  <a:lnTo>
                    <a:pt x="2516288" y="310360"/>
                  </a:lnTo>
                  <a:lnTo>
                    <a:pt x="2522547" y="310360"/>
                  </a:lnTo>
                  <a:lnTo>
                    <a:pt x="2528807" y="310360"/>
                  </a:lnTo>
                  <a:lnTo>
                    <a:pt x="2535066" y="310360"/>
                  </a:lnTo>
                  <a:lnTo>
                    <a:pt x="2541325" y="310360"/>
                  </a:lnTo>
                  <a:lnTo>
                    <a:pt x="2547585" y="310360"/>
                  </a:lnTo>
                  <a:lnTo>
                    <a:pt x="2553844" y="310360"/>
                  </a:lnTo>
                  <a:lnTo>
                    <a:pt x="2560104" y="310360"/>
                  </a:lnTo>
                  <a:lnTo>
                    <a:pt x="2566363" y="310360"/>
                  </a:lnTo>
                  <a:lnTo>
                    <a:pt x="2572623" y="310360"/>
                  </a:lnTo>
                  <a:lnTo>
                    <a:pt x="2578882" y="310360"/>
                  </a:lnTo>
                  <a:lnTo>
                    <a:pt x="2585141" y="310360"/>
                  </a:lnTo>
                  <a:lnTo>
                    <a:pt x="2591401" y="310360"/>
                  </a:lnTo>
                  <a:lnTo>
                    <a:pt x="2597660" y="310360"/>
                  </a:lnTo>
                  <a:lnTo>
                    <a:pt x="2603920" y="310360"/>
                  </a:lnTo>
                  <a:lnTo>
                    <a:pt x="2610179" y="310360"/>
                  </a:lnTo>
                  <a:lnTo>
                    <a:pt x="2616438" y="310360"/>
                  </a:lnTo>
                  <a:lnTo>
                    <a:pt x="2622698" y="310360"/>
                  </a:lnTo>
                  <a:lnTo>
                    <a:pt x="2628957" y="310360"/>
                  </a:lnTo>
                  <a:lnTo>
                    <a:pt x="2635217" y="310360"/>
                  </a:lnTo>
                  <a:lnTo>
                    <a:pt x="2641476" y="310360"/>
                  </a:lnTo>
                  <a:lnTo>
                    <a:pt x="2647736" y="310360"/>
                  </a:lnTo>
                  <a:lnTo>
                    <a:pt x="2653995" y="310360"/>
                  </a:lnTo>
                  <a:lnTo>
                    <a:pt x="2660254" y="310360"/>
                  </a:lnTo>
                  <a:lnTo>
                    <a:pt x="2666514" y="310360"/>
                  </a:lnTo>
                  <a:lnTo>
                    <a:pt x="2672773" y="310360"/>
                  </a:lnTo>
                  <a:lnTo>
                    <a:pt x="2679033" y="310360"/>
                  </a:lnTo>
                  <a:lnTo>
                    <a:pt x="2685292" y="310360"/>
                  </a:lnTo>
                  <a:lnTo>
                    <a:pt x="2691552" y="310360"/>
                  </a:lnTo>
                  <a:lnTo>
                    <a:pt x="2697811" y="310360"/>
                  </a:lnTo>
                  <a:lnTo>
                    <a:pt x="2704070" y="310360"/>
                  </a:lnTo>
                  <a:lnTo>
                    <a:pt x="2710330" y="310360"/>
                  </a:lnTo>
                  <a:lnTo>
                    <a:pt x="2716589" y="310360"/>
                  </a:lnTo>
                  <a:lnTo>
                    <a:pt x="2722849" y="310360"/>
                  </a:lnTo>
                  <a:lnTo>
                    <a:pt x="2729108" y="310360"/>
                  </a:lnTo>
                  <a:lnTo>
                    <a:pt x="2735368" y="310360"/>
                  </a:lnTo>
                  <a:lnTo>
                    <a:pt x="2741627" y="310360"/>
                  </a:lnTo>
                  <a:lnTo>
                    <a:pt x="2747886" y="310360"/>
                  </a:lnTo>
                  <a:lnTo>
                    <a:pt x="2754146" y="310360"/>
                  </a:lnTo>
                  <a:lnTo>
                    <a:pt x="2760405" y="310360"/>
                  </a:lnTo>
                  <a:lnTo>
                    <a:pt x="2766665" y="310360"/>
                  </a:lnTo>
                  <a:lnTo>
                    <a:pt x="2772924" y="310360"/>
                  </a:lnTo>
                  <a:lnTo>
                    <a:pt x="2779184" y="310360"/>
                  </a:lnTo>
                  <a:lnTo>
                    <a:pt x="2785443" y="310360"/>
                  </a:lnTo>
                  <a:lnTo>
                    <a:pt x="2791702" y="310360"/>
                  </a:lnTo>
                  <a:lnTo>
                    <a:pt x="2797962" y="310360"/>
                  </a:lnTo>
                  <a:lnTo>
                    <a:pt x="2804221" y="310360"/>
                  </a:lnTo>
                  <a:lnTo>
                    <a:pt x="2810481" y="310360"/>
                  </a:lnTo>
                  <a:lnTo>
                    <a:pt x="2816740" y="310360"/>
                  </a:lnTo>
                  <a:lnTo>
                    <a:pt x="2822999" y="310360"/>
                  </a:lnTo>
                  <a:lnTo>
                    <a:pt x="2829259" y="310360"/>
                  </a:lnTo>
                  <a:lnTo>
                    <a:pt x="2835518" y="310360"/>
                  </a:lnTo>
                  <a:lnTo>
                    <a:pt x="2841778" y="310360"/>
                  </a:lnTo>
                  <a:lnTo>
                    <a:pt x="2848037" y="310360"/>
                  </a:lnTo>
                  <a:lnTo>
                    <a:pt x="2854297" y="310360"/>
                  </a:lnTo>
                  <a:lnTo>
                    <a:pt x="2860556" y="310360"/>
                  </a:lnTo>
                  <a:lnTo>
                    <a:pt x="2866815" y="310360"/>
                  </a:lnTo>
                  <a:lnTo>
                    <a:pt x="2873075" y="310360"/>
                  </a:lnTo>
                  <a:lnTo>
                    <a:pt x="2879334" y="310360"/>
                  </a:lnTo>
                  <a:lnTo>
                    <a:pt x="2885594" y="310360"/>
                  </a:lnTo>
                  <a:lnTo>
                    <a:pt x="2891853" y="310360"/>
                  </a:lnTo>
                  <a:lnTo>
                    <a:pt x="2898113" y="310360"/>
                  </a:lnTo>
                  <a:lnTo>
                    <a:pt x="2904372" y="310360"/>
                  </a:lnTo>
                  <a:lnTo>
                    <a:pt x="2910631" y="310360"/>
                  </a:lnTo>
                  <a:lnTo>
                    <a:pt x="2916891" y="310360"/>
                  </a:lnTo>
                  <a:lnTo>
                    <a:pt x="2923150" y="310360"/>
                  </a:lnTo>
                  <a:lnTo>
                    <a:pt x="2929410" y="310360"/>
                  </a:lnTo>
                  <a:lnTo>
                    <a:pt x="2935669" y="310360"/>
                  </a:lnTo>
                  <a:lnTo>
                    <a:pt x="2941929" y="310360"/>
                  </a:lnTo>
                  <a:lnTo>
                    <a:pt x="2948188" y="310360"/>
                  </a:lnTo>
                  <a:lnTo>
                    <a:pt x="2954447" y="310360"/>
                  </a:lnTo>
                  <a:lnTo>
                    <a:pt x="2960707" y="310360"/>
                  </a:lnTo>
                  <a:lnTo>
                    <a:pt x="2966966" y="310360"/>
                  </a:lnTo>
                  <a:lnTo>
                    <a:pt x="2973226" y="310360"/>
                  </a:lnTo>
                  <a:lnTo>
                    <a:pt x="2979485" y="310360"/>
                  </a:lnTo>
                  <a:lnTo>
                    <a:pt x="2985744" y="310360"/>
                  </a:lnTo>
                  <a:lnTo>
                    <a:pt x="2992004" y="310360"/>
                  </a:lnTo>
                  <a:lnTo>
                    <a:pt x="2998263" y="310360"/>
                  </a:lnTo>
                  <a:lnTo>
                    <a:pt x="3004523" y="310360"/>
                  </a:lnTo>
                  <a:lnTo>
                    <a:pt x="3010782" y="310360"/>
                  </a:lnTo>
                  <a:lnTo>
                    <a:pt x="3017042" y="310360"/>
                  </a:lnTo>
                  <a:lnTo>
                    <a:pt x="3023301" y="310360"/>
                  </a:lnTo>
                  <a:lnTo>
                    <a:pt x="3029560" y="310360"/>
                  </a:lnTo>
                  <a:lnTo>
                    <a:pt x="3035820" y="310360"/>
                  </a:lnTo>
                  <a:lnTo>
                    <a:pt x="3042079" y="310360"/>
                  </a:lnTo>
                  <a:lnTo>
                    <a:pt x="3048339" y="310360"/>
                  </a:lnTo>
                  <a:lnTo>
                    <a:pt x="3054598" y="310360"/>
                  </a:lnTo>
                  <a:lnTo>
                    <a:pt x="3060858" y="310360"/>
                  </a:lnTo>
                  <a:lnTo>
                    <a:pt x="3067117" y="310360"/>
                  </a:lnTo>
                  <a:lnTo>
                    <a:pt x="3073376" y="310360"/>
                  </a:lnTo>
                  <a:lnTo>
                    <a:pt x="3079636" y="310360"/>
                  </a:lnTo>
                  <a:lnTo>
                    <a:pt x="3085895" y="310360"/>
                  </a:lnTo>
                  <a:lnTo>
                    <a:pt x="3092155" y="310360"/>
                  </a:lnTo>
                  <a:lnTo>
                    <a:pt x="3098414" y="310360"/>
                  </a:lnTo>
                  <a:lnTo>
                    <a:pt x="3104674" y="310360"/>
                  </a:lnTo>
                  <a:lnTo>
                    <a:pt x="3110933" y="310360"/>
                  </a:lnTo>
                  <a:lnTo>
                    <a:pt x="3117192" y="310360"/>
                  </a:lnTo>
                  <a:lnTo>
                    <a:pt x="3123452" y="310360"/>
                  </a:lnTo>
                  <a:lnTo>
                    <a:pt x="3129711" y="310360"/>
                  </a:lnTo>
                  <a:lnTo>
                    <a:pt x="3135971" y="310360"/>
                  </a:lnTo>
                  <a:lnTo>
                    <a:pt x="3142230" y="310360"/>
                  </a:lnTo>
                  <a:lnTo>
                    <a:pt x="3148489" y="310360"/>
                  </a:lnTo>
                  <a:lnTo>
                    <a:pt x="3154749" y="310360"/>
                  </a:lnTo>
                  <a:lnTo>
                    <a:pt x="3161008" y="310360"/>
                  </a:lnTo>
                  <a:lnTo>
                    <a:pt x="3167268" y="310360"/>
                  </a:lnTo>
                  <a:lnTo>
                    <a:pt x="3173527" y="310360"/>
                  </a:lnTo>
                  <a:lnTo>
                    <a:pt x="3179787" y="310360"/>
                  </a:lnTo>
                  <a:lnTo>
                    <a:pt x="3186046" y="310360"/>
                  </a:lnTo>
                  <a:lnTo>
                    <a:pt x="3192305" y="310360"/>
                  </a:lnTo>
                  <a:lnTo>
                    <a:pt x="3198565" y="310360"/>
                  </a:lnTo>
                </a:path>
              </a:pathLst>
            </a:custGeom>
            <a:ln w="27101" cap="flat">
              <a:solidFill>
                <a:srgbClr val="7FCC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749798" y="3143511"/>
              <a:ext cx="3198565" cy="187432"/>
            </a:xfrm>
            <a:custGeom>
              <a:avLst/>
              <a:pathLst>
                <a:path w="3198565" h="187432">
                  <a:moveTo>
                    <a:pt x="0" y="187401"/>
                  </a:moveTo>
                  <a:lnTo>
                    <a:pt x="6259" y="187395"/>
                  </a:lnTo>
                  <a:lnTo>
                    <a:pt x="12518" y="187387"/>
                  </a:lnTo>
                  <a:lnTo>
                    <a:pt x="18778" y="187379"/>
                  </a:lnTo>
                  <a:lnTo>
                    <a:pt x="25037" y="187368"/>
                  </a:lnTo>
                  <a:lnTo>
                    <a:pt x="31297" y="187356"/>
                  </a:lnTo>
                  <a:lnTo>
                    <a:pt x="37556" y="187342"/>
                  </a:lnTo>
                  <a:lnTo>
                    <a:pt x="43815" y="187326"/>
                  </a:lnTo>
                  <a:lnTo>
                    <a:pt x="50075" y="187307"/>
                  </a:lnTo>
                  <a:lnTo>
                    <a:pt x="56334" y="187286"/>
                  </a:lnTo>
                  <a:lnTo>
                    <a:pt x="62594" y="187261"/>
                  </a:lnTo>
                  <a:lnTo>
                    <a:pt x="68853" y="187233"/>
                  </a:lnTo>
                  <a:lnTo>
                    <a:pt x="75113" y="187202"/>
                  </a:lnTo>
                  <a:lnTo>
                    <a:pt x="81372" y="187167"/>
                  </a:lnTo>
                  <a:lnTo>
                    <a:pt x="87631" y="187127"/>
                  </a:lnTo>
                  <a:lnTo>
                    <a:pt x="93891" y="187083"/>
                  </a:lnTo>
                  <a:lnTo>
                    <a:pt x="100150" y="187034"/>
                  </a:lnTo>
                  <a:lnTo>
                    <a:pt x="106410" y="186979"/>
                  </a:lnTo>
                  <a:lnTo>
                    <a:pt x="112669" y="186920"/>
                  </a:lnTo>
                  <a:lnTo>
                    <a:pt x="118929" y="186855"/>
                  </a:lnTo>
                  <a:lnTo>
                    <a:pt x="125188" y="186783"/>
                  </a:lnTo>
                  <a:lnTo>
                    <a:pt x="131447" y="186705"/>
                  </a:lnTo>
                  <a:lnTo>
                    <a:pt x="137707" y="186621"/>
                  </a:lnTo>
                  <a:lnTo>
                    <a:pt x="143966" y="186530"/>
                  </a:lnTo>
                  <a:lnTo>
                    <a:pt x="150226" y="186434"/>
                  </a:lnTo>
                  <a:lnTo>
                    <a:pt x="156485" y="186330"/>
                  </a:lnTo>
                  <a:lnTo>
                    <a:pt x="162745" y="186219"/>
                  </a:lnTo>
                  <a:lnTo>
                    <a:pt x="169004" y="186100"/>
                  </a:lnTo>
                  <a:lnTo>
                    <a:pt x="175263" y="185976"/>
                  </a:lnTo>
                  <a:lnTo>
                    <a:pt x="181523" y="185845"/>
                  </a:lnTo>
                  <a:lnTo>
                    <a:pt x="187782" y="185708"/>
                  </a:lnTo>
                  <a:lnTo>
                    <a:pt x="194042" y="185563"/>
                  </a:lnTo>
                  <a:lnTo>
                    <a:pt x="200301" y="185411"/>
                  </a:lnTo>
                  <a:lnTo>
                    <a:pt x="206560" y="185253"/>
                  </a:lnTo>
                  <a:lnTo>
                    <a:pt x="212820" y="185090"/>
                  </a:lnTo>
                  <a:lnTo>
                    <a:pt x="219079" y="184920"/>
                  </a:lnTo>
                  <a:lnTo>
                    <a:pt x="225339" y="184743"/>
                  </a:lnTo>
                  <a:lnTo>
                    <a:pt x="231598" y="184559"/>
                  </a:lnTo>
                  <a:lnTo>
                    <a:pt x="237858" y="184369"/>
                  </a:lnTo>
                  <a:lnTo>
                    <a:pt x="244117" y="184172"/>
                  </a:lnTo>
                  <a:lnTo>
                    <a:pt x="250376" y="183969"/>
                  </a:lnTo>
                  <a:lnTo>
                    <a:pt x="256636" y="183757"/>
                  </a:lnTo>
                  <a:lnTo>
                    <a:pt x="262895" y="183536"/>
                  </a:lnTo>
                  <a:lnTo>
                    <a:pt x="269155" y="183307"/>
                  </a:lnTo>
                  <a:lnTo>
                    <a:pt x="275414" y="183068"/>
                  </a:lnTo>
                  <a:lnTo>
                    <a:pt x="281674" y="182820"/>
                  </a:lnTo>
                  <a:lnTo>
                    <a:pt x="287933" y="182560"/>
                  </a:lnTo>
                  <a:lnTo>
                    <a:pt x="294192" y="182285"/>
                  </a:lnTo>
                  <a:lnTo>
                    <a:pt x="300452" y="181997"/>
                  </a:lnTo>
                  <a:lnTo>
                    <a:pt x="306711" y="181694"/>
                  </a:lnTo>
                  <a:lnTo>
                    <a:pt x="312971" y="181376"/>
                  </a:lnTo>
                  <a:lnTo>
                    <a:pt x="319230" y="181041"/>
                  </a:lnTo>
                  <a:lnTo>
                    <a:pt x="325490" y="180683"/>
                  </a:lnTo>
                  <a:lnTo>
                    <a:pt x="331749" y="180304"/>
                  </a:lnTo>
                  <a:lnTo>
                    <a:pt x="338008" y="179905"/>
                  </a:lnTo>
                  <a:lnTo>
                    <a:pt x="344268" y="179485"/>
                  </a:lnTo>
                  <a:lnTo>
                    <a:pt x="350527" y="179042"/>
                  </a:lnTo>
                  <a:lnTo>
                    <a:pt x="356787" y="178571"/>
                  </a:lnTo>
                  <a:lnTo>
                    <a:pt x="363046" y="178074"/>
                  </a:lnTo>
                  <a:lnTo>
                    <a:pt x="369305" y="177553"/>
                  </a:lnTo>
                  <a:lnTo>
                    <a:pt x="375565" y="177007"/>
                  </a:lnTo>
                  <a:lnTo>
                    <a:pt x="381824" y="176437"/>
                  </a:lnTo>
                  <a:lnTo>
                    <a:pt x="388084" y="175840"/>
                  </a:lnTo>
                  <a:lnTo>
                    <a:pt x="394343" y="175217"/>
                  </a:lnTo>
                  <a:lnTo>
                    <a:pt x="400603" y="174571"/>
                  </a:lnTo>
                  <a:lnTo>
                    <a:pt x="406862" y="173905"/>
                  </a:lnTo>
                  <a:lnTo>
                    <a:pt x="413121" y="173220"/>
                  </a:lnTo>
                  <a:lnTo>
                    <a:pt x="419381" y="172516"/>
                  </a:lnTo>
                  <a:lnTo>
                    <a:pt x="425640" y="171794"/>
                  </a:lnTo>
                  <a:lnTo>
                    <a:pt x="431900" y="171059"/>
                  </a:lnTo>
                  <a:lnTo>
                    <a:pt x="438159" y="170315"/>
                  </a:lnTo>
                  <a:lnTo>
                    <a:pt x="444419" y="169563"/>
                  </a:lnTo>
                  <a:lnTo>
                    <a:pt x="450678" y="168806"/>
                  </a:lnTo>
                  <a:lnTo>
                    <a:pt x="456937" y="168046"/>
                  </a:lnTo>
                  <a:lnTo>
                    <a:pt x="463197" y="167289"/>
                  </a:lnTo>
                  <a:lnTo>
                    <a:pt x="469456" y="166536"/>
                  </a:lnTo>
                  <a:lnTo>
                    <a:pt x="475716" y="165791"/>
                  </a:lnTo>
                  <a:lnTo>
                    <a:pt x="481975" y="165055"/>
                  </a:lnTo>
                  <a:lnTo>
                    <a:pt x="488235" y="164335"/>
                  </a:lnTo>
                  <a:lnTo>
                    <a:pt x="494494" y="163632"/>
                  </a:lnTo>
                  <a:lnTo>
                    <a:pt x="500753" y="162947"/>
                  </a:lnTo>
                  <a:lnTo>
                    <a:pt x="507013" y="162281"/>
                  </a:lnTo>
                  <a:lnTo>
                    <a:pt x="513272" y="161638"/>
                  </a:lnTo>
                  <a:lnTo>
                    <a:pt x="519532" y="161021"/>
                  </a:lnTo>
                  <a:lnTo>
                    <a:pt x="525791" y="160434"/>
                  </a:lnTo>
                  <a:lnTo>
                    <a:pt x="532050" y="159872"/>
                  </a:lnTo>
                  <a:lnTo>
                    <a:pt x="538310" y="159337"/>
                  </a:lnTo>
                  <a:lnTo>
                    <a:pt x="544569" y="158830"/>
                  </a:lnTo>
                  <a:lnTo>
                    <a:pt x="550829" y="158352"/>
                  </a:lnTo>
                  <a:lnTo>
                    <a:pt x="557088" y="157909"/>
                  </a:lnTo>
                  <a:lnTo>
                    <a:pt x="563348" y="157492"/>
                  </a:lnTo>
                  <a:lnTo>
                    <a:pt x="569607" y="157103"/>
                  </a:lnTo>
                  <a:lnTo>
                    <a:pt x="575866" y="156739"/>
                  </a:lnTo>
                  <a:lnTo>
                    <a:pt x="582126" y="156401"/>
                  </a:lnTo>
                  <a:lnTo>
                    <a:pt x="588385" y="156094"/>
                  </a:lnTo>
                  <a:lnTo>
                    <a:pt x="594645" y="155810"/>
                  </a:lnTo>
                  <a:lnTo>
                    <a:pt x="600904" y="155546"/>
                  </a:lnTo>
                  <a:lnTo>
                    <a:pt x="607164" y="155303"/>
                  </a:lnTo>
                  <a:lnTo>
                    <a:pt x="613423" y="155077"/>
                  </a:lnTo>
                  <a:lnTo>
                    <a:pt x="619682" y="154871"/>
                  </a:lnTo>
                  <a:lnTo>
                    <a:pt x="625942" y="154679"/>
                  </a:lnTo>
                  <a:lnTo>
                    <a:pt x="632201" y="154500"/>
                  </a:lnTo>
                  <a:lnTo>
                    <a:pt x="638461" y="154329"/>
                  </a:lnTo>
                  <a:lnTo>
                    <a:pt x="644720" y="154167"/>
                  </a:lnTo>
                  <a:lnTo>
                    <a:pt x="650980" y="154011"/>
                  </a:lnTo>
                  <a:lnTo>
                    <a:pt x="657239" y="153858"/>
                  </a:lnTo>
                  <a:lnTo>
                    <a:pt x="663498" y="153705"/>
                  </a:lnTo>
                  <a:lnTo>
                    <a:pt x="669758" y="153549"/>
                  </a:lnTo>
                  <a:lnTo>
                    <a:pt x="676017" y="153389"/>
                  </a:lnTo>
                  <a:lnTo>
                    <a:pt x="682277" y="153222"/>
                  </a:lnTo>
                  <a:lnTo>
                    <a:pt x="688536" y="153042"/>
                  </a:lnTo>
                  <a:lnTo>
                    <a:pt x="694796" y="152848"/>
                  </a:lnTo>
                  <a:lnTo>
                    <a:pt x="701055" y="152639"/>
                  </a:lnTo>
                  <a:lnTo>
                    <a:pt x="707314" y="152412"/>
                  </a:lnTo>
                  <a:lnTo>
                    <a:pt x="713574" y="152164"/>
                  </a:lnTo>
                  <a:lnTo>
                    <a:pt x="719833" y="151886"/>
                  </a:lnTo>
                  <a:lnTo>
                    <a:pt x="726093" y="151579"/>
                  </a:lnTo>
                  <a:lnTo>
                    <a:pt x="732352" y="151243"/>
                  </a:lnTo>
                  <a:lnTo>
                    <a:pt x="738611" y="150875"/>
                  </a:lnTo>
                  <a:lnTo>
                    <a:pt x="744871" y="150473"/>
                  </a:lnTo>
                  <a:lnTo>
                    <a:pt x="751130" y="150024"/>
                  </a:lnTo>
                  <a:lnTo>
                    <a:pt x="757390" y="149532"/>
                  </a:lnTo>
                  <a:lnTo>
                    <a:pt x="763649" y="148997"/>
                  </a:lnTo>
                  <a:lnTo>
                    <a:pt x="769909" y="148418"/>
                  </a:lnTo>
                  <a:lnTo>
                    <a:pt x="776168" y="147792"/>
                  </a:lnTo>
                  <a:lnTo>
                    <a:pt x="782427" y="147109"/>
                  </a:lnTo>
                  <a:lnTo>
                    <a:pt x="788687" y="146369"/>
                  </a:lnTo>
                  <a:lnTo>
                    <a:pt x="794946" y="145576"/>
                  </a:lnTo>
                  <a:lnTo>
                    <a:pt x="801206" y="144729"/>
                  </a:lnTo>
                  <a:lnTo>
                    <a:pt x="807465" y="143826"/>
                  </a:lnTo>
                  <a:lnTo>
                    <a:pt x="813725" y="142861"/>
                  </a:lnTo>
                  <a:lnTo>
                    <a:pt x="819984" y="141826"/>
                  </a:lnTo>
                  <a:lnTo>
                    <a:pt x="826243" y="140730"/>
                  </a:lnTo>
                  <a:lnTo>
                    <a:pt x="832503" y="139574"/>
                  </a:lnTo>
                  <a:lnTo>
                    <a:pt x="838762" y="138355"/>
                  </a:lnTo>
                  <a:lnTo>
                    <a:pt x="845022" y="137072"/>
                  </a:lnTo>
                  <a:lnTo>
                    <a:pt x="851281" y="135706"/>
                  </a:lnTo>
                  <a:lnTo>
                    <a:pt x="857541" y="134272"/>
                  </a:lnTo>
                  <a:lnTo>
                    <a:pt x="863800" y="132771"/>
                  </a:lnTo>
                  <a:lnTo>
                    <a:pt x="870059" y="131201"/>
                  </a:lnTo>
                  <a:lnTo>
                    <a:pt x="876319" y="129560"/>
                  </a:lnTo>
                  <a:lnTo>
                    <a:pt x="882578" y="127826"/>
                  </a:lnTo>
                  <a:lnTo>
                    <a:pt x="888838" y="126014"/>
                  </a:lnTo>
                  <a:lnTo>
                    <a:pt x="895097" y="124125"/>
                  </a:lnTo>
                  <a:lnTo>
                    <a:pt x="901356" y="122156"/>
                  </a:lnTo>
                  <a:lnTo>
                    <a:pt x="907616" y="120107"/>
                  </a:lnTo>
                  <a:lnTo>
                    <a:pt x="913875" y="117960"/>
                  </a:lnTo>
                  <a:lnTo>
                    <a:pt x="920135" y="115717"/>
                  </a:lnTo>
                  <a:lnTo>
                    <a:pt x="926394" y="113388"/>
                  </a:lnTo>
                  <a:lnTo>
                    <a:pt x="932654" y="110970"/>
                  </a:lnTo>
                  <a:lnTo>
                    <a:pt x="938913" y="108464"/>
                  </a:lnTo>
                  <a:lnTo>
                    <a:pt x="945172" y="105857"/>
                  </a:lnTo>
                  <a:lnTo>
                    <a:pt x="951432" y="103144"/>
                  </a:lnTo>
                  <a:lnTo>
                    <a:pt x="957691" y="100340"/>
                  </a:lnTo>
                  <a:lnTo>
                    <a:pt x="963951" y="97448"/>
                  </a:lnTo>
                  <a:lnTo>
                    <a:pt x="970210" y="94470"/>
                  </a:lnTo>
                  <a:lnTo>
                    <a:pt x="976470" y="91403"/>
                  </a:lnTo>
                  <a:lnTo>
                    <a:pt x="982729" y="88233"/>
                  </a:lnTo>
                  <a:lnTo>
                    <a:pt x="988988" y="84987"/>
                  </a:lnTo>
                  <a:lnTo>
                    <a:pt x="995248" y="81669"/>
                  </a:lnTo>
                  <a:lnTo>
                    <a:pt x="1001507" y="78286"/>
                  </a:lnTo>
                  <a:lnTo>
                    <a:pt x="1007767" y="74842"/>
                  </a:lnTo>
                  <a:lnTo>
                    <a:pt x="1014026" y="71332"/>
                  </a:lnTo>
                  <a:lnTo>
                    <a:pt x="1020286" y="67780"/>
                  </a:lnTo>
                  <a:lnTo>
                    <a:pt x="1026545" y="64197"/>
                  </a:lnTo>
                  <a:lnTo>
                    <a:pt x="1032804" y="60590"/>
                  </a:lnTo>
                  <a:lnTo>
                    <a:pt x="1039064" y="56969"/>
                  </a:lnTo>
                  <a:lnTo>
                    <a:pt x="1045323" y="53347"/>
                  </a:lnTo>
                  <a:lnTo>
                    <a:pt x="1051583" y="49740"/>
                  </a:lnTo>
                  <a:lnTo>
                    <a:pt x="1057842" y="46160"/>
                  </a:lnTo>
                  <a:lnTo>
                    <a:pt x="1064101" y="42617"/>
                  </a:lnTo>
                  <a:lnTo>
                    <a:pt x="1070361" y="39123"/>
                  </a:lnTo>
                  <a:lnTo>
                    <a:pt x="1076620" y="35698"/>
                  </a:lnTo>
                  <a:lnTo>
                    <a:pt x="1082880" y="32366"/>
                  </a:lnTo>
                  <a:lnTo>
                    <a:pt x="1089139" y="29128"/>
                  </a:lnTo>
                  <a:lnTo>
                    <a:pt x="1095399" y="25993"/>
                  </a:lnTo>
                  <a:lnTo>
                    <a:pt x="1101658" y="22973"/>
                  </a:lnTo>
                  <a:lnTo>
                    <a:pt x="1107917" y="20085"/>
                  </a:lnTo>
                  <a:lnTo>
                    <a:pt x="1114177" y="17375"/>
                  </a:lnTo>
                  <a:lnTo>
                    <a:pt x="1120436" y="14820"/>
                  </a:lnTo>
                  <a:lnTo>
                    <a:pt x="1126696" y="12428"/>
                  </a:lnTo>
                  <a:lnTo>
                    <a:pt x="1132955" y="10209"/>
                  </a:lnTo>
                  <a:lnTo>
                    <a:pt x="1139215" y="8171"/>
                  </a:lnTo>
                  <a:lnTo>
                    <a:pt x="1145474" y="6378"/>
                  </a:lnTo>
                  <a:lnTo>
                    <a:pt x="1151733" y="4792"/>
                  </a:lnTo>
                  <a:lnTo>
                    <a:pt x="1157993" y="3413"/>
                  </a:lnTo>
                  <a:lnTo>
                    <a:pt x="1164252" y="2248"/>
                  </a:lnTo>
                  <a:lnTo>
                    <a:pt x="1170512" y="1300"/>
                  </a:lnTo>
                  <a:lnTo>
                    <a:pt x="1176771" y="622"/>
                  </a:lnTo>
                  <a:lnTo>
                    <a:pt x="1183031" y="195"/>
                  </a:lnTo>
                  <a:lnTo>
                    <a:pt x="1189290" y="0"/>
                  </a:lnTo>
                  <a:lnTo>
                    <a:pt x="1195549" y="36"/>
                  </a:lnTo>
                  <a:lnTo>
                    <a:pt x="1201809" y="306"/>
                  </a:lnTo>
                  <a:lnTo>
                    <a:pt x="1208068" y="841"/>
                  </a:lnTo>
                  <a:lnTo>
                    <a:pt x="1214328" y="1649"/>
                  </a:lnTo>
                  <a:lnTo>
                    <a:pt x="1220587" y="2689"/>
                  </a:lnTo>
                  <a:lnTo>
                    <a:pt x="1226846" y="3957"/>
                  </a:lnTo>
                  <a:lnTo>
                    <a:pt x="1233106" y="5449"/>
                  </a:lnTo>
                  <a:lnTo>
                    <a:pt x="1239365" y="7175"/>
                  </a:lnTo>
                  <a:lnTo>
                    <a:pt x="1245625" y="9167"/>
                  </a:lnTo>
                  <a:lnTo>
                    <a:pt x="1251884" y="11366"/>
                  </a:lnTo>
                  <a:lnTo>
                    <a:pt x="1258144" y="13762"/>
                  </a:lnTo>
                  <a:lnTo>
                    <a:pt x="1264403" y="16349"/>
                  </a:lnTo>
                  <a:lnTo>
                    <a:pt x="1270662" y="19118"/>
                  </a:lnTo>
                  <a:lnTo>
                    <a:pt x="1276922" y="22104"/>
                  </a:lnTo>
                  <a:lnTo>
                    <a:pt x="1283181" y="25249"/>
                  </a:lnTo>
                  <a:lnTo>
                    <a:pt x="1289441" y="28537"/>
                  </a:lnTo>
                  <a:lnTo>
                    <a:pt x="1295700" y="31958"/>
                  </a:lnTo>
                  <a:lnTo>
                    <a:pt x="1301960" y="35498"/>
                  </a:lnTo>
                  <a:lnTo>
                    <a:pt x="1308219" y="39165"/>
                  </a:lnTo>
                  <a:lnTo>
                    <a:pt x="1314478" y="42927"/>
                  </a:lnTo>
                  <a:lnTo>
                    <a:pt x="1320738" y="46761"/>
                  </a:lnTo>
                  <a:lnTo>
                    <a:pt x="1326997" y="50653"/>
                  </a:lnTo>
                  <a:lnTo>
                    <a:pt x="1333257" y="54591"/>
                  </a:lnTo>
                  <a:lnTo>
                    <a:pt x="1339516" y="58565"/>
                  </a:lnTo>
                  <a:lnTo>
                    <a:pt x="1345776" y="62552"/>
                  </a:lnTo>
                  <a:lnTo>
                    <a:pt x="1352035" y="66538"/>
                  </a:lnTo>
                  <a:lnTo>
                    <a:pt x="1358294" y="70509"/>
                  </a:lnTo>
                  <a:lnTo>
                    <a:pt x="1364554" y="74456"/>
                  </a:lnTo>
                  <a:lnTo>
                    <a:pt x="1370813" y="78364"/>
                  </a:lnTo>
                  <a:lnTo>
                    <a:pt x="1377073" y="82209"/>
                  </a:lnTo>
                  <a:lnTo>
                    <a:pt x="1383332" y="85992"/>
                  </a:lnTo>
                  <a:lnTo>
                    <a:pt x="1389592" y="89706"/>
                  </a:lnTo>
                  <a:lnTo>
                    <a:pt x="1395851" y="93344"/>
                  </a:lnTo>
                  <a:lnTo>
                    <a:pt x="1402110" y="96898"/>
                  </a:lnTo>
                  <a:lnTo>
                    <a:pt x="1408370" y="100336"/>
                  </a:lnTo>
                  <a:lnTo>
                    <a:pt x="1414629" y="103678"/>
                  </a:lnTo>
                  <a:lnTo>
                    <a:pt x="1420889" y="106920"/>
                  </a:lnTo>
                  <a:lnTo>
                    <a:pt x="1427148" y="110062"/>
                  </a:lnTo>
                  <a:lnTo>
                    <a:pt x="1433407" y="113101"/>
                  </a:lnTo>
                  <a:lnTo>
                    <a:pt x="1439667" y="116014"/>
                  </a:lnTo>
                  <a:lnTo>
                    <a:pt x="1445926" y="118815"/>
                  </a:lnTo>
                  <a:lnTo>
                    <a:pt x="1452186" y="121513"/>
                  </a:lnTo>
                  <a:lnTo>
                    <a:pt x="1458445" y="124110"/>
                  </a:lnTo>
                  <a:lnTo>
                    <a:pt x="1464705" y="126608"/>
                  </a:lnTo>
                  <a:lnTo>
                    <a:pt x="1470964" y="128994"/>
                  </a:lnTo>
                  <a:lnTo>
                    <a:pt x="1477223" y="131272"/>
                  </a:lnTo>
                  <a:lnTo>
                    <a:pt x="1483483" y="133460"/>
                  </a:lnTo>
                  <a:lnTo>
                    <a:pt x="1489742" y="135560"/>
                  </a:lnTo>
                  <a:lnTo>
                    <a:pt x="1496002" y="137576"/>
                  </a:lnTo>
                  <a:lnTo>
                    <a:pt x="1502261" y="139505"/>
                  </a:lnTo>
                  <a:lnTo>
                    <a:pt x="1508521" y="141338"/>
                  </a:lnTo>
                  <a:lnTo>
                    <a:pt x="1514780" y="143098"/>
                  </a:lnTo>
                  <a:lnTo>
                    <a:pt x="1521039" y="144788"/>
                  </a:lnTo>
                  <a:lnTo>
                    <a:pt x="1527299" y="146409"/>
                  </a:lnTo>
                  <a:lnTo>
                    <a:pt x="1533558" y="147965"/>
                  </a:lnTo>
                  <a:lnTo>
                    <a:pt x="1539818" y="149439"/>
                  </a:lnTo>
                  <a:lnTo>
                    <a:pt x="1546077" y="150854"/>
                  </a:lnTo>
                  <a:lnTo>
                    <a:pt x="1552337" y="152211"/>
                  </a:lnTo>
                  <a:lnTo>
                    <a:pt x="1558596" y="153512"/>
                  </a:lnTo>
                  <a:lnTo>
                    <a:pt x="1564855" y="154760"/>
                  </a:lnTo>
                  <a:lnTo>
                    <a:pt x="1571115" y="155943"/>
                  </a:lnTo>
                  <a:lnTo>
                    <a:pt x="1577374" y="157072"/>
                  </a:lnTo>
                  <a:lnTo>
                    <a:pt x="1583634" y="158152"/>
                  </a:lnTo>
                  <a:lnTo>
                    <a:pt x="1589893" y="159184"/>
                  </a:lnTo>
                  <a:lnTo>
                    <a:pt x="1596152" y="160170"/>
                  </a:lnTo>
                  <a:lnTo>
                    <a:pt x="1602412" y="161104"/>
                  </a:lnTo>
                  <a:lnTo>
                    <a:pt x="1608671" y="161988"/>
                  </a:lnTo>
                  <a:lnTo>
                    <a:pt x="1614931" y="162829"/>
                  </a:lnTo>
                  <a:lnTo>
                    <a:pt x="1621190" y="163630"/>
                  </a:lnTo>
                  <a:lnTo>
                    <a:pt x="1627450" y="164391"/>
                  </a:lnTo>
                  <a:lnTo>
                    <a:pt x="1633709" y="165110"/>
                  </a:lnTo>
                  <a:lnTo>
                    <a:pt x="1639968" y="165784"/>
                  </a:lnTo>
                  <a:lnTo>
                    <a:pt x="1646228" y="166424"/>
                  </a:lnTo>
                  <a:lnTo>
                    <a:pt x="1652487" y="167030"/>
                  </a:lnTo>
                  <a:lnTo>
                    <a:pt x="1658747" y="167604"/>
                  </a:lnTo>
                  <a:lnTo>
                    <a:pt x="1665006" y="168147"/>
                  </a:lnTo>
                  <a:lnTo>
                    <a:pt x="1671266" y="168653"/>
                  </a:lnTo>
                  <a:lnTo>
                    <a:pt x="1677525" y="169133"/>
                  </a:lnTo>
                  <a:lnTo>
                    <a:pt x="1683784" y="169587"/>
                  </a:lnTo>
                  <a:lnTo>
                    <a:pt x="1690044" y="170019"/>
                  </a:lnTo>
                  <a:lnTo>
                    <a:pt x="1696303" y="170428"/>
                  </a:lnTo>
                  <a:lnTo>
                    <a:pt x="1702563" y="170812"/>
                  </a:lnTo>
                  <a:lnTo>
                    <a:pt x="1708822" y="171178"/>
                  </a:lnTo>
                  <a:lnTo>
                    <a:pt x="1715082" y="171526"/>
                  </a:lnTo>
                  <a:lnTo>
                    <a:pt x="1721341" y="171860"/>
                  </a:lnTo>
                  <a:lnTo>
                    <a:pt x="1727600" y="172179"/>
                  </a:lnTo>
                  <a:lnTo>
                    <a:pt x="1733860" y="172484"/>
                  </a:lnTo>
                  <a:lnTo>
                    <a:pt x="1740119" y="172776"/>
                  </a:lnTo>
                  <a:lnTo>
                    <a:pt x="1746379" y="173058"/>
                  </a:lnTo>
                  <a:lnTo>
                    <a:pt x="1752638" y="173331"/>
                  </a:lnTo>
                  <a:lnTo>
                    <a:pt x="1758897" y="173596"/>
                  </a:lnTo>
                  <a:lnTo>
                    <a:pt x="1765157" y="173854"/>
                  </a:lnTo>
                  <a:lnTo>
                    <a:pt x="1771416" y="174104"/>
                  </a:lnTo>
                  <a:lnTo>
                    <a:pt x="1777676" y="174348"/>
                  </a:lnTo>
                  <a:lnTo>
                    <a:pt x="1783935" y="174588"/>
                  </a:lnTo>
                  <a:lnTo>
                    <a:pt x="1790195" y="174824"/>
                  </a:lnTo>
                  <a:lnTo>
                    <a:pt x="1796454" y="175056"/>
                  </a:lnTo>
                  <a:lnTo>
                    <a:pt x="1802713" y="175284"/>
                  </a:lnTo>
                  <a:lnTo>
                    <a:pt x="1808973" y="175509"/>
                  </a:lnTo>
                  <a:lnTo>
                    <a:pt x="1815232" y="175733"/>
                  </a:lnTo>
                  <a:lnTo>
                    <a:pt x="1821492" y="175954"/>
                  </a:lnTo>
                  <a:lnTo>
                    <a:pt x="1827751" y="176174"/>
                  </a:lnTo>
                  <a:lnTo>
                    <a:pt x="1834011" y="176392"/>
                  </a:lnTo>
                  <a:lnTo>
                    <a:pt x="1840270" y="176609"/>
                  </a:lnTo>
                  <a:lnTo>
                    <a:pt x="1846529" y="176826"/>
                  </a:lnTo>
                  <a:lnTo>
                    <a:pt x="1852789" y="177041"/>
                  </a:lnTo>
                  <a:lnTo>
                    <a:pt x="1859048" y="177257"/>
                  </a:lnTo>
                  <a:lnTo>
                    <a:pt x="1865308" y="177471"/>
                  </a:lnTo>
                  <a:lnTo>
                    <a:pt x="1871567" y="177685"/>
                  </a:lnTo>
                  <a:lnTo>
                    <a:pt x="1877827" y="177899"/>
                  </a:lnTo>
                  <a:lnTo>
                    <a:pt x="1884086" y="178113"/>
                  </a:lnTo>
                  <a:lnTo>
                    <a:pt x="1890345" y="178326"/>
                  </a:lnTo>
                  <a:lnTo>
                    <a:pt x="1896605" y="178538"/>
                  </a:lnTo>
                  <a:lnTo>
                    <a:pt x="1902864" y="178750"/>
                  </a:lnTo>
                  <a:lnTo>
                    <a:pt x="1909124" y="178961"/>
                  </a:lnTo>
                  <a:lnTo>
                    <a:pt x="1915383" y="179172"/>
                  </a:lnTo>
                  <a:lnTo>
                    <a:pt x="1921642" y="179381"/>
                  </a:lnTo>
                  <a:lnTo>
                    <a:pt x="1927902" y="179589"/>
                  </a:lnTo>
                  <a:lnTo>
                    <a:pt x="1934161" y="179796"/>
                  </a:lnTo>
                  <a:lnTo>
                    <a:pt x="1940421" y="180002"/>
                  </a:lnTo>
                  <a:lnTo>
                    <a:pt x="1946680" y="180206"/>
                  </a:lnTo>
                  <a:lnTo>
                    <a:pt x="1952940" y="180409"/>
                  </a:lnTo>
                  <a:lnTo>
                    <a:pt x="1959199" y="180611"/>
                  </a:lnTo>
                  <a:lnTo>
                    <a:pt x="1965458" y="180811"/>
                  </a:lnTo>
                  <a:lnTo>
                    <a:pt x="1971718" y="181009"/>
                  </a:lnTo>
                  <a:lnTo>
                    <a:pt x="1977977" y="181205"/>
                  </a:lnTo>
                  <a:lnTo>
                    <a:pt x="1984237" y="181400"/>
                  </a:lnTo>
                  <a:lnTo>
                    <a:pt x="1990496" y="181594"/>
                  </a:lnTo>
                  <a:lnTo>
                    <a:pt x="1996756" y="181786"/>
                  </a:lnTo>
                  <a:lnTo>
                    <a:pt x="2003015" y="181977"/>
                  </a:lnTo>
                  <a:lnTo>
                    <a:pt x="2009274" y="182167"/>
                  </a:lnTo>
                  <a:lnTo>
                    <a:pt x="2015534" y="182355"/>
                  </a:lnTo>
                  <a:lnTo>
                    <a:pt x="2021793" y="182542"/>
                  </a:lnTo>
                  <a:lnTo>
                    <a:pt x="2028053" y="182728"/>
                  </a:lnTo>
                  <a:lnTo>
                    <a:pt x="2034312" y="182913"/>
                  </a:lnTo>
                  <a:lnTo>
                    <a:pt x="2040572" y="183097"/>
                  </a:lnTo>
                  <a:lnTo>
                    <a:pt x="2046831" y="183280"/>
                  </a:lnTo>
                  <a:lnTo>
                    <a:pt x="2053090" y="183461"/>
                  </a:lnTo>
                  <a:lnTo>
                    <a:pt x="2059350" y="183642"/>
                  </a:lnTo>
                  <a:lnTo>
                    <a:pt x="2065609" y="183820"/>
                  </a:lnTo>
                  <a:lnTo>
                    <a:pt x="2071869" y="183997"/>
                  </a:lnTo>
                  <a:lnTo>
                    <a:pt x="2078128" y="184172"/>
                  </a:lnTo>
                  <a:lnTo>
                    <a:pt x="2084388" y="184345"/>
                  </a:lnTo>
                  <a:lnTo>
                    <a:pt x="2090647" y="184515"/>
                  </a:lnTo>
                  <a:lnTo>
                    <a:pt x="2096906" y="184683"/>
                  </a:lnTo>
                  <a:lnTo>
                    <a:pt x="2103166" y="184847"/>
                  </a:lnTo>
                  <a:lnTo>
                    <a:pt x="2109425" y="185007"/>
                  </a:lnTo>
                  <a:lnTo>
                    <a:pt x="2115685" y="185164"/>
                  </a:lnTo>
                  <a:lnTo>
                    <a:pt x="2121944" y="185317"/>
                  </a:lnTo>
                  <a:lnTo>
                    <a:pt x="2128203" y="185465"/>
                  </a:lnTo>
                  <a:lnTo>
                    <a:pt x="2134463" y="185607"/>
                  </a:lnTo>
                  <a:lnTo>
                    <a:pt x="2140722" y="185745"/>
                  </a:lnTo>
                  <a:lnTo>
                    <a:pt x="2146982" y="185877"/>
                  </a:lnTo>
                  <a:lnTo>
                    <a:pt x="2153241" y="186003"/>
                  </a:lnTo>
                  <a:lnTo>
                    <a:pt x="2159501" y="186124"/>
                  </a:lnTo>
                  <a:lnTo>
                    <a:pt x="2165760" y="186237"/>
                  </a:lnTo>
                  <a:lnTo>
                    <a:pt x="2172019" y="186345"/>
                  </a:lnTo>
                  <a:lnTo>
                    <a:pt x="2178279" y="186446"/>
                  </a:lnTo>
                  <a:lnTo>
                    <a:pt x="2184538" y="186542"/>
                  </a:lnTo>
                  <a:lnTo>
                    <a:pt x="2190798" y="186631"/>
                  </a:lnTo>
                  <a:lnTo>
                    <a:pt x="2197057" y="186712"/>
                  </a:lnTo>
                  <a:lnTo>
                    <a:pt x="2203317" y="186788"/>
                  </a:lnTo>
                  <a:lnTo>
                    <a:pt x="2209576" y="186859"/>
                  </a:lnTo>
                  <a:lnTo>
                    <a:pt x="2215835" y="186923"/>
                  </a:lnTo>
                  <a:lnTo>
                    <a:pt x="2222095" y="186983"/>
                  </a:lnTo>
                  <a:lnTo>
                    <a:pt x="2228354" y="187036"/>
                  </a:lnTo>
                  <a:lnTo>
                    <a:pt x="2234614" y="187084"/>
                  </a:lnTo>
                  <a:lnTo>
                    <a:pt x="2240873" y="187128"/>
                  </a:lnTo>
                  <a:lnTo>
                    <a:pt x="2247133" y="187167"/>
                  </a:lnTo>
                  <a:lnTo>
                    <a:pt x="2253392" y="187203"/>
                  </a:lnTo>
                  <a:lnTo>
                    <a:pt x="2259651" y="187234"/>
                  </a:lnTo>
                  <a:lnTo>
                    <a:pt x="2265911" y="187261"/>
                  </a:lnTo>
                  <a:lnTo>
                    <a:pt x="2272170" y="187285"/>
                  </a:lnTo>
                  <a:lnTo>
                    <a:pt x="2278430" y="187307"/>
                  </a:lnTo>
                  <a:lnTo>
                    <a:pt x="2284689" y="187326"/>
                  </a:lnTo>
                  <a:lnTo>
                    <a:pt x="2290948" y="187342"/>
                  </a:lnTo>
                  <a:lnTo>
                    <a:pt x="2297208" y="187356"/>
                  </a:lnTo>
                  <a:lnTo>
                    <a:pt x="2303467" y="187368"/>
                  </a:lnTo>
                  <a:lnTo>
                    <a:pt x="2309727" y="187378"/>
                  </a:lnTo>
                  <a:lnTo>
                    <a:pt x="2315986" y="187387"/>
                  </a:lnTo>
                  <a:lnTo>
                    <a:pt x="2322246" y="187395"/>
                  </a:lnTo>
                  <a:lnTo>
                    <a:pt x="2328505" y="187401"/>
                  </a:lnTo>
                  <a:lnTo>
                    <a:pt x="2334764" y="187407"/>
                  </a:lnTo>
                  <a:lnTo>
                    <a:pt x="2341024" y="187411"/>
                  </a:lnTo>
                  <a:lnTo>
                    <a:pt x="2347283" y="187415"/>
                  </a:lnTo>
                  <a:lnTo>
                    <a:pt x="2353543" y="187418"/>
                  </a:lnTo>
                  <a:lnTo>
                    <a:pt x="2359802" y="187421"/>
                  </a:lnTo>
                  <a:lnTo>
                    <a:pt x="2366062" y="187423"/>
                  </a:lnTo>
                  <a:lnTo>
                    <a:pt x="2372321" y="187425"/>
                  </a:lnTo>
                  <a:lnTo>
                    <a:pt x="2378580" y="187426"/>
                  </a:lnTo>
                  <a:lnTo>
                    <a:pt x="2384840" y="187427"/>
                  </a:lnTo>
                  <a:lnTo>
                    <a:pt x="2391099" y="187428"/>
                  </a:lnTo>
                  <a:lnTo>
                    <a:pt x="2397359" y="187429"/>
                  </a:lnTo>
                  <a:lnTo>
                    <a:pt x="2403618" y="187430"/>
                  </a:lnTo>
                  <a:lnTo>
                    <a:pt x="2409878" y="187430"/>
                  </a:lnTo>
                  <a:lnTo>
                    <a:pt x="2416137" y="187430"/>
                  </a:lnTo>
                  <a:lnTo>
                    <a:pt x="2422396" y="187431"/>
                  </a:lnTo>
                  <a:lnTo>
                    <a:pt x="2428656" y="187431"/>
                  </a:lnTo>
                  <a:lnTo>
                    <a:pt x="2434915" y="187431"/>
                  </a:lnTo>
                  <a:lnTo>
                    <a:pt x="2441175" y="187431"/>
                  </a:lnTo>
                  <a:lnTo>
                    <a:pt x="2447434" y="187431"/>
                  </a:lnTo>
                  <a:lnTo>
                    <a:pt x="2453693" y="187432"/>
                  </a:lnTo>
                  <a:lnTo>
                    <a:pt x="2459953" y="187432"/>
                  </a:lnTo>
                  <a:lnTo>
                    <a:pt x="2466212" y="187432"/>
                  </a:lnTo>
                  <a:lnTo>
                    <a:pt x="2472472" y="187432"/>
                  </a:lnTo>
                  <a:lnTo>
                    <a:pt x="2478731" y="187432"/>
                  </a:lnTo>
                  <a:lnTo>
                    <a:pt x="2484991" y="187432"/>
                  </a:lnTo>
                  <a:lnTo>
                    <a:pt x="2491250" y="187432"/>
                  </a:lnTo>
                  <a:lnTo>
                    <a:pt x="2497509" y="187432"/>
                  </a:lnTo>
                  <a:lnTo>
                    <a:pt x="2503769" y="187432"/>
                  </a:lnTo>
                  <a:lnTo>
                    <a:pt x="2510028" y="187432"/>
                  </a:lnTo>
                  <a:lnTo>
                    <a:pt x="2516288" y="187432"/>
                  </a:lnTo>
                  <a:lnTo>
                    <a:pt x="2522547" y="187432"/>
                  </a:lnTo>
                  <a:lnTo>
                    <a:pt x="2528807" y="187432"/>
                  </a:lnTo>
                  <a:lnTo>
                    <a:pt x="2535066" y="187432"/>
                  </a:lnTo>
                  <a:lnTo>
                    <a:pt x="2541325" y="187432"/>
                  </a:lnTo>
                  <a:lnTo>
                    <a:pt x="2547585" y="187432"/>
                  </a:lnTo>
                  <a:lnTo>
                    <a:pt x="2553844" y="187432"/>
                  </a:lnTo>
                  <a:lnTo>
                    <a:pt x="2560104" y="187432"/>
                  </a:lnTo>
                  <a:lnTo>
                    <a:pt x="2566363" y="187432"/>
                  </a:lnTo>
                  <a:lnTo>
                    <a:pt x="2572623" y="187432"/>
                  </a:lnTo>
                  <a:lnTo>
                    <a:pt x="2578882" y="187432"/>
                  </a:lnTo>
                  <a:lnTo>
                    <a:pt x="2585141" y="187432"/>
                  </a:lnTo>
                  <a:lnTo>
                    <a:pt x="2591401" y="187432"/>
                  </a:lnTo>
                  <a:lnTo>
                    <a:pt x="2597660" y="187432"/>
                  </a:lnTo>
                  <a:lnTo>
                    <a:pt x="2603920" y="187432"/>
                  </a:lnTo>
                  <a:lnTo>
                    <a:pt x="2610179" y="187432"/>
                  </a:lnTo>
                  <a:lnTo>
                    <a:pt x="2616438" y="187432"/>
                  </a:lnTo>
                  <a:lnTo>
                    <a:pt x="2622698" y="187432"/>
                  </a:lnTo>
                  <a:lnTo>
                    <a:pt x="2628957" y="187432"/>
                  </a:lnTo>
                  <a:lnTo>
                    <a:pt x="2635217" y="187432"/>
                  </a:lnTo>
                  <a:lnTo>
                    <a:pt x="2641476" y="187432"/>
                  </a:lnTo>
                  <a:lnTo>
                    <a:pt x="2647736" y="187432"/>
                  </a:lnTo>
                  <a:lnTo>
                    <a:pt x="2653995" y="187432"/>
                  </a:lnTo>
                  <a:lnTo>
                    <a:pt x="2660254" y="187432"/>
                  </a:lnTo>
                  <a:lnTo>
                    <a:pt x="2666514" y="187432"/>
                  </a:lnTo>
                  <a:lnTo>
                    <a:pt x="2672773" y="187432"/>
                  </a:lnTo>
                  <a:lnTo>
                    <a:pt x="2679033" y="187432"/>
                  </a:lnTo>
                  <a:lnTo>
                    <a:pt x="2685292" y="187432"/>
                  </a:lnTo>
                  <a:lnTo>
                    <a:pt x="2691552" y="187432"/>
                  </a:lnTo>
                  <a:lnTo>
                    <a:pt x="2697811" y="187432"/>
                  </a:lnTo>
                  <a:lnTo>
                    <a:pt x="2704070" y="187432"/>
                  </a:lnTo>
                  <a:lnTo>
                    <a:pt x="2710330" y="187432"/>
                  </a:lnTo>
                  <a:lnTo>
                    <a:pt x="2716589" y="187432"/>
                  </a:lnTo>
                  <a:lnTo>
                    <a:pt x="2722849" y="187432"/>
                  </a:lnTo>
                  <a:lnTo>
                    <a:pt x="2729108" y="187432"/>
                  </a:lnTo>
                  <a:lnTo>
                    <a:pt x="2735368" y="187432"/>
                  </a:lnTo>
                  <a:lnTo>
                    <a:pt x="2741627" y="187432"/>
                  </a:lnTo>
                  <a:lnTo>
                    <a:pt x="2747886" y="187432"/>
                  </a:lnTo>
                  <a:lnTo>
                    <a:pt x="2754146" y="187432"/>
                  </a:lnTo>
                  <a:lnTo>
                    <a:pt x="2760405" y="187432"/>
                  </a:lnTo>
                  <a:lnTo>
                    <a:pt x="2766665" y="187432"/>
                  </a:lnTo>
                  <a:lnTo>
                    <a:pt x="2772924" y="187432"/>
                  </a:lnTo>
                  <a:lnTo>
                    <a:pt x="2779184" y="187432"/>
                  </a:lnTo>
                  <a:lnTo>
                    <a:pt x="2785443" y="187432"/>
                  </a:lnTo>
                  <a:lnTo>
                    <a:pt x="2791702" y="187432"/>
                  </a:lnTo>
                  <a:lnTo>
                    <a:pt x="2797962" y="187432"/>
                  </a:lnTo>
                  <a:lnTo>
                    <a:pt x="2804221" y="187432"/>
                  </a:lnTo>
                  <a:lnTo>
                    <a:pt x="2810481" y="187432"/>
                  </a:lnTo>
                  <a:lnTo>
                    <a:pt x="2816740" y="187432"/>
                  </a:lnTo>
                  <a:lnTo>
                    <a:pt x="2822999" y="187432"/>
                  </a:lnTo>
                  <a:lnTo>
                    <a:pt x="2829259" y="187432"/>
                  </a:lnTo>
                  <a:lnTo>
                    <a:pt x="2835518" y="187432"/>
                  </a:lnTo>
                  <a:lnTo>
                    <a:pt x="2841778" y="187432"/>
                  </a:lnTo>
                  <a:lnTo>
                    <a:pt x="2848037" y="187432"/>
                  </a:lnTo>
                  <a:lnTo>
                    <a:pt x="2854297" y="187432"/>
                  </a:lnTo>
                  <a:lnTo>
                    <a:pt x="2860556" y="187432"/>
                  </a:lnTo>
                  <a:lnTo>
                    <a:pt x="2866815" y="187432"/>
                  </a:lnTo>
                  <a:lnTo>
                    <a:pt x="2873075" y="187432"/>
                  </a:lnTo>
                  <a:lnTo>
                    <a:pt x="2879334" y="187432"/>
                  </a:lnTo>
                  <a:lnTo>
                    <a:pt x="2885594" y="187432"/>
                  </a:lnTo>
                  <a:lnTo>
                    <a:pt x="2891853" y="187432"/>
                  </a:lnTo>
                  <a:lnTo>
                    <a:pt x="2898113" y="187432"/>
                  </a:lnTo>
                  <a:lnTo>
                    <a:pt x="2904372" y="187432"/>
                  </a:lnTo>
                  <a:lnTo>
                    <a:pt x="2910631" y="187432"/>
                  </a:lnTo>
                  <a:lnTo>
                    <a:pt x="2916891" y="187432"/>
                  </a:lnTo>
                  <a:lnTo>
                    <a:pt x="2923150" y="187432"/>
                  </a:lnTo>
                  <a:lnTo>
                    <a:pt x="2929410" y="187432"/>
                  </a:lnTo>
                  <a:lnTo>
                    <a:pt x="2935669" y="187432"/>
                  </a:lnTo>
                  <a:lnTo>
                    <a:pt x="2941929" y="187432"/>
                  </a:lnTo>
                  <a:lnTo>
                    <a:pt x="2948188" y="187432"/>
                  </a:lnTo>
                  <a:lnTo>
                    <a:pt x="2954447" y="187432"/>
                  </a:lnTo>
                  <a:lnTo>
                    <a:pt x="2960707" y="187432"/>
                  </a:lnTo>
                  <a:lnTo>
                    <a:pt x="2966966" y="187432"/>
                  </a:lnTo>
                  <a:lnTo>
                    <a:pt x="2973226" y="187432"/>
                  </a:lnTo>
                  <a:lnTo>
                    <a:pt x="2979485" y="187432"/>
                  </a:lnTo>
                  <a:lnTo>
                    <a:pt x="2985744" y="187432"/>
                  </a:lnTo>
                  <a:lnTo>
                    <a:pt x="2992004" y="187432"/>
                  </a:lnTo>
                  <a:lnTo>
                    <a:pt x="2998263" y="187432"/>
                  </a:lnTo>
                  <a:lnTo>
                    <a:pt x="3004523" y="187432"/>
                  </a:lnTo>
                  <a:lnTo>
                    <a:pt x="3010782" y="187432"/>
                  </a:lnTo>
                  <a:lnTo>
                    <a:pt x="3017042" y="187432"/>
                  </a:lnTo>
                  <a:lnTo>
                    <a:pt x="3023301" y="187432"/>
                  </a:lnTo>
                  <a:lnTo>
                    <a:pt x="3029560" y="187432"/>
                  </a:lnTo>
                  <a:lnTo>
                    <a:pt x="3035820" y="187432"/>
                  </a:lnTo>
                  <a:lnTo>
                    <a:pt x="3042079" y="187432"/>
                  </a:lnTo>
                  <a:lnTo>
                    <a:pt x="3048339" y="187432"/>
                  </a:lnTo>
                  <a:lnTo>
                    <a:pt x="3054598" y="187432"/>
                  </a:lnTo>
                  <a:lnTo>
                    <a:pt x="3060858" y="187432"/>
                  </a:lnTo>
                  <a:lnTo>
                    <a:pt x="3067117" y="187432"/>
                  </a:lnTo>
                  <a:lnTo>
                    <a:pt x="3073376" y="187432"/>
                  </a:lnTo>
                  <a:lnTo>
                    <a:pt x="3079636" y="187432"/>
                  </a:lnTo>
                  <a:lnTo>
                    <a:pt x="3085895" y="187432"/>
                  </a:lnTo>
                  <a:lnTo>
                    <a:pt x="3092155" y="187432"/>
                  </a:lnTo>
                  <a:lnTo>
                    <a:pt x="3098414" y="187432"/>
                  </a:lnTo>
                  <a:lnTo>
                    <a:pt x="3104674" y="187432"/>
                  </a:lnTo>
                  <a:lnTo>
                    <a:pt x="3110933" y="187432"/>
                  </a:lnTo>
                  <a:lnTo>
                    <a:pt x="3117192" y="187432"/>
                  </a:lnTo>
                  <a:lnTo>
                    <a:pt x="3123452" y="187432"/>
                  </a:lnTo>
                  <a:lnTo>
                    <a:pt x="3129711" y="187432"/>
                  </a:lnTo>
                  <a:lnTo>
                    <a:pt x="3135971" y="187432"/>
                  </a:lnTo>
                  <a:lnTo>
                    <a:pt x="3142230" y="187432"/>
                  </a:lnTo>
                  <a:lnTo>
                    <a:pt x="3148489" y="187432"/>
                  </a:lnTo>
                  <a:lnTo>
                    <a:pt x="3154749" y="187432"/>
                  </a:lnTo>
                  <a:lnTo>
                    <a:pt x="3161008" y="187432"/>
                  </a:lnTo>
                  <a:lnTo>
                    <a:pt x="3167268" y="187432"/>
                  </a:lnTo>
                  <a:lnTo>
                    <a:pt x="3173527" y="187432"/>
                  </a:lnTo>
                  <a:lnTo>
                    <a:pt x="3179787" y="187432"/>
                  </a:lnTo>
                  <a:lnTo>
                    <a:pt x="3186046" y="187432"/>
                  </a:lnTo>
                  <a:lnTo>
                    <a:pt x="3192305" y="187432"/>
                  </a:lnTo>
                  <a:lnTo>
                    <a:pt x="3198565" y="187432"/>
                  </a:lnTo>
                  <a:lnTo>
                    <a:pt x="3192305" y="187432"/>
                  </a:lnTo>
                  <a:lnTo>
                    <a:pt x="3186046" y="187432"/>
                  </a:lnTo>
                  <a:lnTo>
                    <a:pt x="3179787" y="187432"/>
                  </a:lnTo>
                  <a:lnTo>
                    <a:pt x="3173527" y="187432"/>
                  </a:lnTo>
                  <a:lnTo>
                    <a:pt x="3167268" y="187432"/>
                  </a:lnTo>
                  <a:lnTo>
                    <a:pt x="3161008" y="187432"/>
                  </a:lnTo>
                  <a:lnTo>
                    <a:pt x="3154749" y="187432"/>
                  </a:lnTo>
                  <a:lnTo>
                    <a:pt x="3148489" y="187432"/>
                  </a:lnTo>
                  <a:lnTo>
                    <a:pt x="3142230" y="187432"/>
                  </a:lnTo>
                  <a:lnTo>
                    <a:pt x="3135971" y="187432"/>
                  </a:lnTo>
                  <a:lnTo>
                    <a:pt x="3129711" y="187432"/>
                  </a:lnTo>
                  <a:lnTo>
                    <a:pt x="3123452" y="187432"/>
                  </a:lnTo>
                  <a:lnTo>
                    <a:pt x="3117192" y="187432"/>
                  </a:lnTo>
                  <a:lnTo>
                    <a:pt x="3110933" y="187432"/>
                  </a:lnTo>
                  <a:lnTo>
                    <a:pt x="3104674" y="187432"/>
                  </a:lnTo>
                  <a:lnTo>
                    <a:pt x="3098414" y="187432"/>
                  </a:lnTo>
                  <a:lnTo>
                    <a:pt x="3092155" y="187432"/>
                  </a:lnTo>
                  <a:lnTo>
                    <a:pt x="3085895" y="187432"/>
                  </a:lnTo>
                  <a:lnTo>
                    <a:pt x="3079636" y="187432"/>
                  </a:lnTo>
                  <a:lnTo>
                    <a:pt x="3073376" y="187432"/>
                  </a:lnTo>
                  <a:lnTo>
                    <a:pt x="3067117" y="187432"/>
                  </a:lnTo>
                  <a:lnTo>
                    <a:pt x="3060858" y="187432"/>
                  </a:lnTo>
                  <a:lnTo>
                    <a:pt x="3054598" y="187432"/>
                  </a:lnTo>
                  <a:lnTo>
                    <a:pt x="3048339" y="187432"/>
                  </a:lnTo>
                  <a:lnTo>
                    <a:pt x="3042079" y="187432"/>
                  </a:lnTo>
                  <a:lnTo>
                    <a:pt x="3035820" y="187432"/>
                  </a:lnTo>
                  <a:lnTo>
                    <a:pt x="3029560" y="187432"/>
                  </a:lnTo>
                  <a:lnTo>
                    <a:pt x="3023301" y="187432"/>
                  </a:lnTo>
                  <a:lnTo>
                    <a:pt x="3017042" y="187432"/>
                  </a:lnTo>
                  <a:lnTo>
                    <a:pt x="3010782" y="187432"/>
                  </a:lnTo>
                  <a:lnTo>
                    <a:pt x="3004523" y="187432"/>
                  </a:lnTo>
                  <a:lnTo>
                    <a:pt x="2998263" y="187432"/>
                  </a:lnTo>
                  <a:lnTo>
                    <a:pt x="2992004" y="187432"/>
                  </a:lnTo>
                  <a:lnTo>
                    <a:pt x="2985744" y="187432"/>
                  </a:lnTo>
                  <a:lnTo>
                    <a:pt x="2979485" y="187432"/>
                  </a:lnTo>
                  <a:lnTo>
                    <a:pt x="2973226" y="187432"/>
                  </a:lnTo>
                  <a:lnTo>
                    <a:pt x="2966966" y="187432"/>
                  </a:lnTo>
                  <a:lnTo>
                    <a:pt x="2960707" y="187432"/>
                  </a:lnTo>
                  <a:lnTo>
                    <a:pt x="2954447" y="187432"/>
                  </a:lnTo>
                  <a:lnTo>
                    <a:pt x="2948188" y="187432"/>
                  </a:lnTo>
                  <a:lnTo>
                    <a:pt x="2941929" y="187432"/>
                  </a:lnTo>
                  <a:lnTo>
                    <a:pt x="2935669" y="187432"/>
                  </a:lnTo>
                  <a:lnTo>
                    <a:pt x="2929410" y="187432"/>
                  </a:lnTo>
                  <a:lnTo>
                    <a:pt x="2923150" y="187432"/>
                  </a:lnTo>
                  <a:lnTo>
                    <a:pt x="2916891" y="187432"/>
                  </a:lnTo>
                  <a:lnTo>
                    <a:pt x="2910631" y="187432"/>
                  </a:lnTo>
                  <a:lnTo>
                    <a:pt x="2904372" y="187432"/>
                  </a:lnTo>
                  <a:lnTo>
                    <a:pt x="2898113" y="187432"/>
                  </a:lnTo>
                  <a:lnTo>
                    <a:pt x="2891853" y="187432"/>
                  </a:lnTo>
                  <a:lnTo>
                    <a:pt x="2885594" y="187432"/>
                  </a:lnTo>
                  <a:lnTo>
                    <a:pt x="2879334" y="187432"/>
                  </a:lnTo>
                  <a:lnTo>
                    <a:pt x="2873075" y="187432"/>
                  </a:lnTo>
                  <a:lnTo>
                    <a:pt x="2866815" y="187432"/>
                  </a:lnTo>
                  <a:lnTo>
                    <a:pt x="2860556" y="187432"/>
                  </a:lnTo>
                  <a:lnTo>
                    <a:pt x="2854297" y="187432"/>
                  </a:lnTo>
                  <a:lnTo>
                    <a:pt x="2848037" y="187432"/>
                  </a:lnTo>
                  <a:lnTo>
                    <a:pt x="2841778" y="187432"/>
                  </a:lnTo>
                  <a:lnTo>
                    <a:pt x="2835518" y="187432"/>
                  </a:lnTo>
                  <a:lnTo>
                    <a:pt x="2829259" y="187432"/>
                  </a:lnTo>
                  <a:lnTo>
                    <a:pt x="2822999" y="187432"/>
                  </a:lnTo>
                  <a:lnTo>
                    <a:pt x="2816740" y="187432"/>
                  </a:lnTo>
                  <a:lnTo>
                    <a:pt x="2810481" y="187432"/>
                  </a:lnTo>
                  <a:lnTo>
                    <a:pt x="2804221" y="187432"/>
                  </a:lnTo>
                  <a:lnTo>
                    <a:pt x="2797962" y="187432"/>
                  </a:lnTo>
                  <a:lnTo>
                    <a:pt x="2791702" y="187432"/>
                  </a:lnTo>
                  <a:lnTo>
                    <a:pt x="2785443" y="187432"/>
                  </a:lnTo>
                  <a:lnTo>
                    <a:pt x="2779184" y="187432"/>
                  </a:lnTo>
                  <a:lnTo>
                    <a:pt x="2772924" y="187432"/>
                  </a:lnTo>
                  <a:lnTo>
                    <a:pt x="2766665" y="187432"/>
                  </a:lnTo>
                  <a:lnTo>
                    <a:pt x="2760405" y="187432"/>
                  </a:lnTo>
                  <a:lnTo>
                    <a:pt x="2754146" y="187432"/>
                  </a:lnTo>
                  <a:lnTo>
                    <a:pt x="2747886" y="187432"/>
                  </a:lnTo>
                  <a:lnTo>
                    <a:pt x="2741627" y="187432"/>
                  </a:lnTo>
                  <a:lnTo>
                    <a:pt x="2735368" y="187432"/>
                  </a:lnTo>
                  <a:lnTo>
                    <a:pt x="2729108" y="187432"/>
                  </a:lnTo>
                  <a:lnTo>
                    <a:pt x="2722849" y="187432"/>
                  </a:lnTo>
                  <a:lnTo>
                    <a:pt x="2716589" y="187432"/>
                  </a:lnTo>
                  <a:lnTo>
                    <a:pt x="2710330" y="187432"/>
                  </a:lnTo>
                  <a:lnTo>
                    <a:pt x="2704070" y="187432"/>
                  </a:lnTo>
                  <a:lnTo>
                    <a:pt x="2697811" y="187432"/>
                  </a:lnTo>
                  <a:lnTo>
                    <a:pt x="2691552" y="187432"/>
                  </a:lnTo>
                  <a:lnTo>
                    <a:pt x="2685292" y="187432"/>
                  </a:lnTo>
                  <a:lnTo>
                    <a:pt x="2679033" y="187432"/>
                  </a:lnTo>
                  <a:lnTo>
                    <a:pt x="2672773" y="187432"/>
                  </a:lnTo>
                  <a:lnTo>
                    <a:pt x="2666514" y="187432"/>
                  </a:lnTo>
                  <a:lnTo>
                    <a:pt x="2660254" y="187432"/>
                  </a:lnTo>
                  <a:lnTo>
                    <a:pt x="2653995" y="187432"/>
                  </a:lnTo>
                  <a:lnTo>
                    <a:pt x="2647736" y="187432"/>
                  </a:lnTo>
                  <a:lnTo>
                    <a:pt x="2641476" y="187432"/>
                  </a:lnTo>
                  <a:lnTo>
                    <a:pt x="2635217" y="187432"/>
                  </a:lnTo>
                  <a:lnTo>
                    <a:pt x="2628957" y="187432"/>
                  </a:lnTo>
                  <a:lnTo>
                    <a:pt x="2622698" y="187432"/>
                  </a:lnTo>
                  <a:lnTo>
                    <a:pt x="2616438" y="187432"/>
                  </a:lnTo>
                  <a:lnTo>
                    <a:pt x="2610179" y="187432"/>
                  </a:lnTo>
                  <a:lnTo>
                    <a:pt x="2603920" y="187432"/>
                  </a:lnTo>
                  <a:lnTo>
                    <a:pt x="2597660" y="187432"/>
                  </a:lnTo>
                  <a:lnTo>
                    <a:pt x="2591401" y="187432"/>
                  </a:lnTo>
                  <a:lnTo>
                    <a:pt x="2585141" y="187432"/>
                  </a:lnTo>
                  <a:lnTo>
                    <a:pt x="2578882" y="187432"/>
                  </a:lnTo>
                  <a:lnTo>
                    <a:pt x="2572623" y="187432"/>
                  </a:lnTo>
                  <a:lnTo>
                    <a:pt x="2566363" y="187432"/>
                  </a:lnTo>
                  <a:lnTo>
                    <a:pt x="2560104" y="187432"/>
                  </a:lnTo>
                  <a:lnTo>
                    <a:pt x="2553844" y="187432"/>
                  </a:lnTo>
                  <a:lnTo>
                    <a:pt x="2547585" y="187432"/>
                  </a:lnTo>
                  <a:lnTo>
                    <a:pt x="2541325" y="187432"/>
                  </a:lnTo>
                  <a:lnTo>
                    <a:pt x="2535066" y="187432"/>
                  </a:lnTo>
                  <a:lnTo>
                    <a:pt x="2528807" y="187432"/>
                  </a:lnTo>
                  <a:lnTo>
                    <a:pt x="2522547" y="187432"/>
                  </a:lnTo>
                  <a:lnTo>
                    <a:pt x="2516288" y="187432"/>
                  </a:lnTo>
                  <a:lnTo>
                    <a:pt x="2510028" y="187432"/>
                  </a:lnTo>
                  <a:lnTo>
                    <a:pt x="2503769" y="187432"/>
                  </a:lnTo>
                  <a:lnTo>
                    <a:pt x="2497509" y="187432"/>
                  </a:lnTo>
                  <a:lnTo>
                    <a:pt x="2491250" y="187432"/>
                  </a:lnTo>
                  <a:lnTo>
                    <a:pt x="2484991" y="187432"/>
                  </a:lnTo>
                  <a:lnTo>
                    <a:pt x="2478731" y="187432"/>
                  </a:lnTo>
                  <a:lnTo>
                    <a:pt x="2472472" y="187432"/>
                  </a:lnTo>
                  <a:lnTo>
                    <a:pt x="2466212" y="187432"/>
                  </a:lnTo>
                  <a:lnTo>
                    <a:pt x="2459953" y="187432"/>
                  </a:lnTo>
                  <a:lnTo>
                    <a:pt x="2453693" y="187432"/>
                  </a:lnTo>
                  <a:lnTo>
                    <a:pt x="2447434" y="187432"/>
                  </a:lnTo>
                  <a:lnTo>
                    <a:pt x="2441175" y="187432"/>
                  </a:lnTo>
                  <a:lnTo>
                    <a:pt x="2434915" y="187432"/>
                  </a:lnTo>
                  <a:lnTo>
                    <a:pt x="2428656" y="187432"/>
                  </a:lnTo>
                  <a:lnTo>
                    <a:pt x="2422396" y="187432"/>
                  </a:lnTo>
                  <a:lnTo>
                    <a:pt x="2416137" y="187432"/>
                  </a:lnTo>
                  <a:lnTo>
                    <a:pt x="2409878" y="187432"/>
                  </a:lnTo>
                  <a:lnTo>
                    <a:pt x="2403618" y="187432"/>
                  </a:lnTo>
                  <a:lnTo>
                    <a:pt x="2397359" y="187432"/>
                  </a:lnTo>
                  <a:lnTo>
                    <a:pt x="2391099" y="187432"/>
                  </a:lnTo>
                  <a:lnTo>
                    <a:pt x="2384840" y="187432"/>
                  </a:lnTo>
                  <a:lnTo>
                    <a:pt x="2378580" y="187432"/>
                  </a:lnTo>
                  <a:lnTo>
                    <a:pt x="2372321" y="187432"/>
                  </a:lnTo>
                  <a:lnTo>
                    <a:pt x="2366062" y="187432"/>
                  </a:lnTo>
                  <a:lnTo>
                    <a:pt x="2359802" y="187432"/>
                  </a:lnTo>
                  <a:lnTo>
                    <a:pt x="2353543" y="187432"/>
                  </a:lnTo>
                  <a:lnTo>
                    <a:pt x="2347283" y="187432"/>
                  </a:lnTo>
                  <a:lnTo>
                    <a:pt x="2341024" y="187432"/>
                  </a:lnTo>
                  <a:lnTo>
                    <a:pt x="2334764" y="187432"/>
                  </a:lnTo>
                  <a:lnTo>
                    <a:pt x="2328505" y="187432"/>
                  </a:lnTo>
                  <a:lnTo>
                    <a:pt x="2322246" y="187432"/>
                  </a:lnTo>
                  <a:lnTo>
                    <a:pt x="2315986" y="187432"/>
                  </a:lnTo>
                  <a:lnTo>
                    <a:pt x="2309727" y="187432"/>
                  </a:lnTo>
                  <a:lnTo>
                    <a:pt x="2303467" y="187432"/>
                  </a:lnTo>
                  <a:lnTo>
                    <a:pt x="2297208" y="187432"/>
                  </a:lnTo>
                  <a:lnTo>
                    <a:pt x="2290948" y="187432"/>
                  </a:lnTo>
                  <a:lnTo>
                    <a:pt x="2284689" y="187432"/>
                  </a:lnTo>
                  <a:lnTo>
                    <a:pt x="2278430" y="187432"/>
                  </a:lnTo>
                  <a:lnTo>
                    <a:pt x="2272170" y="187432"/>
                  </a:lnTo>
                  <a:lnTo>
                    <a:pt x="2265911" y="187432"/>
                  </a:lnTo>
                  <a:lnTo>
                    <a:pt x="2259651" y="187432"/>
                  </a:lnTo>
                  <a:lnTo>
                    <a:pt x="2253392" y="187432"/>
                  </a:lnTo>
                  <a:lnTo>
                    <a:pt x="2247133" y="187432"/>
                  </a:lnTo>
                  <a:lnTo>
                    <a:pt x="2240873" y="187432"/>
                  </a:lnTo>
                  <a:lnTo>
                    <a:pt x="2234614" y="187432"/>
                  </a:lnTo>
                  <a:lnTo>
                    <a:pt x="2228354" y="187432"/>
                  </a:lnTo>
                  <a:lnTo>
                    <a:pt x="2222095" y="187432"/>
                  </a:lnTo>
                  <a:lnTo>
                    <a:pt x="2215835" y="187432"/>
                  </a:lnTo>
                  <a:lnTo>
                    <a:pt x="2209576" y="187432"/>
                  </a:lnTo>
                  <a:lnTo>
                    <a:pt x="2203317" y="187432"/>
                  </a:lnTo>
                  <a:lnTo>
                    <a:pt x="2197057" y="187432"/>
                  </a:lnTo>
                  <a:lnTo>
                    <a:pt x="2190798" y="187432"/>
                  </a:lnTo>
                  <a:lnTo>
                    <a:pt x="2184538" y="187432"/>
                  </a:lnTo>
                  <a:lnTo>
                    <a:pt x="2178279" y="187432"/>
                  </a:lnTo>
                  <a:lnTo>
                    <a:pt x="2172019" y="187432"/>
                  </a:lnTo>
                  <a:lnTo>
                    <a:pt x="2165760" y="187432"/>
                  </a:lnTo>
                  <a:lnTo>
                    <a:pt x="2159501" y="187432"/>
                  </a:lnTo>
                  <a:lnTo>
                    <a:pt x="2153241" y="187432"/>
                  </a:lnTo>
                  <a:lnTo>
                    <a:pt x="2146982" y="187432"/>
                  </a:lnTo>
                  <a:lnTo>
                    <a:pt x="2140722" y="187432"/>
                  </a:lnTo>
                  <a:lnTo>
                    <a:pt x="2134463" y="187432"/>
                  </a:lnTo>
                  <a:lnTo>
                    <a:pt x="2128203" y="187432"/>
                  </a:lnTo>
                  <a:lnTo>
                    <a:pt x="2121944" y="187432"/>
                  </a:lnTo>
                  <a:lnTo>
                    <a:pt x="2115685" y="187432"/>
                  </a:lnTo>
                  <a:lnTo>
                    <a:pt x="2109425" y="187432"/>
                  </a:lnTo>
                  <a:lnTo>
                    <a:pt x="2103166" y="187432"/>
                  </a:lnTo>
                  <a:lnTo>
                    <a:pt x="2096906" y="187432"/>
                  </a:lnTo>
                  <a:lnTo>
                    <a:pt x="2090647" y="187432"/>
                  </a:lnTo>
                  <a:lnTo>
                    <a:pt x="2084388" y="187432"/>
                  </a:lnTo>
                  <a:lnTo>
                    <a:pt x="2078128" y="187432"/>
                  </a:lnTo>
                  <a:lnTo>
                    <a:pt x="2071869" y="187432"/>
                  </a:lnTo>
                  <a:lnTo>
                    <a:pt x="2065609" y="187432"/>
                  </a:lnTo>
                  <a:lnTo>
                    <a:pt x="2059350" y="187432"/>
                  </a:lnTo>
                  <a:lnTo>
                    <a:pt x="2053090" y="187432"/>
                  </a:lnTo>
                  <a:lnTo>
                    <a:pt x="2046831" y="187432"/>
                  </a:lnTo>
                  <a:lnTo>
                    <a:pt x="2040572" y="187432"/>
                  </a:lnTo>
                  <a:lnTo>
                    <a:pt x="2034312" y="187432"/>
                  </a:lnTo>
                  <a:lnTo>
                    <a:pt x="2028053" y="187432"/>
                  </a:lnTo>
                  <a:lnTo>
                    <a:pt x="2021793" y="187432"/>
                  </a:lnTo>
                  <a:lnTo>
                    <a:pt x="2015534" y="187432"/>
                  </a:lnTo>
                  <a:lnTo>
                    <a:pt x="2009274" y="187432"/>
                  </a:lnTo>
                  <a:lnTo>
                    <a:pt x="2003015" y="187432"/>
                  </a:lnTo>
                  <a:lnTo>
                    <a:pt x="1996756" y="187432"/>
                  </a:lnTo>
                  <a:lnTo>
                    <a:pt x="1990496" y="187432"/>
                  </a:lnTo>
                  <a:lnTo>
                    <a:pt x="1984237" y="187432"/>
                  </a:lnTo>
                  <a:lnTo>
                    <a:pt x="1977977" y="187432"/>
                  </a:lnTo>
                  <a:lnTo>
                    <a:pt x="1971718" y="187432"/>
                  </a:lnTo>
                  <a:lnTo>
                    <a:pt x="1965458" y="187432"/>
                  </a:lnTo>
                  <a:lnTo>
                    <a:pt x="1959199" y="187432"/>
                  </a:lnTo>
                  <a:lnTo>
                    <a:pt x="1952940" y="187432"/>
                  </a:lnTo>
                  <a:lnTo>
                    <a:pt x="1946680" y="187432"/>
                  </a:lnTo>
                  <a:lnTo>
                    <a:pt x="1940421" y="187432"/>
                  </a:lnTo>
                  <a:lnTo>
                    <a:pt x="1934161" y="187432"/>
                  </a:lnTo>
                  <a:lnTo>
                    <a:pt x="1927902" y="187432"/>
                  </a:lnTo>
                  <a:lnTo>
                    <a:pt x="1921642" y="187432"/>
                  </a:lnTo>
                  <a:lnTo>
                    <a:pt x="1915383" y="187432"/>
                  </a:lnTo>
                  <a:lnTo>
                    <a:pt x="1909124" y="187432"/>
                  </a:lnTo>
                  <a:lnTo>
                    <a:pt x="1902864" y="187432"/>
                  </a:lnTo>
                  <a:lnTo>
                    <a:pt x="1896605" y="187432"/>
                  </a:lnTo>
                  <a:lnTo>
                    <a:pt x="1890345" y="187432"/>
                  </a:lnTo>
                  <a:lnTo>
                    <a:pt x="1884086" y="187432"/>
                  </a:lnTo>
                  <a:lnTo>
                    <a:pt x="1877827" y="187432"/>
                  </a:lnTo>
                  <a:lnTo>
                    <a:pt x="1871567" y="187432"/>
                  </a:lnTo>
                  <a:lnTo>
                    <a:pt x="1865308" y="187432"/>
                  </a:lnTo>
                  <a:lnTo>
                    <a:pt x="1859048" y="187432"/>
                  </a:lnTo>
                  <a:lnTo>
                    <a:pt x="1852789" y="187432"/>
                  </a:lnTo>
                  <a:lnTo>
                    <a:pt x="1846529" y="187432"/>
                  </a:lnTo>
                  <a:lnTo>
                    <a:pt x="1840270" y="187432"/>
                  </a:lnTo>
                  <a:lnTo>
                    <a:pt x="1834011" y="187432"/>
                  </a:lnTo>
                  <a:lnTo>
                    <a:pt x="1827751" y="187432"/>
                  </a:lnTo>
                  <a:lnTo>
                    <a:pt x="1821492" y="187432"/>
                  </a:lnTo>
                  <a:lnTo>
                    <a:pt x="1815232" y="187432"/>
                  </a:lnTo>
                  <a:lnTo>
                    <a:pt x="1808973" y="187432"/>
                  </a:lnTo>
                  <a:lnTo>
                    <a:pt x="1802713" y="187432"/>
                  </a:lnTo>
                  <a:lnTo>
                    <a:pt x="1796454" y="187432"/>
                  </a:lnTo>
                  <a:lnTo>
                    <a:pt x="1790195" y="187432"/>
                  </a:lnTo>
                  <a:lnTo>
                    <a:pt x="1783935" y="187432"/>
                  </a:lnTo>
                  <a:lnTo>
                    <a:pt x="1777676" y="187432"/>
                  </a:lnTo>
                  <a:lnTo>
                    <a:pt x="1771416" y="187432"/>
                  </a:lnTo>
                  <a:lnTo>
                    <a:pt x="1765157" y="187432"/>
                  </a:lnTo>
                  <a:lnTo>
                    <a:pt x="1758897" y="187432"/>
                  </a:lnTo>
                  <a:lnTo>
                    <a:pt x="1752638" y="187432"/>
                  </a:lnTo>
                  <a:lnTo>
                    <a:pt x="1746379" y="187432"/>
                  </a:lnTo>
                  <a:lnTo>
                    <a:pt x="1740119" y="187432"/>
                  </a:lnTo>
                  <a:lnTo>
                    <a:pt x="1733860" y="187432"/>
                  </a:lnTo>
                  <a:lnTo>
                    <a:pt x="1727600" y="187432"/>
                  </a:lnTo>
                  <a:lnTo>
                    <a:pt x="1721341" y="187432"/>
                  </a:lnTo>
                  <a:lnTo>
                    <a:pt x="1715082" y="187432"/>
                  </a:lnTo>
                  <a:lnTo>
                    <a:pt x="1708822" y="187432"/>
                  </a:lnTo>
                  <a:lnTo>
                    <a:pt x="1702563" y="187432"/>
                  </a:lnTo>
                  <a:lnTo>
                    <a:pt x="1696303" y="187432"/>
                  </a:lnTo>
                  <a:lnTo>
                    <a:pt x="1690044" y="187432"/>
                  </a:lnTo>
                  <a:lnTo>
                    <a:pt x="1683784" y="187432"/>
                  </a:lnTo>
                  <a:lnTo>
                    <a:pt x="1677525" y="187432"/>
                  </a:lnTo>
                  <a:lnTo>
                    <a:pt x="1671266" y="187432"/>
                  </a:lnTo>
                  <a:lnTo>
                    <a:pt x="1665006" y="187432"/>
                  </a:lnTo>
                  <a:lnTo>
                    <a:pt x="1658747" y="187432"/>
                  </a:lnTo>
                  <a:lnTo>
                    <a:pt x="1652487" y="187432"/>
                  </a:lnTo>
                  <a:lnTo>
                    <a:pt x="1646228" y="187432"/>
                  </a:lnTo>
                  <a:lnTo>
                    <a:pt x="1639968" y="187432"/>
                  </a:lnTo>
                  <a:lnTo>
                    <a:pt x="1633709" y="187432"/>
                  </a:lnTo>
                  <a:lnTo>
                    <a:pt x="1627450" y="187432"/>
                  </a:lnTo>
                  <a:lnTo>
                    <a:pt x="1621190" y="187432"/>
                  </a:lnTo>
                  <a:lnTo>
                    <a:pt x="1614931" y="187432"/>
                  </a:lnTo>
                  <a:lnTo>
                    <a:pt x="1608671" y="187432"/>
                  </a:lnTo>
                  <a:lnTo>
                    <a:pt x="1602412" y="187432"/>
                  </a:lnTo>
                  <a:lnTo>
                    <a:pt x="1596152" y="187432"/>
                  </a:lnTo>
                  <a:lnTo>
                    <a:pt x="1589893" y="187432"/>
                  </a:lnTo>
                  <a:lnTo>
                    <a:pt x="1583634" y="187432"/>
                  </a:lnTo>
                  <a:lnTo>
                    <a:pt x="1577374" y="187432"/>
                  </a:lnTo>
                  <a:lnTo>
                    <a:pt x="1571115" y="187432"/>
                  </a:lnTo>
                  <a:lnTo>
                    <a:pt x="1564855" y="187432"/>
                  </a:lnTo>
                  <a:lnTo>
                    <a:pt x="1558596" y="187432"/>
                  </a:lnTo>
                  <a:lnTo>
                    <a:pt x="1552337" y="187432"/>
                  </a:lnTo>
                  <a:lnTo>
                    <a:pt x="1546077" y="187432"/>
                  </a:lnTo>
                  <a:lnTo>
                    <a:pt x="1539818" y="187432"/>
                  </a:lnTo>
                  <a:lnTo>
                    <a:pt x="1533558" y="187432"/>
                  </a:lnTo>
                  <a:lnTo>
                    <a:pt x="1527299" y="187432"/>
                  </a:lnTo>
                  <a:lnTo>
                    <a:pt x="1521039" y="187432"/>
                  </a:lnTo>
                  <a:lnTo>
                    <a:pt x="1514780" y="187432"/>
                  </a:lnTo>
                  <a:lnTo>
                    <a:pt x="1508521" y="187432"/>
                  </a:lnTo>
                  <a:lnTo>
                    <a:pt x="1502261" y="187432"/>
                  </a:lnTo>
                  <a:lnTo>
                    <a:pt x="1496002" y="187432"/>
                  </a:lnTo>
                  <a:lnTo>
                    <a:pt x="1489742" y="187432"/>
                  </a:lnTo>
                  <a:lnTo>
                    <a:pt x="1483483" y="187432"/>
                  </a:lnTo>
                  <a:lnTo>
                    <a:pt x="1477223" y="187432"/>
                  </a:lnTo>
                  <a:lnTo>
                    <a:pt x="1470964" y="187432"/>
                  </a:lnTo>
                  <a:lnTo>
                    <a:pt x="1464705" y="187432"/>
                  </a:lnTo>
                  <a:lnTo>
                    <a:pt x="1458445" y="187432"/>
                  </a:lnTo>
                  <a:lnTo>
                    <a:pt x="1452186" y="187432"/>
                  </a:lnTo>
                  <a:lnTo>
                    <a:pt x="1445926" y="187432"/>
                  </a:lnTo>
                  <a:lnTo>
                    <a:pt x="1439667" y="187432"/>
                  </a:lnTo>
                  <a:lnTo>
                    <a:pt x="1433407" y="187432"/>
                  </a:lnTo>
                  <a:lnTo>
                    <a:pt x="1427148" y="187432"/>
                  </a:lnTo>
                  <a:lnTo>
                    <a:pt x="1420889" y="187432"/>
                  </a:lnTo>
                  <a:lnTo>
                    <a:pt x="1414629" y="187432"/>
                  </a:lnTo>
                  <a:lnTo>
                    <a:pt x="1408370" y="187432"/>
                  </a:lnTo>
                  <a:lnTo>
                    <a:pt x="1402110" y="187432"/>
                  </a:lnTo>
                  <a:lnTo>
                    <a:pt x="1395851" y="187432"/>
                  </a:lnTo>
                  <a:lnTo>
                    <a:pt x="1389592" y="187432"/>
                  </a:lnTo>
                  <a:lnTo>
                    <a:pt x="1383332" y="187432"/>
                  </a:lnTo>
                  <a:lnTo>
                    <a:pt x="1377073" y="187432"/>
                  </a:lnTo>
                  <a:lnTo>
                    <a:pt x="1370813" y="187432"/>
                  </a:lnTo>
                  <a:lnTo>
                    <a:pt x="1364554" y="187432"/>
                  </a:lnTo>
                  <a:lnTo>
                    <a:pt x="1358294" y="187432"/>
                  </a:lnTo>
                  <a:lnTo>
                    <a:pt x="1352035" y="187432"/>
                  </a:lnTo>
                  <a:lnTo>
                    <a:pt x="1345776" y="187432"/>
                  </a:lnTo>
                  <a:lnTo>
                    <a:pt x="1339516" y="187432"/>
                  </a:lnTo>
                  <a:lnTo>
                    <a:pt x="1333257" y="187432"/>
                  </a:lnTo>
                  <a:lnTo>
                    <a:pt x="1326997" y="187432"/>
                  </a:lnTo>
                  <a:lnTo>
                    <a:pt x="1320738" y="187432"/>
                  </a:lnTo>
                  <a:lnTo>
                    <a:pt x="1314478" y="187432"/>
                  </a:lnTo>
                  <a:lnTo>
                    <a:pt x="1308219" y="187432"/>
                  </a:lnTo>
                  <a:lnTo>
                    <a:pt x="1301960" y="187432"/>
                  </a:lnTo>
                  <a:lnTo>
                    <a:pt x="1295700" y="187432"/>
                  </a:lnTo>
                  <a:lnTo>
                    <a:pt x="1289441" y="187432"/>
                  </a:lnTo>
                  <a:lnTo>
                    <a:pt x="1283181" y="187432"/>
                  </a:lnTo>
                  <a:lnTo>
                    <a:pt x="1276922" y="187432"/>
                  </a:lnTo>
                  <a:lnTo>
                    <a:pt x="1270662" y="187432"/>
                  </a:lnTo>
                  <a:lnTo>
                    <a:pt x="1264403" y="187432"/>
                  </a:lnTo>
                  <a:lnTo>
                    <a:pt x="1258144" y="187432"/>
                  </a:lnTo>
                  <a:lnTo>
                    <a:pt x="1251884" y="187432"/>
                  </a:lnTo>
                  <a:lnTo>
                    <a:pt x="1245625" y="187432"/>
                  </a:lnTo>
                  <a:lnTo>
                    <a:pt x="1239365" y="187432"/>
                  </a:lnTo>
                  <a:lnTo>
                    <a:pt x="1233106" y="187432"/>
                  </a:lnTo>
                  <a:lnTo>
                    <a:pt x="1226846" y="187432"/>
                  </a:lnTo>
                  <a:lnTo>
                    <a:pt x="1220587" y="187432"/>
                  </a:lnTo>
                  <a:lnTo>
                    <a:pt x="1214328" y="187432"/>
                  </a:lnTo>
                  <a:lnTo>
                    <a:pt x="1208068" y="187432"/>
                  </a:lnTo>
                  <a:lnTo>
                    <a:pt x="1201809" y="187432"/>
                  </a:lnTo>
                  <a:lnTo>
                    <a:pt x="1195549" y="187432"/>
                  </a:lnTo>
                  <a:lnTo>
                    <a:pt x="1189290" y="187432"/>
                  </a:lnTo>
                  <a:lnTo>
                    <a:pt x="1183031" y="187432"/>
                  </a:lnTo>
                  <a:lnTo>
                    <a:pt x="1176771" y="187432"/>
                  </a:lnTo>
                  <a:lnTo>
                    <a:pt x="1170512" y="187432"/>
                  </a:lnTo>
                  <a:lnTo>
                    <a:pt x="1164252" y="187432"/>
                  </a:lnTo>
                  <a:lnTo>
                    <a:pt x="1157993" y="187432"/>
                  </a:lnTo>
                  <a:lnTo>
                    <a:pt x="1151733" y="187432"/>
                  </a:lnTo>
                  <a:lnTo>
                    <a:pt x="1145474" y="187432"/>
                  </a:lnTo>
                  <a:lnTo>
                    <a:pt x="1139215" y="187432"/>
                  </a:lnTo>
                  <a:lnTo>
                    <a:pt x="1132955" y="187432"/>
                  </a:lnTo>
                  <a:lnTo>
                    <a:pt x="1126696" y="187432"/>
                  </a:lnTo>
                  <a:lnTo>
                    <a:pt x="1120436" y="187432"/>
                  </a:lnTo>
                  <a:lnTo>
                    <a:pt x="1114177" y="187432"/>
                  </a:lnTo>
                  <a:lnTo>
                    <a:pt x="1107917" y="187432"/>
                  </a:lnTo>
                  <a:lnTo>
                    <a:pt x="1101658" y="187432"/>
                  </a:lnTo>
                  <a:lnTo>
                    <a:pt x="1095399" y="187432"/>
                  </a:lnTo>
                  <a:lnTo>
                    <a:pt x="1089139" y="187432"/>
                  </a:lnTo>
                  <a:lnTo>
                    <a:pt x="1082880" y="187432"/>
                  </a:lnTo>
                  <a:lnTo>
                    <a:pt x="1076620" y="187432"/>
                  </a:lnTo>
                  <a:lnTo>
                    <a:pt x="1070361" y="187432"/>
                  </a:lnTo>
                  <a:lnTo>
                    <a:pt x="1064101" y="187432"/>
                  </a:lnTo>
                  <a:lnTo>
                    <a:pt x="1057842" y="187432"/>
                  </a:lnTo>
                  <a:lnTo>
                    <a:pt x="1051583" y="187432"/>
                  </a:lnTo>
                  <a:lnTo>
                    <a:pt x="1045323" y="187432"/>
                  </a:lnTo>
                  <a:lnTo>
                    <a:pt x="1039064" y="187432"/>
                  </a:lnTo>
                  <a:lnTo>
                    <a:pt x="1032804" y="187432"/>
                  </a:lnTo>
                  <a:lnTo>
                    <a:pt x="1026545" y="187432"/>
                  </a:lnTo>
                  <a:lnTo>
                    <a:pt x="1020286" y="187432"/>
                  </a:lnTo>
                  <a:lnTo>
                    <a:pt x="1014026" y="187432"/>
                  </a:lnTo>
                  <a:lnTo>
                    <a:pt x="1007767" y="187432"/>
                  </a:lnTo>
                  <a:lnTo>
                    <a:pt x="1001507" y="187432"/>
                  </a:lnTo>
                  <a:lnTo>
                    <a:pt x="995248" y="187432"/>
                  </a:lnTo>
                  <a:lnTo>
                    <a:pt x="988988" y="187432"/>
                  </a:lnTo>
                  <a:lnTo>
                    <a:pt x="982729" y="187432"/>
                  </a:lnTo>
                  <a:lnTo>
                    <a:pt x="976470" y="187432"/>
                  </a:lnTo>
                  <a:lnTo>
                    <a:pt x="970210" y="187432"/>
                  </a:lnTo>
                  <a:lnTo>
                    <a:pt x="963951" y="187432"/>
                  </a:lnTo>
                  <a:lnTo>
                    <a:pt x="957691" y="187432"/>
                  </a:lnTo>
                  <a:lnTo>
                    <a:pt x="951432" y="187432"/>
                  </a:lnTo>
                  <a:lnTo>
                    <a:pt x="945172" y="187432"/>
                  </a:lnTo>
                  <a:lnTo>
                    <a:pt x="938913" y="187432"/>
                  </a:lnTo>
                  <a:lnTo>
                    <a:pt x="932654" y="187432"/>
                  </a:lnTo>
                  <a:lnTo>
                    <a:pt x="926394" y="187432"/>
                  </a:lnTo>
                  <a:lnTo>
                    <a:pt x="920135" y="187432"/>
                  </a:lnTo>
                  <a:lnTo>
                    <a:pt x="913875" y="187432"/>
                  </a:lnTo>
                  <a:lnTo>
                    <a:pt x="907616" y="187432"/>
                  </a:lnTo>
                  <a:lnTo>
                    <a:pt x="901356" y="187432"/>
                  </a:lnTo>
                  <a:lnTo>
                    <a:pt x="895097" y="187432"/>
                  </a:lnTo>
                  <a:lnTo>
                    <a:pt x="888838" y="187432"/>
                  </a:lnTo>
                  <a:lnTo>
                    <a:pt x="882578" y="187432"/>
                  </a:lnTo>
                  <a:lnTo>
                    <a:pt x="876319" y="187432"/>
                  </a:lnTo>
                  <a:lnTo>
                    <a:pt x="870059" y="187432"/>
                  </a:lnTo>
                  <a:lnTo>
                    <a:pt x="863800" y="187432"/>
                  </a:lnTo>
                  <a:lnTo>
                    <a:pt x="857541" y="187432"/>
                  </a:lnTo>
                  <a:lnTo>
                    <a:pt x="851281" y="187432"/>
                  </a:lnTo>
                  <a:lnTo>
                    <a:pt x="845022" y="187432"/>
                  </a:lnTo>
                  <a:lnTo>
                    <a:pt x="838762" y="187432"/>
                  </a:lnTo>
                  <a:lnTo>
                    <a:pt x="832503" y="187432"/>
                  </a:lnTo>
                  <a:lnTo>
                    <a:pt x="826243" y="187432"/>
                  </a:lnTo>
                  <a:lnTo>
                    <a:pt x="819984" y="187432"/>
                  </a:lnTo>
                  <a:lnTo>
                    <a:pt x="813725" y="187432"/>
                  </a:lnTo>
                  <a:lnTo>
                    <a:pt x="807465" y="187432"/>
                  </a:lnTo>
                  <a:lnTo>
                    <a:pt x="801206" y="187432"/>
                  </a:lnTo>
                  <a:lnTo>
                    <a:pt x="794946" y="187432"/>
                  </a:lnTo>
                  <a:lnTo>
                    <a:pt x="788687" y="187432"/>
                  </a:lnTo>
                  <a:lnTo>
                    <a:pt x="782427" y="187432"/>
                  </a:lnTo>
                  <a:lnTo>
                    <a:pt x="776168" y="187432"/>
                  </a:lnTo>
                  <a:lnTo>
                    <a:pt x="769909" y="187432"/>
                  </a:lnTo>
                  <a:lnTo>
                    <a:pt x="763649" y="187432"/>
                  </a:lnTo>
                  <a:lnTo>
                    <a:pt x="757390" y="187432"/>
                  </a:lnTo>
                  <a:lnTo>
                    <a:pt x="751130" y="187432"/>
                  </a:lnTo>
                  <a:lnTo>
                    <a:pt x="744871" y="187432"/>
                  </a:lnTo>
                  <a:lnTo>
                    <a:pt x="738611" y="187432"/>
                  </a:lnTo>
                  <a:lnTo>
                    <a:pt x="732352" y="187432"/>
                  </a:lnTo>
                  <a:lnTo>
                    <a:pt x="726093" y="187432"/>
                  </a:lnTo>
                  <a:lnTo>
                    <a:pt x="719833" y="187432"/>
                  </a:lnTo>
                  <a:lnTo>
                    <a:pt x="713574" y="187432"/>
                  </a:lnTo>
                  <a:lnTo>
                    <a:pt x="707314" y="187432"/>
                  </a:lnTo>
                  <a:lnTo>
                    <a:pt x="701055" y="187432"/>
                  </a:lnTo>
                  <a:lnTo>
                    <a:pt x="694796" y="187432"/>
                  </a:lnTo>
                  <a:lnTo>
                    <a:pt x="688536" y="187432"/>
                  </a:lnTo>
                  <a:lnTo>
                    <a:pt x="682277" y="187432"/>
                  </a:lnTo>
                  <a:lnTo>
                    <a:pt x="676017" y="187432"/>
                  </a:lnTo>
                  <a:lnTo>
                    <a:pt x="669758" y="187432"/>
                  </a:lnTo>
                  <a:lnTo>
                    <a:pt x="663498" y="187432"/>
                  </a:lnTo>
                  <a:lnTo>
                    <a:pt x="657239" y="187432"/>
                  </a:lnTo>
                  <a:lnTo>
                    <a:pt x="650980" y="187432"/>
                  </a:lnTo>
                  <a:lnTo>
                    <a:pt x="644720" y="187432"/>
                  </a:lnTo>
                  <a:lnTo>
                    <a:pt x="638461" y="187432"/>
                  </a:lnTo>
                  <a:lnTo>
                    <a:pt x="632201" y="187432"/>
                  </a:lnTo>
                  <a:lnTo>
                    <a:pt x="625942" y="187432"/>
                  </a:lnTo>
                  <a:lnTo>
                    <a:pt x="619682" y="187432"/>
                  </a:lnTo>
                  <a:lnTo>
                    <a:pt x="613423" y="187432"/>
                  </a:lnTo>
                  <a:lnTo>
                    <a:pt x="607164" y="187432"/>
                  </a:lnTo>
                  <a:lnTo>
                    <a:pt x="600904" y="187432"/>
                  </a:lnTo>
                  <a:lnTo>
                    <a:pt x="594645" y="187432"/>
                  </a:lnTo>
                  <a:lnTo>
                    <a:pt x="588385" y="187432"/>
                  </a:lnTo>
                  <a:lnTo>
                    <a:pt x="582126" y="187432"/>
                  </a:lnTo>
                  <a:lnTo>
                    <a:pt x="575866" y="187432"/>
                  </a:lnTo>
                  <a:lnTo>
                    <a:pt x="569607" y="187432"/>
                  </a:lnTo>
                  <a:lnTo>
                    <a:pt x="563348" y="187432"/>
                  </a:lnTo>
                  <a:lnTo>
                    <a:pt x="557088" y="187432"/>
                  </a:lnTo>
                  <a:lnTo>
                    <a:pt x="550829" y="187432"/>
                  </a:lnTo>
                  <a:lnTo>
                    <a:pt x="544569" y="187432"/>
                  </a:lnTo>
                  <a:lnTo>
                    <a:pt x="538310" y="187432"/>
                  </a:lnTo>
                  <a:lnTo>
                    <a:pt x="532050" y="187432"/>
                  </a:lnTo>
                  <a:lnTo>
                    <a:pt x="525791" y="187432"/>
                  </a:lnTo>
                  <a:lnTo>
                    <a:pt x="519532" y="187432"/>
                  </a:lnTo>
                  <a:lnTo>
                    <a:pt x="513272" y="187432"/>
                  </a:lnTo>
                  <a:lnTo>
                    <a:pt x="507013" y="187432"/>
                  </a:lnTo>
                  <a:lnTo>
                    <a:pt x="500753" y="187432"/>
                  </a:lnTo>
                  <a:lnTo>
                    <a:pt x="494494" y="187432"/>
                  </a:lnTo>
                  <a:lnTo>
                    <a:pt x="488235" y="187432"/>
                  </a:lnTo>
                  <a:lnTo>
                    <a:pt x="481975" y="187432"/>
                  </a:lnTo>
                  <a:lnTo>
                    <a:pt x="475716" y="187432"/>
                  </a:lnTo>
                  <a:lnTo>
                    <a:pt x="469456" y="187432"/>
                  </a:lnTo>
                  <a:lnTo>
                    <a:pt x="463197" y="187432"/>
                  </a:lnTo>
                  <a:lnTo>
                    <a:pt x="456937" y="187432"/>
                  </a:lnTo>
                  <a:lnTo>
                    <a:pt x="450678" y="187432"/>
                  </a:lnTo>
                  <a:lnTo>
                    <a:pt x="444419" y="187432"/>
                  </a:lnTo>
                  <a:lnTo>
                    <a:pt x="438159" y="187432"/>
                  </a:lnTo>
                  <a:lnTo>
                    <a:pt x="431900" y="187432"/>
                  </a:lnTo>
                  <a:lnTo>
                    <a:pt x="425640" y="187432"/>
                  </a:lnTo>
                  <a:lnTo>
                    <a:pt x="419381" y="187432"/>
                  </a:lnTo>
                  <a:lnTo>
                    <a:pt x="413121" y="187432"/>
                  </a:lnTo>
                  <a:lnTo>
                    <a:pt x="406862" y="187432"/>
                  </a:lnTo>
                  <a:lnTo>
                    <a:pt x="400603" y="187432"/>
                  </a:lnTo>
                  <a:lnTo>
                    <a:pt x="394343" y="187432"/>
                  </a:lnTo>
                  <a:lnTo>
                    <a:pt x="388084" y="187432"/>
                  </a:lnTo>
                  <a:lnTo>
                    <a:pt x="381824" y="187432"/>
                  </a:lnTo>
                  <a:lnTo>
                    <a:pt x="375565" y="187432"/>
                  </a:lnTo>
                  <a:lnTo>
                    <a:pt x="369305" y="187432"/>
                  </a:lnTo>
                  <a:lnTo>
                    <a:pt x="363046" y="187432"/>
                  </a:lnTo>
                  <a:lnTo>
                    <a:pt x="356787" y="187432"/>
                  </a:lnTo>
                  <a:lnTo>
                    <a:pt x="350527" y="187432"/>
                  </a:lnTo>
                  <a:lnTo>
                    <a:pt x="344268" y="187432"/>
                  </a:lnTo>
                  <a:lnTo>
                    <a:pt x="338008" y="187432"/>
                  </a:lnTo>
                  <a:lnTo>
                    <a:pt x="331749" y="187432"/>
                  </a:lnTo>
                  <a:lnTo>
                    <a:pt x="325490" y="187432"/>
                  </a:lnTo>
                  <a:lnTo>
                    <a:pt x="319230" y="187432"/>
                  </a:lnTo>
                  <a:lnTo>
                    <a:pt x="312971" y="187432"/>
                  </a:lnTo>
                  <a:lnTo>
                    <a:pt x="306711" y="187432"/>
                  </a:lnTo>
                  <a:lnTo>
                    <a:pt x="300452" y="187432"/>
                  </a:lnTo>
                  <a:lnTo>
                    <a:pt x="294192" y="187432"/>
                  </a:lnTo>
                  <a:lnTo>
                    <a:pt x="287933" y="187432"/>
                  </a:lnTo>
                  <a:lnTo>
                    <a:pt x="281674" y="187432"/>
                  </a:lnTo>
                  <a:lnTo>
                    <a:pt x="275414" y="187432"/>
                  </a:lnTo>
                  <a:lnTo>
                    <a:pt x="269155" y="187432"/>
                  </a:lnTo>
                  <a:lnTo>
                    <a:pt x="262895" y="187432"/>
                  </a:lnTo>
                  <a:lnTo>
                    <a:pt x="256636" y="187432"/>
                  </a:lnTo>
                  <a:lnTo>
                    <a:pt x="250376" y="187432"/>
                  </a:lnTo>
                  <a:lnTo>
                    <a:pt x="244117" y="187432"/>
                  </a:lnTo>
                  <a:lnTo>
                    <a:pt x="237858" y="187432"/>
                  </a:lnTo>
                  <a:lnTo>
                    <a:pt x="231598" y="187432"/>
                  </a:lnTo>
                  <a:lnTo>
                    <a:pt x="225339" y="187432"/>
                  </a:lnTo>
                  <a:lnTo>
                    <a:pt x="219079" y="187432"/>
                  </a:lnTo>
                  <a:lnTo>
                    <a:pt x="212820" y="187432"/>
                  </a:lnTo>
                  <a:lnTo>
                    <a:pt x="206560" y="187432"/>
                  </a:lnTo>
                  <a:lnTo>
                    <a:pt x="200301" y="187432"/>
                  </a:lnTo>
                  <a:lnTo>
                    <a:pt x="194042" y="187432"/>
                  </a:lnTo>
                  <a:lnTo>
                    <a:pt x="187782" y="187432"/>
                  </a:lnTo>
                  <a:lnTo>
                    <a:pt x="181523" y="187432"/>
                  </a:lnTo>
                  <a:lnTo>
                    <a:pt x="175263" y="187432"/>
                  </a:lnTo>
                  <a:lnTo>
                    <a:pt x="169004" y="187432"/>
                  </a:lnTo>
                  <a:lnTo>
                    <a:pt x="162745" y="187432"/>
                  </a:lnTo>
                  <a:lnTo>
                    <a:pt x="156485" y="187432"/>
                  </a:lnTo>
                  <a:lnTo>
                    <a:pt x="150226" y="187432"/>
                  </a:lnTo>
                  <a:lnTo>
                    <a:pt x="143966" y="187432"/>
                  </a:lnTo>
                  <a:lnTo>
                    <a:pt x="137707" y="187432"/>
                  </a:lnTo>
                  <a:lnTo>
                    <a:pt x="131447" y="187432"/>
                  </a:lnTo>
                  <a:lnTo>
                    <a:pt x="125188" y="187432"/>
                  </a:lnTo>
                  <a:lnTo>
                    <a:pt x="118929" y="187432"/>
                  </a:lnTo>
                  <a:lnTo>
                    <a:pt x="112669" y="187432"/>
                  </a:lnTo>
                  <a:lnTo>
                    <a:pt x="106410" y="187432"/>
                  </a:lnTo>
                  <a:lnTo>
                    <a:pt x="100150" y="187432"/>
                  </a:lnTo>
                  <a:lnTo>
                    <a:pt x="93891" y="187432"/>
                  </a:lnTo>
                  <a:lnTo>
                    <a:pt x="87631" y="187432"/>
                  </a:lnTo>
                  <a:lnTo>
                    <a:pt x="81372" y="187432"/>
                  </a:lnTo>
                  <a:lnTo>
                    <a:pt x="75113" y="187432"/>
                  </a:lnTo>
                  <a:lnTo>
                    <a:pt x="68853" y="187432"/>
                  </a:lnTo>
                  <a:lnTo>
                    <a:pt x="62594" y="187432"/>
                  </a:lnTo>
                  <a:lnTo>
                    <a:pt x="56334" y="187432"/>
                  </a:lnTo>
                  <a:lnTo>
                    <a:pt x="50075" y="187432"/>
                  </a:lnTo>
                  <a:lnTo>
                    <a:pt x="43815" y="187432"/>
                  </a:lnTo>
                  <a:lnTo>
                    <a:pt x="37556" y="187432"/>
                  </a:lnTo>
                  <a:lnTo>
                    <a:pt x="31297" y="187432"/>
                  </a:lnTo>
                  <a:lnTo>
                    <a:pt x="25037" y="187432"/>
                  </a:lnTo>
                  <a:lnTo>
                    <a:pt x="18778" y="187432"/>
                  </a:lnTo>
                  <a:lnTo>
                    <a:pt x="12518" y="187432"/>
                  </a:lnTo>
                  <a:lnTo>
                    <a:pt x="6259" y="18743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749798" y="3143511"/>
              <a:ext cx="3198565" cy="187432"/>
            </a:xfrm>
            <a:custGeom>
              <a:avLst/>
              <a:pathLst>
                <a:path w="3198565" h="187432">
                  <a:moveTo>
                    <a:pt x="0" y="187401"/>
                  </a:moveTo>
                  <a:lnTo>
                    <a:pt x="6259" y="187395"/>
                  </a:lnTo>
                  <a:lnTo>
                    <a:pt x="12518" y="187387"/>
                  </a:lnTo>
                  <a:lnTo>
                    <a:pt x="18778" y="187379"/>
                  </a:lnTo>
                  <a:lnTo>
                    <a:pt x="25037" y="187368"/>
                  </a:lnTo>
                  <a:lnTo>
                    <a:pt x="31297" y="187356"/>
                  </a:lnTo>
                  <a:lnTo>
                    <a:pt x="37556" y="187342"/>
                  </a:lnTo>
                  <a:lnTo>
                    <a:pt x="43815" y="187326"/>
                  </a:lnTo>
                  <a:lnTo>
                    <a:pt x="50075" y="187307"/>
                  </a:lnTo>
                  <a:lnTo>
                    <a:pt x="56334" y="187286"/>
                  </a:lnTo>
                  <a:lnTo>
                    <a:pt x="62594" y="187261"/>
                  </a:lnTo>
                  <a:lnTo>
                    <a:pt x="68853" y="187233"/>
                  </a:lnTo>
                  <a:lnTo>
                    <a:pt x="75113" y="187202"/>
                  </a:lnTo>
                  <a:lnTo>
                    <a:pt x="81372" y="187167"/>
                  </a:lnTo>
                  <a:lnTo>
                    <a:pt x="87631" y="187127"/>
                  </a:lnTo>
                  <a:lnTo>
                    <a:pt x="93891" y="187083"/>
                  </a:lnTo>
                  <a:lnTo>
                    <a:pt x="100150" y="187034"/>
                  </a:lnTo>
                  <a:lnTo>
                    <a:pt x="106410" y="186979"/>
                  </a:lnTo>
                  <a:lnTo>
                    <a:pt x="112669" y="186920"/>
                  </a:lnTo>
                  <a:lnTo>
                    <a:pt x="118929" y="186855"/>
                  </a:lnTo>
                  <a:lnTo>
                    <a:pt x="125188" y="186783"/>
                  </a:lnTo>
                  <a:lnTo>
                    <a:pt x="131447" y="186705"/>
                  </a:lnTo>
                  <a:lnTo>
                    <a:pt x="137707" y="186621"/>
                  </a:lnTo>
                  <a:lnTo>
                    <a:pt x="143966" y="186530"/>
                  </a:lnTo>
                  <a:lnTo>
                    <a:pt x="150226" y="186434"/>
                  </a:lnTo>
                  <a:lnTo>
                    <a:pt x="156485" y="186330"/>
                  </a:lnTo>
                  <a:lnTo>
                    <a:pt x="162745" y="186219"/>
                  </a:lnTo>
                  <a:lnTo>
                    <a:pt x="169004" y="186100"/>
                  </a:lnTo>
                  <a:lnTo>
                    <a:pt x="175263" y="185976"/>
                  </a:lnTo>
                  <a:lnTo>
                    <a:pt x="181523" y="185845"/>
                  </a:lnTo>
                  <a:lnTo>
                    <a:pt x="187782" y="185708"/>
                  </a:lnTo>
                  <a:lnTo>
                    <a:pt x="194042" y="185563"/>
                  </a:lnTo>
                  <a:lnTo>
                    <a:pt x="200301" y="185411"/>
                  </a:lnTo>
                  <a:lnTo>
                    <a:pt x="206560" y="185253"/>
                  </a:lnTo>
                  <a:lnTo>
                    <a:pt x="212820" y="185090"/>
                  </a:lnTo>
                  <a:lnTo>
                    <a:pt x="219079" y="184920"/>
                  </a:lnTo>
                  <a:lnTo>
                    <a:pt x="225339" y="184743"/>
                  </a:lnTo>
                  <a:lnTo>
                    <a:pt x="231598" y="184559"/>
                  </a:lnTo>
                  <a:lnTo>
                    <a:pt x="237858" y="184369"/>
                  </a:lnTo>
                  <a:lnTo>
                    <a:pt x="244117" y="184172"/>
                  </a:lnTo>
                  <a:lnTo>
                    <a:pt x="250376" y="183969"/>
                  </a:lnTo>
                  <a:lnTo>
                    <a:pt x="256636" y="183757"/>
                  </a:lnTo>
                  <a:lnTo>
                    <a:pt x="262895" y="183536"/>
                  </a:lnTo>
                  <a:lnTo>
                    <a:pt x="269155" y="183307"/>
                  </a:lnTo>
                  <a:lnTo>
                    <a:pt x="275414" y="183068"/>
                  </a:lnTo>
                  <a:lnTo>
                    <a:pt x="281674" y="182820"/>
                  </a:lnTo>
                  <a:lnTo>
                    <a:pt x="287933" y="182560"/>
                  </a:lnTo>
                  <a:lnTo>
                    <a:pt x="294192" y="182285"/>
                  </a:lnTo>
                  <a:lnTo>
                    <a:pt x="300452" y="181997"/>
                  </a:lnTo>
                  <a:lnTo>
                    <a:pt x="306711" y="181694"/>
                  </a:lnTo>
                  <a:lnTo>
                    <a:pt x="312971" y="181376"/>
                  </a:lnTo>
                  <a:lnTo>
                    <a:pt x="319230" y="181041"/>
                  </a:lnTo>
                  <a:lnTo>
                    <a:pt x="325490" y="180683"/>
                  </a:lnTo>
                  <a:lnTo>
                    <a:pt x="331749" y="180304"/>
                  </a:lnTo>
                  <a:lnTo>
                    <a:pt x="338008" y="179905"/>
                  </a:lnTo>
                  <a:lnTo>
                    <a:pt x="344268" y="179485"/>
                  </a:lnTo>
                  <a:lnTo>
                    <a:pt x="350527" y="179042"/>
                  </a:lnTo>
                  <a:lnTo>
                    <a:pt x="356787" y="178571"/>
                  </a:lnTo>
                  <a:lnTo>
                    <a:pt x="363046" y="178074"/>
                  </a:lnTo>
                  <a:lnTo>
                    <a:pt x="369305" y="177553"/>
                  </a:lnTo>
                  <a:lnTo>
                    <a:pt x="375565" y="177007"/>
                  </a:lnTo>
                  <a:lnTo>
                    <a:pt x="381824" y="176437"/>
                  </a:lnTo>
                  <a:lnTo>
                    <a:pt x="388084" y="175840"/>
                  </a:lnTo>
                  <a:lnTo>
                    <a:pt x="394343" y="175217"/>
                  </a:lnTo>
                  <a:lnTo>
                    <a:pt x="400603" y="174571"/>
                  </a:lnTo>
                  <a:lnTo>
                    <a:pt x="406862" y="173905"/>
                  </a:lnTo>
                  <a:lnTo>
                    <a:pt x="413121" y="173220"/>
                  </a:lnTo>
                  <a:lnTo>
                    <a:pt x="419381" y="172516"/>
                  </a:lnTo>
                  <a:lnTo>
                    <a:pt x="425640" y="171794"/>
                  </a:lnTo>
                  <a:lnTo>
                    <a:pt x="431900" y="171059"/>
                  </a:lnTo>
                  <a:lnTo>
                    <a:pt x="438159" y="170315"/>
                  </a:lnTo>
                  <a:lnTo>
                    <a:pt x="444419" y="169563"/>
                  </a:lnTo>
                  <a:lnTo>
                    <a:pt x="450678" y="168806"/>
                  </a:lnTo>
                  <a:lnTo>
                    <a:pt x="456937" y="168046"/>
                  </a:lnTo>
                  <a:lnTo>
                    <a:pt x="463197" y="167289"/>
                  </a:lnTo>
                  <a:lnTo>
                    <a:pt x="469456" y="166536"/>
                  </a:lnTo>
                  <a:lnTo>
                    <a:pt x="475716" y="165791"/>
                  </a:lnTo>
                  <a:lnTo>
                    <a:pt x="481975" y="165055"/>
                  </a:lnTo>
                  <a:lnTo>
                    <a:pt x="488235" y="164335"/>
                  </a:lnTo>
                  <a:lnTo>
                    <a:pt x="494494" y="163632"/>
                  </a:lnTo>
                  <a:lnTo>
                    <a:pt x="500753" y="162947"/>
                  </a:lnTo>
                  <a:lnTo>
                    <a:pt x="507013" y="162281"/>
                  </a:lnTo>
                  <a:lnTo>
                    <a:pt x="513272" y="161638"/>
                  </a:lnTo>
                  <a:lnTo>
                    <a:pt x="519532" y="161021"/>
                  </a:lnTo>
                  <a:lnTo>
                    <a:pt x="525791" y="160434"/>
                  </a:lnTo>
                  <a:lnTo>
                    <a:pt x="532050" y="159872"/>
                  </a:lnTo>
                  <a:lnTo>
                    <a:pt x="538310" y="159337"/>
                  </a:lnTo>
                  <a:lnTo>
                    <a:pt x="544569" y="158830"/>
                  </a:lnTo>
                  <a:lnTo>
                    <a:pt x="550829" y="158352"/>
                  </a:lnTo>
                  <a:lnTo>
                    <a:pt x="557088" y="157909"/>
                  </a:lnTo>
                  <a:lnTo>
                    <a:pt x="563348" y="157492"/>
                  </a:lnTo>
                  <a:lnTo>
                    <a:pt x="569607" y="157103"/>
                  </a:lnTo>
                  <a:lnTo>
                    <a:pt x="575866" y="156739"/>
                  </a:lnTo>
                  <a:lnTo>
                    <a:pt x="582126" y="156401"/>
                  </a:lnTo>
                  <a:lnTo>
                    <a:pt x="588385" y="156094"/>
                  </a:lnTo>
                  <a:lnTo>
                    <a:pt x="594645" y="155810"/>
                  </a:lnTo>
                  <a:lnTo>
                    <a:pt x="600904" y="155546"/>
                  </a:lnTo>
                  <a:lnTo>
                    <a:pt x="607164" y="155303"/>
                  </a:lnTo>
                  <a:lnTo>
                    <a:pt x="613423" y="155077"/>
                  </a:lnTo>
                  <a:lnTo>
                    <a:pt x="619682" y="154871"/>
                  </a:lnTo>
                  <a:lnTo>
                    <a:pt x="625942" y="154679"/>
                  </a:lnTo>
                  <a:lnTo>
                    <a:pt x="632201" y="154500"/>
                  </a:lnTo>
                  <a:lnTo>
                    <a:pt x="638461" y="154329"/>
                  </a:lnTo>
                  <a:lnTo>
                    <a:pt x="644720" y="154167"/>
                  </a:lnTo>
                  <a:lnTo>
                    <a:pt x="650980" y="154011"/>
                  </a:lnTo>
                  <a:lnTo>
                    <a:pt x="657239" y="153858"/>
                  </a:lnTo>
                  <a:lnTo>
                    <a:pt x="663498" y="153705"/>
                  </a:lnTo>
                  <a:lnTo>
                    <a:pt x="669758" y="153549"/>
                  </a:lnTo>
                  <a:lnTo>
                    <a:pt x="676017" y="153389"/>
                  </a:lnTo>
                  <a:lnTo>
                    <a:pt x="682277" y="153222"/>
                  </a:lnTo>
                  <a:lnTo>
                    <a:pt x="688536" y="153042"/>
                  </a:lnTo>
                  <a:lnTo>
                    <a:pt x="694796" y="152848"/>
                  </a:lnTo>
                  <a:lnTo>
                    <a:pt x="701055" y="152639"/>
                  </a:lnTo>
                  <a:lnTo>
                    <a:pt x="707314" y="152412"/>
                  </a:lnTo>
                  <a:lnTo>
                    <a:pt x="713574" y="152164"/>
                  </a:lnTo>
                  <a:lnTo>
                    <a:pt x="719833" y="151886"/>
                  </a:lnTo>
                  <a:lnTo>
                    <a:pt x="726093" y="151579"/>
                  </a:lnTo>
                  <a:lnTo>
                    <a:pt x="732352" y="151243"/>
                  </a:lnTo>
                  <a:lnTo>
                    <a:pt x="738611" y="150875"/>
                  </a:lnTo>
                  <a:lnTo>
                    <a:pt x="744871" y="150473"/>
                  </a:lnTo>
                  <a:lnTo>
                    <a:pt x="751130" y="150024"/>
                  </a:lnTo>
                  <a:lnTo>
                    <a:pt x="757390" y="149532"/>
                  </a:lnTo>
                  <a:lnTo>
                    <a:pt x="763649" y="148997"/>
                  </a:lnTo>
                  <a:lnTo>
                    <a:pt x="769909" y="148418"/>
                  </a:lnTo>
                  <a:lnTo>
                    <a:pt x="776168" y="147792"/>
                  </a:lnTo>
                  <a:lnTo>
                    <a:pt x="782427" y="147109"/>
                  </a:lnTo>
                  <a:lnTo>
                    <a:pt x="788687" y="146369"/>
                  </a:lnTo>
                  <a:lnTo>
                    <a:pt x="794946" y="145576"/>
                  </a:lnTo>
                  <a:lnTo>
                    <a:pt x="801206" y="144729"/>
                  </a:lnTo>
                  <a:lnTo>
                    <a:pt x="807465" y="143826"/>
                  </a:lnTo>
                  <a:lnTo>
                    <a:pt x="813725" y="142861"/>
                  </a:lnTo>
                  <a:lnTo>
                    <a:pt x="819984" y="141826"/>
                  </a:lnTo>
                  <a:lnTo>
                    <a:pt x="826243" y="140730"/>
                  </a:lnTo>
                  <a:lnTo>
                    <a:pt x="832503" y="139574"/>
                  </a:lnTo>
                  <a:lnTo>
                    <a:pt x="838762" y="138355"/>
                  </a:lnTo>
                  <a:lnTo>
                    <a:pt x="845022" y="137072"/>
                  </a:lnTo>
                  <a:lnTo>
                    <a:pt x="851281" y="135706"/>
                  </a:lnTo>
                  <a:lnTo>
                    <a:pt x="857541" y="134272"/>
                  </a:lnTo>
                  <a:lnTo>
                    <a:pt x="863800" y="132771"/>
                  </a:lnTo>
                  <a:lnTo>
                    <a:pt x="870059" y="131201"/>
                  </a:lnTo>
                  <a:lnTo>
                    <a:pt x="876319" y="129560"/>
                  </a:lnTo>
                  <a:lnTo>
                    <a:pt x="882578" y="127826"/>
                  </a:lnTo>
                  <a:lnTo>
                    <a:pt x="888838" y="126014"/>
                  </a:lnTo>
                  <a:lnTo>
                    <a:pt x="895097" y="124125"/>
                  </a:lnTo>
                  <a:lnTo>
                    <a:pt x="901356" y="122156"/>
                  </a:lnTo>
                  <a:lnTo>
                    <a:pt x="907616" y="120107"/>
                  </a:lnTo>
                  <a:lnTo>
                    <a:pt x="913875" y="117960"/>
                  </a:lnTo>
                  <a:lnTo>
                    <a:pt x="920135" y="115717"/>
                  </a:lnTo>
                  <a:lnTo>
                    <a:pt x="926394" y="113388"/>
                  </a:lnTo>
                  <a:lnTo>
                    <a:pt x="932654" y="110970"/>
                  </a:lnTo>
                  <a:lnTo>
                    <a:pt x="938913" y="108464"/>
                  </a:lnTo>
                  <a:lnTo>
                    <a:pt x="945172" y="105857"/>
                  </a:lnTo>
                  <a:lnTo>
                    <a:pt x="951432" y="103144"/>
                  </a:lnTo>
                  <a:lnTo>
                    <a:pt x="957691" y="100340"/>
                  </a:lnTo>
                  <a:lnTo>
                    <a:pt x="963951" y="97448"/>
                  </a:lnTo>
                  <a:lnTo>
                    <a:pt x="970210" y="94470"/>
                  </a:lnTo>
                  <a:lnTo>
                    <a:pt x="976470" y="91403"/>
                  </a:lnTo>
                  <a:lnTo>
                    <a:pt x="982729" y="88233"/>
                  </a:lnTo>
                  <a:lnTo>
                    <a:pt x="988988" y="84987"/>
                  </a:lnTo>
                  <a:lnTo>
                    <a:pt x="995248" y="81669"/>
                  </a:lnTo>
                  <a:lnTo>
                    <a:pt x="1001507" y="78286"/>
                  </a:lnTo>
                  <a:lnTo>
                    <a:pt x="1007767" y="74842"/>
                  </a:lnTo>
                  <a:lnTo>
                    <a:pt x="1014026" y="71332"/>
                  </a:lnTo>
                  <a:lnTo>
                    <a:pt x="1020286" y="67780"/>
                  </a:lnTo>
                  <a:lnTo>
                    <a:pt x="1026545" y="64197"/>
                  </a:lnTo>
                  <a:lnTo>
                    <a:pt x="1032804" y="60590"/>
                  </a:lnTo>
                  <a:lnTo>
                    <a:pt x="1039064" y="56969"/>
                  </a:lnTo>
                  <a:lnTo>
                    <a:pt x="1045323" y="53347"/>
                  </a:lnTo>
                  <a:lnTo>
                    <a:pt x="1051583" y="49740"/>
                  </a:lnTo>
                  <a:lnTo>
                    <a:pt x="1057842" y="46160"/>
                  </a:lnTo>
                  <a:lnTo>
                    <a:pt x="1064101" y="42617"/>
                  </a:lnTo>
                  <a:lnTo>
                    <a:pt x="1070361" y="39123"/>
                  </a:lnTo>
                  <a:lnTo>
                    <a:pt x="1076620" y="35698"/>
                  </a:lnTo>
                  <a:lnTo>
                    <a:pt x="1082880" y="32366"/>
                  </a:lnTo>
                  <a:lnTo>
                    <a:pt x="1089139" y="29128"/>
                  </a:lnTo>
                  <a:lnTo>
                    <a:pt x="1095399" y="25993"/>
                  </a:lnTo>
                  <a:lnTo>
                    <a:pt x="1101658" y="22973"/>
                  </a:lnTo>
                  <a:lnTo>
                    <a:pt x="1107917" y="20085"/>
                  </a:lnTo>
                  <a:lnTo>
                    <a:pt x="1114177" y="17375"/>
                  </a:lnTo>
                  <a:lnTo>
                    <a:pt x="1120436" y="14820"/>
                  </a:lnTo>
                  <a:lnTo>
                    <a:pt x="1126696" y="12428"/>
                  </a:lnTo>
                  <a:lnTo>
                    <a:pt x="1132955" y="10209"/>
                  </a:lnTo>
                  <a:lnTo>
                    <a:pt x="1139215" y="8171"/>
                  </a:lnTo>
                  <a:lnTo>
                    <a:pt x="1145474" y="6378"/>
                  </a:lnTo>
                  <a:lnTo>
                    <a:pt x="1151733" y="4792"/>
                  </a:lnTo>
                  <a:lnTo>
                    <a:pt x="1157993" y="3413"/>
                  </a:lnTo>
                  <a:lnTo>
                    <a:pt x="1164252" y="2248"/>
                  </a:lnTo>
                  <a:lnTo>
                    <a:pt x="1170512" y="1300"/>
                  </a:lnTo>
                  <a:lnTo>
                    <a:pt x="1176771" y="622"/>
                  </a:lnTo>
                  <a:lnTo>
                    <a:pt x="1183031" y="195"/>
                  </a:lnTo>
                  <a:lnTo>
                    <a:pt x="1189290" y="0"/>
                  </a:lnTo>
                  <a:lnTo>
                    <a:pt x="1195549" y="36"/>
                  </a:lnTo>
                  <a:lnTo>
                    <a:pt x="1201809" y="306"/>
                  </a:lnTo>
                  <a:lnTo>
                    <a:pt x="1208068" y="841"/>
                  </a:lnTo>
                  <a:lnTo>
                    <a:pt x="1214328" y="1649"/>
                  </a:lnTo>
                  <a:lnTo>
                    <a:pt x="1220587" y="2689"/>
                  </a:lnTo>
                  <a:lnTo>
                    <a:pt x="1226846" y="3957"/>
                  </a:lnTo>
                  <a:lnTo>
                    <a:pt x="1233106" y="5449"/>
                  </a:lnTo>
                  <a:lnTo>
                    <a:pt x="1239365" y="7175"/>
                  </a:lnTo>
                  <a:lnTo>
                    <a:pt x="1245625" y="9167"/>
                  </a:lnTo>
                  <a:lnTo>
                    <a:pt x="1251884" y="11366"/>
                  </a:lnTo>
                  <a:lnTo>
                    <a:pt x="1258144" y="13762"/>
                  </a:lnTo>
                  <a:lnTo>
                    <a:pt x="1264403" y="16349"/>
                  </a:lnTo>
                  <a:lnTo>
                    <a:pt x="1270662" y="19118"/>
                  </a:lnTo>
                  <a:lnTo>
                    <a:pt x="1276922" y="22104"/>
                  </a:lnTo>
                  <a:lnTo>
                    <a:pt x="1283181" y="25249"/>
                  </a:lnTo>
                  <a:lnTo>
                    <a:pt x="1289441" y="28537"/>
                  </a:lnTo>
                  <a:lnTo>
                    <a:pt x="1295700" y="31958"/>
                  </a:lnTo>
                  <a:lnTo>
                    <a:pt x="1301960" y="35498"/>
                  </a:lnTo>
                  <a:lnTo>
                    <a:pt x="1308219" y="39165"/>
                  </a:lnTo>
                  <a:lnTo>
                    <a:pt x="1314478" y="42927"/>
                  </a:lnTo>
                  <a:lnTo>
                    <a:pt x="1320738" y="46761"/>
                  </a:lnTo>
                  <a:lnTo>
                    <a:pt x="1326997" y="50653"/>
                  </a:lnTo>
                  <a:lnTo>
                    <a:pt x="1333257" y="54591"/>
                  </a:lnTo>
                  <a:lnTo>
                    <a:pt x="1339516" y="58565"/>
                  </a:lnTo>
                  <a:lnTo>
                    <a:pt x="1345776" y="62552"/>
                  </a:lnTo>
                  <a:lnTo>
                    <a:pt x="1352035" y="66538"/>
                  </a:lnTo>
                  <a:lnTo>
                    <a:pt x="1358294" y="70509"/>
                  </a:lnTo>
                  <a:lnTo>
                    <a:pt x="1364554" y="74456"/>
                  </a:lnTo>
                  <a:lnTo>
                    <a:pt x="1370813" y="78364"/>
                  </a:lnTo>
                  <a:lnTo>
                    <a:pt x="1377073" y="82209"/>
                  </a:lnTo>
                  <a:lnTo>
                    <a:pt x="1383332" y="85992"/>
                  </a:lnTo>
                  <a:lnTo>
                    <a:pt x="1389592" y="89706"/>
                  </a:lnTo>
                  <a:lnTo>
                    <a:pt x="1395851" y="93344"/>
                  </a:lnTo>
                  <a:lnTo>
                    <a:pt x="1402110" y="96898"/>
                  </a:lnTo>
                  <a:lnTo>
                    <a:pt x="1408370" y="100336"/>
                  </a:lnTo>
                  <a:lnTo>
                    <a:pt x="1414629" y="103678"/>
                  </a:lnTo>
                  <a:lnTo>
                    <a:pt x="1420889" y="106920"/>
                  </a:lnTo>
                  <a:lnTo>
                    <a:pt x="1427148" y="110062"/>
                  </a:lnTo>
                  <a:lnTo>
                    <a:pt x="1433407" y="113101"/>
                  </a:lnTo>
                  <a:lnTo>
                    <a:pt x="1439667" y="116014"/>
                  </a:lnTo>
                  <a:lnTo>
                    <a:pt x="1445926" y="118815"/>
                  </a:lnTo>
                  <a:lnTo>
                    <a:pt x="1452186" y="121513"/>
                  </a:lnTo>
                  <a:lnTo>
                    <a:pt x="1458445" y="124110"/>
                  </a:lnTo>
                  <a:lnTo>
                    <a:pt x="1464705" y="126608"/>
                  </a:lnTo>
                  <a:lnTo>
                    <a:pt x="1470964" y="128994"/>
                  </a:lnTo>
                  <a:lnTo>
                    <a:pt x="1477223" y="131272"/>
                  </a:lnTo>
                  <a:lnTo>
                    <a:pt x="1483483" y="133460"/>
                  </a:lnTo>
                  <a:lnTo>
                    <a:pt x="1489742" y="135560"/>
                  </a:lnTo>
                  <a:lnTo>
                    <a:pt x="1496002" y="137576"/>
                  </a:lnTo>
                  <a:lnTo>
                    <a:pt x="1502261" y="139505"/>
                  </a:lnTo>
                  <a:lnTo>
                    <a:pt x="1508521" y="141338"/>
                  </a:lnTo>
                  <a:lnTo>
                    <a:pt x="1514780" y="143098"/>
                  </a:lnTo>
                  <a:lnTo>
                    <a:pt x="1521039" y="144788"/>
                  </a:lnTo>
                  <a:lnTo>
                    <a:pt x="1527299" y="146409"/>
                  </a:lnTo>
                  <a:lnTo>
                    <a:pt x="1533558" y="147965"/>
                  </a:lnTo>
                  <a:lnTo>
                    <a:pt x="1539818" y="149439"/>
                  </a:lnTo>
                  <a:lnTo>
                    <a:pt x="1546077" y="150854"/>
                  </a:lnTo>
                  <a:lnTo>
                    <a:pt x="1552337" y="152211"/>
                  </a:lnTo>
                  <a:lnTo>
                    <a:pt x="1558596" y="153512"/>
                  </a:lnTo>
                  <a:lnTo>
                    <a:pt x="1564855" y="154760"/>
                  </a:lnTo>
                  <a:lnTo>
                    <a:pt x="1571115" y="155943"/>
                  </a:lnTo>
                  <a:lnTo>
                    <a:pt x="1577374" y="157072"/>
                  </a:lnTo>
                  <a:lnTo>
                    <a:pt x="1583634" y="158152"/>
                  </a:lnTo>
                  <a:lnTo>
                    <a:pt x="1589893" y="159184"/>
                  </a:lnTo>
                  <a:lnTo>
                    <a:pt x="1596152" y="160170"/>
                  </a:lnTo>
                  <a:lnTo>
                    <a:pt x="1602412" y="161104"/>
                  </a:lnTo>
                  <a:lnTo>
                    <a:pt x="1608671" y="161988"/>
                  </a:lnTo>
                  <a:lnTo>
                    <a:pt x="1614931" y="162829"/>
                  </a:lnTo>
                  <a:lnTo>
                    <a:pt x="1621190" y="163630"/>
                  </a:lnTo>
                  <a:lnTo>
                    <a:pt x="1627450" y="164391"/>
                  </a:lnTo>
                  <a:lnTo>
                    <a:pt x="1633709" y="165110"/>
                  </a:lnTo>
                  <a:lnTo>
                    <a:pt x="1639968" y="165784"/>
                  </a:lnTo>
                  <a:lnTo>
                    <a:pt x="1646228" y="166424"/>
                  </a:lnTo>
                  <a:lnTo>
                    <a:pt x="1652487" y="167030"/>
                  </a:lnTo>
                  <a:lnTo>
                    <a:pt x="1658747" y="167604"/>
                  </a:lnTo>
                  <a:lnTo>
                    <a:pt x="1665006" y="168147"/>
                  </a:lnTo>
                  <a:lnTo>
                    <a:pt x="1671266" y="168653"/>
                  </a:lnTo>
                  <a:lnTo>
                    <a:pt x="1677525" y="169133"/>
                  </a:lnTo>
                  <a:lnTo>
                    <a:pt x="1683784" y="169587"/>
                  </a:lnTo>
                  <a:lnTo>
                    <a:pt x="1690044" y="170019"/>
                  </a:lnTo>
                  <a:lnTo>
                    <a:pt x="1696303" y="170428"/>
                  </a:lnTo>
                  <a:lnTo>
                    <a:pt x="1702563" y="170812"/>
                  </a:lnTo>
                  <a:lnTo>
                    <a:pt x="1708822" y="171178"/>
                  </a:lnTo>
                  <a:lnTo>
                    <a:pt x="1715082" y="171526"/>
                  </a:lnTo>
                  <a:lnTo>
                    <a:pt x="1721341" y="171860"/>
                  </a:lnTo>
                  <a:lnTo>
                    <a:pt x="1727600" y="172179"/>
                  </a:lnTo>
                  <a:lnTo>
                    <a:pt x="1733860" y="172484"/>
                  </a:lnTo>
                  <a:lnTo>
                    <a:pt x="1740119" y="172776"/>
                  </a:lnTo>
                  <a:lnTo>
                    <a:pt x="1746379" y="173058"/>
                  </a:lnTo>
                  <a:lnTo>
                    <a:pt x="1752638" y="173331"/>
                  </a:lnTo>
                  <a:lnTo>
                    <a:pt x="1758897" y="173596"/>
                  </a:lnTo>
                  <a:lnTo>
                    <a:pt x="1765157" y="173854"/>
                  </a:lnTo>
                  <a:lnTo>
                    <a:pt x="1771416" y="174104"/>
                  </a:lnTo>
                  <a:lnTo>
                    <a:pt x="1777676" y="174348"/>
                  </a:lnTo>
                  <a:lnTo>
                    <a:pt x="1783935" y="174588"/>
                  </a:lnTo>
                  <a:lnTo>
                    <a:pt x="1790195" y="174824"/>
                  </a:lnTo>
                  <a:lnTo>
                    <a:pt x="1796454" y="175056"/>
                  </a:lnTo>
                  <a:lnTo>
                    <a:pt x="1802713" y="175284"/>
                  </a:lnTo>
                  <a:lnTo>
                    <a:pt x="1808973" y="175509"/>
                  </a:lnTo>
                  <a:lnTo>
                    <a:pt x="1815232" y="175733"/>
                  </a:lnTo>
                  <a:lnTo>
                    <a:pt x="1821492" y="175954"/>
                  </a:lnTo>
                  <a:lnTo>
                    <a:pt x="1827751" y="176174"/>
                  </a:lnTo>
                  <a:lnTo>
                    <a:pt x="1834011" y="176392"/>
                  </a:lnTo>
                  <a:lnTo>
                    <a:pt x="1840270" y="176609"/>
                  </a:lnTo>
                  <a:lnTo>
                    <a:pt x="1846529" y="176826"/>
                  </a:lnTo>
                  <a:lnTo>
                    <a:pt x="1852789" y="177041"/>
                  </a:lnTo>
                  <a:lnTo>
                    <a:pt x="1859048" y="177257"/>
                  </a:lnTo>
                  <a:lnTo>
                    <a:pt x="1865308" y="177471"/>
                  </a:lnTo>
                  <a:lnTo>
                    <a:pt x="1871567" y="177685"/>
                  </a:lnTo>
                  <a:lnTo>
                    <a:pt x="1877827" y="177899"/>
                  </a:lnTo>
                  <a:lnTo>
                    <a:pt x="1884086" y="178113"/>
                  </a:lnTo>
                  <a:lnTo>
                    <a:pt x="1890345" y="178326"/>
                  </a:lnTo>
                  <a:lnTo>
                    <a:pt x="1896605" y="178538"/>
                  </a:lnTo>
                  <a:lnTo>
                    <a:pt x="1902864" y="178750"/>
                  </a:lnTo>
                  <a:lnTo>
                    <a:pt x="1909124" y="178961"/>
                  </a:lnTo>
                  <a:lnTo>
                    <a:pt x="1915383" y="179172"/>
                  </a:lnTo>
                  <a:lnTo>
                    <a:pt x="1921642" y="179381"/>
                  </a:lnTo>
                  <a:lnTo>
                    <a:pt x="1927902" y="179589"/>
                  </a:lnTo>
                  <a:lnTo>
                    <a:pt x="1934161" y="179796"/>
                  </a:lnTo>
                  <a:lnTo>
                    <a:pt x="1940421" y="180002"/>
                  </a:lnTo>
                  <a:lnTo>
                    <a:pt x="1946680" y="180206"/>
                  </a:lnTo>
                  <a:lnTo>
                    <a:pt x="1952940" y="180409"/>
                  </a:lnTo>
                  <a:lnTo>
                    <a:pt x="1959199" y="180611"/>
                  </a:lnTo>
                  <a:lnTo>
                    <a:pt x="1965458" y="180811"/>
                  </a:lnTo>
                  <a:lnTo>
                    <a:pt x="1971718" y="181009"/>
                  </a:lnTo>
                  <a:lnTo>
                    <a:pt x="1977977" y="181205"/>
                  </a:lnTo>
                  <a:lnTo>
                    <a:pt x="1984237" y="181400"/>
                  </a:lnTo>
                  <a:lnTo>
                    <a:pt x="1990496" y="181594"/>
                  </a:lnTo>
                  <a:lnTo>
                    <a:pt x="1996756" y="181786"/>
                  </a:lnTo>
                  <a:lnTo>
                    <a:pt x="2003015" y="181977"/>
                  </a:lnTo>
                  <a:lnTo>
                    <a:pt x="2009274" y="182167"/>
                  </a:lnTo>
                  <a:lnTo>
                    <a:pt x="2015534" y="182355"/>
                  </a:lnTo>
                  <a:lnTo>
                    <a:pt x="2021793" y="182542"/>
                  </a:lnTo>
                  <a:lnTo>
                    <a:pt x="2028053" y="182728"/>
                  </a:lnTo>
                  <a:lnTo>
                    <a:pt x="2034312" y="182913"/>
                  </a:lnTo>
                  <a:lnTo>
                    <a:pt x="2040572" y="183097"/>
                  </a:lnTo>
                  <a:lnTo>
                    <a:pt x="2046831" y="183280"/>
                  </a:lnTo>
                  <a:lnTo>
                    <a:pt x="2053090" y="183461"/>
                  </a:lnTo>
                  <a:lnTo>
                    <a:pt x="2059350" y="183642"/>
                  </a:lnTo>
                  <a:lnTo>
                    <a:pt x="2065609" y="183820"/>
                  </a:lnTo>
                  <a:lnTo>
                    <a:pt x="2071869" y="183997"/>
                  </a:lnTo>
                  <a:lnTo>
                    <a:pt x="2078128" y="184172"/>
                  </a:lnTo>
                  <a:lnTo>
                    <a:pt x="2084388" y="184345"/>
                  </a:lnTo>
                  <a:lnTo>
                    <a:pt x="2090647" y="184515"/>
                  </a:lnTo>
                  <a:lnTo>
                    <a:pt x="2096906" y="184683"/>
                  </a:lnTo>
                  <a:lnTo>
                    <a:pt x="2103166" y="184847"/>
                  </a:lnTo>
                  <a:lnTo>
                    <a:pt x="2109425" y="185007"/>
                  </a:lnTo>
                  <a:lnTo>
                    <a:pt x="2115685" y="185164"/>
                  </a:lnTo>
                  <a:lnTo>
                    <a:pt x="2121944" y="185317"/>
                  </a:lnTo>
                  <a:lnTo>
                    <a:pt x="2128203" y="185465"/>
                  </a:lnTo>
                  <a:lnTo>
                    <a:pt x="2134463" y="185607"/>
                  </a:lnTo>
                  <a:lnTo>
                    <a:pt x="2140722" y="185745"/>
                  </a:lnTo>
                  <a:lnTo>
                    <a:pt x="2146982" y="185877"/>
                  </a:lnTo>
                  <a:lnTo>
                    <a:pt x="2153241" y="186003"/>
                  </a:lnTo>
                  <a:lnTo>
                    <a:pt x="2159501" y="186124"/>
                  </a:lnTo>
                  <a:lnTo>
                    <a:pt x="2165760" y="186237"/>
                  </a:lnTo>
                  <a:lnTo>
                    <a:pt x="2172019" y="186345"/>
                  </a:lnTo>
                  <a:lnTo>
                    <a:pt x="2178279" y="186446"/>
                  </a:lnTo>
                  <a:lnTo>
                    <a:pt x="2184538" y="186542"/>
                  </a:lnTo>
                  <a:lnTo>
                    <a:pt x="2190798" y="186631"/>
                  </a:lnTo>
                  <a:lnTo>
                    <a:pt x="2197057" y="186712"/>
                  </a:lnTo>
                  <a:lnTo>
                    <a:pt x="2203317" y="186788"/>
                  </a:lnTo>
                  <a:lnTo>
                    <a:pt x="2209576" y="186859"/>
                  </a:lnTo>
                  <a:lnTo>
                    <a:pt x="2215835" y="186923"/>
                  </a:lnTo>
                  <a:lnTo>
                    <a:pt x="2222095" y="186983"/>
                  </a:lnTo>
                  <a:lnTo>
                    <a:pt x="2228354" y="187036"/>
                  </a:lnTo>
                  <a:lnTo>
                    <a:pt x="2234614" y="187084"/>
                  </a:lnTo>
                  <a:lnTo>
                    <a:pt x="2240873" y="187128"/>
                  </a:lnTo>
                  <a:lnTo>
                    <a:pt x="2247133" y="187167"/>
                  </a:lnTo>
                  <a:lnTo>
                    <a:pt x="2253392" y="187203"/>
                  </a:lnTo>
                  <a:lnTo>
                    <a:pt x="2259651" y="187234"/>
                  </a:lnTo>
                  <a:lnTo>
                    <a:pt x="2265911" y="187261"/>
                  </a:lnTo>
                  <a:lnTo>
                    <a:pt x="2272170" y="187285"/>
                  </a:lnTo>
                  <a:lnTo>
                    <a:pt x="2278430" y="187307"/>
                  </a:lnTo>
                  <a:lnTo>
                    <a:pt x="2284689" y="187326"/>
                  </a:lnTo>
                  <a:lnTo>
                    <a:pt x="2290948" y="187342"/>
                  </a:lnTo>
                  <a:lnTo>
                    <a:pt x="2297208" y="187356"/>
                  </a:lnTo>
                  <a:lnTo>
                    <a:pt x="2303467" y="187368"/>
                  </a:lnTo>
                  <a:lnTo>
                    <a:pt x="2309727" y="187378"/>
                  </a:lnTo>
                  <a:lnTo>
                    <a:pt x="2315986" y="187387"/>
                  </a:lnTo>
                  <a:lnTo>
                    <a:pt x="2322246" y="187395"/>
                  </a:lnTo>
                  <a:lnTo>
                    <a:pt x="2328505" y="187401"/>
                  </a:lnTo>
                  <a:lnTo>
                    <a:pt x="2334764" y="187407"/>
                  </a:lnTo>
                  <a:lnTo>
                    <a:pt x="2341024" y="187411"/>
                  </a:lnTo>
                  <a:lnTo>
                    <a:pt x="2347283" y="187415"/>
                  </a:lnTo>
                  <a:lnTo>
                    <a:pt x="2353543" y="187418"/>
                  </a:lnTo>
                  <a:lnTo>
                    <a:pt x="2359802" y="187421"/>
                  </a:lnTo>
                  <a:lnTo>
                    <a:pt x="2366062" y="187423"/>
                  </a:lnTo>
                  <a:lnTo>
                    <a:pt x="2372321" y="187425"/>
                  </a:lnTo>
                  <a:lnTo>
                    <a:pt x="2378580" y="187426"/>
                  </a:lnTo>
                  <a:lnTo>
                    <a:pt x="2384840" y="187427"/>
                  </a:lnTo>
                  <a:lnTo>
                    <a:pt x="2391099" y="187428"/>
                  </a:lnTo>
                  <a:lnTo>
                    <a:pt x="2397359" y="187429"/>
                  </a:lnTo>
                  <a:lnTo>
                    <a:pt x="2403618" y="187430"/>
                  </a:lnTo>
                  <a:lnTo>
                    <a:pt x="2409878" y="187430"/>
                  </a:lnTo>
                  <a:lnTo>
                    <a:pt x="2416137" y="187430"/>
                  </a:lnTo>
                  <a:lnTo>
                    <a:pt x="2422396" y="187431"/>
                  </a:lnTo>
                  <a:lnTo>
                    <a:pt x="2428656" y="187431"/>
                  </a:lnTo>
                  <a:lnTo>
                    <a:pt x="2434915" y="187431"/>
                  </a:lnTo>
                  <a:lnTo>
                    <a:pt x="2441175" y="187431"/>
                  </a:lnTo>
                  <a:lnTo>
                    <a:pt x="2447434" y="187431"/>
                  </a:lnTo>
                  <a:lnTo>
                    <a:pt x="2453693" y="187432"/>
                  </a:lnTo>
                  <a:lnTo>
                    <a:pt x="2459953" y="187432"/>
                  </a:lnTo>
                  <a:lnTo>
                    <a:pt x="2466212" y="187432"/>
                  </a:lnTo>
                  <a:lnTo>
                    <a:pt x="2472472" y="187432"/>
                  </a:lnTo>
                  <a:lnTo>
                    <a:pt x="2478731" y="187432"/>
                  </a:lnTo>
                  <a:lnTo>
                    <a:pt x="2484991" y="187432"/>
                  </a:lnTo>
                  <a:lnTo>
                    <a:pt x="2491250" y="187432"/>
                  </a:lnTo>
                  <a:lnTo>
                    <a:pt x="2497509" y="187432"/>
                  </a:lnTo>
                  <a:lnTo>
                    <a:pt x="2503769" y="187432"/>
                  </a:lnTo>
                  <a:lnTo>
                    <a:pt x="2510028" y="187432"/>
                  </a:lnTo>
                  <a:lnTo>
                    <a:pt x="2516288" y="187432"/>
                  </a:lnTo>
                  <a:lnTo>
                    <a:pt x="2522547" y="187432"/>
                  </a:lnTo>
                  <a:lnTo>
                    <a:pt x="2528807" y="187432"/>
                  </a:lnTo>
                  <a:lnTo>
                    <a:pt x="2535066" y="187432"/>
                  </a:lnTo>
                  <a:lnTo>
                    <a:pt x="2541325" y="187432"/>
                  </a:lnTo>
                  <a:lnTo>
                    <a:pt x="2547585" y="187432"/>
                  </a:lnTo>
                  <a:lnTo>
                    <a:pt x="2553844" y="187432"/>
                  </a:lnTo>
                  <a:lnTo>
                    <a:pt x="2560104" y="187432"/>
                  </a:lnTo>
                  <a:lnTo>
                    <a:pt x="2566363" y="187432"/>
                  </a:lnTo>
                  <a:lnTo>
                    <a:pt x="2572623" y="187432"/>
                  </a:lnTo>
                  <a:lnTo>
                    <a:pt x="2578882" y="187432"/>
                  </a:lnTo>
                  <a:lnTo>
                    <a:pt x="2585141" y="187432"/>
                  </a:lnTo>
                  <a:lnTo>
                    <a:pt x="2591401" y="187432"/>
                  </a:lnTo>
                  <a:lnTo>
                    <a:pt x="2597660" y="187432"/>
                  </a:lnTo>
                  <a:lnTo>
                    <a:pt x="2603920" y="187432"/>
                  </a:lnTo>
                  <a:lnTo>
                    <a:pt x="2610179" y="187432"/>
                  </a:lnTo>
                  <a:lnTo>
                    <a:pt x="2616438" y="187432"/>
                  </a:lnTo>
                  <a:lnTo>
                    <a:pt x="2622698" y="187432"/>
                  </a:lnTo>
                  <a:lnTo>
                    <a:pt x="2628957" y="187432"/>
                  </a:lnTo>
                  <a:lnTo>
                    <a:pt x="2635217" y="187432"/>
                  </a:lnTo>
                  <a:lnTo>
                    <a:pt x="2641476" y="187432"/>
                  </a:lnTo>
                  <a:lnTo>
                    <a:pt x="2647736" y="187432"/>
                  </a:lnTo>
                  <a:lnTo>
                    <a:pt x="2653995" y="187432"/>
                  </a:lnTo>
                  <a:lnTo>
                    <a:pt x="2660254" y="187432"/>
                  </a:lnTo>
                  <a:lnTo>
                    <a:pt x="2666514" y="187432"/>
                  </a:lnTo>
                  <a:lnTo>
                    <a:pt x="2672773" y="187432"/>
                  </a:lnTo>
                  <a:lnTo>
                    <a:pt x="2679033" y="187432"/>
                  </a:lnTo>
                  <a:lnTo>
                    <a:pt x="2685292" y="187432"/>
                  </a:lnTo>
                  <a:lnTo>
                    <a:pt x="2691552" y="187432"/>
                  </a:lnTo>
                  <a:lnTo>
                    <a:pt x="2697811" y="187432"/>
                  </a:lnTo>
                  <a:lnTo>
                    <a:pt x="2704070" y="187432"/>
                  </a:lnTo>
                  <a:lnTo>
                    <a:pt x="2710330" y="187432"/>
                  </a:lnTo>
                  <a:lnTo>
                    <a:pt x="2716589" y="187432"/>
                  </a:lnTo>
                  <a:lnTo>
                    <a:pt x="2722849" y="187432"/>
                  </a:lnTo>
                  <a:lnTo>
                    <a:pt x="2729108" y="187432"/>
                  </a:lnTo>
                  <a:lnTo>
                    <a:pt x="2735368" y="187432"/>
                  </a:lnTo>
                  <a:lnTo>
                    <a:pt x="2741627" y="187432"/>
                  </a:lnTo>
                  <a:lnTo>
                    <a:pt x="2747886" y="187432"/>
                  </a:lnTo>
                  <a:lnTo>
                    <a:pt x="2754146" y="187432"/>
                  </a:lnTo>
                  <a:lnTo>
                    <a:pt x="2760405" y="187432"/>
                  </a:lnTo>
                  <a:lnTo>
                    <a:pt x="2766665" y="187432"/>
                  </a:lnTo>
                  <a:lnTo>
                    <a:pt x="2772924" y="187432"/>
                  </a:lnTo>
                  <a:lnTo>
                    <a:pt x="2779184" y="187432"/>
                  </a:lnTo>
                  <a:lnTo>
                    <a:pt x="2785443" y="187432"/>
                  </a:lnTo>
                  <a:lnTo>
                    <a:pt x="2791702" y="187432"/>
                  </a:lnTo>
                  <a:lnTo>
                    <a:pt x="2797962" y="187432"/>
                  </a:lnTo>
                  <a:lnTo>
                    <a:pt x="2804221" y="187432"/>
                  </a:lnTo>
                  <a:lnTo>
                    <a:pt x="2810481" y="187432"/>
                  </a:lnTo>
                  <a:lnTo>
                    <a:pt x="2816740" y="187432"/>
                  </a:lnTo>
                  <a:lnTo>
                    <a:pt x="2822999" y="187432"/>
                  </a:lnTo>
                  <a:lnTo>
                    <a:pt x="2829259" y="187432"/>
                  </a:lnTo>
                  <a:lnTo>
                    <a:pt x="2835518" y="187432"/>
                  </a:lnTo>
                  <a:lnTo>
                    <a:pt x="2841778" y="187432"/>
                  </a:lnTo>
                  <a:lnTo>
                    <a:pt x="2848037" y="187432"/>
                  </a:lnTo>
                  <a:lnTo>
                    <a:pt x="2854297" y="187432"/>
                  </a:lnTo>
                  <a:lnTo>
                    <a:pt x="2860556" y="187432"/>
                  </a:lnTo>
                  <a:lnTo>
                    <a:pt x="2866815" y="187432"/>
                  </a:lnTo>
                  <a:lnTo>
                    <a:pt x="2873075" y="187432"/>
                  </a:lnTo>
                  <a:lnTo>
                    <a:pt x="2879334" y="187432"/>
                  </a:lnTo>
                  <a:lnTo>
                    <a:pt x="2885594" y="187432"/>
                  </a:lnTo>
                  <a:lnTo>
                    <a:pt x="2891853" y="187432"/>
                  </a:lnTo>
                  <a:lnTo>
                    <a:pt x="2898113" y="187432"/>
                  </a:lnTo>
                  <a:lnTo>
                    <a:pt x="2904372" y="187432"/>
                  </a:lnTo>
                  <a:lnTo>
                    <a:pt x="2910631" y="187432"/>
                  </a:lnTo>
                  <a:lnTo>
                    <a:pt x="2916891" y="187432"/>
                  </a:lnTo>
                  <a:lnTo>
                    <a:pt x="2923150" y="187432"/>
                  </a:lnTo>
                  <a:lnTo>
                    <a:pt x="2929410" y="187432"/>
                  </a:lnTo>
                  <a:lnTo>
                    <a:pt x="2935669" y="187432"/>
                  </a:lnTo>
                  <a:lnTo>
                    <a:pt x="2941929" y="187432"/>
                  </a:lnTo>
                  <a:lnTo>
                    <a:pt x="2948188" y="187432"/>
                  </a:lnTo>
                  <a:lnTo>
                    <a:pt x="2954447" y="187432"/>
                  </a:lnTo>
                  <a:lnTo>
                    <a:pt x="2960707" y="187432"/>
                  </a:lnTo>
                  <a:lnTo>
                    <a:pt x="2966966" y="187432"/>
                  </a:lnTo>
                  <a:lnTo>
                    <a:pt x="2973226" y="187432"/>
                  </a:lnTo>
                  <a:lnTo>
                    <a:pt x="2979485" y="187432"/>
                  </a:lnTo>
                  <a:lnTo>
                    <a:pt x="2985744" y="187432"/>
                  </a:lnTo>
                  <a:lnTo>
                    <a:pt x="2992004" y="187432"/>
                  </a:lnTo>
                  <a:lnTo>
                    <a:pt x="2998263" y="187432"/>
                  </a:lnTo>
                  <a:lnTo>
                    <a:pt x="3004523" y="187432"/>
                  </a:lnTo>
                  <a:lnTo>
                    <a:pt x="3010782" y="187432"/>
                  </a:lnTo>
                  <a:lnTo>
                    <a:pt x="3017042" y="187432"/>
                  </a:lnTo>
                  <a:lnTo>
                    <a:pt x="3023301" y="187432"/>
                  </a:lnTo>
                  <a:lnTo>
                    <a:pt x="3029560" y="187432"/>
                  </a:lnTo>
                  <a:lnTo>
                    <a:pt x="3035820" y="187432"/>
                  </a:lnTo>
                  <a:lnTo>
                    <a:pt x="3042079" y="187432"/>
                  </a:lnTo>
                  <a:lnTo>
                    <a:pt x="3048339" y="187432"/>
                  </a:lnTo>
                  <a:lnTo>
                    <a:pt x="3054598" y="187432"/>
                  </a:lnTo>
                  <a:lnTo>
                    <a:pt x="3060858" y="187432"/>
                  </a:lnTo>
                  <a:lnTo>
                    <a:pt x="3067117" y="187432"/>
                  </a:lnTo>
                  <a:lnTo>
                    <a:pt x="3073376" y="187432"/>
                  </a:lnTo>
                  <a:lnTo>
                    <a:pt x="3079636" y="187432"/>
                  </a:lnTo>
                  <a:lnTo>
                    <a:pt x="3085895" y="187432"/>
                  </a:lnTo>
                  <a:lnTo>
                    <a:pt x="3092155" y="187432"/>
                  </a:lnTo>
                  <a:lnTo>
                    <a:pt x="3098414" y="187432"/>
                  </a:lnTo>
                  <a:lnTo>
                    <a:pt x="3104674" y="187432"/>
                  </a:lnTo>
                  <a:lnTo>
                    <a:pt x="3110933" y="187432"/>
                  </a:lnTo>
                  <a:lnTo>
                    <a:pt x="3117192" y="187432"/>
                  </a:lnTo>
                  <a:lnTo>
                    <a:pt x="3123452" y="187432"/>
                  </a:lnTo>
                  <a:lnTo>
                    <a:pt x="3129711" y="187432"/>
                  </a:lnTo>
                  <a:lnTo>
                    <a:pt x="3135971" y="187432"/>
                  </a:lnTo>
                  <a:lnTo>
                    <a:pt x="3142230" y="187432"/>
                  </a:lnTo>
                  <a:lnTo>
                    <a:pt x="3148489" y="187432"/>
                  </a:lnTo>
                  <a:lnTo>
                    <a:pt x="3154749" y="187432"/>
                  </a:lnTo>
                  <a:lnTo>
                    <a:pt x="3161008" y="187432"/>
                  </a:lnTo>
                  <a:lnTo>
                    <a:pt x="3167268" y="187432"/>
                  </a:lnTo>
                  <a:lnTo>
                    <a:pt x="3173527" y="187432"/>
                  </a:lnTo>
                  <a:lnTo>
                    <a:pt x="3179787" y="187432"/>
                  </a:lnTo>
                  <a:lnTo>
                    <a:pt x="3186046" y="187432"/>
                  </a:lnTo>
                  <a:lnTo>
                    <a:pt x="3192305" y="187432"/>
                  </a:lnTo>
                  <a:lnTo>
                    <a:pt x="3198565" y="187432"/>
                  </a:lnTo>
                </a:path>
              </a:pathLst>
            </a:custGeom>
            <a:ln w="27101" cap="flat">
              <a:solidFill>
                <a:srgbClr val="CFED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89870" y="3371536"/>
              <a:ext cx="3518421" cy="0"/>
            </a:xfrm>
            <a:custGeom>
              <a:avLst/>
              <a:pathLst>
                <a:path w="3518421" h="0">
                  <a:moveTo>
                    <a:pt x="0" y="0"/>
                  </a:moveTo>
                  <a:lnTo>
                    <a:pt x="35184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749798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815987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882175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948364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718721" y="34324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784909" y="3433893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820020" y="3432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886208" y="3432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306414" y="3583260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46" name="rc46"/>
            <p:cNvSpPr/>
            <p:nvPr/>
          </p:nvSpPr>
          <p:spPr>
            <a:xfrm>
              <a:off x="3520281" y="3781425"/>
              <a:ext cx="3657600" cy="1600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3589870" y="4078703"/>
              <a:ext cx="3518421" cy="893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749798" y="4308748"/>
              <a:ext cx="3198565" cy="622395"/>
            </a:xfrm>
            <a:custGeom>
              <a:avLst/>
              <a:pathLst>
                <a:path w="3198565" h="622395">
                  <a:moveTo>
                    <a:pt x="0" y="622395"/>
                  </a:moveTo>
                  <a:lnTo>
                    <a:pt x="6259" y="622395"/>
                  </a:lnTo>
                  <a:lnTo>
                    <a:pt x="12518" y="622395"/>
                  </a:lnTo>
                  <a:lnTo>
                    <a:pt x="18778" y="622395"/>
                  </a:lnTo>
                  <a:lnTo>
                    <a:pt x="25037" y="622395"/>
                  </a:lnTo>
                  <a:lnTo>
                    <a:pt x="31297" y="622395"/>
                  </a:lnTo>
                  <a:lnTo>
                    <a:pt x="37556" y="622395"/>
                  </a:lnTo>
                  <a:lnTo>
                    <a:pt x="43815" y="622395"/>
                  </a:lnTo>
                  <a:lnTo>
                    <a:pt x="50075" y="622395"/>
                  </a:lnTo>
                  <a:lnTo>
                    <a:pt x="56334" y="622395"/>
                  </a:lnTo>
                  <a:lnTo>
                    <a:pt x="62594" y="622395"/>
                  </a:lnTo>
                  <a:lnTo>
                    <a:pt x="68853" y="622395"/>
                  </a:lnTo>
                  <a:lnTo>
                    <a:pt x="75113" y="622395"/>
                  </a:lnTo>
                  <a:lnTo>
                    <a:pt x="81372" y="622394"/>
                  </a:lnTo>
                  <a:lnTo>
                    <a:pt x="87631" y="622394"/>
                  </a:lnTo>
                  <a:lnTo>
                    <a:pt x="93891" y="622392"/>
                  </a:lnTo>
                  <a:lnTo>
                    <a:pt x="100150" y="622387"/>
                  </a:lnTo>
                  <a:lnTo>
                    <a:pt x="106410" y="622375"/>
                  </a:lnTo>
                  <a:lnTo>
                    <a:pt x="112669" y="622341"/>
                  </a:lnTo>
                  <a:lnTo>
                    <a:pt x="118929" y="622262"/>
                  </a:lnTo>
                  <a:lnTo>
                    <a:pt x="125188" y="622084"/>
                  </a:lnTo>
                  <a:lnTo>
                    <a:pt x="131447" y="621715"/>
                  </a:lnTo>
                  <a:lnTo>
                    <a:pt x="137707" y="620995"/>
                  </a:lnTo>
                  <a:lnTo>
                    <a:pt x="143966" y="619682"/>
                  </a:lnTo>
                  <a:lnTo>
                    <a:pt x="150226" y="617434"/>
                  </a:lnTo>
                  <a:lnTo>
                    <a:pt x="156485" y="613820"/>
                  </a:lnTo>
                  <a:lnTo>
                    <a:pt x="162745" y="608350"/>
                  </a:lnTo>
                  <a:lnTo>
                    <a:pt x="169004" y="600540"/>
                  </a:lnTo>
                  <a:lnTo>
                    <a:pt x="175263" y="589997"/>
                  </a:lnTo>
                  <a:lnTo>
                    <a:pt x="181523" y="576502"/>
                  </a:lnTo>
                  <a:lnTo>
                    <a:pt x="187782" y="560074"/>
                  </a:lnTo>
                  <a:lnTo>
                    <a:pt x="194042" y="540987"/>
                  </a:lnTo>
                  <a:lnTo>
                    <a:pt x="200301" y="519733"/>
                  </a:lnTo>
                  <a:lnTo>
                    <a:pt x="206560" y="496941"/>
                  </a:lnTo>
                  <a:lnTo>
                    <a:pt x="212820" y="473276"/>
                  </a:lnTo>
                  <a:lnTo>
                    <a:pt x="219079" y="449376"/>
                  </a:lnTo>
                  <a:lnTo>
                    <a:pt x="225339" y="425739"/>
                  </a:lnTo>
                  <a:lnTo>
                    <a:pt x="231598" y="402621"/>
                  </a:lnTo>
                  <a:lnTo>
                    <a:pt x="237858" y="380055"/>
                  </a:lnTo>
                  <a:lnTo>
                    <a:pt x="244117" y="357820"/>
                  </a:lnTo>
                  <a:lnTo>
                    <a:pt x="250376" y="335444"/>
                  </a:lnTo>
                  <a:lnTo>
                    <a:pt x="256636" y="312247"/>
                  </a:lnTo>
                  <a:lnTo>
                    <a:pt x="262895" y="287448"/>
                  </a:lnTo>
                  <a:lnTo>
                    <a:pt x="269155" y="260321"/>
                  </a:lnTo>
                  <a:lnTo>
                    <a:pt x="275414" y="230393"/>
                  </a:lnTo>
                  <a:lnTo>
                    <a:pt x="281674" y="197635"/>
                  </a:lnTo>
                  <a:lnTo>
                    <a:pt x="287933" y="162598"/>
                  </a:lnTo>
                  <a:lnTo>
                    <a:pt x="294192" y="126458"/>
                  </a:lnTo>
                  <a:lnTo>
                    <a:pt x="300452" y="90954"/>
                  </a:lnTo>
                  <a:lnTo>
                    <a:pt x="306711" y="58222"/>
                  </a:lnTo>
                  <a:lnTo>
                    <a:pt x="312971" y="30570"/>
                  </a:lnTo>
                  <a:lnTo>
                    <a:pt x="319230" y="10277"/>
                  </a:lnTo>
                  <a:lnTo>
                    <a:pt x="325490" y="0"/>
                  </a:lnTo>
                  <a:lnTo>
                    <a:pt x="331749" y="718"/>
                  </a:lnTo>
                  <a:lnTo>
                    <a:pt x="338008" y="13296"/>
                  </a:lnTo>
                  <a:lnTo>
                    <a:pt x="344268" y="37903"/>
                  </a:lnTo>
                  <a:lnTo>
                    <a:pt x="350527" y="73920"/>
                  </a:lnTo>
                  <a:lnTo>
                    <a:pt x="356787" y="119895"/>
                  </a:lnTo>
                  <a:lnTo>
                    <a:pt x="363046" y="173599"/>
                  </a:lnTo>
                  <a:lnTo>
                    <a:pt x="369305" y="232206"/>
                  </a:lnTo>
                  <a:lnTo>
                    <a:pt x="375565" y="292582"/>
                  </a:lnTo>
                  <a:lnTo>
                    <a:pt x="381824" y="351641"/>
                  </a:lnTo>
                  <a:lnTo>
                    <a:pt x="388084" y="406693"/>
                  </a:lnTo>
                  <a:lnTo>
                    <a:pt x="394343" y="455714"/>
                  </a:lnTo>
                  <a:lnTo>
                    <a:pt x="400603" y="497484"/>
                  </a:lnTo>
                  <a:lnTo>
                    <a:pt x="406862" y="531590"/>
                  </a:lnTo>
                  <a:lnTo>
                    <a:pt x="413121" y="558306"/>
                  </a:lnTo>
                  <a:lnTo>
                    <a:pt x="419381" y="578398"/>
                  </a:lnTo>
                  <a:lnTo>
                    <a:pt x="425640" y="592911"/>
                  </a:lnTo>
                  <a:lnTo>
                    <a:pt x="431900" y="602766"/>
                  </a:lnTo>
                  <a:lnTo>
                    <a:pt x="438159" y="609376"/>
                  </a:lnTo>
                  <a:lnTo>
                    <a:pt x="444419" y="613624"/>
                  </a:lnTo>
                  <a:lnTo>
                    <a:pt x="450678" y="616217"/>
                  </a:lnTo>
                  <a:lnTo>
                    <a:pt x="456937" y="617695"/>
                  </a:lnTo>
                  <a:lnTo>
                    <a:pt x="463197" y="618458"/>
                  </a:lnTo>
                  <a:lnTo>
                    <a:pt x="469456" y="618795"/>
                  </a:lnTo>
                  <a:lnTo>
                    <a:pt x="475716" y="618911"/>
                  </a:lnTo>
                  <a:lnTo>
                    <a:pt x="481975" y="618941"/>
                  </a:lnTo>
                  <a:lnTo>
                    <a:pt x="488235" y="618964"/>
                  </a:lnTo>
                  <a:lnTo>
                    <a:pt x="494494" y="619008"/>
                  </a:lnTo>
                  <a:lnTo>
                    <a:pt x="500753" y="619058"/>
                  </a:lnTo>
                  <a:lnTo>
                    <a:pt x="507013" y="619067"/>
                  </a:lnTo>
                  <a:lnTo>
                    <a:pt x="513272" y="618970"/>
                  </a:lnTo>
                  <a:lnTo>
                    <a:pt x="519532" y="618695"/>
                  </a:lnTo>
                  <a:lnTo>
                    <a:pt x="525791" y="618183"/>
                  </a:lnTo>
                  <a:lnTo>
                    <a:pt x="532050" y="617390"/>
                  </a:lnTo>
                  <a:lnTo>
                    <a:pt x="538310" y="616273"/>
                  </a:lnTo>
                  <a:lnTo>
                    <a:pt x="544569" y="614851"/>
                  </a:lnTo>
                  <a:lnTo>
                    <a:pt x="550829" y="613136"/>
                  </a:lnTo>
                  <a:lnTo>
                    <a:pt x="557088" y="611147"/>
                  </a:lnTo>
                  <a:lnTo>
                    <a:pt x="563348" y="608901"/>
                  </a:lnTo>
                  <a:lnTo>
                    <a:pt x="569607" y="606400"/>
                  </a:lnTo>
                  <a:lnTo>
                    <a:pt x="575866" y="603621"/>
                  </a:lnTo>
                  <a:lnTo>
                    <a:pt x="582126" y="600501"/>
                  </a:lnTo>
                  <a:lnTo>
                    <a:pt x="588385" y="596935"/>
                  </a:lnTo>
                  <a:lnTo>
                    <a:pt x="594645" y="592792"/>
                  </a:lnTo>
                  <a:lnTo>
                    <a:pt x="600904" y="587940"/>
                  </a:lnTo>
                  <a:lnTo>
                    <a:pt x="607164" y="582301"/>
                  </a:lnTo>
                  <a:lnTo>
                    <a:pt x="613423" y="575890"/>
                  </a:lnTo>
                  <a:lnTo>
                    <a:pt x="619682" y="568863"/>
                  </a:lnTo>
                  <a:lnTo>
                    <a:pt x="625942" y="561529"/>
                  </a:lnTo>
                  <a:lnTo>
                    <a:pt x="632201" y="554340"/>
                  </a:lnTo>
                  <a:lnTo>
                    <a:pt x="638461" y="547854"/>
                  </a:lnTo>
                  <a:lnTo>
                    <a:pt x="644720" y="542774"/>
                  </a:lnTo>
                  <a:lnTo>
                    <a:pt x="650980" y="539596"/>
                  </a:lnTo>
                  <a:lnTo>
                    <a:pt x="657239" y="538674"/>
                  </a:lnTo>
                  <a:lnTo>
                    <a:pt x="663498" y="540147"/>
                  </a:lnTo>
                  <a:lnTo>
                    <a:pt x="669758" y="543894"/>
                  </a:lnTo>
                  <a:lnTo>
                    <a:pt x="676017" y="549545"/>
                  </a:lnTo>
                  <a:lnTo>
                    <a:pt x="682277" y="556539"/>
                  </a:lnTo>
                  <a:lnTo>
                    <a:pt x="688536" y="564227"/>
                  </a:lnTo>
                  <a:lnTo>
                    <a:pt x="694796" y="571984"/>
                  </a:lnTo>
                  <a:lnTo>
                    <a:pt x="701055" y="579302"/>
                  </a:lnTo>
                  <a:lnTo>
                    <a:pt x="707314" y="585854"/>
                  </a:lnTo>
                  <a:lnTo>
                    <a:pt x="713574" y="591497"/>
                  </a:lnTo>
                  <a:lnTo>
                    <a:pt x="719833" y="596243"/>
                  </a:lnTo>
                  <a:lnTo>
                    <a:pt x="726093" y="600193"/>
                  </a:lnTo>
                  <a:lnTo>
                    <a:pt x="732352" y="603480"/>
                  </a:lnTo>
                  <a:lnTo>
                    <a:pt x="738611" y="606220"/>
                  </a:lnTo>
                  <a:lnTo>
                    <a:pt x="744871" y="608493"/>
                  </a:lnTo>
                  <a:lnTo>
                    <a:pt x="751130" y="610318"/>
                  </a:lnTo>
                  <a:lnTo>
                    <a:pt x="757390" y="611744"/>
                  </a:lnTo>
                  <a:lnTo>
                    <a:pt x="763649" y="612803"/>
                  </a:lnTo>
                  <a:lnTo>
                    <a:pt x="769909" y="613545"/>
                  </a:lnTo>
                  <a:lnTo>
                    <a:pt x="776168" y="614037"/>
                  </a:lnTo>
                  <a:lnTo>
                    <a:pt x="782427" y="614362"/>
                  </a:lnTo>
                  <a:lnTo>
                    <a:pt x="788687" y="614604"/>
                  </a:lnTo>
                  <a:lnTo>
                    <a:pt x="794946" y="614835"/>
                  </a:lnTo>
                  <a:lnTo>
                    <a:pt x="801206" y="615111"/>
                  </a:lnTo>
                  <a:lnTo>
                    <a:pt x="807465" y="615460"/>
                  </a:lnTo>
                  <a:lnTo>
                    <a:pt x="813725" y="615890"/>
                  </a:lnTo>
                  <a:lnTo>
                    <a:pt x="819984" y="616386"/>
                  </a:lnTo>
                  <a:lnTo>
                    <a:pt x="826243" y="616923"/>
                  </a:lnTo>
                  <a:lnTo>
                    <a:pt x="832503" y="617467"/>
                  </a:lnTo>
                  <a:lnTo>
                    <a:pt x="838762" y="617988"/>
                  </a:lnTo>
                  <a:lnTo>
                    <a:pt x="845022" y="618465"/>
                  </a:lnTo>
                  <a:lnTo>
                    <a:pt x="851281" y="618886"/>
                  </a:lnTo>
                  <a:lnTo>
                    <a:pt x="857541" y="619251"/>
                  </a:lnTo>
                  <a:lnTo>
                    <a:pt x="863800" y="619569"/>
                  </a:lnTo>
                  <a:lnTo>
                    <a:pt x="870059" y="619844"/>
                  </a:lnTo>
                  <a:lnTo>
                    <a:pt x="876319" y="620075"/>
                  </a:lnTo>
                  <a:lnTo>
                    <a:pt x="882578" y="620251"/>
                  </a:lnTo>
                  <a:lnTo>
                    <a:pt x="888838" y="620365"/>
                  </a:lnTo>
                  <a:lnTo>
                    <a:pt x="895097" y="620411"/>
                  </a:lnTo>
                  <a:lnTo>
                    <a:pt x="901356" y="620394"/>
                  </a:lnTo>
                  <a:lnTo>
                    <a:pt x="907616" y="620328"/>
                  </a:lnTo>
                  <a:lnTo>
                    <a:pt x="913875" y="620229"/>
                  </a:lnTo>
                  <a:lnTo>
                    <a:pt x="920135" y="620110"/>
                  </a:lnTo>
                  <a:lnTo>
                    <a:pt x="926394" y="619973"/>
                  </a:lnTo>
                  <a:lnTo>
                    <a:pt x="932654" y="619809"/>
                  </a:lnTo>
                  <a:lnTo>
                    <a:pt x="938913" y="619603"/>
                  </a:lnTo>
                  <a:lnTo>
                    <a:pt x="945172" y="619345"/>
                  </a:lnTo>
                  <a:lnTo>
                    <a:pt x="951432" y="619039"/>
                  </a:lnTo>
                  <a:lnTo>
                    <a:pt x="957691" y="618704"/>
                  </a:lnTo>
                  <a:lnTo>
                    <a:pt x="963951" y="618377"/>
                  </a:lnTo>
                  <a:lnTo>
                    <a:pt x="970210" y="618097"/>
                  </a:lnTo>
                  <a:lnTo>
                    <a:pt x="976470" y="617893"/>
                  </a:lnTo>
                  <a:lnTo>
                    <a:pt x="982729" y="617776"/>
                  </a:lnTo>
                  <a:lnTo>
                    <a:pt x="988988" y="617747"/>
                  </a:lnTo>
                  <a:lnTo>
                    <a:pt x="995248" y="617799"/>
                  </a:lnTo>
                  <a:lnTo>
                    <a:pt x="1001507" y="617925"/>
                  </a:lnTo>
                  <a:lnTo>
                    <a:pt x="1007767" y="618123"/>
                  </a:lnTo>
                  <a:lnTo>
                    <a:pt x="1014026" y="618395"/>
                  </a:lnTo>
                  <a:lnTo>
                    <a:pt x="1020286" y="618741"/>
                  </a:lnTo>
                  <a:lnTo>
                    <a:pt x="1026545" y="619153"/>
                  </a:lnTo>
                  <a:lnTo>
                    <a:pt x="1032804" y="619615"/>
                  </a:lnTo>
                  <a:lnTo>
                    <a:pt x="1039064" y="620096"/>
                  </a:lnTo>
                  <a:lnTo>
                    <a:pt x="1045323" y="620559"/>
                  </a:lnTo>
                  <a:lnTo>
                    <a:pt x="1051583" y="620966"/>
                  </a:lnTo>
                  <a:lnTo>
                    <a:pt x="1057842" y="621283"/>
                  </a:lnTo>
                  <a:lnTo>
                    <a:pt x="1064101" y="621486"/>
                  </a:lnTo>
                  <a:lnTo>
                    <a:pt x="1070361" y="621561"/>
                  </a:lnTo>
                  <a:lnTo>
                    <a:pt x="1076620" y="621520"/>
                  </a:lnTo>
                  <a:lnTo>
                    <a:pt x="1082880" y="621387"/>
                  </a:lnTo>
                  <a:lnTo>
                    <a:pt x="1089139" y="621199"/>
                  </a:lnTo>
                  <a:lnTo>
                    <a:pt x="1095399" y="620998"/>
                  </a:lnTo>
                  <a:lnTo>
                    <a:pt x="1101658" y="620828"/>
                  </a:lnTo>
                  <a:lnTo>
                    <a:pt x="1107917" y="620727"/>
                  </a:lnTo>
                  <a:lnTo>
                    <a:pt x="1114177" y="620717"/>
                  </a:lnTo>
                  <a:lnTo>
                    <a:pt x="1120436" y="620805"/>
                  </a:lnTo>
                  <a:lnTo>
                    <a:pt x="1126696" y="620975"/>
                  </a:lnTo>
                  <a:lnTo>
                    <a:pt x="1132955" y="621203"/>
                  </a:lnTo>
                  <a:lnTo>
                    <a:pt x="1139215" y="621453"/>
                  </a:lnTo>
                  <a:lnTo>
                    <a:pt x="1145474" y="621696"/>
                  </a:lnTo>
                  <a:lnTo>
                    <a:pt x="1151733" y="621908"/>
                  </a:lnTo>
                  <a:lnTo>
                    <a:pt x="1157993" y="622077"/>
                  </a:lnTo>
                  <a:lnTo>
                    <a:pt x="1164252" y="622200"/>
                  </a:lnTo>
                  <a:lnTo>
                    <a:pt x="1170512" y="622283"/>
                  </a:lnTo>
                  <a:lnTo>
                    <a:pt x="1176771" y="622333"/>
                  </a:lnTo>
                  <a:lnTo>
                    <a:pt x="1183031" y="622360"/>
                  </a:lnTo>
                  <a:lnTo>
                    <a:pt x="1189290" y="622372"/>
                  </a:lnTo>
                  <a:lnTo>
                    <a:pt x="1195549" y="622370"/>
                  </a:lnTo>
                  <a:lnTo>
                    <a:pt x="1201809" y="622356"/>
                  </a:lnTo>
                  <a:lnTo>
                    <a:pt x="1208068" y="622324"/>
                  </a:lnTo>
                  <a:lnTo>
                    <a:pt x="1214328" y="622268"/>
                  </a:lnTo>
                  <a:lnTo>
                    <a:pt x="1220587" y="622179"/>
                  </a:lnTo>
                  <a:lnTo>
                    <a:pt x="1226846" y="622049"/>
                  </a:lnTo>
                  <a:lnTo>
                    <a:pt x="1233106" y="621875"/>
                  </a:lnTo>
                  <a:lnTo>
                    <a:pt x="1239365" y="621658"/>
                  </a:lnTo>
                  <a:lnTo>
                    <a:pt x="1245625" y="621413"/>
                  </a:lnTo>
                  <a:lnTo>
                    <a:pt x="1251884" y="621164"/>
                  </a:lnTo>
                  <a:lnTo>
                    <a:pt x="1258144" y="620942"/>
                  </a:lnTo>
                  <a:lnTo>
                    <a:pt x="1264403" y="620780"/>
                  </a:lnTo>
                  <a:lnTo>
                    <a:pt x="1270662" y="620707"/>
                  </a:lnTo>
                  <a:lnTo>
                    <a:pt x="1276922" y="620737"/>
                  </a:lnTo>
                  <a:lnTo>
                    <a:pt x="1283181" y="620867"/>
                  </a:lnTo>
                  <a:lnTo>
                    <a:pt x="1289441" y="621073"/>
                  </a:lnTo>
                  <a:lnTo>
                    <a:pt x="1295700" y="621318"/>
                  </a:lnTo>
                  <a:lnTo>
                    <a:pt x="1301960" y="621569"/>
                  </a:lnTo>
                  <a:lnTo>
                    <a:pt x="1308219" y="621798"/>
                  </a:lnTo>
                  <a:lnTo>
                    <a:pt x="1314478" y="621989"/>
                  </a:lnTo>
                  <a:lnTo>
                    <a:pt x="1320738" y="622134"/>
                  </a:lnTo>
                  <a:lnTo>
                    <a:pt x="1326997" y="622237"/>
                  </a:lnTo>
                  <a:lnTo>
                    <a:pt x="1333257" y="622303"/>
                  </a:lnTo>
                  <a:lnTo>
                    <a:pt x="1339516" y="622340"/>
                  </a:lnTo>
                  <a:lnTo>
                    <a:pt x="1345776" y="622355"/>
                  </a:lnTo>
                  <a:lnTo>
                    <a:pt x="1352035" y="622351"/>
                  </a:lnTo>
                  <a:lnTo>
                    <a:pt x="1358294" y="622327"/>
                  </a:lnTo>
                  <a:lnTo>
                    <a:pt x="1364554" y="622277"/>
                  </a:lnTo>
                  <a:lnTo>
                    <a:pt x="1370813" y="622196"/>
                  </a:lnTo>
                  <a:lnTo>
                    <a:pt x="1377073" y="622074"/>
                  </a:lnTo>
                  <a:lnTo>
                    <a:pt x="1383332" y="621905"/>
                  </a:lnTo>
                  <a:lnTo>
                    <a:pt x="1389592" y="621690"/>
                  </a:lnTo>
                  <a:lnTo>
                    <a:pt x="1395851" y="621442"/>
                  </a:lnTo>
                  <a:lnTo>
                    <a:pt x="1402110" y="621187"/>
                  </a:lnTo>
                  <a:lnTo>
                    <a:pt x="1408370" y="620958"/>
                  </a:lnTo>
                  <a:lnTo>
                    <a:pt x="1414629" y="620790"/>
                  </a:lnTo>
                  <a:lnTo>
                    <a:pt x="1420889" y="620710"/>
                  </a:lnTo>
                  <a:lnTo>
                    <a:pt x="1427148" y="620732"/>
                  </a:lnTo>
                  <a:lnTo>
                    <a:pt x="1433407" y="620851"/>
                  </a:lnTo>
                  <a:lnTo>
                    <a:pt x="1439667" y="621047"/>
                  </a:lnTo>
                  <a:lnTo>
                    <a:pt x="1445926" y="621289"/>
                  </a:lnTo>
                  <a:lnTo>
                    <a:pt x="1452186" y="621542"/>
                  </a:lnTo>
                  <a:lnTo>
                    <a:pt x="1458445" y="621777"/>
                  </a:lnTo>
                  <a:lnTo>
                    <a:pt x="1464705" y="621975"/>
                  </a:lnTo>
                  <a:lnTo>
                    <a:pt x="1470964" y="622127"/>
                  </a:lnTo>
                  <a:lnTo>
                    <a:pt x="1477223" y="622235"/>
                  </a:lnTo>
                  <a:lnTo>
                    <a:pt x="1483483" y="622305"/>
                  </a:lnTo>
                  <a:lnTo>
                    <a:pt x="1489742" y="622348"/>
                  </a:lnTo>
                  <a:lnTo>
                    <a:pt x="1496002" y="622371"/>
                  </a:lnTo>
                  <a:lnTo>
                    <a:pt x="1502261" y="622383"/>
                  </a:lnTo>
                  <a:lnTo>
                    <a:pt x="1508521" y="622387"/>
                  </a:lnTo>
                  <a:lnTo>
                    <a:pt x="1514780" y="622386"/>
                  </a:lnTo>
                  <a:lnTo>
                    <a:pt x="1521039" y="622378"/>
                  </a:lnTo>
                  <a:lnTo>
                    <a:pt x="1527299" y="622360"/>
                  </a:lnTo>
                  <a:lnTo>
                    <a:pt x="1533558" y="622325"/>
                  </a:lnTo>
                  <a:lnTo>
                    <a:pt x="1539818" y="622262"/>
                  </a:lnTo>
                  <a:lnTo>
                    <a:pt x="1546077" y="622156"/>
                  </a:lnTo>
                  <a:lnTo>
                    <a:pt x="1552337" y="621991"/>
                  </a:lnTo>
                  <a:lnTo>
                    <a:pt x="1558596" y="621751"/>
                  </a:lnTo>
                  <a:lnTo>
                    <a:pt x="1564855" y="621428"/>
                  </a:lnTo>
                  <a:lnTo>
                    <a:pt x="1571115" y="621023"/>
                  </a:lnTo>
                  <a:lnTo>
                    <a:pt x="1577374" y="620558"/>
                  </a:lnTo>
                  <a:lnTo>
                    <a:pt x="1583634" y="620074"/>
                  </a:lnTo>
                  <a:lnTo>
                    <a:pt x="1589893" y="619627"/>
                  </a:lnTo>
                  <a:lnTo>
                    <a:pt x="1596152" y="619281"/>
                  </a:lnTo>
                  <a:lnTo>
                    <a:pt x="1602412" y="619098"/>
                  </a:lnTo>
                  <a:lnTo>
                    <a:pt x="1608671" y="619113"/>
                  </a:lnTo>
                  <a:lnTo>
                    <a:pt x="1614931" y="619316"/>
                  </a:lnTo>
                  <a:lnTo>
                    <a:pt x="1621190" y="619670"/>
                  </a:lnTo>
                  <a:lnTo>
                    <a:pt x="1627450" y="620120"/>
                  </a:lnTo>
                  <a:lnTo>
                    <a:pt x="1633709" y="620604"/>
                  </a:lnTo>
                  <a:lnTo>
                    <a:pt x="1639968" y="621064"/>
                  </a:lnTo>
                  <a:lnTo>
                    <a:pt x="1646228" y="621462"/>
                  </a:lnTo>
                  <a:lnTo>
                    <a:pt x="1652487" y="621779"/>
                  </a:lnTo>
                  <a:lnTo>
                    <a:pt x="1658747" y="622012"/>
                  </a:lnTo>
                  <a:lnTo>
                    <a:pt x="1665006" y="622171"/>
                  </a:lnTo>
                  <a:lnTo>
                    <a:pt x="1671266" y="622271"/>
                  </a:lnTo>
                  <a:lnTo>
                    <a:pt x="1677525" y="622330"/>
                  </a:lnTo>
                  <a:lnTo>
                    <a:pt x="1683784" y="622362"/>
                  </a:lnTo>
                  <a:lnTo>
                    <a:pt x="1690044" y="622376"/>
                  </a:lnTo>
                  <a:lnTo>
                    <a:pt x="1696303" y="622379"/>
                  </a:lnTo>
                  <a:lnTo>
                    <a:pt x="1702563" y="622372"/>
                  </a:lnTo>
                  <a:lnTo>
                    <a:pt x="1708822" y="622352"/>
                  </a:lnTo>
                  <a:lnTo>
                    <a:pt x="1715082" y="622313"/>
                  </a:lnTo>
                  <a:lnTo>
                    <a:pt x="1721341" y="622249"/>
                  </a:lnTo>
                  <a:lnTo>
                    <a:pt x="1727600" y="622148"/>
                  </a:lnTo>
                  <a:lnTo>
                    <a:pt x="1733860" y="622005"/>
                  </a:lnTo>
                  <a:lnTo>
                    <a:pt x="1740119" y="621816"/>
                  </a:lnTo>
                  <a:lnTo>
                    <a:pt x="1746379" y="621588"/>
                  </a:lnTo>
                  <a:lnTo>
                    <a:pt x="1752638" y="621339"/>
                  </a:lnTo>
                  <a:lnTo>
                    <a:pt x="1758897" y="621095"/>
                  </a:lnTo>
                  <a:lnTo>
                    <a:pt x="1765157" y="620890"/>
                  </a:lnTo>
                  <a:lnTo>
                    <a:pt x="1771416" y="620755"/>
                  </a:lnTo>
                  <a:lnTo>
                    <a:pt x="1777676" y="620714"/>
                  </a:lnTo>
                  <a:lnTo>
                    <a:pt x="1783935" y="620773"/>
                  </a:lnTo>
                  <a:lnTo>
                    <a:pt x="1790195" y="620922"/>
                  </a:lnTo>
                  <a:lnTo>
                    <a:pt x="1796454" y="621137"/>
                  </a:lnTo>
                  <a:lnTo>
                    <a:pt x="1802713" y="621381"/>
                  </a:lnTo>
                  <a:lnTo>
                    <a:pt x="1808973" y="621620"/>
                  </a:lnTo>
                  <a:lnTo>
                    <a:pt x="1815232" y="621819"/>
                  </a:lnTo>
                  <a:lnTo>
                    <a:pt x="1821492" y="621956"/>
                  </a:lnTo>
                  <a:lnTo>
                    <a:pt x="1827751" y="622020"/>
                  </a:lnTo>
                  <a:lnTo>
                    <a:pt x="1834011" y="622007"/>
                  </a:lnTo>
                  <a:lnTo>
                    <a:pt x="1840270" y="621917"/>
                  </a:lnTo>
                  <a:lnTo>
                    <a:pt x="1846529" y="621759"/>
                  </a:lnTo>
                  <a:lnTo>
                    <a:pt x="1852789" y="621547"/>
                  </a:lnTo>
                  <a:lnTo>
                    <a:pt x="1859048" y="621306"/>
                  </a:lnTo>
                  <a:lnTo>
                    <a:pt x="1865308" y="621068"/>
                  </a:lnTo>
                  <a:lnTo>
                    <a:pt x="1871567" y="620870"/>
                  </a:lnTo>
                  <a:lnTo>
                    <a:pt x="1877827" y="620744"/>
                  </a:lnTo>
                  <a:lnTo>
                    <a:pt x="1884086" y="620712"/>
                  </a:lnTo>
                  <a:lnTo>
                    <a:pt x="1890345" y="620781"/>
                  </a:lnTo>
                  <a:lnTo>
                    <a:pt x="1896605" y="620941"/>
                  </a:lnTo>
                  <a:lnTo>
                    <a:pt x="1902864" y="621163"/>
                  </a:lnTo>
                  <a:lnTo>
                    <a:pt x="1909124" y="621416"/>
                  </a:lnTo>
                  <a:lnTo>
                    <a:pt x="1915383" y="621665"/>
                  </a:lnTo>
                  <a:lnTo>
                    <a:pt x="1921642" y="621883"/>
                  </a:lnTo>
                  <a:lnTo>
                    <a:pt x="1927902" y="622057"/>
                  </a:lnTo>
                  <a:lnTo>
                    <a:pt x="1934161" y="622184"/>
                  </a:lnTo>
                  <a:lnTo>
                    <a:pt x="1940421" y="622271"/>
                  </a:lnTo>
                  <a:lnTo>
                    <a:pt x="1946680" y="622326"/>
                  </a:lnTo>
                  <a:lnTo>
                    <a:pt x="1952940" y="622359"/>
                  </a:lnTo>
                  <a:lnTo>
                    <a:pt x="1959199" y="622377"/>
                  </a:lnTo>
                  <a:lnTo>
                    <a:pt x="1965458" y="622387"/>
                  </a:lnTo>
                  <a:lnTo>
                    <a:pt x="1971718" y="622391"/>
                  </a:lnTo>
                  <a:lnTo>
                    <a:pt x="1977977" y="622393"/>
                  </a:lnTo>
                  <a:lnTo>
                    <a:pt x="1984237" y="622394"/>
                  </a:lnTo>
                  <a:lnTo>
                    <a:pt x="1990496" y="622394"/>
                  </a:lnTo>
                  <a:lnTo>
                    <a:pt x="1996756" y="622394"/>
                  </a:lnTo>
                  <a:lnTo>
                    <a:pt x="2003015" y="622394"/>
                  </a:lnTo>
                  <a:lnTo>
                    <a:pt x="2009274" y="622393"/>
                  </a:lnTo>
                  <a:lnTo>
                    <a:pt x="2015534" y="622391"/>
                  </a:lnTo>
                  <a:lnTo>
                    <a:pt x="2021793" y="622386"/>
                  </a:lnTo>
                  <a:lnTo>
                    <a:pt x="2028053" y="622375"/>
                  </a:lnTo>
                  <a:lnTo>
                    <a:pt x="2034312" y="622355"/>
                  </a:lnTo>
                  <a:lnTo>
                    <a:pt x="2040572" y="622318"/>
                  </a:lnTo>
                  <a:lnTo>
                    <a:pt x="2046831" y="622256"/>
                  </a:lnTo>
                  <a:lnTo>
                    <a:pt x="2053090" y="622159"/>
                  </a:lnTo>
                  <a:lnTo>
                    <a:pt x="2059350" y="622020"/>
                  </a:lnTo>
                  <a:lnTo>
                    <a:pt x="2065609" y="621836"/>
                  </a:lnTo>
                  <a:lnTo>
                    <a:pt x="2071869" y="621612"/>
                  </a:lnTo>
                  <a:lnTo>
                    <a:pt x="2078128" y="621365"/>
                  </a:lnTo>
                  <a:lnTo>
                    <a:pt x="2084388" y="621119"/>
                  </a:lnTo>
                  <a:lnTo>
                    <a:pt x="2090647" y="620909"/>
                  </a:lnTo>
                  <a:lnTo>
                    <a:pt x="2096906" y="620765"/>
                  </a:lnTo>
                  <a:lnTo>
                    <a:pt x="2103166" y="620713"/>
                  </a:lnTo>
                  <a:lnTo>
                    <a:pt x="2109425" y="620763"/>
                  </a:lnTo>
                  <a:lnTo>
                    <a:pt x="2115685" y="620905"/>
                  </a:lnTo>
                  <a:lnTo>
                    <a:pt x="2121944" y="621117"/>
                  </a:lnTo>
                  <a:lnTo>
                    <a:pt x="2128203" y="621366"/>
                  </a:lnTo>
                  <a:lnTo>
                    <a:pt x="2134463" y="621617"/>
                  </a:lnTo>
                  <a:lnTo>
                    <a:pt x="2140722" y="621841"/>
                  </a:lnTo>
                  <a:lnTo>
                    <a:pt x="2146982" y="622023"/>
                  </a:lnTo>
                  <a:lnTo>
                    <a:pt x="2153241" y="622160"/>
                  </a:lnTo>
                  <a:lnTo>
                    <a:pt x="2159501" y="622255"/>
                  </a:lnTo>
                  <a:lnTo>
                    <a:pt x="2165760" y="622316"/>
                  </a:lnTo>
                  <a:lnTo>
                    <a:pt x="2172019" y="622353"/>
                  </a:lnTo>
                  <a:lnTo>
                    <a:pt x="2178279" y="622374"/>
                  </a:lnTo>
                  <a:lnTo>
                    <a:pt x="2184538" y="622385"/>
                  </a:lnTo>
                  <a:lnTo>
                    <a:pt x="2190798" y="622390"/>
                  </a:lnTo>
                  <a:lnTo>
                    <a:pt x="2197057" y="622393"/>
                  </a:lnTo>
                  <a:lnTo>
                    <a:pt x="2203317" y="622394"/>
                  </a:lnTo>
                  <a:lnTo>
                    <a:pt x="2209576" y="622394"/>
                  </a:lnTo>
                  <a:lnTo>
                    <a:pt x="2215835" y="622395"/>
                  </a:lnTo>
                  <a:lnTo>
                    <a:pt x="2222095" y="622395"/>
                  </a:lnTo>
                  <a:lnTo>
                    <a:pt x="2228354" y="622395"/>
                  </a:lnTo>
                  <a:lnTo>
                    <a:pt x="2234614" y="622395"/>
                  </a:lnTo>
                  <a:lnTo>
                    <a:pt x="2240873" y="622395"/>
                  </a:lnTo>
                  <a:lnTo>
                    <a:pt x="2247133" y="622395"/>
                  </a:lnTo>
                  <a:lnTo>
                    <a:pt x="2253392" y="622395"/>
                  </a:lnTo>
                  <a:lnTo>
                    <a:pt x="2259651" y="622395"/>
                  </a:lnTo>
                  <a:lnTo>
                    <a:pt x="2265911" y="622395"/>
                  </a:lnTo>
                  <a:lnTo>
                    <a:pt x="2272170" y="622395"/>
                  </a:lnTo>
                  <a:lnTo>
                    <a:pt x="2278430" y="622395"/>
                  </a:lnTo>
                  <a:lnTo>
                    <a:pt x="2284689" y="622395"/>
                  </a:lnTo>
                  <a:lnTo>
                    <a:pt x="2290948" y="622395"/>
                  </a:lnTo>
                  <a:lnTo>
                    <a:pt x="2297208" y="622395"/>
                  </a:lnTo>
                  <a:lnTo>
                    <a:pt x="2303467" y="622395"/>
                  </a:lnTo>
                  <a:lnTo>
                    <a:pt x="2309727" y="622395"/>
                  </a:lnTo>
                  <a:lnTo>
                    <a:pt x="2315986" y="622395"/>
                  </a:lnTo>
                  <a:lnTo>
                    <a:pt x="2322246" y="622395"/>
                  </a:lnTo>
                  <a:lnTo>
                    <a:pt x="2328505" y="622395"/>
                  </a:lnTo>
                  <a:lnTo>
                    <a:pt x="2334764" y="622395"/>
                  </a:lnTo>
                  <a:lnTo>
                    <a:pt x="2341024" y="622395"/>
                  </a:lnTo>
                  <a:lnTo>
                    <a:pt x="2347283" y="622395"/>
                  </a:lnTo>
                  <a:lnTo>
                    <a:pt x="2353543" y="622395"/>
                  </a:lnTo>
                  <a:lnTo>
                    <a:pt x="2359802" y="622395"/>
                  </a:lnTo>
                  <a:lnTo>
                    <a:pt x="2366062" y="622395"/>
                  </a:lnTo>
                  <a:lnTo>
                    <a:pt x="2372321" y="622395"/>
                  </a:lnTo>
                  <a:lnTo>
                    <a:pt x="2378580" y="622395"/>
                  </a:lnTo>
                  <a:lnTo>
                    <a:pt x="2384840" y="622395"/>
                  </a:lnTo>
                  <a:lnTo>
                    <a:pt x="2391099" y="622395"/>
                  </a:lnTo>
                  <a:lnTo>
                    <a:pt x="2397359" y="622395"/>
                  </a:lnTo>
                  <a:lnTo>
                    <a:pt x="2403618" y="622395"/>
                  </a:lnTo>
                  <a:lnTo>
                    <a:pt x="2409878" y="622395"/>
                  </a:lnTo>
                  <a:lnTo>
                    <a:pt x="2416137" y="622395"/>
                  </a:lnTo>
                  <a:lnTo>
                    <a:pt x="2422396" y="622395"/>
                  </a:lnTo>
                  <a:lnTo>
                    <a:pt x="2428656" y="622395"/>
                  </a:lnTo>
                  <a:lnTo>
                    <a:pt x="2434915" y="622395"/>
                  </a:lnTo>
                  <a:lnTo>
                    <a:pt x="2441175" y="622395"/>
                  </a:lnTo>
                  <a:lnTo>
                    <a:pt x="2447434" y="622395"/>
                  </a:lnTo>
                  <a:lnTo>
                    <a:pt x="2453693" y="622395"/>
                  </a:lnTo>
                  <a:lnTo>
                    <a:pt x="2459953" y="622395"/>
                  </a:lnTo>
                  <a:lnTo>
                    <a:pt x="2466212" y="622395"/>
                  </a:lnTo>
                  <a:lnTo>
                    <a:pt x="2472472" y="622395"/>
                  </a:lnTo>
                  <a:lnTo>
                    <a:pt x="2478731" y="622395"/>
                  </a:lnTo>
                  <a:lnTo>
                    <a:pt x="2484991" y="622395"/>
                  </a:lnTo>
                  <a:lnTo>
                    <a:pt x="2491250" y="622395"/>
                  </a:lnTo>
                  <a:lnTo>
                    <a:pt x="2497509" y="622395"/>
                  </a:lnTo>
                  <a:lnTo>
                    <a:pt x="2503769" y="622395"/>
                  </a:lnTo>
                  <a:lnTo>
                    <a:pt x="2510028" y="622395"/>
                  </a:lnTo>
                  <a:lnTo>
                    <a:pt x="2516288" y="622395"/>
                  </a:lnTo>
                  <a:lnTo>
                    <a:pt x="2522547" y="622395"/>
                  </a:lnTo>
                  <a:lnTo>
                    <a:pt x="2528807" y="622395"/>
                  </a:lnTo>
                  <a:lnTo>
                    <a:pt x="2535066" y="622395"/>
                  </a:lnTo>
                  <a:lnTo>
                    <a:pt x="2541325" y="622395"/>
                  </a:lnTo>
                  <a:lnTo>
                    <a:pt x="2547585" y="622395"/>
                  </a:lnTo>
                  <a:lnTo>
                    <a:pt x="2553844" y="622395"/>
                  </a:lnTo>
                  <a:lnTo>
                    <a:pt x="2560104" y="622395"/>
                  </a:lnTo>
                  <a:lnTo>
                    <a:pt x="2566363" y="622395"/>
                  </a:lnTo>
                  <a:lnTo>
                    <a:pt x="2572623" y="622395"/>
                  </a:lnTo>
                  <a:lnTo>
                    <a:pt x="2578882" y="622395"/>
                  </a:lnTo>
                  <a:lnTo>
                    <a:pt x="2585141" y="622395"/>
                  </a:lnTo>
                  <a:lnTo>
                    <a:pt x="2591401" y="622395"/>
                  </a:lnTo>
                  <a:lnTo>
                    <a:pt x="2597660" y="622395"/>
                  </a:lnTo>
                  <a:lnTo>
                    <a:pt x="2603920" y="622395"/>
                  </a:lnTo>
                  <a:lnTo>
                    <a:pt x="2610179" y="622395"/>
                  </a:lnTo>
                  <a:lnTo>
                    <a:pt x="2616438" y="622395"/>
                  </a:lnTo>
                  <a:lnTo>
                    <a:pt x="2622698" y="622395"/>
                  </a:lnTo>
                  <a:lnTo>
                    <a:pt x="2628957" y="622395"/>
                  </a:lnTo>
                  <a:lnTo>
                    <a:pt x="2635217" y="622395"/>
                  </a:lnTo>
                  <a:lnTo>
                    <a:pt x="2641476" y="622395"/>
                  </a:lnTo>
                  <a:lnTo>
                    <a:pt x="2647736" y="622395"/>
                  </a:lnTo>
                  <a:lnTo>
                    <a:pt x="2653995" y="622395"/>
                  </a:lnTo>
                  <a:lnTo>
                    <a:pt x="2660254" y="622395"/>
                  </a:lnTo>
                  <a:lnTo>
                    <a:pt x="2666514" y="622395"/>
                  </a:lnTo>
                  <a:lnTo>
                    <a:pt x="2672773" y="622395"/>
                  </a:lnTo>
                  <a:lnTo>
                    <a:pt x="2679033" y="622395"/>
                  </a:lnTo>
                  <a:lnTo>
                    <a:pt x="2685292" y="622394"/>
                  </a:lnTo>
                  <a:lnTo>
                    <a:pt x="2691552" y="622394"/>
                  </a:lnTo>
                  <a:lnTo>
                    <a:pt x="2697811" y="622393"/>
                  </a:lnTo>
                  <a:lnTo>
                    <a:pt x="2704070" y="622390"/>
                  </a:lnTo>
                  <a:lnTo>
                    <a:pt x="2710330" y="622384"/>
                  </a:lnTo>
                  <a:lnTo>
                    <a:pt x="2716589" y="622371"/>
                  </a:lnTo>
                  <a:lnTo>
                    <a:pt x="2722849" y="622348"/>
                  </a:lnTo>
                  <a:lnTo>
                    <a:pt x="2729108" y="622308"/>
                  </a:lnTo>
                  <a:lnTo>
                    <a:pt x="2735368" y="622241"/>
                  </a:lnTo>
                  <a:lnTo>
                    <a:pt x="2741627" y="622139"/>
                  </a:lnTo>
                  <a:lnTo>
                    <a:pt x="2747886" y="621995"/>
                  </a:lnTo>
                  <a:lnTo>
                    <a:pt x="2754146" y="621806"/>
                  </a:lnTo>
                  <a:lnTo>
                    <a:pt x="2760405" y="621577"/>
                  </a:lnTo>
                  <a:lnTo>
                    <a:pt x="2766665" y="621325"/>
                  </a:lnTo>
                  <a:lnTo>
                    <a:pt x="2772924" y="621075"/>
                  </a:lnTo>
                  <a:lnTo>
                    <a:pt x="2779184" y="620865"/>
                  </a:lnTo>
                  <a:lnTo>
                    <a:pt x="2785443" y="620723"/>
                  </a:lnTo>
                  <a:lnTo>
                    <a:pt x="2791702" y="620665"/>
                  </a:lnTo>
                  <a:lnTo>
                    <a:pt x="2797962" y="620687"/>
                  </a:lnTo>
                  <a:lnTo>
                    <a:pt x="2804221" y="620765"/>
                  </a:lnTo>
                  <a:lnTo>
                    <a:pt x="2810481" y="620857"/>
                  </a:lnTo>
                  <a:lnTo>
                    <a:pt x="2816740" y="620915"/>
                  </a:lnTo>
                  <a:lnTo>
                    <a:pt x="2822999" y="620895"/>
                  </a:lnTo>
                  <a:lnTo>
                    <a:pt x="2829259" y="620770"/>
                  </a:lnTo>
                  <a:lnTo>
                    <a:pt x="2835518" y="620538"/>
                  </a:lnTo>
                  <a:lnTo>
                    <a:pt x="2841778" y="620221"/>
                  </a:lnTo>
                  <a:lnTo>
                    <a:pt x="2848037" y="619866"/>
                  </a:lnTo>
                  <a:lnTo>
                    <a:pt x="2854297" y="619534"/>
                  </a:lnTo>
                  <a:lnTo>
                    <a:pt x="2860556" y="619288"/>
                  </a:lnTo>
                  <a:lnTo>
                    <a:pt x="2866815" y="619178"/>
                  </a:lnTo>
                  <a:lnTo>
                    <a:pt x="2873075" y="619233"/>
                  </a:lnTo>
                  <a:lnTo>
                    <a:pt x="2879334" y="619450"/>
                  </a:lnTo>
                  <a:lnTo>
                    <a:pt x="2885594" y="619806"/>
                  </a:lnTo>
                  <a:lnTo>
                    <a:pt x="2891853" y="620240"/>
                  </a:lnTo>
                  <a:lnTo>
                    <a:pt x="2898113" y="620695"/>
                  </a:lnTo>
                  <a:lnTo>
                    <a:pt x="2904372" y="621125"/>
                  </a:lnTo>
                  <a:lnTo>
                    <a:pt x="2910631" y="621497"/>
                  </a:lnTo>
                  <a:lnTo>
                    <a:pt x="2916891" y="621794"/>
                  </a:lnTo>
                  <a:lnTo>
                    <a:pt x="2923150" y="622015"/>
                  </a:lnTo>
                  <a:lnTo>
                    <a:pt x="2929410" y="622168"/>
                  </a:lnTo>
                  <a:lnTo>
                    <a:pt x="2935669" y="622267"/>
                  </a:lnTo>
                  <a:lnTo>
                    <a:pt x="2941929" y="622327"/>
                  </a:lnTo>
                  <a:lnTo>
                    <a:pt x="2948188" y="622360"/>
                  </a:lnTo>
                  <a:lnTo>
                    <a:pt x="2954447" y="622377"/>
                  </a:lnTo>
                  <a:lnTo>
                    <a:pt x="2960707" y="622384"/>
                  </a:lnTo>
                  <a:lnTo>
                    <a:pt x="2966966" y="622384"/>
                  </a:lnTo>
                  <a:lnTo>
                    <a:pt x="2973226" y="622377"/>
                  </a:lnTo>
                  <a:lnTo>
                    <a:pt x="2979485" y="622360"/>
                  </a:lnTo>
                  <a:lnTo>
                    <a:pt x="2985744" y="622330"/>
                  </a:lnTo>
                  <a:lnTo>
                    <a:pt x="2992004" y="622275"/>
                  </a:lnTo>
                  <a:lnTo>
                    <a:pt x="2998263" y="622188"/>
                  </a:lnTo>
                  <a:lnTo>
                    <a:pt x="3004523" y="622061"/>
                  </a:lnTo>
                  <a:lnTo>
                    <a:pt x="3010782" y="621888"/>
                  </a:lnTo>
                  <a:lnTo>
                    <a:pt x="3017042" y="621673"/>
                  </a:lnTo>
                  <a:lnTo>
                    <a:pt x="3023301" y="621429"/>
                  </a:lnTo>
                  <a:lnTo>
                    <a:pt x="3029560" y="621180"/>
                  </a:lnTo>
                  <a:lnTo>
                    <a:pt x="3035820" y="620959"/>
                  </a:lnTo>
                  <a:lnTo>
                    <a:pt x="3042079" y="620796"/>
                  </a:lnTo>
                  <a:lnTo>
                    <a:pt x="3048339" y="620721"/>
                  </a:lnTo>
                  <a:lnTo>
                    <a:pt x="3054598" y="620744"/>
                  </a:lnTo>
                  <a:lnTo>
                    <a:pt x="3060858" y="620863"/>
                  </a:lnTo>
                  <a:lnTo>
                    <a:pt x="3067117" y="621057"/>
                  </a:lnTo>
                  <a:lnTo>
                    <a:pt x="3073376" y="621294"/>
                  </a:lnTo>
                  <a:lnTo>
                    <a:pt x="3079636" y="621539"/>
                  </a:lnTo>
                  <a:lnTo>
                    <a:pt x="3085895" y="621757"/>
                  </a:lnTo>
                  <a:lnTo>
                    <a:pt x="3092155" y="621926"/>
                  </a:lnTo>
                  <a:lnTo>
                    <a:pt x="3098414" y="622025"/>
                  </a:lnTo>
                  <a:lnTo>
                    <a:pt x="3104674" y="622050"/>
                  </a:lnTo>
                  <a:lnTo>
                    <a:pt x="3110933" y="621999"/>
                  </a:lnTo>
                  <a:lnTo>
                    <a:pt x="3117192" y="621877"/>
                  </a:lnTo>
                  <a:lnTo>
                    <a:pt x="3123452" y="621692"/>
                  </a:lnTo>
                  <a:lnTo>
                    <a:pt x="3129711" y="621464"/>
                  </a:lnTo>
                  <a:lnTo>
                    <a:pt x="3135971" y="621219"/>
                  </a:lnTo>
                  <a:lnTo>
                    <a:pt x="3142230" y="620991"/>
                  </a:lnTo>
                  <a:lnTo>
                    <a:pt x="3148489" y="620816"/>
                  </a:lnTo>
                  <a:lnTo>
                    <a:pt x="3154749" y="620722"/>
                  </a:lnTo>
                  <a:lnTo>
                    <a:pt x="3161008" y="620727"/>
                  </a:lnTo>
                  <a:lnTo>
                    <a:pt x="3167268" y="620831"/>
                  </a:lnTo>
                  <a:lnTo>
                    <a:pt x="3173527" y="621017"/>
                  </a:lnTo>
                  <a:lnTo>
                    <a:pt x="3179787" y="621253"/>
                  </a:lnTo>
                  <a:lnTo>
                    <a:pt x="3186046" y="621507"/>
                  </a:lnTo>
                  <a:lnTo>
                    <a:pt x="3192305" y="621748"/>
                  </a:lnTo>
                  <a:lnTo>
                    <a:pt x="3198565" y="621953"/>
                  </a:lnTo>
                  <a:lnTo>
                    <a:pt x="3198565" y="622395"/>
                  </a:lnTo>
                  <a:lnTo>
                    <a:pt x="3192305" y="622395"/>
                  </a:lnTo>
                  <a:lnTo>
                    <a:pt x="3186046" y="622395"/>
                  </a:lnTo>
                  <a:lnTo>
                    <a:pt x="3179787" y="622395"/>
                  </a:lnTo>
                  <a:lnTo>
                    <a:pt x="3173527" y="622395"/>
                  </a:lnTo>
                  <a:lnTo>
                    <a:pt x="3167268" y="622395"/>
                  </a:lnTo>
                  <a:lnTo>
                    <a:pt x="3161008" y="622395"/>
                  </a:lnTo>
                  <a:lnTo>
                    <a:pt x="3154749" y="622395"/>
                  </a:lnTo>
                  <a:lnTo>
                    <a:pt x="3148489" y="622395"/>
                  </a:lnTo>
                  <a:lnTo>
                    <a:pt x="3142230" y="622395"/>
                  </a:lnTo>
                  <a:lnTo>
                    <a:pt x="3135971" y="622395"/>
                  </a:lnTo>
                  <a:lnTo>
                    <a:pt x="3129711" y="622395"/>
                  </a:lnTo>
                  <a:lnTo>
                    <a:pt x="3123452" y="622395"/>
                  </a:lnTo>
                  <a:lnTo>
                    <a:pt x="3117192" y="622395"/>
                  </a:lnTo>
                  <a:lnTo>
                    <a:pt x="3110933" y="622395"/>
                  </a:lnTo>
                  <a:lnTo>
                    <a:pt x="3104674" y="622395"/>
                  </a:lnTo>
                  <a:lnTo>
                    <a:pt x="3098414" y="622395"/>
                  </a:lnTo>
                  <a:lnTo>
                    <a:pt x="3092155" y="622395"/>
                  </a:lnTo>
                  <a:lnTo>
                    <a:pt x="3085895" y="622395"/>
                  </a:lnTo>
                  <a:lnTo>
                    <a:pt x="3079636" y="622395"/>
                  </a:lnTo>
                  <a:lnTo>
                    <a:pt x="3073376" y="622395"/>
                  </a:lnTo>
                  <a:lnTo>
                    <a:pt x="3067117" y="622395"/>
                  </a:lnTo>
                  <a:lnTo>
                    <a:pt x="3060858" y="622395"/>
                  </a:lnTo>
                  <a:lnTo>
                    <a:pt x="3054598" y="622395"/>
                  </a:lnTo>
                  <a:lnTo>
                    <a:pt x="3048339" y="622395"/>
                  </a:lnTo>
                  <a:lnTo>
                    <a:pt x="3042079" y="622395"/>
                  </a:lnTo>
                  <a:lnTo>
                    <a:pt x="3035820" y="622395"/>
                  </a:lnTo>
                  <a:lnTo>
                    <a:pt x="3029560" y="622395"/>
                  </a:lnTo>
                  <a:lnTo>
                    <a:pt x="3023301" y="622395"/>
                  </a:lnTo>
                  <a:lnTo>
                    <a:pt x="3017042" y="622395"/>
                  </a:lnTo>
                  <a:lnTo>
                    <a:pt x="3010782" y="622395"/>
                  </a:lnTo>
                  <a:lnTo>
                    <a:pt x="3004523" y="622395"/>
                  </a:lnTo>
                  <a:lnTo>
                    <a:pt x="2998263" y="622395"/>
                  </a:lnTo>
                  <a:lnTo>
                    <a:pt x="2992004" y="622395"/>
                  </a:lnTo>
                  <a:lnTo>
                    <a:pt x="2985744" y="622395"/>
                  </a:lnTo>
                  <a:lnTo>
                    <a:pt x="2979485" y="622395"/>
                  </a:lnTo>
                  <a:lnTo>
                    <a:pt x="2973226" y="622395"/>
                  </a:lnTo>
                  <a:lnTo>
                    <a:pt x="2966966" y="622395"/>
                  </a:lnTo>
                  <a:lnTo>
                    <a:pt x="2960707" y="622395"/>
                  </a:lnTo>
                  <a:lnTo>
                    <a:pt x="2954447" y="622395"/>
                  </a:lnTo>
                  <a:lnTo>
                    <a:pt x="2948188" y="622395"/>
                  </a:lnTo>
                  <a:lnTo>
                    <a:pt x="2941929" y="622395"/>
                  </a:lnTo>
                  <a:lnTo>
                    <a:pt x="2935669" y="622395"/>
                  </a:lnTo>
                  <a:lnTo>
                    <a:pt x="2929410" y="622395"/>
                  </a:lnTo>
                  <a:lnTo>
                    <a:pt x="2923150" y="622395"/>
                  </a:lnTo>
                  <a:lnTo>
                    <a:pt x="2916891" y="622395"/>
                  </a:lnTo>
                  <a:lnTo>
                    <a:pt x="2910631" y="622395"/>
                  </a:lnTo>
                  <a:lnTo>
                    <a:pt x="2904372" y="622395"/>
                  </a:lnTo>
                  <a:lnTo>
                    <a:pt x="2898113" y="622395"/>
                  </a:lnTo>
                  <a:lnTo>
                    <a:pt x="2891853" y="622395"/>
                  </a:lnTo>
                  <a:lnTo>
                    <a:pt x="2885594" y="622395"/>
                  </a:lnTo>
                  <a:lnTo>
                    <a:pt x="2879334" y="622395"/>
                  </a:lnTo>
                  <a:lnTo>
                    <a:pt x="2873075" y="622395"/>
                  </a:lnTo>
                  <a:lnTo>
                    <a:pt x="2866815" y="622395"/>
                  </a:lnTo>
                  <a:lnTo>
                    <a:pt x="2860556" y="622395"/>
                  </a:lnTo>
                  <a:lnTo>
                    <a:pt x="2854297" y="622395"/>
                  </a:lnTo>
                  <a:lnTo>
                    <a:pt x="2848037" y="622395"/>
                  </a:lnTo>
                  <a:lnTo>
                    <a:pt x="2841778" y="622395"/>
                  </a:lnTo>
                  <a:lnTo>
                    <a:pt x="2835518" y="622395"/>
                  </a:lnTo>
                  <a:lnTo>
                    <a:pt x="2829259" y="622395"/>
                  </a:lnTo>
                  <a:lnTo>
                    <a:pt x="2822999" y="622395"/>
                  </a:lnTo>
                  <a:lnTo>
                    <a:pt x="2816740" y="622395"/>
                  </a:lnTo>
                  <a:lnTo>
                    <a:pt x="2810481" y="622395"/>
                  </a:lnTo>
                  <a:lnTo>
                    <a:pt x="2804221" y="622395"/>
                  </a:lnTo>
                  <a:lnTo>
                    <a:pt x="2797962" y="622395"/>
                  </a:lnTo>
                  <a:lnTo>
                    <a:pt x="2791702" y="622395"/>
                  </a:lnTo>
                  <a:lnTo>
                    <a:pt x="2785443" y="622395"/>
                  </a:lnTo>
                  <a:lnTo>
                    <a:pt x="2779184" y="622395"/>
                  </a:lnTo>
                  <a:lnTo>
                    <a:pt x="2772924" y="622395"/>
                  </a:lnTo>
                  <a:lnTo>
                    <a:pt x="2766665" y="622395"/>
                  </a:lnTo>
                  <a:lnTo>
                    <a:pt x="2760405" y="622395"/>
                  </a:lnTo>
                  <a:lnTo>
                    <a:pt x="2754146" y="622395"/>
                  </a:lnTo>
                  <a:lnTo>
                    <a:pt x="2747886" y="622395"/>
                  </a:lnTo>
                  <a:lnTo>
                    <a:pt x="2741627" y="622395"/>
                  </a:lnTo>
                  <a:lnTo>
                    <a:pt x="2735368" y="622395"/>
                  </a:lnTo>
                  <a:lnTo>
                    <a:pt x="2729108" y="622395"/>
                  </a:lnTo>
                  <a:lnTo>
                    <a:pt x="2722849" y="622395"/>
                  </a:lnTo>
                  <a:lnTo>
                    <a:pt x="2716589" y="622395"/>
                  </a:lnTo>
                  <a:lnTo>
                    <a:pt x="2710330" y="622395"/>
                  </a:lnTo>
                  <a:lnTo>
                    <a:pt x="2704070" y="622395"/>
                  </a:lnTo>
                  <a:lnTo>
                    <a:pt x="2697811" y="622395"/>
                  </a:lnTo>
                  <a:lnTo>
                    <a:pt x="2691552" y="622395"/>
                  </a:lnTo>
                  <a:lnTo>
                    <a:pt x="2685292" y="622395"/>
                  </a:lnTo>
                  <a:lnTo>
                    <a:pt x="2679033" y="622395"/>
                  </a:lnTo>
                  <a:lnTo>
                    <a:pt x="2672773" y="622395"/>
                  </a:lnTo>
                  <a:lnTo>
                    <a:pt x="2666514" y="622395"/>
                  </a:lnTo>
                  <a:lnTo>
                    <a:pt x="2660254" y="622395"/>
                  </a:lnTo>
                  <a:lnTo>
                    <a:pt x="2653995" y="622395"/>
                  </a:lnTo>
                  <a:lnTo>
                    <a:pt x="2647736" y="622395"/>
                  </a:lnTo>
                  <a:lnTo>
                    <a:pt x="2641476" y="622395"/>
                  </a:lnTo>
                  <a:lnTo>
                    <a:pt x="2635217" y="622395"/>
                  </a:lnTo>
                  <a:lnTo>
                    <a:pt x="2628957" y="622395"/>
                  </a:lnTo>
                  <a:lnTo>
                    <a:pt x="2622698" y="622395"/>
                  </a:lnTo>
                  <a:lnTo>
                    <a:pt x="2616438" y="622395"/>
                  </a:lnTo>
                  <a:lnTo>
                    <a:pt x="2610179" y="622395"/>
                  </a:lnTo>
                  <a:lnTo>
                    <a:pt x="2603920" y="622395"/>
                  </a:lnTo>
                  <a:lnTo>
                    <a:pt x="2597660" y="622395"/>
                  </a:lnTo>
                  <a:lnTo>
                    <a:pt x="2591401" y="622395"/>
                  </a:lnTo>
                  <a:lnTo>
                    <a:pt x="2585141" y="622395"/>
                  </a:lnTo>
                  <a:lnTo>
                    <a:pt x="2578882" y="622395"/>
                  </a:lnTo>
                  <a:lnTo>
                    <a:pt x="2572623" y="622395"/>
                  </a:lnTo>
                  <a:lnTo>
                    <a:pt x="2566363" y="622395"/>
                  </a:lnTo>
                  <a:lnTo>
                    <a:pt x="2560104" y="622395"/>
                  </a:lnTo>
                  <a:lnTo>
                    <a:pt x="2553844" y="622395"/>
                  </a:lnTo>
                  <a:lnTo>
                    <a:pt x="2547585" y="622395"/>
                  </a:lnTo>
                  <a:lnTo>
                    <a:pt x="2541325" y="622395"/>
                  </a:lnTo>
                  <a:lnTo>
                    <a:pt x="2535066" y="622395"/>
                  </a:lnTo>
                  <a:lnTo>
                    <a:pt x="2528807" y="622395"/>
                  </a:lnTo>
                  <a:lnTo>
                    <a:pt x="2522547" y="622395"/>
                  </a:lnTo>
                  <a:lnTo>
                    <a:pt x="2516288" y="622395"/>
                  </a:lnTo>
                  <a:lnTo>
                    <a:pt x="2510028" y="622395"/>
                  </a:lnTo>
                  <a:lnTo>
                    <a:pt x="2503769" y="622395"/>
                  </a:lnTo>
                  <a:lnTo>
                    <a:pt x="2497509" y="622395"/>
                  </a:lnTo>
                  <a:lnTo>
                    <a:pt x="2491250" y="622395"/>
                  </a:lnTo>
                  <a:lnTo>
                    <a:pt x="2484991" y="622395"/>
                  </a:lnTo>
                  <a:lnTo>
                    <a:pt x="2478731" y="622395"/>
                  </a:lnTo>
                  <a:lnTo>
                    <a:pt x="2472472" y="622395"/>
                  </a:lnTo>
                  <a:lnTo>
                    <a:pt x="2466212" y="622395"/>
                  </a:lnTo>
                  <a:lnTo>
                    <a:pt x="2459953" y="622395"/>
                  </a:lnTo>
                  <a:lnTo>
                    <a:pt x="2453693" y="622395"/>
                  </a:lnTo>
                  <a:lnTo>
                    <a:pt x="2447434" y="622395"/>
                  </a:lnTo>
                  <a:lnTo>
                    <a:pt x="2441175" y="622395"/>
                  </a:lnTo>
                  <a:lnTo>
                    <a:pt x="2434915" y="622395"/>
                  </a:lnTo>
                  <a:lnTo>
                    <a:pt x="2428656" y="622395"/>
                  </a:lnTo>
                  <a:lnTo>
                    <a:pt x="2422396" y="622395"/>
                  </a:lnTo>
                  <a:lnTo>
                    <a:pt x="2416137" y="622395"/>
                  </a:lnTo>
                  <a:lnTo>
                    <a:pt x="2409878" y="622395"/>
                  </a:lnTo>
                  <a:lnTo>
                    <a:pt x="2403618" y="622395"/>
                  </a:lnTo>
                  <a:lnTo>
                    <a:pt x="2397359" y="622395"/>
                  </a:lnTo>
                  <a:lnTo>
                    <a:pt x="2391099" y="622395"/>
                  </a:lnTo>
                  <a:lnTo>
                    <a:pt x="2384840" y="622395"/>
                  </a:lnTo>
                  <a:lnTo>
                    <a:pt x="2378580" y="622395"/>
                  </a:lnTo>
                  <a:lnTo>
                    <a:pt x="2372321" y="622395"/>
                  </a:lnTo>
                  <a:lnTo>
                    <a:pt x="2366062" y="622395"/>
                  </a:lnTo>
                  <a:lnTo>
                    <a:pt x="2359802" y="622395"/>
                  </a:lnTo>
                  <a:lnTo>
                    <a:pt x="2353543" y="622395"/>
                  </a:lnTo>
                  <a:lnTo>
                    <a:pt x="2347283" y="622395"/>
                  </a:lnTo>
                  <a:lnTo>
                    <a:pt x="2341024" y="622395"/>
                  </a:lnTo>
                  <a:lnTo>
                    <a:pt x="2334764" y="622395"/>
                  </a:lnTo>
                  <a:lnTo>
                    <a:pt x="2328505" y="622395"/>
                  </a:lnTo>
                  <a:lnTo>
                    <a:pt x="2322246" y="622395"/>
                  </a:lnTo>
                  <a:lnTo>
                    <a:pt x="2315986" y="622395"/>
                  </a:lnTo>
                  <a:lnTo>
                    <a:pt x="2309727" y="622395"/>
                  </a:lnTo>
                  <a:lnTo>
                    <a:pt x="2303467" y="622395"/>
                  </a:lnTo>
                  <a:lnTo>
                    <a:pt x="2297208" y="622395"/>
                  </a:lnTo>
                  <a:lnTo>
                    <a:pt x="2290948" y="622395"/>
                  </a:lnTo>
                  <a:lnTo>
                    <a:pt x="2284689" y="622395"/>
                  </a:lnTo>
                  <a:lnTo>
                    <a:pt x="2278430" y="622395"/>
                  </a:lnTo>
                  <a:lnTo>
                    <a:pt x="2272170" y="622395"/>
                  </a:lnTo>
                  <a:lnTo>
                    <a:pt x="2265911" y="622395"/>
                  </a:lnTo>
                  <a:lnTo>
                    <a:pt x="2259651" y="622395"/>
                  </a:lnTo>
                  <a:lnTo>
                    <a:pt x="2253392" y="622395"/>
                  </a:lnTo>
                  <a:lnTo>
                    <a:pt x="2247133" y="622395"/>
                  </a:lnTo>
                  <a:lnTo>
                    <a:pt x="2240873" y="622395"/>
                  </a:lnTo>
                  <a:lnTo>
                    <a:pt x="2234614" y="622395"/>
                  </a:lnTo>
                  <a:lnTo>
                    <a:pt x="2228354" y="622395"/>
                  </a:lnTo>
                  <a:lnTo>
                    <a:pt x="2222095" y="622395"/>
                  </a:lnTo>
                  <a:lnTo>
                    <a:pt x="2215835" y="622395"/>
                  </a:lnTo>
                  <a:lnTo>
                    <a:pt x="2209576" y="622395"/>
                  </a:lnTo>
                  <a:lnTo>
                    <a:pt x="2203317" y="622395"/>
                  </a:lnTo>
                  <a:lnTo>
                    <a:pt x="2197057" y="622395"/>
                  </a:lnTo>
                  <a:lnTo>
                    <a:pt x="2190798" y="622395"/>
                  </a:lnTo>
                  <a:lnTo>
                    <a:pt x="2184538" y="622395"/>
                  </a:lnTo>
                  <a:lnTo>
                    <a:pt x="2178279" y="622395"/>
                  </a:lnTo>
                  <a:lnTo>
                    <a:pt x="2172019" y="622395"/>
                  </a:lnTo>
                  <a:lnTo>
                    <a:pt x="2165760" y="622395"/>
                  </a:lnTo>
                  <a:lnTo>
                    <a:pt x="2159501" y="622395"/>
                  </a:lnTo>
                  <a:lnTo>
                    <a:pt x="2153241" y="622395"/>
                  </a:lnTo>
                  <a:lnTo>
                    <a:pt x="2146982" y="622395"/>
                  </a:lnTo>
                  <a:lnTo>
                    <a:pt x="2140722" y="622395"/>
                  </a:lnTo>
                  <a:lnTo>
                    <a:pt x="2134463" y="622395"/>
                  </a:lnTo>
                  <a:lnTo>
                    <a:pt x="2128203" y="622395"/>
                  </a:lnTo>
                  <a:lnTo>
                    <a:pt x="2121944" y="622395"/>
                  </a:lnTo>
                  <a:lnTo>
                    <a:pt x="2115685" y="622395"/>
                  </a:lnTo>
                  <a:lnTo>
                    <a:pt x="2109425" y="622395"/>
                  </a:lnTo>
                  <a:lnTo>
                    <a:pt x="2103166" y="622395"/>
                  </a:lnTo>
                  <a:lnTo>
                    <a:pt x="2096906" y="622395"/>
                  </a:lnTo>
                  <a:lnTo>
                    <a:pt x="2090647" y="622395"/>
                  </a:lnTo>
                  <a:lnTo>
                    <a:pt x="2084388" y="622395"/>
                  </a:lnTo>
                  <a:lnTo>
                    <a:pt x="2078128" y="622395"/>
                  </a:lnTo>
                  <a:lnTo>
                    <a:pt x="2071869" y="622395"/>
                  </a:lnTo>
                  <a:lnTo>
                    <a:pt x="2065609" y="622395"/>
                  </a:lnTo>
                  <a:lnTo>
                    <a:pt x="2059350" y="622395"/>
                  </a:lnTo>
                  <a:lnTo>
                    <a:pt x="2053090" y="622395"/>
                  </a:lnTo>
                  <a:lnTo>
                    <a:pt x="2046831" y="622395"/>
                  </a:lnTo>
                  <a:lnTo>
                    <a:pt x="2040572" y="622395"/>
                  </a:lnTo>
                  <a:lnTo>
                    <a:pt x="2034312" y="622395"/>
                  </a:lnTo>
                  <a:lnTo>
                    <a:pt x="2028053" y="622395"/>
                  </a:lnTo>
                  <a:lnTo>
                    <a:pt x="2021793" y="622395"/>
                  </a:lnTo>
                  <a:lnTo>
                    <a:pt x="2015534" y="622395"/>
                  </a:lnTo>
                  <a:lnTo>
                    <a:pt x="2009274" y="622395"/>
                  </a:lnTo>
                  <a:lnTo>
                    <a:pt x="2003015" y="622395"/>
                  </a:lnTo>
                  <a:lnTo>
                    <a:pt x="1996756" y="622395"/>
                  </a:lnTo>
                  <a:lnTo>
                    <a:pt x="1990496" y="622395"/>
                  </a:lnTo>
                  <a:lnTo>
                    <a:pt x="1984237" y="622395"/>
                  </a:lnTo>
                  <a:lnTo>
                    <a:pt x="1977977" y="622395"/>
                  </a:lnTo>
                  <a:lnTo>
                    <a:pt x="1971718" y="622395"/>
                  </a:lnTo>
                  <a:lnTo>
                    <a:pt x="1965458" y="622395"/>
                  </a:lnTo>
                  <a:lnTo>
                    <a:pt x="1959199" y="622395"/>
                  </a:lnTo>
                  <a:lnTo>
                    <a:pt x="1952940" y="622395"/>
                  </a:lnTo>
                  <a:lnTo>
                    <a:pt x="1946680" y="622395"/>
                  </a:lnTo>
                  <a:lnTo>
                    <a:pt x="1940421" y="622395"/>
                  </a:lnTo>
                  <a:lnTo>
                    <a:pt x="1934161" y="622395"/>
                  </a:lnTo>
                  <a:lnTo>
                    <a:pt x="1927902" y="622395"/>
                  </a:lnTo>
                  <a:lnTo>
                    <a:pt x="1921642" y="622395"/>
                  </a:lnTo>
                  <a:lnTo>
                    <a:pt x="1915383" y="622395"/>
                  </a:lnTo>
                  <a:lnTo>
                    <a:pt x="1909124" y="622395"/>
                  </a:lnTo>
                  <a:lnTo>
                    <a:pt x="1902864" y="622395"/>
                  </a:lnTo>
                  <a:lnTo>
                    <a:pt x="1896605" y="622395"/>
                  </a:lnTo>
                  <a:lnTo>
                    <a:pt x="1890345" y="622395"/>
                  </a:lnTo>
                  <a:lnTo>
                    <a:pt x="1884086" y="622395"/>
                  </a:lnTo>
                  <a:lnTo>
                    <a:pt x="1877827" y="622395"/>
                  </a:lnTo>
                  <a:lnTo>
                    <a:pt x="1871567" y="622395"/>
                  </a:lnTo>
                  <a:lnTo>
                    <a:pt x="1865308" y="622395"/>
                  </a:lnTo>
                  <a:lnTo>
                    <a:pt x="1859048" y="622395"/>
                  </a:lnTo>
                  <a:lnTo>
                    <a:pt x="1852789" y="622395"/>
                  </a:lnTo>
                  <a:lnTo>
                    <a:pt x="1846529" y="622395"/>
                  </a:lnTo>
                  <a:lnTo>
                    <a:pt x="1840270" y="622395"/>
                  </a:lnTo>
                  <a:lnTo>
                    <a:pt x="1834011" y="622395"/>
                  </a:lnTo>
                  <a:lnTo>
                    <a:pt x="1827751" y="622395"/>
                  </a:lnTo>
                  <a:lnTo>
                    <a:pt x="1821492" y="622395"/>
                  </a:lnTo>
                  <a:lnTo>
                    <a:pt x="1815232" y="622395"/>
                  </a:lnTo>
                  <a:lnTo>
                    <a:pt x="1808973" y="622395"/>
                  </a:lnTo>
                  <a:lnTo>
                    <a:pt x="1802713" y="622395"/>
                  </a:lnTo>
                  <a:lnTo>
                    <a:pt x="1796454" y="622395"/>
                  </a:lnTo>
                  <a:lnTo>
                    <a:pt x="1790195" y="622395"/>
                  </a:lnTo>
                  <a:lnTo>
                    <a:pt x="1783935" y="622395"/>
                  </a:lnTo>
                  <a:lnTo>
                    <a:pt x="1777676" y="622395"/>
                  </a:lnTo>
                  <a:lnTo>
                    <a:pt x="1771416" y="622395"/>
                  </a:lnTo>
                  <a:lnTo>
                    <a:pt x="1765157" y="622395"/>
                  </a:lnTo>
                  <a:lnTo>
                    <a:pt x="1758897" y="622395"/>
                  </a:lnTo>
                  <a:lnTo>
                    <a:pt x="1752638" y="622395"/>
                  </a:lnTo>
                  <a:lnTo>
                    <a:pt x="1746379" y="622395"/>
                  </a:lnTo>
                  <a:lnTo>
                    <a:pt x="1740119" y="622395"/>
                  </a:lnTo>
                  <a:lnTo>
                    <a:pt x="1733860" y="622395"/>
                  </a:lnTo>
                  <a:lnTo>
                    <a:pt x="1727600" y="622395"/>
                  </a:lnTo>
                  <a:lnTo>
                    <a:pt x="1721341" y="622395"/>
                  </a:lnTo>
                  <a:lnTo>
                    <a:pt x="1715082" y="622395"/>
                  </a:lnTo>
                  <a:lnTo>
                    <a:pt x="1708822" y="622395"/>
                  </a:lnTo>
                  <a:lnTo>
                    <a:pt x="1702563" y="622395"/>
                  </a:lnTo>
                  <a:lnTo>
                    <a:pt x="1696303" y="622395"/>
                  </a:lnTo>
                  <a:lnTo>
                    <a:pt x="1690044" y="622395"/>
                  </a:lnTo>
                  <a:lnTo>
                    <a:pt x="1683784" y="622395"/>
                  </a:lnTo>
                  <a:lnTo>
                    <a:pt x="1677525" y="622395"/>
                  </a:lnTo>
                  <a:lnTo>
                    <a:pt x="1671266" y="622395"/>
                  </a:lnTo>
                  <a:lnTo>
                    <a:pt x="1665006" y="622395"/>
                  </a:lnTo>
                  <a:lnTo>
                    <a:pt x="1658747" y="622395"/>
                  </a:lnTo>
                  <a:lnTo>
                    <a:pt x="1652487" y="622395"/>
                  </a:lnTo>
                  <a:lnTo>
                    <a:pt x="1646228" y="622395"/>
                  </a:lnTo>
                  <a:lnTo>
                    <a:pt x="1639968" y="622395"/>
                  </a:lnTo>
                  <a:lnTo>
                    <a:pt x="1633709" y="622395"/>
                  </a:lnTo>
                  <a:lnTo>
                    <a:pt x="1627450" y="622395"/>
                  </a:lnTo>
                  <a:lnTo>
                    <a:pt x="1621190" y="622395"/>
                  </a:lnTo>
                  <a:lnTo>
                    <a:pt x="1614931" y="622395"/>
                  </a:lnTo>
                  <a:lnTo>
                    <a:pt x="1608671" y="622395"/>
                  </a:lnTo>
                  <a:lnTo>
                    <a:pt x="1602412" y="622395"/>
                  </a:lnTo>
                  <a:lnTo>
                    <a:pt x="1596152" y="622395"/>
                  </a:lnTo>
                  <a:lnTo>
                    <a:pt x="1589893" y="622395"/>
                  </a:lnTo>
                  <a:lnTo>
                    <a:pt x="1583634" y="622395"/>
                  </a:lnTo>
                  <a:lnTo>
                    <a:pt x="1577374" y="622395"/>
                  </a:lnTo>
                  <a:lnTo>
                    <a:pt x="1571115" y="622395"/>
                  </a:lnTo>
                  <a:lnTo>
                    <a:pt x="1564855" y="622395"/>
                  </a:lnTo>
                  <a:lnTo>
                    <a:pt x="1558596" y="622395"/>
                  </a:lnTo>
                  <a:lnTo>
                    <a:pt x="1552337" y="622395"/>
                  </a:lnTo>
                  <a:lnTo>
                    <a:pt x="1546077" y="622395"/>
                  </a:lnTo>
                  <a:lnTo>
                    <a:pt x="1539818" y="622395"/>
                  </a:lnTo>
                  <a:lnTo>
                    <a:pt x="1533558" y="622395"/>
                  </a:lnTo>
                  <a:lnTo>
                    <a:pt x="1527299" y="622395"/>
                  </a:lnTo>
                  <a:lnTo>
                    <a:pt x="1521039" y="622395"/>
                  </a:lnTo>
                  <a:lnTo>
                    <a:pt x="1514780" y="622395"/>
                  </a:lnTo>
                  <a:lnTo>
                    <a:pt x="1508521" y="622395"/>
                  </a:lnTo>
                  <a:lnTo>
                    <a:pt x="1502261" y="622395"/>
                  </a:lnTo>
                  <a:lnTo>
                    <a:pt x="1496002" y="622395"/>
                  </a:lnTo>
                  <a:lnTo>
                    <a:pt x="1489742" y="622395"/>
                  </a:lnTo>
                  <a:lnTo>
                    <a:pt x="1483483" y="622395"/>
                  </a:lnTo>
                  <a:lnTo>
                    <a:pt x="1477223" y="622395"/>
                  </a:lnTo>
                  <a:lnTo>
                    <a:pt x="1470964" y="622395"/>
                  </a:lnTo>
                  <a:lnTo>
                    <a:pt x="1464705" y="622395"/>
                  </a:lnTo>
                  <a:lnTo>
                    <a:pt x="1458445" y="622395"/>
                  </a:lnTo>
                  <a:lnTo>
                    <a:pt x="1452186" y="622395"/>
                  </a:lnTo>
                  <a:lnTo>
                    <a:pt x="1445926" y="622395"/>
                  </a:lnTo>
                  <a:lnTo>
                    <a:pt x="1439667" y="622395"/>
                  </a:lnTo>
                  <a:lnTo>
                    <a:pt x="1433407" y="622395"/>
                  </a:lnTo>
                  <a:lnTo>
                    <a:pt x="1427148" y="622395"/>
                  </a:lnTo>
                  <a:lnTo>
                    <a:pt x="1420889" y="622395"/>
                  </a:lnTo>
                  <a:lnTo>
                    <a:pt x="1414629" y="622395"/>
                  </a:lnTo>
                  <a:lnTo>
                    <a:pt x="1408370" y="622395"/>
                  </a:lnTo>
                  <a:lnTo>
                    <a:pt x="1402110" y="622395"/>
                  </a:lnTo>
                  <a:lnTo>
                    <a:pt x="1395851" y="622395"/>
                  </a:lnTo>
                  <a:lnTo>
                    <a:pt x="1389592" y="622395"/>
                  </a:lnTo>
                  <a:lnTo>
                    <a:pt x="1383332" y="622395"/>
                  </a:lnTo>
                  <a:lnTo>
                    <a:pt x="1377073" y="622395"/>
                  </a:lnTo>
                  <a:lnTo>
                    <a:pt x="1370813" y="622395"/>
                  </a:lnTo>
                  <a:lnTo>
                    <a:pt x="1364554" y="622395"/>
                  </a:lnTo>
                  <a:lnTo>
                    <a:pt x="1358294" y="622395"/>
                  </a:lnTo>
                  <a:lnTo>
                    <a:pt x="1352035" y="622395"/>
                  </a:lnTo>
                  <a:lnTo>
                    <a:pt x="1345776" y="622395"/>
                  </a:lnTo>
                  <a:lnTo>
                    <a:pt x="1339516" y="622395"/>
                  </a:lnTo>
                  <a:lnTo>
                    <a:pt x="1333257" y="622395"/>
                  </a:lnTo>
                  <a:lnTo>
                    <a:pt x="1326997" y="622395"/>
                  </a:lnTo>
                  <a:lnTo>
                    <a:pt x="1320738" y="622395"/>
                  </a:lnTo>
                  <a:lnTo>
                    <a:pt x="1314478" y="622395"/>
                  </a:lnTo>
                  <a:lnTo>
                    <a:pt x="1308219" y="622395"/>
                  </a:lnTo>
                  <a:lnTo>
                    <a:pt x="1301960" y="622395"/>
                  </a:lnTo>
                  <a:lnTo>
                    <a:pt x="1295700" y="622395"/>
                  </a:lnTo>
                  <a:lnTo>
                    <a:pt x="1289441" y="622395"/>
                  </a:lnTo>
                  <a:lnTo>
                    <a:pt x="1283181" y="622395"/>
                  </a:lnTo>
                  <a:lnTo>
                    <a:pt x="1276922" y="622395"/>
                  </a:lnTo>
                  <a:lnTo>
                    <a:pt x="1270662" y="622395"/>
                  </a:lnTo>
                  <a:lnTo>
                    <a:pt x="1264403" y="622395"/>
                  </a:lnTo>
                  <a:lnTo>
                    <a:pt x="1258144" y="622395"/>
                  </a:lnTo>
                  <a:lnTo>
                    <a:pt x="1251884" y="622395"/>
                  </a:lnTo>
                  <a:lnTo>
                    <a:pt x="1245625" y="622395"/>
                  </a:lnTo>
                  <a:lnTo>
                    <a:pt x="1239365" y="622395"/>
                  </a:lnTo>
                  <a:lnTo>
                    <a:pt x="1233106" y="622395"/>
                  </a:lnTo>
                  <a:lnTo>
                    <a:pt x="1226846" y="622395"/>
                  </a:lnTo>
                  <a:lnTo>
                    <a:pt x="1220587" y="622395"/>
                  </a:lnTo>
                  <a:lnTo>
                    <a:pt x="1214328" y="622395"/>
                  </a:lnTo>
                  <a:lnTo>
                    <a:pt x="1208068" y="622395"/>
                  </a:lnTo>
                  <a:lnTo>
                    <a:pt x="1201809" y="622395"/>
                  </a:lnTo>
                  <a:lnTo>
                    <a:pt x="1195549" y="622395"/>
                  </a:lnTo>
                  <a:lnTo>
                    <a:pt x="1189290" y="622395"/>
                  </a:lnTo>
                  <a:lnTo>
                    <a:pt x="1183031" y="622395"/>
                  </a:lnTo>
                  <a:lnTo>
                    <a:pt x="1176771" y="622395"/>
                  </a:lnTo>
                  <a:lnTo>
                    <a:pt x="1170512" y="622395"/>
                  </a:lnTo>
                  <a:lnTo>
                    <a:pt x="1164252" y="622395"/>
                  </a:lnTo>
                  <a:lnTo>
                    <a:pt x="1157993" y="622395"/>
                  </a:lnTo>
                  <a:lnTo>
                    <a:pt x="1151733" y="622395"/>
                  </a:lnTo>
                  <a:lnTo>
                    <a:pt x="1145474" y="622395"/>
                  </a:lnTo>
                  <a:lnTo>
                    <a:pt x="1139215" y="622395"/>
                  </a:lnTo>
                  <a:lnTo>
                    <a:pt x="1132955" y="622395"/>
                  </a:lnTo>
                  <a:lnTo>
                    <a:pt x="1126696" y="622395"/>
                  </a:lnTo>
                  <a:lnTo>
                    <a:pt x="1120436" y="622395"/>
                  </a:lnTo>
                  <a:lnTo>
                    <a:pt x="1114177" y="622395"/>
                  </a:lnTo>
                  <a:lnTo>
                    <a:pt x="1107917" y="622395"/>
                  </a:lnTo>
                  <a:lnTo>
                    <a:pt x="1101658" y="622395"/>
                  </a:lnTo>
                  <a:lnTo>
                    <a:pt x="1095399" y="622395"/>
                  </a:lnTo>
                  <a:lnTo>
                    <a:pt x="1089139" y="622395"/>
                  </a:lnTo>
                  <a:lnTo>
                    <a:pt x="1082880" y="622395"/>
                  </a:lnTo>
                  <a:lnTo>
                    <a:pt x="1076620" y="622395"/>
                  </a:lnTo>
                  <a:lnTo>
                    <a:pt x="1070361" y="622395"/>
                  </a:lnTo>
                  <a:lnTo>
                    <a:pt x="1064101" y="622395"/>
                  </a:lnTo>
                  <a:lnTo>
                    <a:pt x="1057842" y="622395"/>
                  </a:lnTo>
                  <a:lnTo>
                    <a:pt x="1051583" y="622395"/>
                  </a:lnTo>
                  <a:lnTo>
                    <a:pt x="1045323" y="622395"/>
                  </a:lnTo>
                  <a:lnTo>
                    <a:pt x="1039064" y="622395"/>
                  </a:lnTo>
                  <a:lnTo>
                    <a:pt x="1032804" y="622395"/>
                  </a:lnTo>
                  <a:lnTo>
                    <a:pt x="1026545" y="622395"/>
                  </a:lnTo>
                  <a:lnTo>
                    <a:pt x="1020286" y="622395"/>
                  </a:lnTo>
                  <a:lnTo>
                    <a:pt x="1014026" y="622395"/>
                  </a:lnTo>
                  <a:lnTo>
                    <a:pt x="1007767" y="622395"/>
                  </a:lnTo>
                  <a:lnTo>
                    <a:pt x="1001507" y="622395"/>
                  </a:lnTo>
                  <a:lnTo>
                    <a:pt x="995248" y="622395"/>
                  </a:lnTo>
                  <a:lnTo>
                    <a:pt x="988988" y="622395"/>
                  </a:lnTo>
                  <a:lnTo>
                    <a:pt x="982729" y="622395"/>
                  </a:lnTo>
                  <a:lnTo>
                    <a:pt x="976470" y="622395"/>
                  </a:lnTo>
                  <a:lnTo>
                    <a:pt x="970210" y="622395"/>
                  </a:lnTo>
                  <a:lnTo>
                    <a:pt x="963951" y="622395"/>
                  </a:lnTo>
                  <a:lnTo>
                    <a:pt x="957691" y="622395"/>
                  </a:lnTo>
                  <a:lnTo>
                    <a:pt x="951432" y="622395"/>
                  </a:lnTo>
                  <a:lnTo>
                    <a:pt x="945172" y="622395"/>
                  </a:lnTo>
                  <a:lnTo>
                    <a:pt x="938913" y="622395"/>
                  </a:lnTo>
                  <a:lnTo>
                    <a:pt x="932654" y="622395"/>
                  </a:lnTo>
                  <a:lnTo>
                    <a:pt x="926394" y="622395"/>
                  </a:lnTo>
                  <a:lnTo>
                    <a:pt x="920135" y="622395"/>
                  </a:lnTo>
                  <a:lnTo>
                    <a:pt x="913875" y="622395"/>
                  </a:lnTo>
                  <a:lnTo>
                    <a:pt x="907616" y="622395"/>
                  </a:lnTo>
                  <a:lnTo>
                    <a:pt x="901356" y="622395"/>
                  </a:lnTo>
                  <a:lnTo>
                    <a:pt x="895097" y="622395"/>
                  </a:lnTo>
                  <a:lnTo>
                    <a:pt x="888838" y="622395"/>
                  </a:lnTo>
                  <a:lnTo>
                    <a:pt x="882578" y="622395"/>
                  </a:lnTo>
                  <a:lnTo>
                    <a:pt x="876319" y="622395"/>
                  </a:lnTo>
                  <a:lnTo>
                    <a:pt x="870059" y="622395"/>
                  </a:lnTo>
                  <a:lnTo>
                    <a:pt x="863800" y="622395"/>
                  </a:lnTo>
                  <a:lnTo>
                    <a:pt x="857541" y="622395"/>
                  </a:lnTo>
                  <a:lnTo>
                    <a:pt x="851281" y="622395"/>
                  </a:lnTo>
                  <a:lnTo>
                    <a:pt x="845022" y="622395"/>
                  </a:lnTo>
                  <a:lnTo>
                    <a:pt x="838762" y="622395"/>
                  </a:lnTo>
                  <a:lnTo>
                    <a:pt x="832503" y="622395"/>
                  </a:lnTo>
                  <a:lnTo>
                    <a:pt x="826243" y="622395"/>
                  </a:lnTo>
                  <a:lnTo>
                    <a:pt x="819984" y="622395"/>
                  </a:lnTo>
                  <a:lnTo>
                    <a:pt x="813725" y="622395"/>
                  </a:lnTo>
                  <a:lnTo>
                    <a:pt x="807465" y="622395"/>
                  </a:lnTo>
                  <a:lnTo>
                    <a:pt x="801206" y="622395"/>
                  </a:lnTo>
                  <a:lnTo>
                    <a:pt x="794946" y="622395"/>
                  </a:lnTo>
                  <a:lnTo>
                    <a:pt x="788687" y="622395"/>
                  </a:lnTo>
                  <a:lnTo>
                    <a:pt x="782427" y="622395"/>
                  </a:lnTo>
                  <a:lnTo>
                    <a:pt x="776168" y="622395"/>
                  </a:lnTo>
                  <a:lnTo>
                    <a:pt x="769909" y="622395"/>
                  </a:lnTo>
                  <a:lnTo>
                    <a:pt x="763649" y="622395"/>
                  </a:lnTo>
                  <a:lnTo>
                    <a:pt x="757390" y="622395"/>
                  </a:lnTo>
                  <a:lnTo>
                    <a:pt x="751130" y="622395"/>
                  </a:lnTo>
                  <a:lnTo>
                    <a:pt x="744871" y="622395"/>
                  </a:lnTo>
                  <a:lnTo>
                    <a:pt x="738611" y="622395"/>
                  </a:lnTo>
                  <a:lnTo>
                    <a:pt x="732352" y="622395"/>
                  </a:lnTo>
                  <a:lnTo>
                    <a:pt x="726093" y="622395"/>
                  </a:lnTo>
                  <a:lnTo>
                    <a:pt x="719833" y="622395"/>
                  </a:lnTo>
                  <a:lnTo>
                    <a:pt x="713574" y="622395"/>
                  </a:lnTo>
                  <a:lnTo>
                    <a:pt x="707314" y="622395"/>
                  </a:lnTo>
                  <a:lnTo>
                    <a:pt x="701055" y="622395"/>
                  </a:lnTo>
                  <a:lnTo>
                    <a:pt x="694796" y="622395"/>
                  </a:lnTo>
                  <a:lnTo>
                    <a:pt x="688536" y="622395"/>
                  </a:lnTo>
                  <a:lnTo>
                    <a:pt x="682277" y="622395"/>
                  </a:lnTo>
                  <a:lnTo>
                    <a:pt x="676017" y="622395"/>
                  </a:lnTo>
                  <a:lnTo>
                    <a:pt x="669758" y="622395"/>
                  </a:lnTo>
                  <a:lnTo>
                    <a:pt x="663498" y="622395"/>
                  </a:lnTo>
                  <a:lnTo>
                    <a:pt x="657239" y="622395"/>
                  </a:lnTo>
                  <a:lnTo>
                    <a:pt x="650980" y="622395"/>
                  </a:lnTo>
                  <a:lnTo>
                    <a:pt x="644720" y="622395"/>
                  </a:lnTo>
                  <a:lnTo>
                    <a:pt x="638461" y="622395"/>
                  </a:lnTo>
                  <a:lnTo>
                    <a:pt x="632201" y="622395"/>
                  </a:lnTo>
                  <a:lnTo>
                    <a:pt x="625942" y="622395"/>
                  </a:lnTo>
                  <a:lnTo>
                    <a:pt x="619682" y="622395"/>
                  </a:lnTo>
                  <a:lnTo>
                    <a:pt x="613423" y="622395"/>
                  </a:lnTo>
                  <a:lnTo>
                    <a:pt x="607164" y="622395"/>
                  </a:lnTo>
                  <a:lnTo>
                    <a:pt x="600904" y="622395"/>
                  </a:lnTo>
                  <a:lnTo>
                    <a:pt x="594645" y="622395"/>
                  </a:lnTo>
                  <a:lnTo>
                    <a:pt x="588385" y="622395"/>
                  </a:lnTo>
                  <a:lnTo>
                    <a:pt x="582126" y="622395"/>
                  </a:lnTo>
                  <a:lnTo>
                    <a:pt x="575866" y="622395"/>
                  </a:lnTo>
                  <a:lnTo>
                    <a:pt x="569607" y="622395"/>
                  </a:lnTo>
                  <a:lnTo>
                    <a:pt x="563348" y="622395"/>
                  </a:lnTo>
                  <a:lnTo>
                    <a:pt x="557088" y="622395"/>
                  </a:lnTo>
                  <a:lnTo>
                    <a:pt x="550829" y="622395"/>
                  </a:lnTo>
                  <a:lnTo>
                    <a:pt x="544569" y="622395"/>
                  </a:lnTo>
                  <a:lnTo>
                    <a:pt x="538310" y="622395"/>
                  </a:lnTo>
                  <a:lnTo>
                    <a:pt x="532050" y="622395"/>
                  </a:lnTo>
                  <a:lnTo>
                    <a:pt x="525791" y="622395"/>
                  </a:lnTo>
                  <a:lnTo>
                    <a:pt x="519532" y="622395"/>
                  </a:lnTo>
                  <a:lnTo>
                    <a:pt x="513272" y="622395"/>
                  </a:lnTo>
                  <a:lnTo>
                    <a:pt x="507013" y="622395"/>
                  </a:lnTo>
                  <a:lnTo>
                    <a:pt x="500753" y="622395"/>
                  </a:lnTo>
                  <a:lnTo>
                    <a:pt x="494494" y="622395"/>
                  </a:lnTo>
                  <a:lnTo>
                    <a:pt x="488235" y="622395"/>
                  </a:lnTo>
                  <a:lnTo>
                    <a:pt x="481975" y="622395"/>
                  </a:lnTo>
                  <a:lnTo>
                    <a:pt x="475716" y="622395"/>
                  </a:lnTo>
                  <a:lnTo>
                    <a:pt x="469456" y="622395"/>
                  </a:lnTo>
                  <a:lnTo>
                    <a:pt x="463197" y="622395"/>
                  </a:lnTo>
                  <a:lnTo>
                    <a:pt x="456937" y="622395"/>
                  </a:lnTo>
                  <a:lnTo>
                    <a:pt x="450678" y="622395"/>
                  </a:lnTo>
                  <a:lnTo>
                    <a:pt x="444419" y="622395"/>
                  </a:lnTo>
                  <a:lnTo>
                    <a:pt x="438159" y="622395"/>
                  </a:lnTo>
                  <a:lnTo>
                    <a:pt x="431900" y="622395"/>
                  </a:lnTo>
                  <a:lnTo>
                    <a:pt x="425640" y="622395"/>
                  </a:lnTo>
                  <a:lnTo>
                    <a:pt x="419381" y="622395"/>
                  </a:lnTo>
                  <a:lnTo>
                    <a:pt x="413121" y="622395"/>
                  </a:lnTo>
                  <a:lnTo>
                    <a:pt x="406862" y="622395"/>
                  </a:lnTo>
                  <a:lnTo>
                    <a:pt x="400603" y="622395"/>
                  </a:lnTo>
                  <a:lnTo>
                    <a:pt x="394343" y="622395"/>
                  </a:lnTo>
                  <a:lnTo>
                    <a:pt x="388084" y="622395"/>
                  </a:lnTo>
                  <a:lnTo>
                    <a:pt x="381824" y="622395"/>
                  </a:lnTo>
                  <a:lnTo>
                    <a:pt x="375565" y="622395"/>
                  </a:lnTo>
                  <a:lnTo>
                    <a:pt x="369305" y="622395"/>
                  </a:lnTo>
                  <a:lnTo>
                    <a:pt x="363046" y="622395"/>
                  </a:lnTo>
                  <a:lnTo>
                    <a:pt x="356787" y="622395"/>
                  </a:lnTo>
                  <a:lnTo>
                    <a:pt x="350527" y="622395"/>
                  </a:lnTo>
                  <a:lnTo>
                    <a:pt x="344268" y="622395"/>
                  </a:lnTo>
                  <a:lnTo>
                    <a:pt x="338008" y="622395"/>
                  </a:lnTo>
                  <a:lnTo>
                    <a:pt x="331749" y="622395"/>
                  </a:lnTo>
                  <a:lnTo>
                    <a:pt x="325490" y="622395"/>
                  </a:lnTo>
                  <a:lnTo>
                    <a:pt x="319230" y="622395"/>
                  </a:lnTo>
                  <a:lnTo>
                    <a:pt x="312971" y="622395"/>
                  </a:lnTo>
                  <a:lnTo>
                    <a:pt x="306711" y="622395"/>
                  </a:lnTo>
                  <a:lnTo>
                    <a:pt x="300452" y="622395"/>
                  </a:lnTo>
                  <a:lnTo>
                    <a:pt x="294192" y="622395"/>
                  </a:lnTo>
                  <a:lnTo>
                    <a:pt x="287933" y="622395"/>
                  </a:lnTo>
                  <a:lnTo>
                    <a:pt x="281674" y="622395"/>
                  </a:lnTo>
                  <a:lnTo>
                    <a:pt x="275414" y="622395"/>
                  </a:lnTo>
                  <a:lnTo>
                    <a:pt x="269155" y="622395"/>
                  </a:lnTo>
                  <a:lnTo>
                    <a:pt x="262895" y="622395"/>
                  </a:lnTo>
                  <a:lnTo>
                    <a:pt x="256636" y="622395"/>
                  </a:lnTo>
                  <a:lnTo>
                    <a:pt x="250376" y="622395"/>
                  </a:lnTo>
                  <a:lnTo>
                    <a:pt x="244117" y="622395"/>
                  </a:lnTo>
                  <a:lnTo>
                    <a:pt x="237858" y="622395"/>
                  </a:lnTo>
                  <a:lnTo>
                    <a:pt x="231598" y="622395"/>
                  </a:lnTo>
                  <a:lnTo>
                    <a:pt x="225339" y="622395"/>
                  </a:lnTo>
                  <a:lnTo>
                    <a:pt x="219079" y="622395"/>
                  </a:lnTo>
                  <a:lnTo>
                    <a:pt x="212820" y="622395"/>
                  </a:lnTo>
                  <a:lnTo>
                    <a:pt x="206560" y="622395"/>
                  </a:lnTo>
                  <a:lnTo>
                    <a:pt x="200301" y="622395"/>
                  </a:lnTo>
                  <a:lnTo>
                    <a:pt x="194042" y="622395"/>
                  </a:lnTo>
                  <a:lnTo>
                    <a:pt x="187782" y="622395"/>
                  </a:lnTo>
                  <a:lnTo>
                    <a:pt x="181523" y="622395"/>
                  </a:lnTo>
                  <a:lnTo>
                    <a:pt x="175263" y="622395"/>
                  </a:lnTo>
                  <a:lnTo>
                    <a:pt x="169004" y="622395"/>
                  </a:lnTo>
                  <a:lnTo>
                    <a:pt x="162745" y="622395"/>
                  </a:lnTo>
                  <a:lnTo>
                    <a:pt x="156485" y="622395"/>
                  </a:lnTo>
                  <a:lnTo>
                    <a:pt x="150226" y="622395"/>
                  </a:lnTo>
                  <a:lnTo>
                    <a:pt x="143966" y="622395"/>
                  </a:lnTo>
                  <a:lnTo>
                    <a:pt x="137707" y="622395"/>
                  </a:lnTo>
                  <a:lnTo>
                    <a:pt x="131447" y="622395"/>
                  </a:lnTo>
                  <a:lnTo>
                    <a:pt x="125188" y="622395"/>
                  </a:lnTo>
                  <a:lnTo>
                    <a:pt x="118929" y="622395"/>
                  </a:lnTo>
                  <a:lnTo>
                    <a:pt x="112669" y="622395"/>
                  </a:lnTo>
                  <a:lnTo>
                    <a:pt x="106410" y="622395"/>
                  </a:lnTo>
                  <a:lnTo>
                    <a:pt x="100150" y="622395"/>
                  </a:lnTo>
                  <a:lnTo>
                    <a:pt x="93891" y="622395"/>
                  </a:lnTo>
                  <a:lnTo>
                    <a:pt x="87631" y="622395"/>
                  </a:lnTo>
                  <a:lnTo>
                    <a:pt x="81372" y="622395"/>
                  </a:lnTo>
                  <a:lnTo>
                    <a:pt x="75113" y="622395"/>
                  </a:lnTo>
                  <a:lnTo>
                    <a:pt x="68853" y="622395"/>
                  </a:lnTo>
                  <a:lnTo>
                    <a:pt x="62594" y="622395"/>
                  </a:lnTo>
                  <a:lnTo>
                    <a:pt x="56334" y="622395"/>
                  </a:lnTo>
                  <a:lnTo>
                    <a:pt x="50075" y="622395"/>
                  </a:lnTo>
                  <a:lnTo>
                    <a:pt x="43815" y="622395"/>
                  </a:lnTo>
                  <a:lnTo>
                    <a:pt x="37556" y="622395"/>
                  </a:lnTo>
                  <a:lnTo>
                    <a:pt x="31297" y="622395"/>
                  </a:lnTo>
                  <a:lnTo>
                    <a:pt x="25037" y="622395"/>
                  </a:lnTo>
                  <a:lnTo>
                    <a:pt x="18778" y="622395"/>
                  </a:lnTo>
                  <a:lnTo>
                    <a:pt x="12518" y="622395"/>
                  </a:lnTo>
                  <a:lnTo>
                    <a:pt x="6259" y="62239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749798" y="4308748"/>
              <a:ext cx="3198565" cy="622395"/>
            </a:xfrm>
            <a:custGeom>
              <a:avLst/>
              <a:pathLst>
                <a:path w="3198565" h="622395">
                  <a:moveTo>
                    <a:pt x="0" y="622395"/>
                  </a:moveTo>
                  <a:lnTo>
                    <a:pt x="6259" y="622395"/>
                  </a:lnTo>
                  <a:lnTo>
                    <a:pt x="12518" y="622395"/>
                  </a:lnTo>
                  <a:lnTo>
                    <a:pt x="18778" y="622395"/>
                  </a:lnTo>
                  <a:lnTo>
                    <a:pt x="25037" y="622395"/>
                  </a:lnTo>
                  <a:lnTo>
                    <a:pt x="31297" y="622395"/>
                  </a:lnTo>
                  <a:lnTo>
                    <a:pt x="37556" y="622395"/>
                  </a:lnTo>
                  <a:lnTo>
                    <a:pt x="43815" y="622395"/>
                  </a:lnTo>
                  <a:lnTo>
                    <a:pt x="50075" y="622395"/>
                  </a:lnTo>
                  <a:lnTo>
                    <a:pt x="56334" y="622395"/>
                  </a:lnTo>
                  <a:lnTo>
                    <a:pt x="62594" y="622395"/>
                  </a:lnTo>
                  <a:lnTo>
                    <a:pt x="68853" y="622395"/>
                  </a:lnTo>
                  <a:lnTo>
                    <a:pt x="75113" y="622395"/>
                  </a:lnTo>
                  <a:lnTo>
                    <a:pt x="81372" y="622394"/>
                  </a:lnTo>
                  <a:lnTo>
                    <a:pt x="87631" y="622394"/>
                  </a:lnTo>
                  <a:lnTo>
                    <a:pt x="93891" y="622392"/>
                  </a:lnTo>
                  <a:lnTo>
                    <a:pt x="100150" y="622387"/>
                  </a:lnTo>
                  <a:lnTo>
                    <a:pt x="106410" y="622375"/>
                  </a:lnTo>
                  <a:lnTo>
                    <a:pt x="112669" y="622341"/>
                  </a:lnTo>
                  <a:lnTo>
                    <a:pt x="118929" y="622262"/>
                  </a:lnTo>
                  <a:lnTo>
                    <a:pt x="125188" y="622084"/>
                  </a:lnTo>
                  <a:lnTo>
                    <a:pt x="131447" y="621715"/>
                  </a:lnTo>
                  <a:lnTo>
                    <a:pt x="137707" y="620995"/>
                  </a:lnTo>
                  <a:lnTo>
                    <a:pt x="143966" y="619682"/>
                  </a:lnTo>
                  <a:lnTo>
                    <a:pt x="150226" y="617434"/>
                  </a:lnTo>
                  <a:lnTo>
                    <a:pt x="156485" y="613820"/>
                  </a:lnTo>
                  <a:lnTo>
                    <a:pt x="162745" y="608350"/>
                  </a:lnTo>
                  <a:lnTo>
                    <a:pt x="169004" y="600540"/>
                  </a:lnTo>
                  <a:lnTo>
                    <a:pt x="175263" y="589997"/>
                  </a:lnTo>
                  <a:lnTo>
                    <a:pt x="181523" y="576502"/>
                  </a:lnTo>
                  <a:lnTo>
                    <a:pt x="187782" y="560074"/>
                  </a:lnTo>
                  <a:lnTo>
                    <a:pt x="194042" y="540987"/>
                  </a:lnTo>
                  <a:lnTo>
                    <a:pt x="200301" y="519733"/>
                  </a:lnTo>
                  <a:lnTo>
                    <a:pt x="206560" y="496941"/>
                  </a:lnTo>
                  <a:lnTo>
                    <a:pt x="212820" y="473276"/>
                  </a:lnTo>
                  <a:lnTo>
                    <a:pt x="219079" y="449376"/>
                  </a:lnTo>
                  <a:lnTo>
                    <a:pt x="225339" y="425739"/>
                  </a:lnTo>
                  <a:lnTo>
                    <a:pt x="231598" y="402621"/>
                  </a:lnTo>
                  <a:lnTo>
                    <a:pt x="237858" y="380055"/>
                  </a:lnTo>
                  <a:lnTo>
                    <a:pt x="244117" y="357820"/>
                  </a:lnTo>
                  <a:lnTo>
                    <a:pt x="250376" y="335444"/>
                  </a:lnTo>
                  <a:lnTo>
                    <a:pt x="256636" y="312247"/>
                  </a:lnTo>
                  <a:lnTo>
                    <a:pt x="262895" y="287448"/>
                  </a:lnTo>
                  <a:lnTo>
                    <a:pt x="269155" y="260321"/>
                  </a:lnTo>
                  <a:lnTo>
                    <a:pt x="275414" y="230393"/>
                  </a:lnTo>
                  <a:lnTo>
                    <a:pt x="281674" y="197635"/>
                  </a:lnTo>
                  <a:lnTo>
                    <a:pt x="287933" y="162598"/>
                  </a:lnTo>
                  <a:lnTo>
                    <a:pt x="294192" y="126458"/>
                  </a:lnTo>
                  <a:lnTo>
                    <a:pt x="300452" y="90954"/>
                  </a:lnTo>
                  <a:lnTo>
                    <a:pt x="306711" y="58222"/>
                  </a:lnTo>
                  <a:lnTo>
                    <a:pt x="312971" y="30570"/>
                  </a:lnTo>
                  <a:lnTo>
                    <a:pt x="319230" y="10277"/>
                  </a:lnTo>
                  <a:lnTo>
                    <a:pt x="325490" y="0"/>
                  </a:lnTo>
                  <a:lnTo>
                    <a:pt x="331749" y="718"/>
                  </a:lnTo>
                  <a:lnTo>
                    <a:pt x="338008" y="13296"/>
                  </a:lnTo>
                  <a:lnTo>
                    <a:pt x="344268" y="37903"/>
                  </a:lnTo>
                  <a:lnTo>
                    <a:pt x="350527" y="73920"/>
                  </a:lnTo>
                  <a:lnTo>
                    <a:pt x="356787" y="119895"/>
                  </a:lnTo>
                  <a:lnTo>
                    <a:pt x="363046" y="173599"/>
                  </a:lnTo>
                  <a:lnTo>
                    <a:pt x="369305" y="232206"/>
                  </a:lnTo>
                  <a:lnTo>
                    <a:pt x="375565" y="292582"/>
                  </a:lnTo>
                  <a:lnTo>
                    <a:pt x="381824" y="351641"/>
                  </a:lnTo>
                  <a:lnTo>
                    <a:pt x="388084" y="406693"/>
                  </a:lnTo>
                  <a:lnTo>
                    <a:pt x="394343" y="455714"/>
                  </a:lnTo>
                  <a:lnTo>
                    <a:pt x="400603" y="497484"/>
                  </a:lnTo>
                  <a:lnTo>
                    <a:pt x="406862" y="531590"/>
                  </a:lnTo>
                  <a:lnTo>
                    <a:pt x="413121" y="558306"/>
                  </a:lnTo>
                  <a:lnTo>
                    <a:pt x="419381" y="578398"/>
                  </a:lnTo>
                  <a:lnTo>
                    <a:pt x="425640" y="592911"/>
                  </a:lnTo>
                  <a:lnTo>
                    <a:pt x="431900" y="602766"/>
                  </a:lnTo>
                  <a:lnTo>
                    <a:pt x="438159" y="609376"/>
                  </a:lnTo>
                  <a:lnTo>
                    <a:pt x="444419" y="613624"/>
                  </a:lnTo>
                  <a:lnTo>
                    <a:pt x="450678" y="616217"/>
                  </a:lnTo>
                  <a:lnTo>
                    <a:pt x="456937" y="617695"/>
                  </a:lnTo>
                  <a:lnTo>
                    <a:pt x="463197" y="618458"/>
                  </a:lnTo>
                  <a:lnTo>
                    <a:pt x="469456" y="618795"/>
                  </a:lnTo>
                  <a:lnTo>
                    <a:pt x="475716" y="618911"/>
                  </a:lnTo>
                  <a:lnTo>
                    <a:pt x="481975" y="618941"/>
                  </a:lnTo>
                  <a:lnTo>
                    <a:pt x="488235" y="618964"/>
                  </a:lnTo>
                  <a:lnTo>
                    <a:pt x="494494" y="619008"/>
                  </a:lnTo>
                  <a:lnTo>
                    <a:pt x="500753" y="619058"/>
                  </a:lnTo>
                  <a:lnTo>
                    <a:pt x="507013" y="619067"/>
                  </a:lnTo>
                  <a:lnTo>
                    <a:pt x="513272" y="618970"/>
                  </a:lnTo>
                  <a:lnTo>
                    <a:pt x="519532" y="618695"/>
                  </a:lnTo>
                  <a:lnTo>
                    <a:pt x="525791" y="618183"/>
                  </a:lnTo>
                  <a:lnTo>
                    <a:pt x="532050" y="617390"/>
                  </a:lnTo>
                  <a:lnTo>
                    <a:pt x="538310" y="616273"/>
                  </a:lnTo>
                  <a:lnTo>
                    <a:pt x="544569" y="614851"/>
                  </a:lnTo>
                  <a:lnTo>
                    <a:pt x="550829" y="613136"/>
                  </a:lnTo>
                  <a:lnTo>
                    <a:pt x="557088" y="611147"/>
                  </a:lnTo>
                  <a:lnTo>
                    <a:pt x="563348" y="608901"/>
                  </a:lnTo>
                  <a:lnTo>
                    <a:pt x="569607" y="606400"/>
                  </a:lnTo>
                  <a:lnTo>
                    <a:pt x="575866" y="603621"/>
                  </a:lnTo>
                  <a:lnTo>
                    <a:pt x="582126" y="600501"/>
                  </a:lnTo>
                  <a:lnTo>
                    <a:pt x="588385" y="596935"/>
                  </a:lnTo>
                  <a:lnTo>
                    <a:pt x="594645" y="592792"/>
                  </a:lnTo>
                  <a:lnTo>
                    <a:pt x="600904" y="587940"/>
                  </a:lnTo>
                  <a:lnTo>
                    <a:pt x="607164" y="582301"/>
                  </a:lnTo>
                  <a:lnTo>
                    <a:pt x="613423" y="575890"/>
                  </a:lnTo>
                  <a:lnTo>
                    <a:pt x="619682" y="568863"/>
                  </a:lnTo>
                  <a:lnTo>
                    <a:pt x="625942" y="561529"/>
                  </a:lnTo>
                  <a:lnTo>
                    <a:pt x="632201" y="554340"/>
                  </a:lnTo>
                  <a:lnTo>
                    <a:pt x="638461" y="547854"/>
                  </a:lnTo>
                  <a:lnTo>
                    <a:pt x="644720" y="542774"/>
                  </a:lnTo>
                  <a:lnTo>
                    <a:pt x="650980" y="539596"/>
                  </a:lnTo>
                  <a:lnTo>
                    <a:pt x="657239" y="538674"/>
                  </a:lnTo>
                  <a:lnTo>
                    <a:pt x="663498" y="540147"/>
                  </a:lnTo>
                  <a:lnTo>
                    <a:pt x="669758" y="543894"/>
                  </a:lnTo>
                  <a:lnTo>
                    <a:pt x="676017" y="549545"/>
                  </a:lnTo>
                  <a:lnTo>
                    <a:pt x="682277" y="556539"/>
                  </a:lnTo>
                  <a:lnTo>
                    <a:pt x="688536" y="564227"/>
                  </a:lnTo>
                  <a:lnTo>
                    <a:pt x="694796" y="571984"/>
                  </a:lnTo>
                  <a:lnTo>
                    <a:pt x="701055" y="579302"/>
                  </a:lnTo>
                  <a:lnTo>
                    <a:pt x="707314" y="585854"/>
                  </a:lnTo>
                  <a:lnTo>
                    <a:pt x="713574" y="591497"/>
                  </a:lnTo>
                  <a:lnTo>
                    <a:pt x="719833" y="596243"/>
                  </a:lnTo>
                  <a:lnTo>
                    <a:pt x="726093" y="600193"/>
                  </a:lnTo>
                  <a:lnTo>
                    <a:pt x="732352" y="603480"/>
                  </a:lnTo>
                  <a:lnTo>
                    <a:pt x="738611" y="606220"/>
                  </a:lnTo>
                  <a:lnTo>
                    <a:pt x="744871" y="608493"/>
                  </a:lnTo>
                  <a:lnTo>
                    <a:pt x="751130" y="610318"/>
                  </a:lnTo>
                  <a:lnTo>
                    <a:pt x="757390" y="611744"/>
                  </a:lnTo>
                  <a:lnTo>
                    <a:pt x="763649" y="612803"/>
                  </a:lnTo>
                  <a:lnTo>
                    <a:pt x="769909" y="613545"/>
                  </a:lnTo>
                  <a:lnTo>
                    <a:pt x="776168" y="614037"/>
                  </a:lnTo>
                  <a:lnTo>
                    <a:pt x="782427" y="614362"/>
                  </a:lnTo>
                  <a:lnTo>
                    <a:pt x="788687" y="614604"/>
                  </a:lnTo>
                  <a:lnTo>
                    <a:pt x="794946" y="614835"/>
                  </a:lnTo>
                  <a:lnTo>
                    <a:pt x="801206" y="615111"/>
                  </a:lnTo>
                  <a:lnTo>
                    <a:pt x="807465" y="615460"/>
                  </a:lnTo>
                  <a:lnTo>
                    <a:pt x="813725" y="615890"/>
                  </a:lnTo>
                  <a:lnTo>
                    <a:pt x="819984" y="616386"/>
                  </a:lnTo>
                  <a:lnTo>
                    <a:pt x="826243" y="616923"/>
                  </a:lnTo>
                  <a:lnTo>
                    <a:pt x="832503" y="617467"/>
                  </a:lnTo>
                  <a:lnTo>
                    <a:pt x="838762" y="617988"/>
                  </a:lnTo>
                  <a:lnTo>
                    <a:pt x="845022" y="618465"/>
                  </a:lnTo>
                  <a:lnTo>
                    <a:pt x="851281" y="618886"/>
                  </a:lnTo>
                  <a:lnTo>
                    <a:pt x="857541" y="619251"/>
                  </a:lnTo>
                  <a:lnTo>
                    <a:pt x="863800" y="619569"/>
                  </a:lnTo>
                  <a:lnTo>
                    <a:pt x="870059" y="619844"/>
                  </a:lnTo>
                  <a:lnTo>
                    <a:pt x="876319" y="620075"/>
                  </a:lnTo>
                  <a:lnTo>
                    <a:pt x="882578" y="620251"/>
                  </a:lnTo>
                  <a:lnTo>
                    <a:pt x="888838" y="620365"/>
                  </a:lnTo>
                  <a:lnTo>
                    <a:pt x="895097" y="620411"/>
                  </a:lnTo>
                  <a:lnTo>
                    <a:pt x="901356" y="620394"/>
                  </a:lnTo>
                  <a:lnTo>
                    <a:pt x="907616" y="620328"/>
                  </a:lnTo>
                  <a:lnTo>
                    <a:pt x="913875" y="620229"/>
                  </a:lnTo>
                  <a:lnTo>
                    <a:pt x="920135" y="620110"/>
                  </a:lnTo>
                  <a:lnTo>
                    <a:pt x="926394" y="619973"/>
                  </a:lnTo>
                  <a:lnTo>
                    <a:pt x="932654" y="619809"/>
                  </a:lnTo>
                  <a:lnTo>
                    <a:pt x="938913" y="619603"/>
                  </a:lnTo>
                  <a:lnTo>
                    <a:pt x="945172" y="619345"/>
                  </a:lnTo>
                  <a:lnTo>
                    <a:pt x="951432" y="619039"/>
                  </a:lnTo>
                  <a:lnTo>
                    <a:pt x="957691" y="618704"/>
                  </a:lnTo>
                  <a:lnTo>
                    <a:pt x="963951" y="618377"/>
                  </a:lnTo>
                  <a:lnTo>
                    <a:pt x="970210" y="618097"/>
                  </a:lnTo>
                  <a:lnTo>
                    <a:pt x="976470" y="617893"/>
                  </a:lnTo>
                  <a:lnTo>
                    <a:pt x="982729" y="617776"/>
                  </a:lnTo>
                  <a:lnTo>
                    <a:pt x="988988" y="617747"/>
                  </a:lnTo>
                  <a:lnTo>
                    <a:pt x="995248" y="617799"/>
                  </a:lnTo>
                  <a:lnTo>
                    <a:pt x="1001507" y="617925"/>
                  </a:lnTo>
                  <a:lnTo>
                    <a:pt x="1007767" y="618123"/>
                  </a:lnTo>
                  <a:lnTo>
                    <a:pt x="1014026" y="618395"/>
                  </a:lnTo>
                  <a:lnTo>
                    <a:pt x="1020286" y="618741"/>
                  </a:lnTo>
                  <a:lnTo>
                    <a:pt x="1026545" y="619153"/>
                  </a:lnTo>
                  <a:lnTo>
                    <a:pt x="1032804" y="619615"/>
                  </a:lnTo>
                  <a:lnTo>
                    <a:pt x="1039064" y="620096"/>
                  </a:lnTo>
                  <a:lnTo>
                    <a:pt x="1045323" y="620559"/>
                  </a:lnTo>
                  <a:lnTo>
                    <a:pt x="1051583" y="620966"/>
                  </a:lnTo>
                  <a:lnTo>
                    <a:pt x="1057842" y="621283"/>
                  </a:lnTo>
                  <a:lnTo>
                    <a:pt x="1064101" y="621486"/>
                  </a:lnTo>
                  <a:lnTo>
                    <a:pt x="1070361" y="621561"/>
                  </a:lnTo>
                  <a:lnTo>
                    <a:pt x="1076620" y="621520"/>
                  </a:lnTo>
                  <a:lnTo>
                    <a:pt x="1082880" y="621387"/>
                  </a:lnTo>
                  <a:lnTo>
                    <a:pt x="1089139" y="621199"/>
                  </a:lnTo>
                  <a:lnTo>
                    <a:pt x="1095399" y="620998"/>
                  </a:lnTo>
                  <a:lnTo>
                    <a:pt x="1101658" y="620828"/>
                  </a:lnTo>
                  <a:lnTo>
                    <a:pt x="1107917" y="620727"/>
                  </a:lnTo>
                  <a:lnTo>
                    <a:pt x="1114177" y="620717"/>
                  </a:lnTo>
                  <a:lnTo>
                    <a:pt x="1120436" y="620805"/>
                  </a:lnTo>
                  <a:lnTo>
                    <a:pt x="1126696" y="620975"/>
                  </a:lnTo>
                  <a:lnTo>
                    <a:pt x="1132955" y="621203"/>
                  </a:lnTo>
                  <a:lnTo>
                    <a:pt x="1139215" y="621453"/>
                  </a:lnTo>
                  <a:lnTo>
                    <a:pt x="1145474" y="621696"/>
                  </a:lnTo>
                  <a:lnTo>
                    <a:pt x="1151733" y="621908"/>
                  </a:lnTo>
                  <a:lnTo>
                    <a:pt x="1157993" y="622077"/>
                  </a:lnTo>
                  <a:lnTo>
                    <a:pt x="1164252" y="622200"/>
                  </a:lnTo>
                  <a:lnTo>
                    <a:pt x="1170512" y="622283"/>
                  </a:lnTo>
                  <a:lnTo>
                    <a:pt x="1176771" y="622333"/>
                  </a:lnTo>
                  <a:lnTo>
                    <a:pt x="1183031" y="622360"/>
                  </a:lnTo>
                  <a:lnTo>
                    <a:pt x="1189290" y="622372"/>
                  </a:lnTo>
                  <a:lnTo>
                    <a:pt x="1195549" y="622370"/>
                  </a:lnTo>
                  <a:lnTo>
                    <a:pt x="1201809" y="622356"/>
                  </a:lnTo>
                  <a:lnTo>
                    <a:pt x="1208068" y="622324"/>
                  </a:lnTo>
                  <a:lnTo>
                    <a:pt x="1214328" y="622268"/>
                  </a:lnTo>
                  <a:lnTo>
                    <a:pt x="1220587" y="622179"/>
                  </a:lnTo>
                  <a:lnTo>
                    <a:pt x="1226846" y="622049"/>
                  </a:lnTo>
                  <a:lnTo>
                    <a:pt x="1233106" y="621875"/>
                  </a:lnTo>
                  <a:lnTo>
                    <a:pt x="1239365" y="621658"/>
                  </a:lnTo>
                  <a:lnTo>
                    <a:pt x="1245625" y="621413"/>
                  </a:lnTo>
                  <a:lnTo>
                    <a:pt x="1251884" y="621164"/>
                  </a:lnTo>
                  <a:lnTo>
                    <a:pt x="1258144" y="620942"/>
                  </a:lnTo>
                  <a:lnTo>
                    <a:pt x="1264403" y="620780"/>
                  </a:lnTo>
                  <a:lnTo>
                    <a:pt x="1270662" y="620707"/>
                  </a:lnTo>
                  <a:lnTo>
                    <a:pt x="1276922" y="620737"/>
                  </a:lnTo>
                  <a:lnTo>
                    <a:pt x="1283181" y="620867"/>
                  </a:lnTo>
                  <a:lnTo>
                    <a:pt x="1289441" y="621073"/>
                  </a:lnTo>
                  <a:lnTo>
                    <a:pt x="1295700" y="621318"/>
                  </a:lnTo>
                  <a:lnTo>
                    <a:pt x="1301960" y="621569"/>
                  </a:lnTo>
                  <a:lnTo>
                    <a:pt x="1308219" y="621798"/>
                  </a:lnTo>
                  <a:lnTo>
                    <a:pt x="1314478" y="621989"/>
                  </a:lnTo>
                  <a:lnTo>
                    <a:pt x="1320738" y="622134"/>
                  </a:lnTo>
                  <a:lnTo>
                    <a:pt x="1326997" y="622237"/>
                  </a:lnTo>
                  <a:lnTo>
                    <a:pt x="1333257" y="622303"/>
                  </a:lnTo>
                  <a:lnTo>
                    <a:pt x="1339516" y="622340"/>
                  </a:lnTo>
                  <a:lnTo>
                    <a:pt x="1345776" y="622355"/>
                  </a:lnTo>
                  <a:lnTo>
                    <a:pt x="1352035" y="622351"/>
                  </a:lnTo>
                  <a:lnTo>
                    <a:pt x="1358294" y="622327"/>
                  </a:lnTo>
                  <a:lnTo>
                    <a:pt x="1364554" y="622277"/>
                  </a:lnTo>
                  <a:lnTo>
                    <a:pt x="1370813" y="622196"/>
                  </a:lnTo>
                  <a:lnTo>
                    <a:pt x="1377073" y="622074"/>
                  </a:lnTo>
                  <a:lnTo>
                    <a:pt x="1383332" y="621905"/>
                  </a:lnTo>
                  <a:lnTo>
                    <a:pt x="1389592" y="621690"/>
                  </a:lnTo>
                  <a:lnTo>
                    <a:pt x="1395851" y="621442"/>
                  </a:lnTo>
                  <a:lnTo>
                    <a:pt x="1402110" y="621187"/>
                  </a:lnTo>
                  <a:lnTo>
                    <a:pt x="1408370" y="620958"/>
                  </a:lnTo>
                  <a:lnTo>
                    <a:pt x="1414629" y="620790"/>
                  </a:lnTo>
                  <a:lnTo>
                    <a:pt x="1420889" y="620710"/>
                  </a:lnTo>
                  <a:lnTo>
                    <a:pt x="1427148" y="620732"/>
                  </a:lnTo>
                  <a:lnTo>
                    <a:pt x="1433407" y="620851"/>
                  </a:lnTo>
                  <a:lnTo>
                    <a:pt x="1439667" y="621047"/>
                  </a:lnTo>
                  <a:lnTo>
                    <a:pt x="1445926" y="621289"/>
                  </a:lnTo>
                  <a:lnTo>
                    <a:pt x="1452186" y="621542"/>
                  </a:lnTo>
                  <a:lnTo>
                    <a:pt x="1458445" y="621777"/>
                  </a:lnTo>
                  <a:lnTo>
                    <a:pt x="1464705" y="621975"/>
                  </a:lnTo>
                  <a:lnTo>
                    <a:pt x="1470964" y="622127"/>
                  </a:lnTo>
                  <a:lnTo>
                    <a:pt x="1477223" y="622235"/>
                  </a:lnTo>
                  <a:lnTo>
                    <a:pt x="1483483" y="622305"/>
                  </a:lnTo>
                  <a:lnTo>
                    <a:pt x="1489742" y="622348"/>
                  </a:lnTo>
                  <a:lnTo>
                    <a:pt x="1496002" y="622371"/>
                  </a:lnTo>
                  <a:lnTo>
                    <a:pt x="1502261" y="622383"/>
                  </a:lnTo>
                  <a:lnTo>
                    <a:pt x="1508521" y="622387"/>
                  </a:lnTo>
                  <a:lnTo>
                    <a:pt x="1514780" y="622386"/>
                  </a:lnTo>
                  <a:lnTo>
                    <a:pt x="1521039" y="622378"/>
                  </a:lnTo>
                  <a:lnTo>
                    <a:pt x="1527299" y="622360"/>
                  </a:lnTo>
                  <a:lnTo>
                    <a:pt x="1533558" y="622325"/>
                  </a:lnTo>
                  <a:lnTo>
                    <a:pt x="1539818" y="622262"/>
                  </a:lnTo>
                  <a:lnTo>
                    <a:pt x="1546077" y="622156"/>
                  </a:lnTo>
                  <a:lnTo>
                    <a:pt x="1552337" y="621991"/>
                  </a:lnTo>
                  <a:lnTo>
                    <a:pt x="1558596" y="621751"/>
                  </a:lnTo>
                  <a:lnTo>
                    <a:pt x="1564855" y="621428"/>
                  </a:lnTo>
                  <a:lnTo>
                    <a:pt x="1571115" y="621023"/>
                  </a:lnTo>
                  <a:lnTo>
                    <a:pt x="1577374" y="620558"/>
                  </a:lnTo>
                  <a:lnTo>
                    <a:pt x="1583634" y="620074"/>
                  </a:lnTo>
                  <a:lnTo>
                    <a:pt x="1589893" y="619627"/>
                  </a:lnTo>
                  <a:lnTo>
                    <a:pt x="1596152" y="619281"/>
                  </a:lnTo>
                  <a:lnTo>
                    <a:pt x="1602412" y="619098"/>
                  </a:lnTo>
                  <a:lnTo>
                    <a:pt x="1608671" y="619113"/>
                  </a:lnTo>
                  <a:lnTo>
                    <a:pt x="1614931" y="619316"/>
                  </a:lnTo>
                  <a:lnTo>
                    <a:pt x="1621190" y="619670"/>
                  </a:lnTo>
                  <a:lnTo>
                    <a:pt x="1627450" y="620120"/>
                  </a:lnTo>
                  <a:lnTo>
                    <a:pt x="1633709" y="620604"/>
                  </a:lnTo>
                  <a:lnTo>
                    <a:pt x="1639968" y="621064"/>
                  </a:lnTo>
                  <a:lnTo>
                    <a:pt x="1646228" y="621462"/>
                  </a:lnTo>
                  <a:lnTo>
                    <a:pt x="1652487" y="621779"/>
                  </a:lnTo>
                  <a:lnTo>
                    <a:pt x="1658747" y="622012"/>
                  </a:lnTo>
                  <a:lnTo>
                    <a:pt x="1665006" y="622171"/>
                  </a:lnTo>
                  <a:lnTo>
                    <a:pt x="1671266" y="622271"/>
                  </a:lnTo>
                  <a:lnTo>
                    <a:pt x="1677525" y="622330"/>
                  </a:lnTo>
                  <a:lnTo>
                    <a:pt x="1683784" y="622362"/>
                  </a:lnTo>
                  <a:lnTo>
                    <a:pt x="1690044" y="622376"/>
                  </a:lnTo>
                  <a:lnTo>
                    <a:pt x="1696303" y="622379"/>
                  </a:lnTo>
                  <a:lnTo>
                    <a:pt x="1702563" y="622372"/>
                  </a:lnTo>
                  <a:lnTo>
                    <a:pt x="1708822" y="622352"/>
                  </a:lnTo>
                  <a:lnTo>
                    <a:pt x="1715082" y="622313"/>
                  </a:lnTo>
                  <a:lnTo>
                    <a:pt x="1721341" y="622249"/>
                  </a:lnTo>
                  <a:lnTo>
                    <a:pt x="1727600" y="622148"/>
                  </a:lnTo>
                  <a:lnTo>
                    <a:pt x="1733860" y="622005"/>
                  </a:lnTo>
                  <a:lnTo>
                    <a:pt x="1740119" y="621816"/>
                  </a:lnTo>
                  <a:lnTo>
                    <a:pt x="1746379" y="621588"/>
                  </a:lnTo>
                  <a:lnTo>
                    <a:pt x="1752638" y="621339"/>
                  </a:lnTo>
                  <a:lnTo>
                    <a:pt x="1758897" y="621095"/>
                  </a:lnTo>
                  <a:lnTo>
                    <a:pt x="1765157" y="620890"/>
                  </a:lnTo>
                  <a:lnTo>
                    <a:pt x="1771416" y="620755"/>
                  </a:lnTo>
                  <a:lnTo>
                    <a:pt x="1777676" y="620714"/>
                  </a:lnTo>
                  <a:lnTo>
                    <a:pt x="1783935" y="620773"/>
                  </a:lnTo>
                  <a:lnTo>
                    <a:pt x="1790195" y="620922"/>
                  </a:lnTo>
                  <a:lnTo>
                    <a:pt x="1796454" y="621137"/>
                  </a:lnTo>
                  <a:lnTo>
                    <a:pt x="1802713" y="621381"/>
                  </a:lnTo>
                  <a:lnTo>
                    <a:pt x="1808973" y="621620"/>
                  </a:lnTo>
                  <a:lnTo>
                    <a:pt x="1815232" y="621819"/>
                  </a:lnTo>
                  <a:lnTo>
                    <a:pt x="1821492" y="621956"/>
                  </a:lnTo>
                  <a:lnTo>
                    <a:pt x="1827751" y="622020"/>
                  </a:lnTo>
                  <a:lnTo>
                    <a:pt x="1834011" y="622007"/>
                  </a:lnTo>
                  <a:lnTo>
                    <a:pt x="1840270" y="621917"/>
                  </a:lnTo>
                  <a:lnTo>
                    <a:pt x="1846529" y="621759"/>
                  </a:lnTo>
                  <a:lnTo>
                    <a:pt x="1852789" y="621547"/>
                  </a:lnTo>
                  <a:lnTo>
                    <a:pt x="1859048" y="621306"/>
                  </a:lnTo>
                  <a:lnTo>
                    <a:pt x="1865308" y="621068"/>
                  </a:lnTo>
                  <a:lnTo>
                    <a:pt x="1871567" y="620870"/>
                  </a:lnTo>
                  <a:lnTo>
                    <a:pt x="1877827" y="620744"/>
                  </a:lnTo>
                  <a:lnTo>
                    <a:pt x="1884086" y="620712"/>
                  </a:lnTo>
                  <a:lnTo>
                    <a:pt x="1890345" y="620781"/>
                  </a:lnTo>
                  <a:lnTo>
                    <a:pt x="1896605" y="620941"/>
                  </a:lnTo>
                  <a:lnTo>
                    <a:pt x="1902864" y="621163"/>
                  </a:lnTo>
                  <a:lnTo>
                    <a:pt x="1909124" y="621416"/>
                  </a:lnTo>
                  <a:lnTo>
                    <a:pt x="1915383" y="621665"/>
                  </a:lnTo>
                  <a:lnTo>
                    <a:pt x="1921642" y="621883"/>
                  </a:lnTo>
                  <a:lnTo>
                    <a:pt x="1927902" y="622057"/>
                  </a:lnTo>
                  <a:lnTo>
                    <a:pt x="1934161" y="622184"/>
                  </a:lnTo>
                  <a:lnTo>
                    <a:pt x="1940421" y="622271"/>
                  </a:lnTo>
                  <a:lnTo>
                    <a:pt x="1946680" y="622326"/>
                  </a:lnTo>
                  <a:lnTo>
                    <a:pt x="1952940" y="622359"/>
                  </a:lnTo>
                  <a:lnTo>
                    <a:pt x="1959199" y="622377"/>
                  </a:lnTo>
                  <a:lnTo>
                    <a:pt x="1965458" y="622387"/>
                  </a:lnTo>
                  <a:lnTo>
                    <a:pt x="1971718" y="622391"/>
                  </a:lnTo>
                  <a:lnTo>
                    <a:pt x="1977977" y="622393"/>
                  </a:lnTo>
                  <a:lnTo>
                    <a:pt x="1984237" y="622394"/>
                  </a:lnTo>
                  <a:lnTo>
                    <a:pt x="1990496" y="622394"/>
                  </a:lnTo>
                  <a:lnTo>
                    <a:pt x="1996756" y="622394"/>
                  </a:lnTo>
                  <a:lnTo>
                    <a:pt x="2003015" y="622394"/>
                  </a:lnTo>
                  <a:lnTo>
                    <a:pt x="2009274" y="622393"/>
                  </a:lnTo>
                  <a:lnTo>
                    <a:pt x="2015534" y="622391"/>
                  </a:lnTo>
                  <a:lnTo>
                    <a:pt x="2021793" y="622386"/>
                  </a:lnTo>
                  <a:lnTo>
                    <a:pt x="2028053" y="622375"/>
                  </a:lnTo>
                  <a:lnTo>
                    <a:pt x="2034312" y="622355"/>
                  </a:lnTo>
                  <a:lnTo>
                    <a:pt x="2040572" y="622318"/>
                  </a:lnTo>
                  <a:lnTo>
                    <a:pt x="2046831" y="622256"/>
                  </a:lnTo>
                  <a:lnTo>
                    <a:pt x="2053090" y="622159"/>
                  </a:lnTo>
                  <a:lnTo>
                    <a:pt x="2059350" y="622020"/>
                  </a:lnTo>
                  <a:lnTo>
                    <a:pt x="2065609" y="621836"/>
                  </a:lnTo>
                  <a:lnTo>
                    <a:pt x="2071869" y="621612"/>
                  </a:lnTo>
                  <a:lnTo>
                    <a:pt x="2078128" y="621365"/>
                  </a:lnTo>
                  <a:lnTo>
                    <a:pt x="2084388" y="621119"/>
                  </a:lnTo>
                  <a:lnTo>
                    <a:pt x="2090647" y="620909"/>
                  </a:lnTo>
                  <a:lnTo>
                    <a:pt x="2096906" y="620765"/>
                  </a:lnTo>
                  <a:lnTo>
                    <a:pt x="2103166" y="620713"/>
                  </a:lnTo>
                  <a:lnTo>
                    <a:pt x="2109425" y="620763"/>
                  </a:lnTo>
                  <a:lnTo>
                    <a:pt x="2115685" y="620905"/>
                  </a:lnTo>
                  <a:lnTo>
                    <a:pt x="2121944" y="621117"/>
                  </a:lnTo>
                  <a:lnTo>
                    <a:pt x="2128203" y="621366"/>
                  </a:lnTo>
                  <a:lnTo>
                    <a:pt x="2134463" y="621617"/>
                  </a:lnTo>
                  <a:lnTo>
                    <a:pt x="2140722" y="621841"/>
                  </a:lnTo>
                  <a:lnTo>
                    <a:pt x="2146982" y="622023"/>
                  </a:lnTo>
                  <a:lnTo>
                    <a:pt x="2153241" y="622160"/>
                  </a:lnTo>
                  <a:lnTo>
                    <a:pt x="2159501" y="622255"/>
                  </a:lnTo>
                  <a:lnTo>
                    <a:pt x="2165760" y="622316"/>
                  </a:lnTo>
                  <a:lnTo>
                    <a:pt x="2172019" y="622353"/>
                  </a:lnTo>
                  <a:lnTo>
                    <a:pt x="2178279" y="622374"/>
                  </a:lnTo>
                  <a:lnTo>
                    <a:pt x="2184538" y="622385"/>
                  </a:lnTo>
                  <a:lnTo>
                    <a:pt x="2190798" y="622390"/>
                  </a:lnTo>
                  <a:lnTo>
                    <a:pt x="2197057" y="622393"/>
                  </a:lnTo>
                  <a:lnTo>
                    <a:pt x="2203317" y="622394"/>
                  </a:lnTo>
                  <a:lnTo>
                    <a:pt x="2209576" y="622394"/>
                  </a:lnTo>
                  <a:lnTo>
                    <a:pt x="2215835" y="622395"/>
                  </a:lnTo>
                  <a:lnTo>
                    <a:pt x="2222095" y="622395"/>
                  </a:lnTo>
                  <a:lnTo>
                    <a:pt x="2228354" y="622395"/>
                  </a:lnTo>
                  <a:lnTo>
                    <a:pt x="2234614" y="622395"/>
                  </a:lnTo>
                  <a:lnTo>
                    <a:pt x="2240873" y="622395"/>
                  </a:lnTo>
                  <a:lnTo>
                    <a:pt x="2247133" y="622395"/>
                  </a:lnTo>
                  <a:lnTo>
                    <a:pt x="2253392" y="622395"/>
                  </a:lnTo>
                  <a:lnTo>
                    <a:pt x="2259651" y="622395"/>
                  </a:lnTo>
                  <a:lnTo>
                    <a:pt x="2265911" y="622395"/>
                  </a:lnTo>
                  <a:lnTo>
                    <a:pt x="2272170" y="622395"/>
                  </a:lnTo>
                  <a:lnTo>
                    <a:pt x="2278430" y="622395"/>
                  </a:lnTo>
                  <a:lnTo>
                    <a:pt x="2284689" y="622395"/>
                  </a:lnTo>
                  <a:lnTo>
                    <a:pt x="2290948" y="622395"/>
                  </a:lnTo>
                  <a:lnTo>
                    <a:pt x="2297208" y="622395"/>
                  </a:lnTo>
                  <a:lnTo>
                    <a:pt x="2303467" y="622395"/>
                  </a:lnTo>
                  <a:lnTo>
                    <a:pt x="2309727" y="622395"/>
                  </a:lnTo>
                  <a:lnTo>
                    <a:pt x="2315986" y="622395"/>
                  </a:lnTo>
                  <a:lnTo>
                    <a:pt x="2322246" y="622395"/>
                  </a:lnTo>
                  <a:lnTo>
                    <a:pt x="2328505" y="622395"/>
                  </a:lnTo>
                  <a:lnTo>
                    <a:pt x="2334764" y="622395"/>
                  </a:lnTo>
                  <a:lnTo>
                    <a:pt x="2341024" y="622395"/>
                  </a:lnTo>
                  <a:lnTo>
                    <a:pt x="2347283" y="622395"/>
                  </a:lnTo>
                  <a:lnTo>
                    <a:pt x="2353543" y="622395"/>
                  </a:lnTo>
                  <a:lnTo>
                    <a:pt x="2359802" y="622395"/>
                  </a:lnTo>
                  <a:lnTo>
                    <a:pt x="2366062" y="622395"/>
                  </a:lnTo>
                  <a:lnTo>
                    <a:pt x="2372321" y="622395"/>
                  </a:lnTo>
                  <a:lnTo>
                    <a:pt x="2378580" y="622395"/>
                  </a:lnTo>
                  <a:lnTo>
                    <a:pt x="2384840" y="622395"/>
                  </a:lnTo>
                  <a:lnTo>
                    <a:pt x="2391099" y="622395"/>
                  </a:lnTo>
                  <a:lnTo>
                    <a:pt x="2397359" y="622395"/>
                  </a:lnTo>
                  <a:lnTo>
                    <a:pt x="2403618" y="622395"/>
                  </a:lnTo>
                  <a:lnTo>
                    <a:pt x="2409878" y="622395"/>
                  </a:lnTo>
                  <a:lnTo>
                    <a:pt x="2416137" y="622395"/>
                  </a:lnTo>
                  <a:lnTo>
                    <a:pt x="2422396" y="622395"/>
                  </a:lnTo>
                  <a:lnTo>
                    <a:pt x="2428656" y="622395"/>
                  </a:lnTo>
                  <a:lnTo>
                    <a:pt x="2434915" y="622395"/>
                  </a:lnTo>
                  <a:lnTo>
                    <a:pt x="2441175" y="622395"/>
                  </a:lnTo>
                  <a:lnTo>
                    <a:pt x="2447434" y="622395"/>
                  </a:lnTo>
                  <a:lnTo>
                    <a:pt x="2453693" y="622395"/>
                  </a:lnTo>
                  <a:lnTo>
                    <a:pt x="2459953" y="622395"/>
                  </a:lnTo>
                  <a:lnTo>
                    <a:pt x="2466212" y="622395"/>
                  </a:lnTo>
                  <a:lnTo>
                    <a:pt x="2472472" y="622395"/>
                  </a:lnTo>
                  <a:lnTo>
                    <a:pt x="2478731" y="622395"/>
                  </a:lnTo>
                  <a:lnTo>
                    <a:pt x="2484991" y="622395"/>
                  </a:lnTo>
                  <a:lnTo>
                    <a:pt x="2491250" y="622395"/>
                  </a:lnTo>
                  <a:lnTo>
                    <a:pt x="2497509" y="622395"/>
                  </a:lnTo>
                  <a:lnTo>
                    <a:pt x="2503769" y="622395"/>
                  </a:lnTo>
                  <a:lnTo>
                    <a:pt x="2510028" y="622395"/>
                  </a:lnTo>
                  <a:lnTo>
                    <a:pt x="2516288" y="622395"/>
                  </a:lnTo>
                  <a:lnTo>
                    <a:pt x="2522547" y="622395"/>
                  </a:lnTo>
                  <a:lnTo>
                    <a:pt x="2528807" y="622395"/>
                  </a:lnTo>
                  <a:lnTo>
                    <a:pt x="2535066" y="622395"/>
                  </a:lnTo>
                  <a:lnTo>
                    <a:pt x="2541325" y="622395"/>
                  </a:lnTo>
                  <a:lnTo>
                    <a:pt x="2547585" y="622395"/>
                  </a:lnTo>
                  <a:lnTo>
                    <a:pt x="2553844" y="622395"/>
                  </a:lnTo>
                  <a:lnTo>
                    <a:pt x="2560104" y="622395"/>
                  </a:lnTo>
                  <a:lnTo>
                    <a:pt x="2566363" y="622395"/>
                  </a:lnTo>
                  <a:lnTo>
                    <a:pt x="2572623" y="622395"/>
                  </a:lnTo>
                  <a:lnTo>
                    <a:pt x="2578882" y="622395"/>
                  </a:lnTo>
                  <a:lnTo>
                    <a:pt x="2585141" y="622395"/>
                  </a:lnTo>
                  <a:lnTo>
                    <a:pt x="2591401" y="622395"/>
                  </a:lnTo>
                  <a:lnTo>
                    <a:pt x="2597660" y="622395"/>
                  </a:lnTo>
                  <a:lnTo>
                    <a:pt x="2603920" y="622395"/>
                  </a:lnTo>
                  <a:lnTo>
                    <a:pt x="2610179" y="622395"/>
                  </a:lnTo>
                  <a:lnTo>
                    <a:pt x="2616438" y="622395"/>
                  </a:lnTo>
                  <a:lnTo>
                    <a:pt x="2622698" y="622395"/>
                  </a:lnTo>
                  <a:lnTo>
                    <a:pt x="2628957" y="622395"/>
                  </a:lnTo>
                  <a:lnTo>
                    <a:pt x="2635217" y="622395"/>
                  </a:lnTo>
                  <a:lnTo>
                    <a:pt x="2641476" y="622395"/>
                  </a:lnTo>
                  <a:lnTo>
                    <a:pt x="2647736" y="622395"/>
                  </a:lnTo>
                  <a:lnTo>
                    <a:pt x="2653995" y="622395"/>
                  </a:lnTo>
                  <a:lnTo>
                    <a:pt x="2660254" y="622395"/>
                  </a:lnTo>
                  <a:lnTo>
                    <a:pt x="2666514" y="622395"/>
                  </a:lnTo>
                  <a:lnTo>
                    <a:pt x="2672773" y="622395"/>
                  </a:lnTo>
                  <a:lnTo>
                    <a:pt x="2679033" y="622395"/>
                  </a:lnTo>
                  <a:lnTo>
                    <a:pt x="2685292" y="622394"/>
                  </a:lnTo>
                  <a:lnTo>
                    <a:pt x="2691552" y="622394"/>
                  </a:lnTo>
                  <a:lnTo>
                    <a:pt x="2697811" y="622393"/>
                  </a:lnTo>
                  <a:lnTo>
                    <a:pt x="2704070" y="622390"/>
                  </a:lnTo>
                  <a:lnTo>
                    <a:pt x="2710330" y="622384"/>
                  </a:lnTo>
                  <a:lnTo>
                    <a:pt x="2716589" y="622371"/>
                  </a:lnTo>
                  <a:lnTo>
                    <a:pt x="2722849" y="622348"/>
                  </a:lnTo>
                  <a:lnTo>
                    <a:pt x="2729108" y="622308"/>
                  </a:lnTo>
                  <a:lnTo>
                    <a:pt x="2735368" y="622241"/>
                  </a:lnTo>
                  <a:lnTo>
                    <a:pt x="2741627" y="622139"/>
                  </a:lnTo>
                  <a:lnTo>
                    <a:pt x="2747886" y="621995"/>
                  </a:lnTo>
                  <a:lnTo>
                    <a:pt x="2754146" y="621806"/>
                  </a:lnTo>
                  <a:lnTo>
                    <a:pt x="2760405" y="621577"/>
                  </a:lnTo>
                  <a:lnTo>
                    <a:pt x="2766665" y="621325"/>
                  </a:lnTo>
                  <a:lnTo>
                    <a:pt x="2772924" y="621075"/>
                  </a:lnTo>
                  <a:lnTo>
                    <a:pt x="2779184" y="620865"/>
                  </a:lnTo>
                  <a:lnTo>
                    <a:pt x="2785443" y="620723"/>
                  </a:lnTo>
                  <a:lnTo>
                    <a:pt x="2791702" y="620665"/>
                  </a:lnTo>
                  <a:lnTo>
                    <a:pt x="2797962" y="620687"/>
                  </a:lnTo>
                  <a:lnTo>
                    <a:pt x="2804221" y="620765"/>
                  </a:lnTo>
                  <a:lnTo>
                    <a:pt x="2810481" y="620857"/>
                  </a:lnTo>
                  <a:lnTo>
                    <a:pt x="2816740" y="620915"/>
                  </a:lnTo>
                  <a:lnTo>
                    <a:pt x="2822999" y="620895"/>
                  </a:lnTo>
                  <a:lnTo>
                    <a:pt x="2829259" y="620770"/>
                  </a:lnTo>
                  <a:lnTo>
                    <a:pt x="2835518" y="620538"/>
                  </a:lnTo>
                  <a:lnTo>
                    <a:pt x="2841778" y="620221"/>
                  </a:lnTo>
                  <a:lnTo>
                    <a:pt x="2848037" y="619866"/>
                  </a:lnTo>
                  <a:lnTo>
                    <a:pt x="2854297" y="619534"/>
                  </a:lnTo>
                  <a:lnTo>
                    <a:pt x="2860556" y="619288"/>
                  </a:lnTo>
                  <a:lnTo>
                    <a:pt x="2866815" y="619178"/>
                  </a:lnTo>
                  <a:lnTo>
                    <a:pt x="2873075" y="619233"/>
                  </a:lnTo>
                  <a:lnTo>
                    <a:pt x="2879334" y="619450"/>
                  </a:lnTo>
                  <a:lnTo>
                    <a:pt x="2885594" y="619806"/>
                  </a:lnTo>
                  <a:lnTo>
                    <a:pt x="2891853" y="620240"/>
                  </a:lnTo>
                  <a:lnTo>
                    <a:pt x="2898113" y="620695"/>
                  </a:lnTo>
                  <a:lnTo>
                    <a:pt x="2904372" y="621125"/>
                  </a:lnTo>
                  <a:lnTo>
                    <a:pt x="2910631" y="621497"/>
                  </a:lnTo>
                  <a:lnTo>
                    <a:pt x="2916891" y="621794"/>
                  </a:lnTo>
                  <a:lnTo>
                    <a:pt x="2923150" y="622015"/>
                  </a:lnTo>
                  <a:lnTo>
                    <a:pt x="2929410" y="622168"/>
                  </a:lnTo>
                  <a:lnTo>
                    <a:pt x="2935669" y="622267"/>
                  </a:lnTo>
                  <a:lnTo>
                    <a:pt x="2941929" y="622327"/>
                  </a:lnTo>
                  <a:lnTo>
                    <a:pt x="2948188" y="622360"/>
                  </a:lnTo>
                  <a:lnTo>
                    <a:pt x="2954447" y="622377"/>
                  </a:lnTo>
                  <a:lnTo>
                    <a:pt x="2960707" y="622384"/>
                  </a:lnTo>
                  <a:lnTo>
                    <a:pt x="2966966" y="622384"/>
                  </a:lnTo>
                  <a:lnTo>
                    <a:pt x="2973226" y="622377"/>
                  </a:lnTo>
                  <a:lnTo>
                    <a:pt x="2979485" y="622360"/>
                  </a:lnTo>
                  <a:lnTo>
                    <a:pt x="2985744" y="622330"/>
                  </a:lnTo>
                  <a:lnTo>
                    <a:pt x="2992004" y="622275"/>
                  </a:lnTo>
                  <a:lnTo>
                    <a:pt x="2998263" y="622188"/>
                  </a:lnTo>
                  <a:lnTo>
                    <a:pt x="3004523" y="622061"/>
                  </a:lnTo>
                  <a:lnTo>
                    <a:pt x="3010782" y="621888"/>
                  </a:lnTo>
                  <a:lnTo>
                    <a:pt x="3017042" y="621673"/>
                  </a:lnTo>
                  <a:lnTo>
                    <a:pt x="3023301" y="621429"/>
                  </a:lnTo>
                  <a:lnTo>
                    <a:pt x="3029560" y="621180"/>
                  </a:lnTo>
                  <a:lnTo>
                    <a:pt x="3035820" y="620959"/>
                  </a:lnTo>
                  <a:lnTo>
                    <a:pt x="3042079" y="620796"/>
                  </a:lnTo>
                  <a:lnTo>
                    <a:pt x="3048339" y="620721"/>
                  </a:lnTo>
                  <a:lnTo>
                    <a:pt x="3054598" y="620744"/>
                  </a:lnTo>
                  <a:lnTo>
                    <a:pt x="3060858" y="620863"/>
                  </a:lnTo>
                  <a:lnTo>
                    <a:pt x="3067117" y="621057"/>
                  </a:lnTo>
                  <a:lnTo>
                    <a:pt x="3073376" y="621294"/>
                  </a:lnTo>
                  <a:lnTo>
                    <a:pt x="3079636" y="621539"/>
                  </a:lnTo>
                  <a:lnTo>
                    <a:pt x="3085895" y="621757"/>
                  </a:lnTo>
                  <a:lnTo>
                    <a:pt x="3092155" y="621926"/>
                  </a:lnTo>
                  <a:lnTo>
                    <a:pt x="3098414" y="622025"/>
                  </a:lnTo>
                  <a:lnTo>
                    <a:pt x="3104674" y="622050"/>
                  </a:lnTo>
                  <a:lnTo>
                    <a:pt x="3110933" y="621999"/>
                  </a:lnTo>
                  <a:lnTo>
                    <a:pt x="3117192" y="621877"/>
                  </a:lnTo>
                  <a:lnTo>
                    <a:pt x="3123452" y="621692"/>
                  </a:lnTo>
                  <a:lnTo>
                    <a:pt x="3129711" y="621464"/>
                  </a:lnTo>
                  <a:lnTo>
                    <a:pt x="3135971" y="621219"/>
                  </a:lnTo>
                  <a:lnTo>
                    <a:pt x="3142230" y="620991"/>
                  </a:lnTo>
                  <a:lnTo>
                    <a:pt x="3148489" y="620816"/>
                  </a:lnTo>
                  <a:lnTo>
                    <a:pt x="3154749" y="620722"/>
                  </a:lnTo>
                  <a:lnTo>
                    <a:pt x="3161008" y="620727"/>
                  </a:lnTo>
                  <a:lnTo>
                    <a:pt x="3167268" y="620831"/>
                  </a:lnTo>
                  <a:lnTo>
                    <a:pt x="3173527" y="621017"/>
                  </a:lnTo>
                  <a:lnTo>
                    <a:pt x="3179787" y="621253"/>
                  </a:lnTo>
                  <a:lnTo>
                    <a:pt x="3186046" y="621507"/>
                  </a:lnTo>
                  <a:lnTo>
                    <a:pt x="3192305" y="621748"/>
                  </a:lnTo>
                  <a:lnTo>
                    <a:pt x="3198565" y="621953"/>
                  </a:lnTo>
                </a:path>
              </a:pathLst>
            </a:custGeom>
            <a:ln w="27101" cap="flat">
              <a:solidFill>
                <a:srgbClr val="004D1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3749798" y="4119295"/>
              <a:ext cx="3198565" cy="811848"/>
            </a:xfrm>
            <a:custGeom>
              <a:avLst/>
              <a:pathLst>
                <a:path w="3198565" h="811848">
                  <a:moveTo>
                    <a:pt x="0" y="811848"/>
                  </a:moveTo>
                  <a:lnTo>
                    <a:pt x="6259" y="811848"/>
                  </a:lnTo>
                  <a:lnTo>
                    <a:pt x="12518" y="811848"/>
                  </a:lnTo>
                  <a:lnTo>
                    <a:pt x="18778" y="811848"/>
                  </a:lnTo>
                  <a:lnTo>
                    <a:pt x="25037" y="811848"/>
                  </a:lnTo>
                  <a:lnTo>
                    <a:pt x="31297" y="811848"/>
                  </a:lnTo>
                  <a:lnTo>
                    <a:pt x="37556" y="811848"/>
                  </a:lnTo>
                  <a:lnTo>
                    <a:pt x="43815" y="811848"/>
                  </a:lnTo>
                  <a:lnTo>
                    <a:pt x="50075" y="811848"/>
                  </a:lnTo>
                  <a:lnTo>
                    <a:pt x="56334" y="811848"/>
                  </a:lnTo>
                  <a:lnTo>
                    <a:pt x="62594" y="811848"/>
                  </a:lnTo>
                  <a:lnTo>
                    <a:pt x="68853" y="811848"/>
                  </a:lnTo>
                  <a:lnTo>
                    <a:pt x="75113" y="811848"/>
                  </a:lnTo>
                  <a:lnTo>
                    <a:pt x="81372" y="811848"/>
                  </a:lnTo>
                  <a:lnTo>
                    <a:pt x="87631" y="811847"/>
                  </a:lnTo>
                  <a:lnTo>
                    <a:pt x="93891" y="811847"/>
                  </a:lnTo>
                  <a:lnTo>
                    <a:pt x="100150" y="811846"/>
                  </a:lnTo>
                  <a:lnTo>
                    <a:pt x="106410" y="811842"/>
                  </a:lnTo>
                  <a:lnTo>
                    <a:pt x="112669" y="811832"/>
                  </a:lnTo>
                  <a:lnTo>
                    <a:pt x="118929" y="811808"/>
                  </a:lnTo>
                  <a:lnTo>
                    <a:pt x="125188" y="811753"/>
                  </a:lnTo>
                  <a:lnTo>
                    <a:pt x="131447" y="811639"/>
                  </a:lnTo>
                  <a:lnTo>
                    <a:pt x="137707" y="811413"/>
                  </a:lnTo>
                  <a:lnTo>
                    <a:pt x="143966" y="810996"/>
                  </a:lnTo>
                  <a:lnTo>
                    <a:pt x="150226" y="810274"/>
                  </a:lnTo>
                  <a:lnTo>
                    <a:pt x="156485" y="809098"/>
                  </a:lnTo>
                  <a:lnTo>
                    <a:pt x="162745" y="807296"/>
                  </a:lnTo>
                  <a:lnTo>
                    <a:pt x="169004" y="804686"/>
                  </a:lnTo>
                  <a:lnTo>
                    <a:pt x="175263" y="801114"/>
                  </a:lnTo>
                  <a:lnTo>
                    <a:pt x="181523" y="796481"/>
                  </a:lnTo>
                  <a:lnTo>
                    <a:pt x="187782" y="790773"/>
                  </a:lnTo>
                  <a:lnTo>
                    <a:pt x="194042" y="784085"/>
                  </a:lnTo>
                  <a:lnTo>
                    <a:pt x="200301" y="776593"/>
                  </a:lnTo>
                  <a:lnTo>
                    <a:pt x="206560" y="768684"/>
                  </a:lnTo>
                  <a:lnTo>
                    <a:pt x="212820" y="760771"/>
                  </a:lnTo>
                  <a:lnTo>
                    <a:pt x="219079" y="753321"/>
                  </a:lnTo>
                  <a:lnTo>
                    <a:pt x="225339" y="746825"/>
                  </a:lnTo>
                  <a:lnTo>
                    <a:pt x="231598" y="741743"/>
                  </a:lnTo>
                  <a:lnTo>
                    <a:pt x="237858" y="738430"/>
                  </a:lnTo>
                  <a:lnTo>
                    <a:pt x="244117" y="737066"/>
                  </a:lnTo>
                  <a:lnTo>
                    <a:pt x="250376" y="737599"/>
                  </a:lnTo>
                  <a:lnTo>
                    <a:pt x="256636" y="739733"/>
                  </a:lnTo>
                  <a:lnTo>
                    <a:pt x="262895" y="742976"/>
                  </a:lnTo>
                  <a:lnTo>
                    <a:pt x="269155" y="746733"/>
                  </a:lnTo>
                  <a:lnTo>
                    <a:pt x="275414" y="750424"/>
                  </a:lnTo>
                  <a:lnTo>
                    <a:pt x="281674" y="753608"/>
                  </a:lnTo>
                  <a:lnTo>
                    <a:pt x="287933" y="756046"/>
                  </a:lnTo>
                  <a:lnTo>
                    <a:pt x="294192" y="757713"/>
                  </a:lnTo>
                  <a:lnTo>
                    <a:pt x="300452" y="758751"/>
                  </a:lnTo>
                  <a:lnTo>
                    <a:pt x="306711" y="759366"/>
                  </a:lnTo>
                  <a:lnTo>
                    <a:pt x="312971" y="759773"/>
                  </a:lnTo>
                  <a:lnTo>
                    <a:pt x="319230" y="760086"/>
                  </a:lnTo>
                  <a:lnTo>
                    <a:pt x="325490" y="760328"/>
                  </a:lnTo>
                  <a:lnTo>
                    <a:pt x="331749" y="760468"/>
                  </a:lnTo>
                  <a:lnTo>
                    <a:pt x="338008" y="760447"/>
                  </a:lnTo>
                  <a:lnTo>
                    <a:pt x="344268" y="760190"/>
                  </a:lnTo>
                  <a:lnTo>
                    <a:pt x="350527" y="759594"/>
                  </a:lnTo>
                  <a:lnTo>
                    <a:pt x="356787" y="758514"/>
                  </a:lnTo>
                  <a:lnTo>
                    <a:pt x="363046" y="756754"/>
                  </a:lnTo>
                  <a:lnTo>
                    <a:pt x="369305" y="754091"/>
                  </a:lnTo>
                  <a:lnTo>
                    <a:pt x="375565" y="750319"/>
                  </a:lnTo>
                  <a:lnTo>
                    <a:pt x="381824" y="745301"/>
                  </a:lnTo>
                  <a:lnTo>
                    <a:pt x="388084" y="739014"/>
                  </a:lnTo>
                  <a:lnTo>
                    <a:pt x="394343" y="731564"/>
                  </a:lnTo>
                  <a:lnTo>
                    <a:pt x="400603" y="723167"/>
                  </a:lnTo>
                  <a:lnTo>
                    <a:pt x="406862" y="714093"/>
                  </a:lnTo>
                  <a:lnTo>
                    <a:pt x="413121" y="704602"/>
                  </a:lnTo>
                  <a:lnTo>
                    <a:pt x="419381" y="694894"/>
                  </a:lnTo>
                  <a:lnTo>
                    <a:pt x="425640" y="685030"/>
                  </a:lnTo>
                  <a:lnTo>
                    <a:pt x="431900" y="674905"/>
                  </a:lnTo>
                  <a:lnTo>
                    <a:pt x="438159" y="664229"/>
                  </a:lnTo>
                  <a:lnTo>
                    <a:pt x="444419" y="652479"/>
                  </a:lnTo>
                  <a:lnTo>
                    <a:pt x="450678" y="638847"/>
                  </a:lnTo>
                  <a:lnTo>
                    <a:pt x="456937" y="622205"/>
                  </a:lnTo>
                  <a:lnTo>
                    <a:pt x="463197" y="601115"/>
                  </a:lnTo>
                  <a:lnTo>
                    <a:pt x="469456" y="573936"/>
                  </a:lnTo>
                  <a:lnTo>
                    <a:pt x="475716" y="539013"/>
                  </a:lnTo>
                  <a:lnTo>
                    <a:pt x="481975" y="494953"/>
                  </a:lnTo>
                  <a:lnTo>
                    <a:pt x="488235" y="440946"/>
                  </a:lnTo>
                  <a:lnTo>
                    <a:pt x="494494" y="377130"/>
                  </a:lnTo>
                  <a:lnTo>
                    <a:pt x="500753" y="304970"/>
                  </a:lnTo>
                  <a:lnTo>
                    <a:pt x="507013" y="227634"/>
                  </a:lnTo>
                  <a:lnTo>
                    <a:pt x="513272" y="150273"/>
                  </a:lnTo>
                  <a:lnTo>
                    <a:pt x="519532" y="80188"/>
                  </a:lnTo>
                  <a:lnTo>
                    <a:pt x="525791" y="27405"/>
                  </a:lnTo>
                  <a:lnTo>
                    <a:pt x="532050" y="0"/>
                  </a:lnTo>
                  <a:lnTo>
                    <a:pt x="538310" y="4222"/>
                  </a:lnTo>
                  <a:lnTo>
                    <a:pt x="544569" y="42326"/>
                  </a:lnTo>
                  <a:lnTo>
                    <a:pt x="550829" y="111619"/>
                  </a:lnTo>
                  <a:lnTo>
                    <a:pt x="557088" y="204758"/>
                  </a:lnTo>
                  <a:lnTo>
                    <a:pt x="563348" y="311260"/>
                  </a:lnTo>
                  <a:lnTo>
                    <a:pt x="569607" y="419746"/>
                  </a:lnTo>
                  <a:lnTo>
                    <a:pt x="575866" y="520208"/>
                  </a:lnTo>
                  <a:lnTo>
                    <a:pt x="582126" y="605646"/>
                  </a:lnTo>
                  <a:lnTo>
                    <a:pt x="588385" y="672717"/>
                  </a:lnTo>
                  <a:lnTo>
                    <a:pt x="594645" y="721410"/>
                  </a:lnTo>
                  <a:lnTo>
                    <a:pt x="600904" y="754084"/>
                  </a:lnTo>
                  <a:lnTo>
                    <a:pt x="607164" y="774280"/>
                  </a:lnTo>
                  <a:lnTo>
                    <a:pt x="613423" y="785701"/>
                  </a:lnTo>
                  <a:lnTo>
                    <a:pt x="619682" y="791558"/>
                  </a:lnTo>
                  <a:lnTo>
                    <a:pt x="625942" y="794281"/>
                  </a:lnTo>
                  <a:lnTo>
                    <a:pt x="632201" y="795495"/>
                  </a:lnTo>
                  <a:lnTo>
                    <a:pt x="638461" y="796283"/>
                  </a:lnTo>
                  <a:lnTo>
                    <a:pt x="644720" y="797113"/>
                  </a:lnTo>
                  <a:lnTo>
                    <a:pt x="650980" y="798144"/>
                  </a:lnTo>
                  <a:lnTo>
                    <a:pt x="657239" y="799355"/>
                  </a:lnTo>
                  <a:lnTo>
                    <a:pt x="663498" y="800629"/>
                  </a:lnTo>
                  <a:lnTo>
                    <a:pt x="669758" y="801827"/>
                  </a:lnTo>
                  <a:lnTo>
                    <a:pt x="676017" y="802843"/>
                  </a:lnTo>
                  <a:lnTo>
                    <a:pt x="682277" y="803630"/>
                  </a:lnTo>
                  <a:lnTo>
                    <a:pt x="688536" y="804207"/>
                  </a:lnTo>
                  <a:lnTo>
                    <a:pt x="694796" y="804633"/>
                  </a:lnTo>
                  <a:lnTo>
                    <a:pt x="701055" y="804984"/>
                  </a:lnTo>
                  <a:lnTo>
                    <a:pt x="707314" y="805314"/>
                  </a:lnTo>
                  <a:lnTo>
                    <a:pt x="713574" y="805643"/>
                  </a:lnTo>
                  <a:lnTo>
                    <a:pt x="719833" y="805946"/>
                  </a:lnTo>
                  <a:lnTo>
                    <a:pt x="726093" y="806172"/>
                  </a:lnTo>
                  <a:lnTo>
                    <a:pt x="732352" y="806264"/>
                  </a:lnTo>
                  <a:lnTo>
                    <a:pt x="738611" y="806172"/>
                  </a:lnTo>
                  <a:lnTo>
                    <a:pt x="744871" y="805902"/>
                  </a:lnTo>
                  <a:lnTo>
                    <a:pt x="751130" y="805511"/>
                  </a:lnTo>
                  <a:lnTo>
                    <a:pt x="757390" y="805086"/>
                  </a:lnTo>
                  <a:lnTo>
                    <a:pt x="763649" y="804734"/>
                  </a:lnTo>
                  <a:lnTo>
                    <a:pt x="769909" y="804543"/>
                  </a:lnTo>
                  <a:lnTo>
                    <a:pt x="776168" y="804561"/>
                  </a:lnTo>
                  <a:lnTo>
                    <a:pt x="782427" y="804771"/>
                  </a:lnTo>
                  <a:lnTo>
                    <a:pt x="788687" y="805093"/>
                  </a:lnTo>
                  <a:lnTo>
                    <a:pt x="794946" y="805404"/>
                  </a:lnTo>
                  <a:lnTo>
                    <a:pt x="801206" y="805569"/>
                  </a:lnTo>
                  <a:lnTo>
                    <a:pt x="807465" y="805480"/>
                  </a:lnTo>
                  <a:lnTo>
                    <a:pt x="813725" y="805094"/>
                  </a:lnTo>
                  <a:lnTo>
                    <a:pt x="819984" y="804449"/>
                  </a:lnTo>
                  <a:lnTo>
                    <a:pt x="826243" y="803655"/>
                  </a:lnTo>
                  <a:lnTo>
                    <a:pt x="832503" y="802876"/>
                  </a:lnTo>
                  <a:lnTo>
                    <a:pt x="838762" y="802281"/>
                  </a:lnTo>
                  <a:lnTo>
                    <a:pt x="845022" y="802016"/>
                  </a:lnTo>
                  <a:lnTo>
                    <a:pt x="851281" y="802152"/>
                  </a:lnTo>
                  <a:lnTo>
                    <a:pt x="857541" y="802647"/>
                  </a:lnTo>
                  <a:lnTo>
                    <a:pt x="863800" y="803408"/>
                  </a:lnTo>
                  <a:lnTo>
                    <a:pt x="870059" y="804309"/>
                  </a:lnTo>
                  <a:lnTo>
                    <a:pt x="876319" y="805222"/>
                  </a:lnTo>
                  <a:lnTo>
                    <a:pt x="882578" y="806040"/>
                  </a:lnTo>
                  <a:lnTo>
                    <a:pt x="888838" y="806695"/>
                  </a:lnTo>
                  <a:lnTo>
                    <a:pt x="895097" y="807153"/>
                  </a:lnTo>
                  <a:lnTo>
                    <a:pt x="901356" y="807419"/>
                  </a:lnTo>
                  <a:lnTo>
                    <a:pt x="907616" y="807526"/>
                  </a:lnTo>
                  <a:lnTo>
                    <a:pt x="913875" y="807526"/>
                  </a:lnTo>
                  <a:lnTo>
                    <a:pt x="920135" y="807481"/>
                  </a:lnTo>
                  <a:lnTo>
                    <a:pt x="926394" y="807454"/>
                  </a:lnTo>
                  <a:lnTo>
                    <a:pt x="932654" y="807493"/>
                  </a:lnTo>
                  <a:lnTo>
                    <a:pt x="938913" y="807621"/>
                  </a:lnTo>
                  <a:lnTo>
                    <a:pt x="945172" y="807838"/>
                  </a:lnTo>
                  <a:lnTo>
                    <a:pt x="951432" y="808118"/>
                  </a:lnTo>
                  <a:lnTo>
                    <a:pt x="957691" y="808429"/>
                  </a:lnTo>
                  <a:lnTo>
                    <a:pt x="963951" y="808741"/>
                  </a:lnTo>
                  <a:lnTo>
                    <a:pt x="970210" y="809046"/>
                  </a:lnTo>
                  <a:lnTo>
                    <a:pt x="976470" y="809348"/>
                  </a:lnTo>
                  <a:lnTo>
                    <a:pt x="982729" y="809656"/>
                  </a:lnTo>
                  <a:lnTo>
                    <a:pt x="988988" y="809976"/>
                  </a:lnTo>
                  <a:lnTo>
                    <a:pt x="995248" y="810305"/>
                  </a:lnTo>
                  <a:lnTo>
                    <a:pt x="1001507" y="810630"/>
                  </a:lnTo>
                  <a:lnTo>
                    <a:pt x="1007767" y="810933"/>
                  </a:lnTo>
                  <a:lnTo>
                    <a:pt x="1014026" y="811197"/>
                  </a:lnTo>
                  <a:lnTo>
                    <a:pt x="1020286" y="811410"/>
                  </a:lnTo>
                  <a:lnTo>
                    <a:pt x="1026545" y="811570"/>
                  </a:lnTo>
                  <a:lnTo>
                    <a:pt x="1032804" y="811680"/>
                  </a:lnTo>
                  <a:lnTo>
                    <a:pt x="1039064" y="811747"/>
                  </a:lnTo>
                  <a:lnTo>
                    <a:pt x="1045323" y="811778"/>
                  </a:lnTo>
                  <a:lnTo>
                    <a:pt x="1051583" y="811780"/>
                  </a:lnTo>
                  <a:lnTo>
                    <a:pt x="1057842" y="811752"/>
                  </a:lnTo>
                  <a:lnTo>
                    <a:pt x="1064101" y="811687"/>
                  </a:lnTo>
                  <a:lnTo>
                    <a:pt x="1070361" y="811577"/>
                  </a:lnTo>
                  <a:lnTo>
                    <a:pt x="1076620" y="811412"/>
                  </a:lnTo>
                  <a:lnTo>
                    <a:pt x="1082880" y="811187"/>
                  </a:lnTo>
                  <a:lnTo>
                    <a:pt x="1089139" y="810900"/>
                  </a:lnTo>
                  <a:lnTo>
                    <a:pt x="1095399" y="810563"/>
                  </a:lnTo>
                  <a:lnTo>
                    <a:pt x="1101658" y="810193"/>
                  </a:lnTo>
                  <a:lnTo>
                    <a:pt x="1107917" y="809815"/>
                  </a:lnTo>
                  <a:lnTo>
                    <a:pt x="1114177" y="809452"/>
                  </a:lnTo>
                  <a:lnTo>
                    <a:pt x="1120436" y="809122"/>
                  </a:lnTo>
                  <a:lnTo>
                    <a:pt x="1126696" y="808834"/>
                  </a:lnTo>
                  <a:lnTo>
                    <a:pt x="1132955" y="808581"/>
                  </a:lnTo>
                  <a:lnTo>
                    <a:pt x="1139215" y="808346"/>
                  </a:lnTo>
                  <a:lnTo>
                    <a:pt x="1145474" y="808106"/>
                  </a:lnTo>
                  <a:lnTo>
                    <a:pt x="1151733" y="807839"/>
                  </a:lnTo>
                  <a:lnTo>
                    <a:pt x="1157993" y="807533"/>
                  </a:lnTo>
                  <a:lnTo>
                    <a:pt x="1164252" y="807195"/>
                  </a:lnTo>
                  <a:lnTo>
                    <a:pt x="1170512" y="806858"/>
                  </a:lnTo>
                  <a:lnTo>
                    <a:pt x="1176771" y="806582"/>
                  </a:lnTo>
                  <a:lnTo>
                    <a:pt x="1183031" y="806432"/>
                  </a:lnTo>
                  <a:lnTo>
                    <a:pt x="1189290" y="806464"/>
                  </a:lnTo>
                  <a:lnTo>
                    <a:pt x="1195549" y="806710"/>
                  </a:lnTo>
                  <a:lnTo>
                    <a:pt x="1201809" y="807164"/>
                  </a:lnTo>
                  <a:lnTo>
                    <a:pt x="1208068" y="807784"/>
                  </a:lnTo>
                  <a:lnTo>
                    <a:pt x="1214328" y="808500"/>
                  </a:lnTo>
                  <a:lnTo>
                    <a:pt x="1220587" y="809236"/>
                  </a:lnTo>
                  <a:lnTo>
                    <a:pt x="1226846" y="809921"/>
                  </a:lnTo>
                  <a:lnTo>
                    <a:pt x="1233106" y="810507"/>
                  </a:lnTo>
                  <a:lnTo>
                    <a:pt x="1239365" y="810967"/>
                  </a:lnTo>
                  <a:lnTo>
                    <a:pt x="1245625" y="811303"/>
                  </a:lnTo>
                  <a:lnTo>
                    <a:pt x="1251884" y="811528"/>
                  </a:lnTo>
                  <a:lnTo>
                    <a:pt x="1258144" y="811665"/>
                  </a:lnTo>
                  <a:lnTo>
                    <a:pt x="1264403" y="811735"/>
                  </a:lnTo>
                  <a:lnTo>
                    <a:pt x="1270662" y="811754"/>
                  </a:lnTo>
                  <a:lnTo>
                    <a:pt x="1276922" y="811728"/>
                  </a:lnTo>
                  <a:lnTo>
                    <a:pt x="1283181" y="811651"/>
                  </a:lnTo>
                  <a:lnTo>
                    <a:pt x="1289441" y="811514"/>
                  </a:lnTo>
                  <a:lnTo>
                    <a:pt x="1295700" y="811305"/>
                  </a:lnTo>
                  <a:lnTo>
                    <a:pt x="1301960" y="811013"/>
                  </a:lnTo>
                  <a:lnTo>
                    <a:pt x="1308219" y="810639"/>
                  </a:lnTo>
                  <a:lnTo>
                    <a:pt x="1314478" y="810197"/>
                  </a:lnTo>
                  <a:lnTo>
                    <a:pt x="1320738" y="809720"/>
                  </a:lnTo>
                  <a:lnTo>
                    <a:pt x="1326997" y="809256"/>
                  </a:lnTo>
                  <a:lnTo>
                    <a:pt x="1333257" y="808855"/>
                  </a:lnTo>
                  <a:lnTo>
                    <a:pt x="1339516" y="808561"/>
                  </a:lnTo>
                  <a:lnTo>
                    <a:pt x="1345776" y="808396"/>
                  </a:lnTo>
                  <a:lnTo>
                    <a:pt x="1352035" y="808350"/>
                  </a:lnTo>
                  <a:lnTo>
                    <a:pt x="1358294" y="808382"/>
                  </a:lnTo>
                  <a:lnTo>
                    <a:pt x="1364554" y="808425"/>
                  </a:lnTo>
                  <a:lnTo>
                    <a:pt x="1370813" y="808407"/>
                  </a:lnTo>
                  <a:lnTo>
                    <a:pt x="1377073" y="808271"/>
                  </a:lnTo>
                  <a:lnTo>
                    <a:pt x="1383332" y="807999"/>
                  </a:lnTo>
                  <a:lnTo>
                    <a:pt x="1389592" y="807619"/>
                  </a:lnTo>
                  <a:lnTo>
                    <a:pt x="1395851" y="807220"/>
                  </a:lnTo>
                  <a:lnTo>
                    <a:pt x="1402110" y="806903"/>
                  </a:lnTo>
                  <a:lnTo>
                    <a:pt x="1408370" y="806757"/>
                  </a:lnTo>
                  <a:lnTo>
                    <a:pt x="1414629" y="806843"/>
                  </a:lnTo>
                  <a:lnTo>
                    <a:pt x="1420889" y="807171"/>
                  </a:lnTo>
                  <a:lnTo>
                    <a:pt x="1427148" y="807706"/>
                  </a:lnTo>
                  <a:lnTo>
                    <a:pt x="1433407" y="808377"/>
                  </a:lnTo>
                  <a:lnTo>
                    <a:pt x="1439667" y="809098"/>
                  </a:lnTo>
                  <a:lnTo>
                    <a:pt x="1445926" y="809791"/>
                  </a:lnTo>
                  <a:lnTo>
                    <a:pt x="1452186" y="810397"/>
                  </a:lnTo>
                  <a:lnTo>
                    <a:pt x="1458445" y="810883"/>
                  </a:lnTo>
                  <a:lnTo>
                    <a:pt x="1464705" y="811243"/>
                  </a:lnTo>
                  <a:lnTo>
                    <a:pt x="1470964" y="811491"/>
                  </a:lnTo>
                  <a:lnTo>
                    <a:pt x="1477223" y="811649"/>
                  </a:lnTo>
                  <a:lnTo>
                    <a:pt x="1483483" y="811742"/>
                  </a:lnTo>
                  <a:lnTo>
                    <a:pt x="1489742" y="811789"/>
                  </a:lnTo>
                  <a:lnTo>
                    <a:pt x="1496002" y="811805"/>
                  </a:lnTo>
                  <a:lnTo>
                    <a:pt x="1502261" y="811794"/>
                  </a:lnTo>
                  <a:lnTo>
                    <a:pt x="1508521" y="811755"/>
                  </a:lnTo>
                  <a:lnTo>
                    <a:pt x="1514780" y="811677"/>
                  </a:lnTo>
                  <a:lnTo>
                    <a:pt x="1521039" y="811544"/>
                  </a:lnTo>
                  <a:lnTo>
                    <a:pt x="1527299" y="811338"/>
                  </a:lnTo>
                  <a:lnTo>
                    <a:pt x="1533558" y="811045"/>
                  </a:lnTo>
                  <a:lnTo>
                    <a:pt x="1539818" y="810660"/>
                  </a:lnTo>
                  <a:lnTo>
                    <a:pt x="1546077" y="810197"/>
                  </a:lnTo>
                  <a:lnTo>
                    <a:pt x="1552337" y="809691"/>
                  </a:lnTo>
                  <a:lnTo>
                    <a:pt x="1558596" y="809199"/>
                  </a:lnTo>
                  <a:lnTo>
                    <a:pt x="1564855" y="808787"/>
                  </a:lnTo>
                  <a:lnTo>
                    <a:pt x="1571115" y="808522"/>
                  </a:lnTo>
                  <a:lnTo>
                    <a:pt x="1577374" y="808449"/>
                  </a:lnTo>
                  <a:lnTo>
                    <a:pt x="1583634" y="808584"/>
                  </a:lnTo>
                  <a:lnTo>
                    <a:pt x="1589893" y="808904"/>
                  </a:lnTo>
                  <a:lnTo>
                    <a:pt x="1596152" y="809356"/>
                  </a:lnTo>
                  <a:lnTo>
                    <a:pt x="1602412" y="809870"/>
                  </a:lnTo>
                  <a:lnTo>
                    <a:pt x="1608671" y="810371"/>
                  </a:lnTo>
                  <a:lnTo>
                    <a:pt x="1614931" y="810810"/>
                  </a:lnTo>
                  <a:lnTo>
                    <a:pt x="1621190" y="811161"/>
                  </a:lnTo>
                  <a:lnTo>
                    <a:pt x="1627450" y="811420"/>
                  </a:lnTo>
                  <a:lnTo>
                    <a:pt x="1633709" y="811597"/>
                  </a:lnTo>
                  <a:lnTo>
                    <a:pt x="1639968" y="811710"/>
                  </a:lnTo>
                  <a:lnTo>
                    <a:pt x="1646228" y="811776"/>
                  </a:lnTo>
                  <a:lnTo>
                    <a:pt x="1652487" y="811813"/>
                  </a:lnTo>
                  <a:lnTo>
                    <a:pt x="1658747" y="811832"/>
                  </a:lnTo>
                  <a:lnTo>
                    <a:pt x="1665006" y="811841"/>
                  </a:lnTo>
                  <a:lnTo>
                    <a:pt x="1671266" y="811845"/>
                  </a:lnTo>
                  <a:lnTo>
                    <a:pt x="1677525" y="811847"/>
                  </a:lnTo>
                  <a:lnTo>
                    <a:pt x="1683784" y="811847"/>
                  </a:lnTo>
                  <a:lnTo>
                    <a:pt x="1690044" y="811848"/>
                  </a:lnTo>
                  <a:lnTo>
                    <a:pt x="1696303" y="811848"/>
                  </a:lnTo>
                  <a:lnTo>
                    <a:pt x="1702563" y="811848"/>
                  </a:lnTo>
                  <a:lnTo>
                    <a:pt x="1708822" y="811848"/>
                  </a:lnTo>
                  <a:lnTo>
                    <a:pt x="1715082" y="811848"/>
                  </a:lnTo>
                  <a:lnTo>
                    <a:pt x="1721341" y="811848"/>
                  </a:lnTo>
                  <a:lnTo>
                    <a:pt x="1727600" y="811848"/>
                  </a:lnTo>
                  <a:lnTo>
                    <a:pt x="1733860" y="811848"/>
                  </a:lnTo>
                  <a:lnTo>
                    <a:pt x="1740119" y="811847"/>
                  </a:lnTo>
                  <a:lnTo>
                    <a:pt x="1746379" y="811847"/>
                  </a:lnTo>
                  <a:lnTo>
                    <a:pt x="1752638" y="811846"/>
                  </a:lnTo>
                  <a:lnTo>
                    <a:pt x="1758897" y="811842"/>
                  </a:lnTo>
                  <a:lnTo>
                    <a:pt x="1765157" y="811836"/>
                  </a:lnTo>
                  <a:lnTo>
                    <a:pt x="1771416" y="811822"/>
                  </a:lnTo>
                  <a:lnTo>
                    <a:pt x="1777676" y="811796"/>
                  </a:lnTo>
                  <a:lnTo>
                    <a:pt x="1783935" y="811750"/>
                  </a:lnTo>
                  <a:lnTo>
                    <a:pt x="1790195" y="811674"/>
                  </a:lnTo>
                  <a:lnTo>
                    <a:pt x="1796454" y="811557"/>
                  </a:lnTo>
                  <a:lnTo>
                    <a:pt x="1802713" y="811389"/>
                  </a:lnTo>
                  <a:lnTo>
                    <a:pt x="1808973" y="811164"/>
                  </a:lnTo>
                  <a:lnTo>
                    <a:pt x="1815232" y="810883"/>
                  </a:lnTo>
                  <a:lnTo>
                    <a:pt x="1821492" y="810555"/>
                  </a:lnTo>
                  <a:lnTo>
                    <a:pt x="1827751" y="810204"/>
                  </a:lnTo>
                  <a:lnTo>
                    <a:pt x="1834011" y="809855"/>
                  </a:lnTo>
                  <a:lnTo>
                    <a:pt x="1840270" y="809532"/>
                  </a:lnTo>
                  <a:lnTo>
                    <a:pt x="1846529" y="809250"/>
                  </a:lnTo>
                  <a:lnTo>
                    <a:pt x="1852789" y="809018"/>
                  </a:lnTo>
                  <a:lnTo>
                    <a:pt x="1859048" y="808836"/>
                  </a:lnTo>
                  <a:lnTo>
                    <a:pt x="1865308" y="808702"/>
                  </a:lnTo>
                  <a:lnTo>
                    <a:pt x="1871567" y="808613"/>
                  </a:lnTo>
                  <a:lnTo>
                    <a:pt x="1877827" y="808572"/>
                  </a:lnTo>
                  <a:lnTo>
                    <a:pt x="1884086" y="808585"/>
                  </a:lnTo>
                  <a:lnTo>
                    <a:pt x="1890345" y="808661"/>
                  </a:lnTo>
                  <a:lnTo>
                    <a:pt x="1896605" y="808809"/>
                  </a:lnTo>
                  <a:lnTo>
                    <a:pt x="1902864" y="809033"/>
                  </a:lnTo>
                  <a:lnTo>
                    <a:pt x="1909124" y="809326"/>
                  </a:lnTo>
                  <a:lnTo>
                    <a:pt x="1915383" y="809673"/>
                  </a:lnTo>
                  <a:lnTo>
                    <a:pt x="1921642" y="810045"/>
                  </a:lnTo>
                  <a:lnTo>
                    <a:pt x="1927902" y="810408"/>
                  </a:lnTo>
                  <a:lnTo>
                    <a:pt x="1934161" y="810723"/>
                  </a:lnTo>
                  <a:lnTo>
                    <a:pt x="1940421" y="810959"/>
                  </a:lnTo>
                  <a:lnTo>
                    <a:pt x="1946680" y="811096"/>
                  </a:lnTo>
                  <a:lnTo>
                    <a:pt x="1952940" y="811126"/>
                  </a:lnTo>
                  <a:lnTo>
                    <a:pt x="1959199" y="811054"/>
                  </a:lnTo>
                  <a:lnTo>
                    <a:pt x="1965458" y="810897"/>
                  </a:lnTo>
                  <a:lnTo>
                    <a:pt x="1971718" y="810687"/>
                  </a:lnTo>
                  <a:lnTo>
                    <a:pt x="1977977" y="810464"/>
                  </a:lnTo>
                  <a:lnTo>
                    <a:pt x="1984237" y="810273"/>
                  </a:lnTo>
                  <a:lnTo>
                    <a:pt x="1990496" y="810153"/>
                  </a:lnTo>
                  <a:lnTo>
                    <a:pt x="1996756" y="810130"/>
                  </a:lnTo>
                  <a:lnTo>
                    <a:pt x="2003015" y="810212"/>
                  </a:lnTo>
                  <a:lnTo>
                    <a:pt x="2009274" y="810385"/>
                  </a:lnTo>
                  <a:lnTo>
                    <a:pt x="2015534" y="810621"/>
                  </a:lnTo>
                  <a:lnTo>
                    <a:pt x="2021793" y="810884"/>
                  </a:lnTo>
                  <a:lnTo>
                    <a:pt x="2028053" y="811138"/>
                  </a:lnTo>
                  <a:lnTo>
                    <a:pt x="2034312" y="811356"/>
                  </a:lnTo>
                  <a:lnTo>
                    <a:pt x="2040572" y="811523"/>
                  </a:lnTo>
                  <a:lnTo>
                    <a:pt x="2046831" y="811638"/>
                  </a:lnTo>
                  <a:lnTo>
                    <a:pt x="2053090" y="811702"/>
                  </a:lnTo>
                  <a:lnTo>
                    <a:pt x="2059350" y="811720"/>
                  </a:lnTo>
                  <a:lnTo>
                    <a:pt x="2065609" y="811692"/>
                  </a:lnTo>
                  <a:lnTo>
                    <a:pt x="2071869" y="811618"/>
                  </a:lnTo>
                  <a:lnTo>
                    <a:pt x="2078128" y="811492"/>
                  </a:lnTo>
                  <a:lnTo>
                    <a:pt x="2084388" y="811314"/>
                  </a:lnTo>
                  <a:lnTo>
                    <a:pt x="2090647" y="811087"/>
                  </a:lnTo>
                  <a:lnTo>
                    <a:pt x="2096906" y="810823"/>
                  </a:lnTo>
                  <a:lnTo>
                    <a:pt x="2103166" y="810543"/>
                  </a:lnTo>
                  <a:lnTo>
                    <a:pt x="2109425" y="810270"/>
                  </a:lnTo>
                  <a:lnTo>
                    <a:pt x="2115685" y="810027"/>
                  </a:lnTo>
                  <a:lnTo>
                    <a:pt x="2121944" y="809822"/>
                  </a:lnTo>
                  <a:lnTo>
                    <a:pt x="2128203" y="809652"/>
                  </a:lnTo>
                  <a:lnTo>
                    <a:pt x="2134463" y="809492"/>
                  </a:lnTo>
                  <a:lnTo>
                    <a:pt x="2140722" y="809312"/>
                  </a:lnTo>
                  <a:lnTo>
                    <a:pt x="2146982" y="809088"/>
                  </a:lnTo>
                  <a:lnTo>
                    <a:pt x="2153241" y="808826"/>
                  </a:lnTo>
                  <a:lnTo>
                    <a:pt x="2159501" y="808559"/>
                  </a:lnTo>
                  <a:lnTo>
                    <a:pt x="2165760" y="808345"/>
                  </a:lnTo>
                  <a:lnTo>
                    <a:pt x="2172019" y="808242"/>
                  </a:lnTo>
                  <a:lnTo>
                    <a:pt x="2178279" y="808297"/>
                  </a:lnTo>
                  <a:lnTo>
                    <a:pt x="2184538" y="808525"/>
                  </a:lnTo>
                  <a:lnTo>
                    <a:pt x="2190798" y="808906"/>
                  </a:lnTo>
                  <a:lnTo>
                    <a:pt x="2197057" y="809389"/>
                  </a:lnTo>
                  <a:lnTo>
                    <a:pt x="2203317" y="809913"/>
                  </a:lnTo>
                  <a:lnTo>
                    <a:pt x="2209576" y="810417"/>
                  </a:lnTo>
                  <a:lnTo>
                    <a:pt x="2215835" y="810853"/>
                  </a:lnTo>
                  <a:lnTo>
                    <a:pt x="2222095" y="811197"/>
                  </a:lnTo>
                  <a:lnTo>
                    <a:pt x="2228354" y="811445"/>
                  </a:lnTo>
                  <a:lnTo>
                    <a:pt x="2234614" y="811605"/>
                  </a:lnTo>
                  <a:lnTo>
                    <a:pt x="2240873" y="811692"/>
                  </a:lnTo>
                  <a:lnTo>
                    <a:pt x="2247133" y="811719"/>
                  </a:lnTo>
                  <a:lnTo>
                    <a:pt x="2253392" y="811691"/>
                  </a:lnTo>
                  <a:lnTo>
                    <a:pt x="2259651" y="811614"/>
                  </a:lnTo>
                  <a:lnTo>
                    <a:pt x="2265911" y="811485"/>
                  </a:lnTo>
                  <a:lnTo>
                    <a:pt x="2272170" y="811305"/>
                  </a:lnTo>
                  <a:lnTo>
                    <a:pt x="2278430" y="811080"/>
                  </a:lnTo>
                  <a:lnTo>
                    <a:pt x="2284689" y="810827"/>
                  </a:lnTo>
                  <a:lnTo>
                    <a:pt x="2290948" y="810573"/>
                  </a:lnTo>
                  <a:lnTo>
                    <a:pt x="2297208" y="810353"/>
                  </a:lnTo>
                  <a:lnTo>
                    <a:pt x="2303467" y="810200"/>
                  </a:lnTo>
                  <a:lnTo>
                    <a:pt x="2309727" y="810142"/>
                  </a:lnTo>
                  <a:lnTo>
                    <a:pt x="2315986" y="810188"/>
                  </a:lnTo>
                  <a:lnTo>
                    <a:pt x="2322246" y="810331"/>
                  </a:lnTo>
                  <a:lnTo>
                    <a:pt x="2328505" y="810546"/>
                  </a:lnTo>
                  <a:lnTo>
                    <a:pt x="2334764" y="810799"/>
                  </a:lnTo>
                  <a:lnTo>
                    <a:pt x="2341024" y="811056"/>
                  </a:lnTo>
                  <a:lnTo>
                    <a:pt x="2347283" y="811288"/>
                  </a:lnTo>
                  <a:lnTo>
                    <a:pt x="2353543" y="811477"/>
                  </a:lnTo>
                  <a:lnTo>
                    <a:pt x="2359802" y="811616"/>
                  </a:lnTo>
                  <a:lnTo>
                    <a:pt x="2366062" y="811711"/>
                  </a:lnTo>
                  <a:lnTo>
                    <a:pt x="2372321" y="811772"/>
                  </a:lnTo>
                  <a:lnTo>
                    <a:pt x="2378580" y="811808"/>
                  </a:lnTo>
                  <a:lnTo>
                    <a:pt x="2384840" y="811828"/>
                  </a:lnTo>
                  <a:lnTo>
                    <a:pt x="2391099" y="811839"/>
                  </a:lnTo>
                  <a:lnTo>
                    <a:pt x="2397359" y="811844"/>
                  </a:lnTo>
                  <a:lnTo>
                    <a:pt x="2403618" y="811846"/>
                  </a:lnTo>
                  <a:lnTo>
                    <a:pt x="2409878" y="811847"/>
                  </a:lnTo>
                  <a:lnTo>
                    <a:pt x="2416137" y="811847"/>
                  </a:lnTo>
                  <a:lnTo>
                    <a:pt x="2422396" y="811848"/>
                  </a:lnTo>
                  <a:lnTo>
                    <a:pt x="2428656" y="811848"/>
                  </a:lnTo>
                  <a:lnTo>
                    <a:pt x="2434915" y="811848"/>
                  </a:lnTo>
                  <a:lnTo>
                    <a:pt x="2441175" y="811848"/>
                  </a:lnTo>
                  <a:lnTo>
                    <a:pt x="2447434" y="811848"/>
                  </a:lnTo>
                  <a:lnTo>
                    <a:pt x="2453693" y="811848"/>
                  </a:lnTo>
                  <a:lnTo>
                    <a:pt x="2459953" y="811848"/>
                  </a:lnTo>
                  <a:lnTo>
                    <a:pt x="2466212" y="811848"/>
                  </a:lnTo>
                  <a:lnTo>
                    <a:pt x="2472472" y="811848"/>
                  </a:lnTo>
                  <a:lnTo>
                    <a:pt x="2478731" y="811848"/>
                  </a:lnTo>
                  <a:lnTo>
                    <a:pt x="2484991" y="811848"/>
                  </a:lnTo>
                  <a:lnTo>
                    <a:pt x="2491250" y="811848"/>
                  </a:lnTo>
                  <a:lnTo>
                    <a:pt x="2497509" y="811848"/>
                  </a:lnTo>
                  <a:lnTo>
                    <a:pt x="2503769" y="811848"/>
                  </a:lnTo>
                  <a:lnTo>
                    <a:pt x="2510028" y="811848"/>
                  </a:lnTo>
                  <a:lnTo>
                    <a:pt x="2516288" y="811848"/>
                  </a:lnTo>
                  <a:lnTo>
                    <a:pt x="2522547" y="811848"/>
                  </a:lnTo>
                  <a:lnTo>
                    <a:pt x="2528807" y="811848"/>
                  </a:lnTo>
                  <a:lnTo>
                    <a:pt x="2535066" y="811848"/>
                  </a:lnTo>
                  <a:lnTo>
                    <a:pt x="2541325" y="811848"/>
                  </a:lnTo>
                  <a:lnTo>
                    <a:pt x="2547585" y="811848"/>
                  </a:lnTo>
                  <a:lnTo>
                    <a:pt x="2553844" y="811848"/>
                  </a:lnTo>
                  <a:lnTo>
                    <a:pt x="2560104" y="811848"/>
                  </a:lnTo>
                  <a:lnTo>
                    <a:pt x="2566363" y="811848"/>
                  </a:lnTo>
                  <a:lnTo>
                    <a:pt x="2572623" y="811848"/>
                  </a:lnTo>
                  <a:lnTo>
                    <a:pt x="2578882" y="811848"/>
                  </a:lnTo>
                  <a:lnTo>
                    <a:pt x="2585141" y="811848"/>
                  </a:lnTo>
                  <a:lnTo>
                    <a:pt x="2591401" y="811848"/>
                  </a:lnTo>
                  <a:lnTo>
                    <a:pt x="2597660" y="811848"/>
                  </a:lnTo>
                  <a:lnTo>
                    <a:pt x="2603920" y="811848"/>
                  </a:lnTo>
                  <a:lnTo>
                    <a:pt x="2610179" y="811848"/>
                  </a:lnTo>
                  <a:lnTo>
                    <a:pt x="2616438" y="811848"/>
                  </a:lnTo>
                  <a:lnTo>
                    <a:pt x="2622698" y="811848"/>
                  </a:lnTo>
                  <a:lnTo>
                    <a:pt x="2628957" y="811848"/>
                  </a:lnTo>
                  <a:lnTo>
                    <a:pt x="2635217" y="811848"/>
                  </a:lnTo>
                  <a:lnTo>
                    <a:pt x="2641476" y="811848"/>
                  </a:lnTo>
                  <a:lnTo>
                    <a:pt x="2647736" y="811848"/>
                  </a:lnTo>
                  <a:lnTo>
                    <a:pt x="2653995" y="811848"/>
                  </a:lnTo>
                  <a:lnTo>
                    <a:pt x="2660254" y="811848"/>
                  </a:lnTo>
                  <a:lnTo>
                    <a:pt x="2666514" y="811848"/>
                  </a:lnTo>
                  <a:lnTo>
                    <a:pt x="2672773" y="811848"/>
                  </a:lnTo>
                  <a:lnTo>
                    <a:pt x="2679033" y="811848"/>
                  </a:lnTo>
                  <a:lnTo>
                    <a:pt x="2685292" y="811848"/>
                  </a:lnTo>
                  <a:lnTo>
                    <a:pt x="2691552" y="811848"/>
                  </a:lnTo>
                  <a:lnTo>
                    <a:pt x="2697811" y="811848"/>
                  </a:lnTo>
                  <a:lnTo>
                    <a:pt x="2704070" y="811848"/>
                  </a:lnTo>
                  <a:lnTo>
                    <a:pt x="2710330" y="811848"/>
                  </a:lnTo>
                  <a:lnTo>
                    <a:pt x="2716589" y="811847"/>
                  </a:lnTo>
                  <a:lnTo>
                    <a:pt x="2722849" y="811847"/>
                  </a:lnTo>
                  <a:lnTo>
                    <a:pt x="2729108" y="811846"/>
                  </a:lnTo>
                  <a:lnTo>
                    <a:pt x="2735368" y="811843"/>
                  </a:lnTo>
                  <a:lnTo>
                    <a:pt x="2741627" y="811837"/>
                  </a:lnTo>
                  <a:lnTo>
                    <a:pt x="2747886" y="811824"/>
                  </a:lnTo>
                  <a:lnTo>
                    <a:pt x="2754146" y="811800"/>
                  </a:lnTo>
                  <a:lnTo>
                    <a:pt x="2760405" y="811757"/>
                  </a:lnTo>
                  <a:lnTo>
                    <a:pt x="2766665" y="811687"/>
                  </a:lnTo>
                  <a:lnTo>
                    <a:pt x="2772924" y="811579"/>
                  </a:lnTo>
                  <a:lnTo>
                    <a:pt x="2779184" y="811426"/>
                  </a:lnTo>
                  <a:lnTo>
                    <a:pt x="2785443" y="811223"/>
                  </a:lnTo>
                  <a:lnTo>
                    <a:pt x="2791702" y="810973"/>
                  </a:lnTo>
                  <a:lnTo>
                    <a:pt x="2797962" y="810697"/>
                  </a:lnTo>
                  <a:lnTo>
                    <a:pt x="2804221" y="810419"/>
                  </a:lnTo>
                  <a:lnTo>
                    <a:pt x="2810481" y="810169"/>
                  </a:lnTo>
                  <a:lnTo>
                    <a:pt x="2816740" y="809969"/>
                  </a:lnTo>
                  <a:lnTo>
                    <a:pt x="2822999" y="809831"/>
                  </a:lnTo>
                  <a:lnTo>
                    <a:pt x="2829259" y="809749"/>
                  </a:lnTo>
                  <a:lnTo>
                    <a:pt x="2835518" y="809711"/>
                  </a:lnTo>
                  <a:lnTo>
                    <a:pt x="2841778" y="809698"/>
                  </a:lnTo>
                  <a:lnTo>
                    <a:pt x="2848037" y="809698"/>
                  </a:lnTo>
                  <a:lnTo>
                    <a:pt x="2854297" y="809711"/>
                  </a:lnTo>
                  <a:lnTo>
                    <a:pt x="2860556" y="809748"/>
                  </a:lnTo>
                  <a:lnTo>
                    <a:pt x="2866815" y="809826"/>
                  </a:lnTo>
                  <a:lnTo>
                    <a:pt x="2873075" y="809959"/>
                  </a:lnTo>
                  <a:lnTo>
                    <a:pt x="2879334" y="810147"/>
                  </a:lnTo>
                  <a:lnTo>
                    <a:pt x="2885594" y="810377"/>
                  </a:lnTo>
                  <a:lnTo>
                    <a:pt x="2891853" y="810620"/>
                  </a:lnTo>
                  <a:lnTo>
                    <a:pt x="2898113" y="810837"/>
                  </a:lnTo>
                  <a:lnTo>
                    <a:pt x="2904372" y="810988"/>
                  </a:lnTo>
                  <a:lnTo>
                    <a:pt x="2910631" y="811050"/>
                  </a:lnTo>
                  <a:lnTo>
                    <a:pt x="2916891" y="811016"/>
                  </a:lnTo>
                  <a:lnTo>
                    <a:pt x="2923150" y="810894"/>
                  </a:lnTo>
                  <a:lnTo>
                    <a:pt x="2929410" y="810709"/>
                  </a:lnTo>
                  <a:lnTo>
                    <a:pt x="2935669" y="810500"/>
                  </a:lnTo>
                  <a:lnTo>
                    <a:pt x="2941929" y="810309"/>
                  </a:lnTo>
                  <a:lnTo>
                    <a:pt x="2948188" y="810178"/>
                  </a:lnTo>
                  <a:lnTo>
                    <a:pt x="2954447" y="810137"/>
                  </a:lnTo>
                  <a:lnTo>
                    <a:pt x="2960707" y="810197"/>
                  </a:lnTo>
                  <a:lnTo>
                    <a:pt x="2966966" y="810349"/>
                  </a:lnTo>
                  <a:lnTo>
                    <a:pt x="2973226" y="810570"/>
                  </a:lnTo>
                  <a:lnTo>
                    <a:pt x="2979485" y="810825"/>
                  </a:lnTo>
                  <a:lnTo>
                    <a:pt x="2985744" y="811080"/>
                  </a:lnTo>
                  <a:lnTo>
                    <a:pt x="2992004" y="811307"/>
                  </a:lnTo>
                  <a:lnTo>
                    <a:pt x="2998263" y="811492"/>
                  </a:lnTo>
                  <a:lnTo>
                    <a:pt x="3004523" y="811628"/>
                  </a:lnTo>
                  <a:lnTo>
                    <a:pt x="3010782" y="811719"/>
                  </a:lnTo>
                  <a:lnTo>
                    <a:pt x="3017042" y="811777"/>
                  </a:lnTo>
                  <a:lnTo>
                    <a:pt x="3023301" y="811811"/>
                  </a:lnTo>
                  <a:lnTo>
                    <a:pt x="3029560" y="811830"/>
                  </a:lnTo>
                  <a:lnTo>
                    <a:pt x="3035820" y="811839"/>
                  </a:lnTo>
                  <a:lnTo>
                    <a:pt x="3042079" y="811844"/>
                  </a:lnTo>
                  <a:lnTo>
                    <a:pt x="3048339" y="811846"/>
                  </a:lnTo>
                  <a:lnTo>
                    <a:pt x="3054598" y="811847"/>
                  </a:lnTo>
                  <a:lnTo>
                    <a:pt x="3060858" y="811847"/>
                  </a:lnTo>
                  <a:lnTo>
                    <a:pt x="3067117" y="811848"/>
                  </a:lnTo>
                  <a:lnTo>
                    <a:pt x="3073376" y="811848"/>
                  </a:lnTo>
                  <a:lnTo>
                    <a:pt x="3079636" y="811848"/>
                  </a:lnTo>
                  <a:lnTo>
                    <a:pt x="3085895" y="811848"/>
                  </a:lnTo>
                  <a:lnTo>
                    <a:pt x="3092155" y="811848"/>
                  </a:lnTo>
                  <a:lnTo>
                    <a:pt x="3098414" y="811848"/>
                  </a:lnTo>
                  <a:lnTo>
                    <a:pt x="3104674" y="811848"/>
                  </a:lnTo>
                  <a:lnTo>
                    <a:pt x="3110933" y="811848"/>
                  </a:lnTo>
                  <a:lnTo>
                    <a:pt x="3117192" y="811848"/>
                  </a:lnTo>
                  <a:lnTo>
                    <a:pt x="3123452" y="811848"/>
                  </a:lnTo>
                  <a:lnTo>
                    <a:pt x="3129711" y="811848"/>
                  </a:lnTo>
                  <a:lnTo>
                    <a:pt x="3135971" y="811848"/>
                  </a:lnTo>
                  <a:lnTo>
                    <a:pt x="3142230" y="811848"/>
                  </a:lnTo>
                  <a:lnTo>
                    <a:pt x="3148489" y="811848"/>
                  </a:lnTo>
                  <a:lnTo>
                    <a:pt x="3154749" y="811848"/>
                  </a:lnTo>
                  <a:lnTo>
                    <a:pt x="3161008" y="811848"/>
                  </a:lnTo>
                  <a:lnTo>
                    <a:pt x="3167268" y="811848"/>
                  </a:lnTo>
                  <a:lnTo>
                    <a:pt x="3173527" y="811848"/>
                  </a:lnTo>
                  <a:lnTo>
                    <a:pt x="3179787" y="811848"/>
                  </a:lnTo>
                  <a:lnTo>
                    <a:pt x="3186046" y="811848"/>
                  </a:lnTo>
                  <a:lnTo>
                    <a:pt x="3192305" y="811848"/>
                  </a:lnTo>
                  <a:lnTo>
                    <a:pt x="3198565" y="811848"/>
                  </a:lnTo>
                  <a:lnTo>
                    <a:pt x="3192305" y="811848"/>
                  </a:lnTo>
                  <a:lnTo>
                    <a:pt x="3186046" y="811848"/>
                  </a:lnTo>
                  <a:lnTo>
                    <a:pt x="3179787" y="811848"/>
                  </a:lnTo>
                  <a:lnTo>
                    <a:pt x="3173527" y="811848"/>
                  </a:lnTo>
                  <a:lnTo>
                    <a:pt x="3167268" y="811848"/>
                  </a:lnTo>
                  <a:lnTo>
                    <a:pt x="3161008" y="811848"/>
                  </a:lnTo>
                  <a:lnTo>
                    <a:pt x="3154749" y="811848"/>
                  </a:lnTo>
                  <a:lnTo>
                    <a:pt x="3148489" y="811848"/>
                  </a:lnTo>
                  <a:lnTo>
                    <a:pt x="3142230" y="811848"/>
                  </a:lnTo>
                  <a:lnTo>
                    <a:pt x="3135971" y="811848"/>
                  </a:lnTo>
                  <a:lnTo>
                    <a:pt x="3129711" y="811848"/>
                  </a:lnTo>
                  <a:lnTo>
                    <a:pt x="3123452" y="811848"/>
                  </a:lnTo>
                  <a:lnTo>
                    <a:pt x="3117192" y="811848"/>
                  </a:lnTo>
                  <a:lnTo>
                    <a:pt x="3110933" y="811848"/>
                  </a:lnTo>
                  <a:lnTo>
                    <a:pt x="3104674" y="811848"/>
                  </a:lnTo>
                  <a:lnTo>
                    <a:pt x="3098414" y="811848"/>
                  </a:lnTo>
                  <a:lnTo>
                    <a:pt x="3092155" y="811848"/>
                  </a:lnTo>
                  <a:lnTo>
                    <a:pt x="3085895" y="811848"/>
                  </a:lnTo>
                  <a:lnTo>
                    <a:pt x="3079636" y="811848"/>
                  </a:lnTo>
                  <a:lnTo>
                    <a:pt x="3073376" y="811848"/>
                  </a:lnTo>
                  <a:lnTo>
                    <a:pt x="3067117" y="811848"/>
                  </a:lnTo>
                  <a:lnTo>
                    <a:pt x="3060858" y="811848"/>
                  </a:lnTo>
                  <a:lnTo>
                    <a:pt x="3054598" y="811848"/>
                  </a:lnTo>
                  <a:lnTo>
                    <a:pt x="3048339" y="811848"/>
                  </a:lnTo>
                  <a:lnTo>
                    <a:pt x="3042079" y="811848"/>
                  </a:lnTo>
                  <a:lnTo>
                    <a:pt x="3035820" y="811848"/>
                  </a:lnTo>
                  <a:lnTo>
                    <a:pt x="3029560" y="811848"/>
                  </a:lnTo>
                  <a:lnTo>
                    <a:pt x="3023301" y="811848"/>
                  </a:lnTo>
                  <a:lnTo>
                    <a:pt x="3017042" y="811848"/>
                  </a:lnTo>
                  <a:lnTo>
                    <a:pt x="3010782" y="811848"/>
                  </a:lnTo>
                  <a:lnTo>
                    <a:pt x="3004523" y="811848"/>
                  </a:lnTo>
                  <a:lnTo>
                    <a:pt x="2998263" y="811848"/>
                  </a:lnTo>
                  <a:lnTo>
                    <a:pt x="2992004" y="811848"/>
                  </a:lnTo>
                  <a:lnTo>
                    <a:pt x="2985744" y="811848"/>
                  </a:lnTo>
                  <a:lnTo>
                    <a:pt x="2979485" y="811848"/>
                  </a:lnTo>
                  <a:lnTo>
                    <a:pt x="2973226" y="811848"/>
                  </a:lnTo>
                  <a:lnTo>
                    <a:pt x="2966966" y="811848"/>
                  </a:lnTo>
                  <a:lnTo>
                    <a:pt x="2960707" y="811848"/>
                  </a:lnTo>
                  <a:lnTo>
                    <a:pt x="2954447" y="811848"/>
                  </a:lnTo>
                  <a:lnTo>
                    <a:pt x="2948188" y="811848"/>
                  </a:lnTo>
                  <a:lnTo>
                    <a:pt x="2941929" y="811848"/>
                  </a:lnTo>
                  <a:lnTo>
                    <a:pt x="2935669" y="811848"/>
                  </a:lnTo>
                  <a:lnTo>
                    <a:pt x="2929410" y="811848"/>
                  </a:lnTo>
                  <a:lnTo>
                    <a:pt x="2923150" y="811848"/>
                  </a:lnTo>
                  <a:lnTo>
                    <a:pt x="2916891" y="811848"/>
                  </a:lnTo>
                  <a:lnTo>
                    <a:pt x="2910631" y="811848"/>
                  </a:lnTo>
                  <a:lnTo>
                    <a:pt x="2904372" y="811848"/>
                  </a:lnTo>
                  <a:lnTo>
                    <a:pt x="2898113" y="811848"/>
                  </a:lnTo>
                  <a:lnTo>
                    <a:pt x="2891853" y="811848"/>
                  </a:lnTo>
                  <a:lnTo>
                    <a:pt x="2885594" y="811848"/>
                  </a:lnTo>
                  <a:lnTo>
                    <a:pt x="2879334" y="811848"/>
                  </a:lnTo>
                  <a:lnTo>
                    <a:pt x="2873075" y="811848"/>
                  </a:lnTo>
                  <a:lnTo>
                    <a:pt x="2866815" y="811848"/>
                  </a:lnTo>
                  <a:lnTo>
                    <a:pt x="2860556" y="811848"/>
                  </a:lnTo>
                  <a:lnTo>
                    <a:pt x="2854297" y="811848"/>
                  </a:lnTo>
                  <a:lnTo>
                    <a:pt x="2848037" y="811848"/>
                  </a:lnTo>
                  <a:lnTo>
                    <a:pt x="2841778" y="811848"/>
                  </a:lnTo>
                  <a:lnTo>
                    <a:pt x="2835518" y="811848"/>
                  </a:lnTo>
                  <a:lnTo>
                    <a:pt x="2829259" y="811848"/>
                  </a:lnTo>
                  <a:lnTo>
                    <a:pt x="2822999" y="811848"/>
                  </a:lnTo>
                  <a:lnTo>
                    <a:pt x="2816740" y="811848"/>
                  </a:lnTo>
                  <a:lnTo>
                    <a:pt x="2810481" y="811848"/>
                  </a:lnTo>
                  <a:lnTo>
                    <a:pt x="2804221" y="811848"/>
                  </a:lnTo>
                  <a:lnTo>
                    <a:pt x="2797962" y="811848"/>
                  </a:lnTo>
                  <a:lnTo>
                    <a:pt x="2791702" y="811848"/>
                  </a:lnTo>
                  <a:lnTo>
                    <a:pt x="2785443" y="811848"/>
                  </a:lnTo>
                  <a:lnTo>
                    <a:pt x="2779184" y="811848"/>
                  </a:lnTo>
                  <a:lnTo>
                    <a:pt x="2772924" y="811848"/>
                  </a:lnTo>
                  <a:lnTo>
                    <a:pt x="2766665" y="811848"/>
                  </a:lnTo>
                  <a:lnTo>
                    <a:pt x="2760405" y="811848"/>
                  </a:lnTo>
                  <a:lnTo>
                    <a:pt x="2754146" y="811848"/>
                  </a:lnTo>
                  <a:lnTo>
                    <a:pt x="2747886" y="811848"/>
                  </a:lnTo>
                  <a:lnTo>
                    <a:pt x="2741627" y="811848"/>
                  </a:lnTo>
                  <a:lnTo>
                    <a:pt x="2735368" y="811848"/>
                  </a:lnTo>
                  <a:lnTo>
                    <a:pt x="2729108" y="811848"/>
                  </a:lnTo>
                  <a:lnTo>
                    <a:pt x="2722849" y="811848"/>
                  </a:lnTo>
                  <a:lnTo>
                    <a:pt x="2716589" y="811848"/>
                  </a:lnTo>
                  <a:lnTo>
                    <a:pt x="2710330" y="811848"/>
                  </a:lnTo>
                  <a:lnTo>
                    <a:pt x="2704070" y="811848"/>
                  </a:lnTo>
                  <a:lnTo>
                    <a:pt x="2697811" y="811848"/>
                  </a:lnTo>
                  <a:lnTo>
                    <a:pt x="2691552" y="811848"/>
                  </a:lnTo>
                  <a:lnTo>
                    <a:pt x="2685292" y="811848"/>
                  </a:lnTo>
                  <a:lnTo>
                    <a:pt x="2679033" y="811848"/>
                  </a:lnTo>
                  <a:lnTo>
                    <a:pt x="2672773" y="811848"/>
                  </a:lnTo>
                  <a:lnTo>
                    <a:pt x="2666514" y="811848"/>
                  </a:lnTo>
                  <a:lnTo>
                    <a:pt x="2660254" y="811848"/>
                  </a:lnTo>
                  <a:lnTo>
                    <a:pt x="2653995" y="811848"/>
                  </a:lnTo>
                  <a:lnTo>
                    <a:pt x="2647736" y="811848"/>
                  </a:lnTo>
                  <a:lnTo>
                    <a:pt x="2641476" y="811848"/>
                  </a:lnTo>
                  <a:lnTo>
                    <a:pt x="2635217" y="811848"/>
                  </a:lnTo>
                  <a:lnTo>
                    <a:pt x="2628957" y="811848"/>
                  </a:lnTo>
                  <a:lnTo>
                    <a:pt x="2622698" y="811848"/>
                  </a:lnTo>
                  <a:lnTo>
                    <a:pt x="2616438" y="811848"/>
                  </a:lnTo>
                  <a:lnTo>
                    <a:pt x="2610179" y="811848"/>
                  </a:lnTo>
                  <a:lnTo>
                    <a:pt x="2603920" y="811848"/>
                  </a:lnTo>
                  <a:lnTo>
                    <a:pt x="2597660" y="811848"/>
                  </a:lnTo>
                  <a:lnTo>
                    <a:pt x="2591401" y="811848"/>
                  </a:lnTo>
                  <a:lnTo>
                    <a:pt x="2585141" y="811848"/>
                  </a:lnTo>
                  <a:lnTo>
                    <a:pt x="2578882" y="811848"/>
                  </a:lnTo>
                  <a:lnTo>
                    <a:pt x="2572623" y="811848"/>
                  </a:lnTo>
                  <a:lnTo>
                    <a:pt x="2566363" y="811848"/>
                  </a:lnTo>
                  <a:lnTo>
                    <a:pt x="2560104" y="811848"/>
                  </a:lnTo>
                  <a:lnTo>
                    <a:pt x="2553844" y="811848"/>
                  </a:lnTo>
                  <a:lnTo>
                    <a:pt x="2547585" y="811848"/>
                  </a:lnTo>
                  <a:lnTo>
                    <a:pt x="2541325" y="811848"/>
                  </a:lnTo>
                  <a:lnTo>
                    <a:pt x="2535066" y="811848"/>
                  </a:lnTo>
                  <a:lnTo>
                    <a:pt x="2528807" y="811848"/>
                  </a:lnTo>
                  <a:lnTo>
                    <a:pt x="2522547" y="811848"/>
                  </a:lnTo>
                  <a:lnTo>
                    <a:pt x="2516288" y="811848"/>
                  </a:lnTo>
                  <a:lnTo>
                    <a:pt x="2510028" y="811848"/>
                  </a:lnTo>
                  <a:lnTo>
                    <a:pt x="2503769" y="811848"/>
                  </a:lnTo>
                  <a:lnTo>
                    <a:pt x="2497509" y="811848"/>
                  </a:lnTo>
                  <a:lnTo>
                    <a:pt x="2491250" y="811848"/>
                  </a:lnTo>
                  <a:lnTo>
                    <a:pt x="2484991" y="811848"/>
                  </a:lnTo>
                  <a:lnTo>
                    <a:pt x="2478731" y="811848"/>
                  </a:lnTo>
                  <a:lnTo>
                    <a:pt x="2472472" y="811848"/>
                  </a:lnTo>
                  <a:lnTo>
                    <a:pt x="2466212" y="811848"/>
                  </a:lnTo>
                  <a:lnTo>
                    <a:pt x="2459953" y="811848"/>
                  </a:lnTo>
                  <a:lnTo>
                    <a:pt x="2453693" y="811848"/>
                  </a:lnTo>
                  <a:lnTo>
                    <a:pt x="2447434" y="811848"/>
                  </a:lnTo>
                  <a:lnTo>
                    <a:pt x="2441175" y="811848"/>
                  </a:lnTo>
                  <a:lnTo>
                    <a:pt x="2434915" y="811848"/>
                  </a:lnTo>
                  <a:lnTo>
                    <a:pt x="2428656" y="811848"/>
                  </a:lnTo>
                  <a:lnTo>
                    <a:pt x="2422396" y="811848"/>
                  </a:lnTo>
                  <a:lnTo>
                    <a:pt x="2416137" y="811848"/>
                  </a:lnTo>
                  <a:lnTo>
                    <a:pt x="2409878" y="811848"/>
                  </a:lnTo>
                  <a:lnTo>
                    <a:pt x="2403618" y="811848"/>
                  </a:lnTo>
                  <a:lnTo>
                    <a:pt x="2397359" y="811848"/>
                  </a:lnTo>
                  <a:lnTo>
                    <a:pt x="2391099" y="811848"/>
                  </a:lnTo>
                  <a:lnTo>
                    <a:pt x="2384840" y="811848"/>
                  </a:lnTo>
                  <a:lnTo>
                    <a:pt x="2378580" y="811848"/>
                  </a:lnTo>
                  <a:lnTo>
                    <a:pt x="2372321" y="811848"/>
                  </a:lnTo>
                  <a:lnTo>
                    <a:pt x="2366062" y="811848"/>
                  </a:lnTo>
                  <a:lnTo>
                    <a:pt x="2359802" y="811848"/>
                  </a:lnTo>
                  <a:lnTo>
                    <a:pt x="2353543" y="811848"/>
                  </a:lnTo>
                  <a:lnTo>
                    <a:pt x="2347283" y="811848"/>
                  </a:lnTo>
                  <a:lnTo>
                    <a:pt x="2341024" y="811848"/>
                  </a:lnTo>
                  <a:lnTo>
                    <a:pt x="2334764" y="811848"/>
                  </a:lnTo>
                  <a:lnTo>
                    <a:pt x="2328505" y="811848"/>
                  </a:lnTo>
                  <a:lnTo>
                    <a:pt x="2322246" y="811848"/>
                  </a:lnTo>
                  <a:lnTo>
                    <a:pt x="2315986" y="811848"/>
                  </a:lnTo>
                  <a:lnTo>
                    <a:pt x="2309727" y="811848"/>
                  </a:lnTo>
                  <a:lnTo>
                    <a:pt x="2303467" y="811848"/>
                  </a:lnTo>
                  <a:lnTo>
                    <a:pt x="2297208" y="811848"/>
                  </a:lnTo>
                  <a:lnTo>
                    <a:pt x="2290948" y="811848"/>
                  </a:lnTo>
                  <a:lnTo>
                    <a:pt x="2284689" y="811848"/>
                  </a:lnTo>
                  <a:lnTo>
                    <a:pt x="2278430" y="811848"/>
                  </a:lnTo>
                  <a:lnTo>
                    <a:pt x="2272170" y="811848"/>
                  </a:lnTo>
                  <a:lnTo>
                    <a:pt x="2265911" y="811848"/>
                  </a:lnTo>
                  <a:lnTo>
                    <a:pt x="2259651" y="811848"/>
                  </a:lnTo>
                  <a:lnTo>
                    <a:pt x="2253392" y="811848"/>
                  </a:lnTo>
                  <a:lnTo>
                    <a:pt x="2247133" y="811848"/>
                  </a:lnTo>
                  <a:lnTo>
                    <a:pt x="2240873" y="811848"/>
                  </a:lnTo>
                  <a:lnTo>
                    <a:pt x="2234614" y="811848"/>
                  </a:lnTo>
                  <a:lnTo>
                    <a:pt x="2228354" y="811848"/>
                  </a:lnTo>
                  <a:lnTo>
                    <a:pt x="2222095" y="811848"/>
                  </a:lnTo>
                  <a:lnTo>
                    <a:pt x="2215835" y="811848"/>
                  </a:lnTo>
                  <a:lnTo>
                    <a:pt x="2209576" y="811848"/>
                  </a:lnTo>
                  <a:lnTo>
                    <a:pt x="2203317" y="811848"/>
                  </a:lnTo>
                  <a:lnTo>
                    <a:pt x="2197057" y="811848"/>
                  </a:lnTo>
                  <a:lnTo>
                    <a:pt x="2190798" y="811848"/>
                  </a:lnTo>
                  <a:lnTo>
                    <a:pt x="2184538" y="811848"/>
                  </a:lnTo>
                  <a:lnTo>
                    <a:pt x="2178279" y="811848"/>
                  </a:lnTo>
                  <a:lnTo>
                    <a:pt x="2172019" y="811848"/>
                  </a:lnTo>
                  <a:lnTo>
                    <a:pt x="2165760" y="811848"/>
                  </a:lnTo>
                  <a:lnTo>
                    <a:pt x="2159501" y="811848"/>
                  </a:lnTo>
                  <a:lnTo>
                    <a:pt x="2153241" y="811848"/>
                  </a:lnTo>
                  <a:lnTo>
                    <a:pt x="2146982" y="811848"/>
                  </a:lnTo>
                  <a:lnTo>
                    <a:pt x="2140722" y="811848"/>
                  </a:lnTo>
                  <a:lnTo>
                    <a:pt x="2134463" y="811848"/>
                  </a:lnTo>
                  <a:lnTo>
                    <a:pt x="2128203" y="811848"/>
                  </a:lnTo>
                  <a:lnTo>
                    <a:pt x="2121944" y="811848"/>
                  </a:lnTo>
                  <a:lnTo>
                    <a:pt x="2115685" y="811848"/>
                  </a:lnTo>
                  <a:lnTo>
                    <a:pt x="2109425" y="811848"/>
                  </a:lnTo>
                  <a:lnTo>
                    <a:pt x="2103166" y="811848"/>
                  </a:lnTo>
                  <a:lnTo>
                    <a:pt x="2096906" y="811848"/>
                  </a:lnTo>
                  <a:lnTo>
                    <a:pt x="2090647" y="811848"/>
                  </a:lnTo>
                  <a:lnTo>
                    <a:pt x="2084388" y="811848"/>
                  </a:lnTo>
                  <a:lnTo>
                    <a:pt x="2078128" y="811848"/>
                  </a:lnTo>
                  <a:lnTo>
                    <a:pt x="2071869" y="811848"/>
                  </a:lnTo>
                  <a:lnTo>
                    <a:pt x="2065609" y="811848"/>
                  </a:lnTo>
                  <a:lnTo>
                    <a:pt x="2059350" y="811848"/>
                  </a:lnTo>
                  <a:lnTo>
                    <a:pt x="2053090" y="811848"/>
                  </a:lnTo>
                  <a:lnTo>
                    <a:pt x="2046831" y="811848"/>
                  </a:lnTo>
                  <a:lnTo>
                    <a:pt x="2040572" y="811848"/>
                  </a:lnTo>
                  <a:lnTo>
                    <a:pt x="2034312" y="811848"/>
                  </a:lnTo>
                  <a:lnTo>
                    <a:pt x="2028053" y="811848"/>
                  </a:lnTo>
                  <a:lnTo>
                    <a:pt x="2021793" y="811848"/>
                  </a:lnTo>
                  <a:lnTo>
                    <a:pt x="2015534" y="811848"/>
                  </a:lnTo>
                  <a:lnTo>
                    <a:pt x="2009274" y="811848"/>
                  </a:lnTo>
                  <a:lnTo>
                    <a:pt x="2003015" y="811848"/>
                  </a:lnTo>
                  <a:lnTo>
                    <a:pt x="1996756" y="811848"/>
                  </a:lnTo>
                  <a:lnTo>
                    <a:pt x="1990496" y="811848"/>
                  </a:lnTo>
                  <a:lnTo>
                    <a:pt x="1984237" y="811848"/>
                  </a:lnTo>
                  <a:lnTo>
                    <a:pt x="1977977" y="811848"/>
                  </a:lnTo>
                  <a:lnTo>
                    <a:pt x="1971718" y="811848"/>
                  </a:lnTo>
                  <a:lnTo>
                    <a:pt x="1965458" y="811848"/>
                  </a:lnTo>
                  <a:lnTo>
                    <a:pt x="1959199" y="811848"/>
                  </a:lnTo>
                  <a:lnTo>
                    <a:pt x="1952940" y="811848"/>
                  </a:lnTo>
                  <a:lnTo>
                    <a:pt x="1946680" y="811848"/>
                  </a:lnTo>
                  <a:lnTo>
                    <a:pt x="1940421" y="811848"/>
                  </a:lnTo>
                  <a:lnTo>
                    <a:pt x="1934161" y="811848"/>
                  </a:lnTo>
                  <a:lnTo>
                    <a:pt x="1927902" y="811848"/>
                  </a:lnTo>
                  <a:lnTo>
                    <a:pt x="1921642" y="811848"/>
                  </a:lnTo>
                  <a:lnTo>
                    <a:pt x="1915383" y="811848"/>
                  </a:lnTo>
                  <a:lnTo>
                    <a:pt x="1909124" y="811848"/>
                  </a:lnTo>
                  <a:lnTo>
                    <a:pt x="1902864" y="811848"/>
                  </a:lnTo>
                  <a:lnTo>
                    <a:pt x="1896605" y="811848"/>
                  </a:lnTo>
                  <a:lnTo>
                    <a:pt x="1890345" y="811848"/>
                  </a:lnTo>
                  <a:lnTo>
                    <a:pt x="1884086" y="811848"/>
                  </a:lnTo>
                  <a:lnTo>
                    <a:pt x="1877827" y="811848"/>
                  </a:lnTo>
                  <a:lnTo>
                    <a:pt x="1871567" y="811848"/>
                  </a:lnTo>
                  <a:lnTo>
                    <a:pt x="1865308" y="811848"/>
                  </a:lnTo>
                  <a:lnTo>
                    <a:pt x="1859048" y="811848"/>
                  </a:lnTo>
                  <a:lnTo>
                    <a:pt x="1852789" y="811848"/>
                  </a:lnTo>
                  <a:lnTo>
                    <a:pt x="1846529" y="811848"/>
                  </a:lnTo>
                  <a:lnTo>
                    <a:pt x="1840270" y="811848"/>
                  </a:lnTo>
                  <a:lnTo>
                    <a:pt x="1834011" y="811848"/>
                  </a:lnTo>
                  <a:lnTo>
                    <a:pt x="1827751" y="811848"/>
                  </a:lnTo>
                  <a:lnTo>
                    <a:pt x="1821492" y="811848"/>
                  </a:lnTo>
                  <a:lnTo>
                    <a:pt x="1815232" y="811848"/>
                  </a:lnTo>
                  <a:lnTo>
                    <a:pt x="1808973" y="811848"/>
                  </a:lnTo>
                  <a:lnTo>
                    <a:pt x="1802713" y="811848"/>
                  </a:lnTo>
                  <a:lnTo>
                    <a:pt x="1796454" y="811848"/>
                  </a:lnTo>
                  <a:lnTo>
                    <a:pt x="1790195" y="811848"/>
                  </a:lnTo>
                  <a:lnTo>
                    <a:pt x="1783935" y="811848"/>
                  </a:lnTo>
                  <a:lnTo>
                    <a:pt x="1777676" y="811848"/>
                  </a:lnTo>
                  <a:lnTo>
                    <a:pt x="1771416" y="811848"/>
                  </a:lnTo>
                  <a:lnTo>
                    <a:pt x="1765157" y="811848"/>
                  </a:lnTo>
                  <a:lnTo>
                    <a:pt x="1758897" y="811848"/>
                  </a:lnTo>
                  <a:lnTo>
                    <a:pt x="1752638" y="811848"/>
                  </a:lnTo>
                  <a:lnTo>
                    <a:pt x="1746379" y="811848"/>
                  </a:lnTo>
                  <a:lnTo>
                    <a:pt x="1740119" y="811848"/>
                  </a:lnTo>
                  <a:lnTo>
                    <a:pt x="1733860" y="811848"/>
                  </a:lnTo>
                  <a:lnTo>
                    <a:pt x="1727600" y="811848"/>
                  </a:lnTo>
                  <a:lnTo>
                    <a:pt x="1721341" y="811848"/>
                  </a:lnTo>
                  <a:lnTo>
                    <a:pt x="1715082" y="811848"/>
                  </a:lnTo>
                  <a:lnTo>
                    <a:pt x="1708822" y="811848"/>
                  </a:lnTo>
                  <a:lnTo>
                    <a:pt x="1702563" y="811848"/>
                  </a:lnTo>
                  <a:lnTo>
                    <a:pt x="1696303" y="811848"/>
                  </a:lnTo>
                  <a:lnTo>
                    <a:pt x="1690044" y="811848"/>
                  </a:lnTo>
                  <a:lnTo>
                    <a:pt x="1683784" y="811848"/>
                  </a:lnTo>
                  <a:lnTo>
                    <a:pt x="1677525" y="811848"/>
                  </a:lnTo>
                  <a:lnTo>
                    <a:pt x="1671266" y="811848"/>
                  </a:lnTo>
                  <a:lnTo>
                    <a:pt x="1665006" y="811848"/>
                  </a:lnTo>
                  <a:lnTo>
                    <a:pt x="1658747" y="811848"/>
                  </a:lnTo>
                  <a:lnTo>
                    <a:pt x="1652487" y="811848"/>
                  </a:lnTo>
                  <a:lnTo>
                    <a:pt x="1646228" y="811848"/>
                  </a:lnTo>
                  <a:lnTo>
                    <a:pt x="1639968" y="811848"/>
                  </a:lnTo>
                  <a:lnTo>
                    <a:pt x="1633709" y="811848"/>
                  </a:lnTo>
                  <a:lnTo>
                    <a:pt x="1627450" y="811848"/>
                  </a:lnTo>
                  <a:lnTo>
                    <a:pt x="1621190" y="811848"/>
                  </a:lnTo>
                  <a:lnTo>
                    <a:pt x="1614931" y="811848"/>
                  </a:lnTo>
                  <a:lnTo>
                    <a:pt x="1608671" y="811848"/>
                  </a:lnTo>
                  <a:lnTo>
                    <a:pt x="1602412" y="811848"/>
                  </a:lnTo>
                  <a:lnTo>
                    <a:pt x="1596152" y="811848"/>
                  </a:lnTo>
                  <a:lnTo>
                    <a:pt x="1589893" y="811848"/>
                  </a:lnTo>
                  <a:lnTo>
                    <a:pt x="1583634" y="811848"/>
                  </a:lnTo>
                  <a:lnTo>
                    <a:pt x="1577374" y="811848"/>
                  </a:lnTo>
                  <a:lnTo>
                    <a:pt x="1571115" y="811848"/>
                  </a:lnTo>
                  <a:lnTo>
                    <a:pt x="1564855" y="811848"/>
                  </a:lnTo>
                  <a:lnTo>
                    <a:pt x="1558596" y="811848"/>
                  </a:lnTo>
                  <a:lnTo>
                    <a:pt x="1552337" y="811848"/>
                  </a:lnTo>
                  <a:lnTo>
                    <a:pt x="1546077" y="811848"/>
                  </a:lnTo>
                  <a:lnTo>
                    <a:pt x="1539818" y="811848"/>
                  </a:lnTo>
                  <a:lnTo>
                    <a:pt x="1533558" y="811848"/>
                  </a:lnTo>
                  <a:lnTo>
                    <a:pt x="1527299" y="811848"/>
                  </a:lnTo>
                  <a:lnTo>
                    <a:pt x="1521039" y="811848"/>
                  </a:lnTo>
                  <a:lnTo>
                    <a:pt x="1514780" y="811848"/>
                  </a:lnTo>
                  <a:lnTo>
                    <a:pt x="1508521" y="811848"/>
                  </a:lnTo>
                  <a:lnTo>
                    <a:pt x="1502261" y="811848"/>
                  </a:lnTo>
                  <a:lnTo>
                    <a:pt x="1496002" y="811848"/>
                  </a:lnTo>
                  <a:lnTo>
                    <a:pt x="1489742" y="811848"/>
                  </a:lnTo>
                  <a:lnTo>
                    <a:pt x="1483483" y="811848"/>
                  </a:lnTo>
                  <a:lnTo>
                    <a:pt x="1477223" y="811848"/>
                  </a:lnTo>
                  <a:lnTo>
                    <a:pt x="1470964" y="811848"/>
                  </a:lnTo>
                  <a:lnTo>
                    <a:pt x="1464705" y="811848"/>
                  </a:lnTo>
                  <a:lnTo>
                    <a:pt x="1458445" y="811848"/>
                  </a:lnTo>
                  <a:lnTo>
                    <a:pt x="1452186" y="811848"/>
                  </a:lnTo>
                  <a:lnTo>
                    <a:pt x="1445926" y="811848"/>
                  </a:lnTo>
                  <a:lnTo>
                    <a:pt x="1439667" y="811848"/>
                  </a:lnTo>
                  <a:lnTo>
                    <a:pt x="1433407" y="811848"/>
                  </a:lnTo>
                  <a:lnTo>
                    <a:pt x="1427148" y="811848"/>
                  </a:lnTo>
                  <a:lnTo>
                    <a:pt x="1420889" y="811848"/>
                  </a:lnTo>
                  <a:lnTo>
                    <a:pt x="1414629" y="811848"/>
                  </a:lnTo>
                  <a:lnTo>
                    <a:pt x="1408370" y="811848"/>
                  </a:lnTo>
                  <a:lnTo>
                    <a:pt x="1402110" y="811848"/>
                  </a:lnTo>
                  <a:lnTo>
                    <a:pt x="1395851" y="811848"/>
                  </a:lnTo>
                  <a:lnTo>
                    <a:pt x="1389592" y="811848"/>
                  </a:lnTo>
                  <a:lnTo>
                    <a:pt x="1383332" y="811848"/>
                  </a:lnTo>
                  <a:lnTo>
                    <a:pt x="1377073" y="811848"/>
                  </a:lnTo>
                  <a:lnTo>
                    <a:pt x="1370813" y="811848"/>
                  </a:lnTo>
                  <a:lnTo>
                    <a:pt x="1364554" y="811848"/>
                  </a:lnTo>
                  <a:lnTo>
                    <a:pt x="1358294" y="811848"/>
                  </a:lnTo>
                  <a:lnTo>
                    <a:pt x="1352035" y="811848"/>
                  </a:lnTo>
                  <a:lnTo>
                    <a:pt x="1345776" y="811848"/>
                  </a:lnTo>
                  <a:lnTo>
                    <a:pt x="1339516" y="811848"/>
                  </a:lnTo>
                  <a:lnTo>
                    <a:pt x="1333257" y="811848"/>
                  </a:lnTo>
                  <a:lnTo>
                    <a:pt x="1326997" y="811848"/>
                  </a:lnTo>
                  <a:lnTo>
                    <a:pt x="1320738" y="811848"/>
                  </a:lnTo>
                  <a:lnTo>
                    <a:pt x="1314478" y="811848"/>
                  </a:lnTo>
                  <a:lnTo>
                    <a:pt x="1308219" y="811848"/>
                  </a:lnTo>
                  <a:lnTo>
                    <a:pt x="1301960" y="811848"/>
                  </a:lnTo>
                  <a:lnTo>
                    <a:pt x="1295700" y="811848"/>
                  </a:lnTo>
                  <a:lnTo>
                    <a:pt x="1289441" y="811848"/>
                  </a:lnTo>
                  <a:lnTo>
                    <a:pt x="1283181" y="811848"/>
                  </a:lnTo>
                  <a:lnTo>
                    <a:pt x="1276922" y="811848"/>
                  </a:lnTo>
                  <a:lnTo>
                    <a:pt x="1270662" y="811848"/>
                  </a:lnTo>
                  <a:lnTo>
                    <a:pt x="1264403" y="811848"/>
                  </a:lnTo>
                  <a:lnTo>
                    <a:pt x="1258144" y="811848"/>
                  </a:lnTo>
                  <a:lnTo>
                    <a:pt x="1251884" y="811848"/>
                  </a:lnTo>
                  <a:lnTo>
                    <a:pt x="1245625" y="811848"/>
                  </a:lnTo>
                  <a:lnTo>
                    <a:pt x="1239365" y="811848"/>
                  </a:lnTo>
                  <a:lnTo>
                    <a:pt x="1233106" y="811848"/>
                  </a:lnTo>
                  <a:lnTo>
                    <a:pt x="1226846" y="811848"/>
                  </a:lnTo>
                  <a:lnTo>
                    <a:pt x="1220587" y="811848"/>
                  </a:lnTo>
                  <a:lnTo>
                    <a:pt x="1214328" y="811848"/>
                  </a:lnTo>
                  <a:lnTo>
                    <a:pt x="1208068" y="811848"/>
                  </a:lnTo>
                  <a:lnTo>
                    <a:pt x="1201809" y="811848"/>
                  </a:lnTo>
                  <a:lnTo>
                    <a:pt x="1195549" y="811848"/>
                  </a:lnTo>
                  <a:lnTo>
                    <a:pt x="1189290" y="811848"/>
                  </a:lnTo>
                  <a:lnTo>
                    <a:pt x="1183031" y="811848"/>
                  </a:lnTo>
                  <a:lnTo>
                    <a:pt x="1176771" y="811848"/>
                  </a:lnTo>
                  <a:lnTo>
                    <a:pt x="1170512" y="811848"/>
                  </a:lnTo>
                  <a:lnTo>
                    <a:pt x="1164252" y="811848"/>
                  </a:lnTo>
                  <a:lnTo>
                    <a:pt x="1157993" y="811848"/>
                  </a:lnTo>
                  <a:lnTo>
                    <a:pt x="1151733" y="811848"/>
                  </a:lnTo>
                  <a:lnTo>
                    <a:pt x="1145474" y="811848"/>
                  </a:lnTo>
                  <a:lnTo>
                    <a:pt x="1139215" y="811848"/>
                  </a:lnTo>
                  <a:lnTo>
                    <a:pt x="1132955" y="811848"/>
                  </a:lnTo>
                  <a:lnTo>
                    <a:pt x="1126696" y="811848"/>
                  </a:lnTo>
                  <a:lnTo>
                    <a:pt x="1120436" y="811848"/>
                  </a:lnTo>
                  <a:lnTo>
                    <a:pt x="1114177" y="811848"/>
                  </a:lnTo>
                  <a:lnTo>
                    <a:pt x="1107917" y="811848"/>
                  </a:lnTo>
                  <a:lnTo>
                    <a:pt x="1101658" y="811848"/>
                  </a:lnTo>
                  <a:lnTo>
                    <a:pt x="1095399" y="811848"/>
                  </a:lnTo>
                  <a:lnTo>
                    <a:pt x="1089139" y="811848"/>
                  </a:lnTo>
                  <a:lnTo>
                    <a:pt x="1082880" y="811848"/>
                  </a:lnTo>
                  <a:lnTo>
                    <a:pt x="1076620" y="811848"/>
                  </a:lnTo>
                  <a:lnTo>
                    <a:pt x="1070361" y="811848"/>
                  </a:lnTo>
                  <a:lnTo>
                    <a:pt x="1064101" y="811848"/>
                  </a:lnTo>
                  <a:lnTo>
                    <a:pt x="1057842" y="811848"/>
                  </a:lnTo>
                  <a:lnTo>
                    <a:pt x="1051583" y="811848"/>
                  </a:lnTo>
                  <a:lnTo>
                    <a:pt x="1045323" y="811848"/>
                  </a:lnTo>
                  <a:lnTo>
                    <a:pt x="1039064" y="811848"/>
                  </a:lnTo>
                  <a:lnTo>
                    <a:pt x="1032804" y="811848"/>
                  </a:lnTo>
                  <a:lnTo>
                    <a:pt x="1026545" y="811848"/>
                  </a:lnTo>
                  <a:lnTo>
                    <a:pt x="1020286" y="811848"/>
                  </a:lnTo>
                  <a:lnTo>
                    <a:pt x="1014026" y="811848"/>
                  </a:lnTo>
                  <a:lnTo>
                    <a:pt x="1007767" y="811848"/>
                  </a:lnTo>
                  <a:lnTo>
                    <a:pt x="1001507" y="811848"/>
                  </a:lnTo>
                  <a:lnTo>
                    <a:pt x="995248" y="811848"/>
                  </a:lnTo>
                  <a:lnTo>
                    <a:pt x="988988" y="811848"/>
                  </a:lnTo>
                  <a:lnTo>
                    <a:pt x="982729" y="811848"/>
                  </a:lnTo>
                  <a:lnTo>
                    <a:pt x="976470" y="811848"/>
                  </a:lnTo>
                  <a:lnTo>
                    <a:pt x="970210" y="811848"/>
                  </a:lnTo>
                  <a:lnTo>
                    <a:pt x="963951" y="811848"/>
                  </a:lnTo>
                  <a:lnTo>
                    <a:pt x="957691" y="811848"/>
                  </a:lnTo>
                  <a:lnTo>
                    <a:pt x="951432" y="811848"/>
                  </a:lnTo>
                  <a:lnTo>
                    <a:pt x="945172" y="811848"/>
                  </a:lnTo>
                  <a:lnTo>
                    <a:pt x="938913" y="811848"/>
                  </a:lnTo>
                  <a:lnTo>
                    <a:pt x="932654" y="811848"/>
                  </a:lnTo>
                  <a:lnTo>
                    <a:pt x="926394" y="811848"/>
                  </a:lnTo>
                  <a:lnTo>
                    <a:pt x="920135" y="811848"/>
                  </a:lnTo>
                  <a:lnTo>
                    <a:pt x="913875" y="811848"/>
                  </a:lnTo>
                  <a:lnTo>
                    <a:pt x="907616" y="811848"/>
                  </a:lnTo>
                  <a:lnTo>
                    <a:pt x="901356" y="811848"/>
                  </a:lnTo>
                  <a:lnTo>
                    <a:pt x="895097" y="811848"/>
                  </a:lnTo>
                  <a:lnTo>
                    <a:pt x="888838" y="811848"/>
                  </a:lnTo>
                  <a:lnTo>
                    <a:pt x="882578" y="811848"/>
                  </a:lnTo>
                  <a:lnTo>
                    <a:pt x="876319" y="811848"/>
                  </a:lnTo>
                  <a:lnTo>
                    <a:pt x="870059" y="811848"/>
                  </a:lnTo>
                  <a:lnTo>
                    <a:pt x="863800" y="811848"/>
                  </a:lnTo>
                  <a:lnTo>
                    <a:pt x="857541" y="811848"/>
                  </a:lnTo>
                  <a:lnTo>
                    <a:pt x="851281" y="811848"/>
                  </a:lnTo>
                  <a:lnTo>
                    <a:pt x="845022" y="811848"/>
                  </a:lnTo>
                  <a:lnTo>
                    <a:pt x="838762" y="811848"/>
                  </a:lnTo>
                  <a:lnTo>
                    <a:pt x="832503" y="811848"/>
                  </a:lnTo>
                  <a:lnTo>
                    <a:pt x="826243" y="811848"/>
                  </a:lnTo>
                  <a:lnTo>
                    <a:pt x="819984" y="811848"/>
                  </a:lnTo>
                  <a:lnTo>
                    <a:pt x="813725" y="811848"/>
                  </a:lnTo>
                  <a:lnTo>
                    <a:pt x="807465" y="811848"/>
                  </a:lnTo>
                  <a:lnTo>
                    <a:pt x="801206" y="811848"/>
                  </a:lnTo>
                  <a:lnTo>
                    <a:pt x="794946" y="811848"/>
                  </a:lnTo>
                  <a:lnTo>
                    <a:pt x="788687" y="811848"/>
                  </a:lnTo>
                  <a:lnTo>
                    <a:pt x="782427" y="811848"/>
                  </a:lnTo>
                  <a:lnTo>
                    <a:pt x="776168" y="811848"/>
                  </a:lnTo>
                  <a:lnTo>
                    <a:pt x="769909" y="811848"/>
                  </a:lnTo>
                  <a:lnTo>
                    <a:pt x="763649" y="811848"/>
                  </a:lnTo>
                  <a:lnTo>
                    <a:pt x="757390" y="811848"/>
                  </a:lnTo>
                  <a:lnTo>
                    <a:pt x="751130" y="811848"/>
                  </a:lnTo>
                  <a:lnTo>
                    <a:pt x="744871" y="811848"/>
                  </a:lnTo>
                  <a:lnTo>
                    <a:pt x="738611" y="811848"/>
                  </a:lnTo>
                  <a:lnTo>
                    <a:pt x="732352" y="811848"/>
                  </a:lnTo>
                  <a:lnTo>
                    <a:pt x="726093" y="811848"/>
                  </a:lnTo>
                  <a:lnTo>
                    <a:pt x="719833" y="811848"/>
                  </a:lnTo>
                  <a:lnTo>
                    <a:pt x="713574" y="811848"/>
                  </a:lnTo>
                  <a:lnTo>
                    <a:pt x="707314" y="811848"/>
                  </a:lnTo>
                  <a:lnTo>
                    <a:pt x="701055" y="811848"/>
                  </a:lnTo>
                  <a:lnTo>
                    <a:pt x="694796" y="811848"/>
                  </a:lnTo>
                  <a:lnTo>
                    <a:pt x="688536" y="811848"/>
                  </a:lnTo>
                  <a:lnTo>
                    <a:pt x="682277" y="811848"/>
                  </a:lnTo>
                  <a:lnTo>
                    <a:pt x="676017" y="811848"/>
                  </a:lnTo>
                  <a:lnTo>
                    <a:pt x="669758" y="811848"/>
                  </a:lnTo>
                  <a:lnTo>
                    <a:pt x="663498" y="811848"/>
                  </a:lnTo>
                  <a:lnTo>
                    <a:pt x="657239" y="811848"/>
                  </a:lnTo>
                  <a:lnTo>
                    <a:pt x="650980" y="811848"/>
                  </a:lnTo>
                  <a:lnTo>
                    <a:pt x="644720" y="811848"/>
                  </a:lnTo>
                  <a:lnTo>
                    <a:pt x="638461" y="811848"/>
                  </a:lnTo>
                  <a:lnTo>
                    <a:pt x="632201" y="811848"/>
                  </a:lnTo>
                  <a:lnTo>
                    <a:pt x="625942" y="811848"/>
                  </a:lnTo>
                  <a:lnTo>
                    <a:pt x="619682" y="811848"/>
                  </a:lnTo>
                  <a:lnTo>
                    <a:pt x="613423" y="811848"/>
                  </a:lnTo>
                  <a:lnTo>
                    <a:pt x="607164" y="811848"/>
                  </a:lnTo>
                  <a:lnTo>
                    <a:pt x="600904" y="811848"/>
                  </a:lnTo>
                  <a:lnTo>
                    <a:pt x="594645" y="811848"/>
                  </a:lnTo>
                  <a:lnTo>
                    <a:pt x="588385" y="811848"/>
                  </a:lnTo>
                  <a:lnTo>
                    <a:pt x="582126" y="811848"/>
                  </a:lnTo>
                  <a:lnTo>
                    <a:pt x="575866" y="811848"/>
                  </a:lnTo>
                  <a:lnTo>
                    <a:pt x="569607" y="811848"/>
                  </a:lnTo>
                  <a:lnTo>
                    <a:pt x="563348" y="811848"/>
                  </a:lnTo>
                  <a:lnTo>
                    <a:pt x="557088" y="811848"/>
                  </a:lnTo>
                  <a:lnTo>
                    <a:pt x="550829" y="811848"/>
                  </a:lnTo>
                  <a:lnTo>
                    <a:pt x="544569" y="811848"/>
                  </a:lnTo>
                  <a:lnTo>
                    <a:pt x="538310" y="811848"/>
                  </a:lnTo>
                  <a:lnTo>
                    <a:pt x="532050" y="811848"/>
                  </a:lnTo>
                  <a:lnTo>
                    <a:pt x="525791" y="811848"/>
                  </a:lnTo>
                  <a:lnTo>
                    <a:pt x="519532" y="811848"/>
                  </a:lnTo>
                  <a:lnTo>
                    <a:pt x="513272" y="811848"/>
                  </a:lnTo>
                  <a:lnTo>
                    <a:pt x="507013" y="811848"/>
                  </a:lnTo>
                  <a:lnTo>
                    <a:pt x="500753" y="811848"/>
                  </a:lnTo>
                  <a:lnTo>
                    <a:pt x="494494" y="811848"/>
                  </a:lnTo>
                  <a:lnTo>
                    <a:pt x="488235" y="811848"/>
                  </a:lnTo>
                  <a:lnTo>
                    <a:pt x="481975" y="811848"/>
                  </a:lnTo>
                  <a:lnTo>
                    <a:pt x="475716" y="811848"/>
                  </a:lnTo>
                  <a:lnTo>
                    <a:pt x="469456" y="811848"/>
                  </a:lnTo>
                  <a:lnTo>
                    <a:pt x="463197" y="811848"/>
                  </a:lnTo>
                  <a:lnTo>
                    <a:pt x="456937" y="811848"/>
                  </a:lnTo>
                  <a:lnTo>
                    <a:pt x="450678" y="811848"/>
                  </a:lnTo>
                  <a:lnTo>
                    <a:pt x="444419" y="811848"/>
                  </a:lnTo>
                  <a:lnTo>
                    <a:pt x="438159" y="811848"/>
                  </a:lnTo>
                  <a:lnTo>
                    <a:pt x="431900" y="811848"/>
                  </a:lnTo>
                  <a:lnTo>
                    <a:pt x="425640" y="811848"/>
                  </a:lnTo>
                  <a:lnTo>
                    <a:pt x="419381" y="811848"/>
                  </a:lnTo>
                  <a:lnTo>
                    <a:pt x="413121" y="811848"/>
                  </a:lnTo>
                  <a:lnTo>
                    <a:pt x="406862" y="811848"/>
                  </a:lnTo>
                  <a:lnTo>
                    <a:pt x="400603" y="811848"/>
                  </a:lnTo>
                  <a:lnTo>
                    <a:pt x="394343" y="811848"/>
                  </a:lnTo>
                  <a:lnTo>
                    <a:pt x="388084" y="811848"/>
                  </a:lnTo>
                  <a:lnTo>
                    <a:pt x="381824" y="811848"/>
                  </a:lnTo>
                  <a:lnTo>
                    <a:pt x="375565" y="811848"/>
                  </a:lnTo>
                  <a:lnTo>
                    <a:pt x="369305" y="811848"/>
                  </a:lnTo>
                  <a:lnTo>
                    <a:pt x="363046" y="811848"/>
                  </a:lnTo>
                  <a:lnTo>
                    <a:pt x="356787" y="811848"/>
                  </a:lnTo>
                  <a:lnTo>
                    <a:pt x="350527" y="811848"/>
                  </a:lnTo>
                  <a:lnTo>
                    <a:pt x="344268" y="811848"/>
                  </a:lnTo>
                  <a:lnTo>
                    <a:pt x="338008" y="811848"/>
                  </a:lnTo>
                  <a:lnTo>
                    <a:pt x="331749" y="811848"/>
                  </a:lnTo>
                  <a:lnTo>
                    <a:pt x="325490" y="811848"/>
                  </a:lnTo>
                  <a:lnTo>
                    <a:pt x="319230" y="811848"/>
                  </a:lnTo>
                  <a:lnTo>
                    <a:pt x="312971" y="811848"/>
                  </a:lnTo>
                  <a:lnTo>
                    <a:pt x="306711" y="811848"/>
                  </a:lnTo>
                  <a:lnTo>
                    <a:pt x="300452" y="811848"/>
                  </a:lnTo>
                  <a:lnTo>
                    <a:pt x="294192" y="811848"/>
                  </a:lnTo>
                  <a:lnTo>
                    <a:pt x="287933" y="811848"/>
                  </a:lnTo>
                  <a:lnTo>
                    <a:pt x="281674" y="811848"/>
                  </a:lnTo>
                  <a:lnTo>
                    <a:pt x="275414" y="811848"/>
                  </a:lnTo>
                  <a:lnTo>
                    <a:pt x="269155" y="811848"/>
                  </a:lnTo>
                  <a:lnTo>
                    <a:pt x="262895" y="811848"/>
                  </a:lnTo>
                  <a:lnTo>
                    <a:pt x="256636" y="811848"/>
                  </a:lnTo>
                  <a:lnTo>
                    <a:pt x="250376" y="811848"/>
                  </a:lnTo>
                  <a:lnTo>
                    <a:pt x="244117" y="811848"/>
                  </a:lnTo>
                  <a:lnTo>
                    <a:pt x="237858" y="811848"/>
                  </a:lnTo>
                  <a:lnTo>
                    <a:pt x="231598" y="811848"/>
                  </a:lnTo>
                  <a:lnTo>
                    <a:pt x="225339" y="811848"/>
                  </a:lnTo>
                  <a:lnTo>
                    <a:pt x="219079" y="811848"/>
                  </a:lnTo>
                  <a:lnTo>
                    <a:pt x="212820" y="811848"/>
                  </a:lnTo>
                  <a:lnTo>
                    <a:pt x="206560" y="811848"/>
                  </a:lnTo>
                  <a:lnTo>
                    <a:pt x="200301" y="811848"/>
                  </a:lnTo>
                  <a:lnTo>
                    <a:pt x="194042" y="811848"/>
                  </a:lnTo>
                  <a:lnTo>
                    <a:pt x="187782" y="811848"/>
                  </a:lnTo>
                  <a:lnTo>
                    <a:pt x="181523" y="811848"/>
                  </a:lnTo>
                  <a:lnTo>
                    <a:pt x="175263" y="811848"/>
                  </a:lnTo>
                  <a:lnTo>
                    <a:pt x="169004" y="811848"/>
                  </a:lnTo>
                  <a:lnTo>
                    <a:pt x="162745" y="811848"/>
                  </a:lnTo>
                  <a:lnTo>
                    <a:pt x="156485" y="811848"/>
                  </a:lnTo>
                  <a:lnTo>
                    <a:pt x="150226" y="811848"/>
                  </a:lnTo>
                  <a:lnTo>
                    <a:pt x="143966" y="811848"/>
                  </a:lnTo>
                  <a:lnTo>
                    <a:pt x="137707" y="811848"/>
                  </a:lnTo>
                  <a:lnTo>
                    <a:pt x="131447" y="811848"/>
                  </a:lnTo>
                  <a:lnTo>
                    <a:pt x="125188" y="811848"/>
                  </a:lnTo>
                  <a:lnTo>
                    <a:pt x="118929" y="811848"/>
                  </a:lnTo>
                  <a:lnTo>
                    <a:pt x="112669" y="811848"/>
                  </a:lnTo>
                  <a:lnTo>
                    <a:pt x="106410" y="811848"/>
                  </a:lnTo>
                  <a:lnTo>
                    <a:pt x="100150" y="811848"/>
                  </a:lnTo>
                  <a:lnTo>
                    <a:pt x="93891" y="811848"/>
                  </a:lnTo>
                  <a:lnTo>
                    <a:pt x="87631" y="811848"/>
                  </a:lnTo>
                  <a:lnTo>
                    <a:pt x="81372" y="811848"/>
                  </a:lnTo>
                  <a:lnTo>
                    <a:pt x="75113" y="811848"/>
                  </a:lnTo>
                  <a:lnTo>
                    <a:pt x="68853" y="811848"/>
                  </a:lnTo>
                  <a:lnTo>
                    <a:pt x="62594" y="811848"/>
                  </a:lnTo>
                  <a:lnTo>
                    <a:pt x="56334" y="811848"/>
                  </a:lnTo>
                  <a:lnTo>
                    <a:pt x="50075" y="811848"/>
                  </a:lnTo>
                  <a:lnTo>
                    <a:pt x="43815" y="811848"/>
                  </a:lnTo>
                  <a:lnTo>
                    <a:pt x="37556" y="811848"/>
                  </a:lnTo>
                  <a:lnTo>
                    <a:pt x="31297" y="811848"/>
                  </a:lnTo>
                  <a:lnTo>
                    <a:pt x="25037" y="811848"/>
                  </a:lnTo>
                  <a:lnTo>
                    <a:pt x="18778" y="811848"/>
                  </a:lnTo>
                  <a:lnTo>
                    <a:pt x="12518" y="811848"/>
                  </a:lnTo>
                  <a:lnTo>
                    <a:pt x="6259" y="81184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749798" y="4119295"/>
              <a:ext cx="3198565" cy="811848"/>
            </a:xfrm>
            <a:custGeom>
              <a:avLst/>
              <a:pathLst>
                <a:path w="3198565" h="811848">
                  <a:moveTo>
                    <a:pt x="0" y="811848"/>
                  </a:moveTo>
                  <a:lnTo>
                    <a:pt x="6259" y="811848"/>
                  </a:lnTo>
                  <a:lnTo>
                    <a:pt x="12518" y="811848"/>
                  </a:lnTo>
                  <a:lnTo>
                    <a:pt x="18778" y="811848"/>
                  </a:lnTo>
                  <a:lnTo>
                    <a:pt x="25037" y="811848"/>
                  </a:lnTo>
                  <a:lnTo>
                    <a:pt x="31297" y="811848"/>
                  </a:lnTo>
                  <a:lnTo>
                    <a:pt x="37556" y="811848"/>
                  </a:lnTo>
                  <a:lnTo>
                    <a:pt x="43815" y="811848"/>
                  </a:lnTo>
                  <a:lnTo>
                    <a:pt x="50075" y="811848"/>
                  </a:lnTo>
                  <a:lnTo>
                    <a:pt x="56334" y="811848"/>
                  </a:lnTo>
                  <a:lnTo>
                    <a:pt x="62594" y="811848"/>
                  </a:lnTo>
                  <a:lnTo>
                    <a:pt x="68853" y="811848"/>
                  </a:lnTo>
                  <a:lnTo>
                    <a:pt x="75113" y="811848"/>
                  </a:lnTo>
                  <a:lnTo>
                    <a:pt x="81372" y="811848"/>
                  </a:lnTo>
                  <a:lnTo>
                    <a:pt x="87631" y="811847"/>
                  </a:lnTo>
                  <a:lnTo>
                    <a:pt x="93891" y="811847"/>
                  </a:lnTo>
                  <a:lnTo>
                    <a:pt x="100150" y="811846"/>
                  </a:lnTo>
                  <a:lnTo>
                    <a:pt x="106410" y="811842"/>
                  </a:lnTo>
                  <a:lnTo>
                    <a:pt x="112669" y="811832"/>
                  </a:lnTo>
                  <a:lnTo>
                    <a:pt x="118929" y="811808"/>
                  </a:lnTo>
                  <a:lnTo>
                    <a:pt x="125188" y="811753"/>
                  </a:lnTo>
                  <a:lnTo>
                    <a:pt x="131447" y="811639"/>
                  </a:lnTo>
                  <a:lnTo>
                    <a:pt x="137707" y="811413"/>
                  </a:lnTo>
                  <a:lnTo>
                    <a:pt x="143966" y="810996"/>
                  </a:lnTo>
                  <a:lnTo>
                    <a:pt x="150226" y="810274"/>
                  </a:lnTo>
                  <a:lnTo>
                    <a:pt x="156485" y="809098"/>
                  </a:lnTo>
                  <a:lnTo>
                    <a:pt x="162745" y="807296"/>
                  </a:lnTo>
                  <a:lnTo>
                    <a:pt x="169004" y="804686"/>
                  </a:lnTo>
                  <a:lnTo>
                    <a:pt x="175263" y="801114"/>
                  </a:lnTo>
                  <a:lnTo>
                    <a:pt x="181523" y="796481"/>
                  </a:lnTo>
                  <a:lnTo>
                    <a:pt x="187782" y="790773"/>
                  </a:lnTo>
                  <a:lnTo>
                    <a:pt x="194042" y="784085"/>
                  </a:lnTo>
                  <a:lnTo>
                    <a:pt x="200301" y="776593"/>
                  </a:lnTo>
                  <a:lnTo>
                    <a:pt x="206560" y="768684"/>
                  </a:lnTo>
                  <a:lnTo>
                    <a:pt x="212820" y="760771"/>
                  </a:lnTo>
                  <a:lnTo>
                    <a:pt x="219079" y="753321"/>
                  </a:lnTo>
                  <a:lnTo>
                    <a:pt x="225339" y="746825"/>
                  </a:lnTo>
                  <a:lnTo>
                    <a:pt x="231598" y="741743"/>
                  </a:lnTo>
                  <a:lnTo>
                    <a:pt x="237858" y="738430"/>
                  </a:lnTo>
                  <a:lnTo>
                    <a:pt x="244117" y="737066"/>
                  </a:lnTo>
                  <a:lnTo>
                    <a:pt x="250376" y="737599"/>
                  </a:lnTo>
                  <a:lnTo>
                    <a:pt x="256636" y="739733"/>
                  </a:lnTo>
                  <a:lnTo>
                    <a:pt x="262895" y="742976"/>
                  </a:lnTo>
                  <a:lnTo>
                    <a:pt x="269155" y="746733"/>
                  </a:lnTo>
                  <a:lnTo>
                    <a:pt x="275414" y="750424"/>
                  </a:lnTo>
                  <a:lnTo>
                    <a:pt x="281674" y="753608"/>
                  </a:lnTo>
                  <a:lnTo>
                    <a:pt x="287933" y="756046"/>
                  </a:lnTo>
                  <a:lnTo>
                    <a:pt x="294192" y="757713"/>
                  </a:lnTo>
                  <a:lnTo>
                    <a:pt x="300452" y="758751"/>
                  </a:lnTo>
                  <a:lnTo>
                    <a:pt x="306711" y="759366"/>
                  </a:lnTo>
                  <a:lnTo>
                    <a:pt x="312971" y="759773"/>
                  </a:lnTo>
                  <a:lnTo>
                    <a:pt x="319230" y="760086"/>
                  </a:lnTo>
                  <a:lnTo>
                    <a:pt x="325490" y="760328"/>
                  </a:lnTo>
                  <a:lnTo>
                    <a:pt x="331749" y="760468"/>
                  </a:lnTo>
                  <a:lnTo>
                    <a:pt x="338008" y="760447"/>
                  </a:lnTo>
                  <a:lnTo>
                    <a:pt x="344268" y="760190"/>
                  </a:lnTo>
                  <a:lnTo>
                    <a:pt x="350527" y="759594"/>
                  </a:lnTo>
                  <a:lnTo>
                    <a:pt x="356787" y="758514"/>
                  </a:lnTo>
                  <a:lnTo>
                    <a:pt x="363046" y="756754"/>
                  </a:lnTo>
                  <a:lnTo>
                    <a:pt x="369305" y="754091"/>
                  </a:lnTo>
                  <a:lnTo>
                    <a:pt x="375565" y="750319"/>
                  </a:lnTo>
                  <a:lnTo>
                    <a:pt x="381824" y="745301"/>
                  </a:lnTo>
                  <a:lnTo>
                    <a:pt x="388084" y="739014"/>
                  </a:lnTo>
                  <a:lnTo>
                    <a:pt x="394343" y="731564"/>
                  </a:lnTo>
                  <a:lnTo>
                    <a:pt x="400603" y="723167"/>
                  </a:lnTo>
                  <a:lnTo>
                    <a:pt x="406862" y="714093"/>
                  </a:lnTo>
                  <a:lnTo>
                    <a:pt x="413121" y="704602"/>
                  </a:lnTo>
                  <a:lnTo>
                    <a:pt x="419381" y="694894"/>
                  </a:lnTo>
                  <a:lnTo>
                    <a:pt x="425640" y="685030"/>
                  </a:lnTo>
                  <a:lnTo>
                    <a:pt x="431900" y="674905"/>
                  </a:lnTo>
                  <a:lnTo>
                    <a:pt x="438159" y="664229"/>
                  </a:lnTo>
                  <a:lnTo>
                    <a:pt x="444419" y="652479"/>
                  </a:lnTo>
                  <a:lnTo>
                    <a:pt x="450678" y="638847"/>
                  </a:lnTo>
                  <a:lnTo>
                    <a:pt x="456937" y="622205"/>
                  </a:lnTo>
                  <a:lnTo>
                    <a:pt x="463197" y="601115"/>
                  </a:lnTo>
                  <a:lnTo>
                    <a:pt x="469456" y="573936"/>
                  </a:lnTo>
                  <a:lnTo>
                    <a:pt x="475716" y="539013"/>
                  </a:lnTo>
                  <a:lnTo>
                    <a:pt x="481975" y="494953"/>
                  </a:lnTo>
                  <a:lnTo>
                    <a:pt x="488235" y="440946"/>
                  </a:lnTo>
                  <a:lnTo>
                    <a:pt x="494494" y="377130"/>
                  </a:lnTo>
                  <a:lnTo>
                    <a:pt x="500753" y="304970"/>
                  </a:lnTo>
                  <a:lnTo>
                    <a:pt x="507013" y="227634"/>
                  </a:lnTo>
                  <a:lnTo>
                    <a:pt x="513272" y="150273"/>
                  </a:lnTo>
                  <a:lnTo>
                    <a:pt x="519532" y="80188"/>
                  </a:lnTo>
                  <a:lnTo>
                    <a:pt x="525791" y="27405"/>
                  </a:lnTo>
                  <a:lnTo>
                    <a:pt x="532050" y="0"/>
                  </a:lnTo>
                  <a:lnTo>
                    <a:pt x="538310" y="4222"/>
                  </a:lnTo>
                  <a:lnTo>
                    <a:pt x="544569" y="42326"/>
                  </a:lnTo>
                  <a:lnTo>
                    <a:pt x="550829" y="111619"/>
                  </a:lnTo>
                  <a:lnTo>
                    <a:pt x="557088" y="204758"/>
                  </a:lnTo>
                  <a:lnTo>
                    <a:pt x="563348" y="311260"/>
                  </a:lnTo>
                  <a:lnTo>
                    <a:pt x="569607" y="419746"/>
                  </a:lnTo>
                  <a:lnTo>
                    <a:pt x="575866" y="520208"/>
                  </a:lnTo>
                  <a:lnTo>
                    <a:pt x="582126" y="605646"/>
                  </a:lnTo>
                  <a:lnTo>
                    <a:pt x="588385" y="672717"/>
                  </a:lnTo>
                  <a:lnTo>
                    <a:pt x="594645" y="721410"/>
                  </a:lnTo>
                  <a:lnTo>
                    <a:pt x="600904" y="754084"/>
                  </a:lnTo>
                  <a:lnTo>
                    <a:pt x="607164" y="774280"/>
                  </a:lnTo>
                  <a:lnTo>
                    <a:pt x="613423" y="785701"/>
                  </a:lnTo>
                  <a:lnTo>
                    <a:pt x="619682" y="791558"/>
                  </a:lnTo>
                  <a:lnTo>
                    <a:pt x="625942" y="794281"/>
                  </a:lnTo>
                  <a:lnTo>
                    <a:pt x="632201" y="795495"/>
                  </a:lnTo>
                  <a:lnTo>
                    <a:pt x="638461" y="796283"/>
                  </a:lnTo>
                  <a:lnTo>
                    <a:pt x="644720" y="797113"/>
                  </a:lnTo>
                  <a:lnTo>
                    <a:pt x="650980" y="798144"/>
                  </a:lnTo>
                  <a:lnTo>
                    <a:pt x="657239" y="799355"/>
                  </a:lnTo>
                  <a:lnTo>
                    <a:pt x="663498" y="800629"/>
                  </a:lnTo>
                  <a:lnTo>
                    <a:pt x="669758" y="801827"/>
                  </a:lnTo>
                  <a:lnTo>
                    <a:pt x="676017" y="802843"/>
                  </a:lnTo>
                  <a:lnTo>
                    <a:pt x="682277" y="803630"/>
                  </a:lnTo>
                  <a:lnTo>
                    <a:pt x="688536" y="804207"/>
                  </a:lnTo>
                  <a:lnTo>
                    <a:pt x="694796" y="804633"/>
                  </a:lnTo>
                  <a:lnTo>
                    <a:pt x="701055" y="804984"/>
                  </a:lnTo>
                  <a:lnTo>
                    <a:pt x="707314" y="805314"/>
                  </a:lnTo>
                  <a:lnTo>
                    <a:pt x="713574" y="805643"/>
                  </a:lnTo>
                  <a:lnTo>
                    <a:pt x="719833" y="805946"/>
                  </a:lnTo>
                  <a:lnTo>
                    <a:pt x="726093" y="806172"/>
                  </a:lnTo>
                  <a:lnTo>
                    <a:pt x="732352" y="806264"/>
                  </a:lnTo>
                  <a:lnTo>
                    <a:pt x="738611" y="806172"/>
                  </a:lnTo>
                  <a:lnTo>
                    <a:pt x="744871" y="805902"/>
                  </a:lnTo>
                  <a:lnTo>
                    <a:pt x="751130" y="805511"/>
                  </a:lnTo>
                  <a:lnTo>
                    <a:pt x="757390" y="805086"/>
                  </a:lnTo>
                  <a:lnTo>
                    <a:pt x="763649" y="804734"/>
                  </a:lnTo>
                  <a:lnTo>
                    <a:pt x="769909" y="804543"/>
                  </a:lnTo>
                  <a:lnTo>
                    <a:pt x="776168" y="804561"/>
                  </a:lnTo>
                  <a:lnTo>
                    <a:pt x="782427" y="804771"/>
                  </a:lnTo>
                  <a:lnTo>
                    <a:pt x="788687" y="805093"/>
                  </a:lnTo>
                  <a:lnTo>
                    <a:pt x="794946" y="805404"/>
                  </a:lnTo>
                  <a:lnTo>
                    <a:pt x="801206" y="805569"/>
                  </a:lnTo>
                  <a:lnTo>
                    <a:pt x="807465" y="805480"/>
                  </a:lnTo>
                  <a:lnTo>
                    <a:pt x="813725" y="805094"/>
                  </a:lnTo>
                  <a:lnTo>
                    <a:pt x="819984" y="804449"/>
                  </a:lnTo>
                  <a:lnTo>
                    <a:pt x="826243" y="803655"/>
                  </a:lnTo>
                  <a:lnTo>
                    <a:pt x="832503" y="802876"/>
                  </a:lnTo>
                  <a:lnTo>
                    <a:pt x="838762" y="802281"/>
                  </a:lnTo>
                  <a:lnTo>
                    <a:pt x="845022" y="802016"/>
                  </a:lnTo>
                  <a:lnTo>
                    <a:pt x="851281" y="802152"/>
                  </a:lnTo>
                  <a:lnTo>
                    <a:pt x="857541" y="802647"/>
                  </a:lnTo>
                  <a:lnTo>
                    <a:pt x="863800" y="803408"/>
                  </a:lnTo>
                  <a:lnTo>
                    <a:pt x="870059" y="804309"/>
                  </a:lnTo>
                  <a:lnTo>
                    <a:pt x="876319" y="805222"/>
                  </a:lnTo>
                  <a:lnTo>
                    <a:pt x="882578" y="806040"/>
                  </a:lnTo>
                  <a:lnTo>
                    <a:pt x="888838" y="806695"/>
                  </a:lnTo>
                  <a:lnTo>
                    <a:pt x="895097" y="807153"/>
                  </a:lnTo>
                  <a:lnTo>
                    <a:pt x="901356" y="807419"/>
                  </a:lnTo>
                  <a:lnTo>
                    <a:pt x="907616" y="807526"/>
                  </a:lnTo>
                  <a:lnTo>
                    <a:pt x="913875" y="807526"/>
                  </a:lnTo>
                  <a:lnTo>
                    <a:pt x="920135" y="807481"/>
                  </a:lnTo>
                  <a:lnTo>
                    <a:pt x="926394" y="807454"/>
                  </a:lnTo>
                  <a:lnTo>
                    <a:pt x="932654" y="807493"/>
                  </a:lnTo>
                  <a:lnTo>
                    <a:pt x="938913" y="807621"/>
                  </a:lnTo>
                  <a:lnTo>
                    <a:pt x="945172" y="807838"/>
                  </a:lnTo>
                  <a:lnTo>
                    <a:pt x="951432" y="808118"/>
                  </a:lnTo>
                  <a:lnTo>
                    <a:pt x="957691" y="808429"/>
                  </a:lnTo>
                  <a:lnTo>
                    <a:pt x="963951" y="808741"/>
                  </a:lnTo>
                  <a:lnTo>
                    <a:pt x="970210" y="809046"/>
                  </a:lnTo>
                  <a:lnTo>
                    <a:pt x="976470" y="809348"/>
                  </a:lnTo>
                  <a:lnTo>
                    <a:pt x="982729" y="809656"/>
                  </a:lnTo>
                  <a:lnTo>
                    <a:pt x="988988" y="809976"/>
                  </a:lnTo>
                  <a:lnTo>
                    <a:pt x="995248" y="810305"/>
                  </a:lnTo>
                  <a:lnTo>
                    <a:pt x="1001507" y="810630"/>
                  </a:lnTo>
                  <a:lnTo>
                    <a:pt x="1007767" y="810933"/>
                  </a:lnTo>
                  <a:lnTo>
                    <a:pt x="1014026" y="811197"/>
                  </a:lnTo>
                  <a:lnTo>
                    <a:pt x="1020286" y="811410"/>
                  </a:lnTo>
                  <a:lnTo>
                    <a:pt x="1026545" y="811570"/>
                  </a:lnTo>
                  <a:lnTo>
                    <a:pt x="1032804" y="811680"/>
                  </a:lnTo>
                  <a:lnTo>
                    <a:pt x="1039064" y="811747"/>
                  </a:lnTo>
                  <a:lnTo>
                    <a:pt x="1045323" y="811778"/>
                  </a:lnTo>
                  <a:lnTo>
                    <a:pt x="1051583" y="811780"/>
                  </a:lnTo>
                  <a:lnTo>
                    <a:pt x="1057842" y="811752"/>
                  </a:lnTo>
                  <a:lnTo>
                    <a:pt x="1064101" y="811687"/>
                  </a:lnTo>
                  <a:lnTo>
                    <a:pt x="1070361" y="811577"/>
                  </a:lnTo>
                  <a:lnTo>
                    <a:pt x="1076620" y="811412"/>
                  </a:lnTo>
                  <a:lnTo>
                    <a:pt x="1082880" y="811187"/>
                  </a:lnTo>
                  <a:lnTo>
                    <a:pt x="1089139" y="810900"/>
                  </a:lnTo>
                  <a:lnTo>
                    <a:pt x="1095399" y="810563"/>
                  </a:lnTo>
                  <a:lnTo>
                    <a:pt x="1101658" y="810193"/>
                  </a:lnTo>
                  <a:lnTo>
                    <a:pt x="1107917" y="809815"/>
                  </a:lnTo>
                  <a:lnTo>
                    <a:pt x="1114177" y="809452"/>
                  </a:lnTo>
                  <a:lnTo>
                    <a:pt x="1120436" y="809122"/>
                  </a:lnTo>
                  <a:lnTo>
                    <a:pt x="1126696" y="808834"/>
                  </a:lnTo>
                  <a:lnTo>
                    <a:pt x="1132955" y="808581"/>
                  </a:lnTo>
                  <a:lnTo>
                    <a:pt x="1139215" y="808346"/>
                  </a:lnTo>
                  <a:lnTo>
                    <a:pt x="1145474" y="808106"/>
                  </a:lnTo>
                  <a:lnTo>
                    <a:pt x="1151733" y="807839"/>
                  </a:lnTo>
                  <a:lnTo>
                    <a:pt x="1157993" y="807533"/>
                  </a:lnTo>
                  <a:lnTo>
                    <a:pt x="1164252" y="807195"/>
                  </a:lnTo>
                  <a:lnTo>
                    <a:pt x="1170512" y="806858"/>
                  </a:lnTo>
                  <a:lnTo>
                    <a:pt x="1176771" y="806582"/>
                  </a:lnTo>
                  <a:lnTo>
                    <a:pt x="1183031" y="806432"/>
                  </a:lnTo>
                  <a:lnTo>
                    <a:pt x="1189290" y="806464"/>
                  </a:lnTo>
                  <a:lnTo>
                    <a:pt x="1195549" y="806710"/>
                  </a:lnTo>
                  <a:lnTo>
                    <a:pt x="1201809" y="807164"/>
                  </a:lnTo>
                  <a:lnTo>
                    <a:pt x="1208068" y="807784"/>
                  </a:lnTo>
                  <a:lnTo>
                    <a:pt x="1214328" y="808500"/>
                  </a:lnTo>
                  <a:lnTo>
                    <a:pt x="1220587" y="809236"/>
                  </a:lnTo>
                  <a:lnTo>
                    <a:pt x="1226846" y="809921"/>
                  </a:lnTo>
                  <a:lnTo>
                    <a:pt x="1233106" y="810507"/>
                  </a:lnTo>
                  <a:lnTo>
                    <a:pt x="1239365" y="810967"/>
                  </a:lnTo>
                  <a:lnTo>
                    <a:pt x="1245625" y="811303"/>
                  </a:lnTo>
                  <a:lnTo>
                    <a:pt x="1251884" y="811528"/>
                  </a:lnTo>
                  <a:lnTo>
                    <a:pt x="1258144" y="811665"/>
                  </a:lnTo>
                  <a:lnTo>
                    <a:pt x="1264403" y="811735"/>
                  </a:lnTo>
                  <a:lnTo>
                    <a:pt x="1270662" y="811754"/>
                  </a:lnTo>
                  <a:lnTo>
                    <a:pt x="1276922" y="811728"/>
                  </a:lnTo>
                  <a:lnTo>
                    <a:pt x="1283181" y="811651"/>
                  </a:lnTo>
                  <a:lnTo>
                    <a:pt x="1289441" y="811514"/>
                  </a:lnTo>
                  <a:lnTo>
                    <a:pt x="1295700" y="811305"/>
                  </a:lnTo>
                  <a:lnTo>
                    <a:pt x="1301960" y="811013"/>
                  </a:lnTo>
                  <a:lnTo>
                    <a:pt x="1308219" y="810639"/>
                  </a:lnTo>
                  <a:lnTo>
                    <a:pt x="1314478" y="810197"/>
                  </a:lnTo>
                  <a:lnTo>
                    <a:pt x="1320738" y="809720"/>
                  </a:lnTo>
                  <a:lnTo>
                    <a:pt x="1326997" y="809256"/>
                  </a:lnTo>
                  <a:lnTo>
                    <a:pt x="1333257" y="808855"/>
                  </a:lnTo>
                  <a:lnTo>
                    <a:pt x="1339516" y="808561"/>
                  </a:lnTo>
                  <a:lnTo>
                    <a:pt x="1345776" y="808396"/>
                  </a:lnTo>
                  <a:lnTo>
                    <a:pt x="1352035" y="808350"/>
                  </a:lnTo>
                  <a:lnTo>
                    <a:pt x="1358294" y="808382"/>
                  </a:lnTo>
                  <a:lnTo>
                    <a:pt x="1364554" y="808425"/>
                  </a:lnTo>
                  <a:lnTo>
                    <a:pt x="1370813" y="808407"/>
                  </a:lnTo>
                  <a:lnTo>
                    <a:pt x="1377073" y="808271"/>
                  </a:lnTo>
                  <a:lnTo>
                    <a:pt x="1383332" y="807999"/>
                  </a:lnTo>
                  <a:lnTo>
                    <a:pt x="1389592" y="807619"/>
                  </a:lnTo>
                  <a:lnTo>
                    <a:pt x="1395851" y="807220"/>
                  </a:lnTo>
                  <a:lnTo>
                    <a:pt x="1402110" y="806903"/>
                  </a:lnTo>
                  <a:lnTo>
                    <a:pt x="1408370" y="806757"/>
                  </a:lnTo>
                  <a:lnTo>
                    <a:pt x="1414629" y="806843"/>
                  </a:lnTo>
                  <a:lnTo>
                    <a:pt x="1420889" y="807171"/>
                  </a:lnTo>
                  <a:lnTo>
                    <a:pt x="1427148" y="807706"/>
                  </a:lnTo>
                  <a:lnTo>
                    <a:pt x="1433407" y="808377"/>
                  </a:lnTo>
                  <a:lnTo>
                    <a:pt x="1439667" y="809098"/>
                  </a:lnTo>
                  <a:lnTo>
                    <a:pt x="1445926" y="809791"/>
                  </a:lnTo>
                  <a:lnTo>
                    <a:pt x="1452186" y="810397"/>
                  </a:lnTo>
                  <a:lnTo>
                    <a:pt x="1458445" y="810883"/>
                  </a:lnTo>
                  <a:lnTo>
                    <a:pt x="1464705" y="811243"/>
                  </a:lnTo>
                  <a:lnTo>
                    <a:pt x="1470964" y="811491"/>
                  </a:lnTo>
                  <a:lnTo>
                    <a:pt x="1477223" y="811649"/>
                  </a:lnTo>
                  <a:lnTo>
                    <a:pt x="1483483" y="811742"/>
                  </a:lnTo>
                  <a:lnTo>
                    <a:pt x="1489742" y="811789"/>
                  </a:lnTo>
                  <a:lnTo>
                    <a:pt x="1496002" y="811805"/>
                  </a:lnTo>
                  <a:lnTo>
                    <a:pt x="1502261" y="811794"/>
                  </a:lnTo>
                  <a:lnTo>
                    <a:pt x="1508521" y="811755"/>
                  </a:lnTo>
                  <a:lnTo>
                    <a:pt x="1514780" y="811677"/>
                  </a:lnTo>
                  <a:lnTo>
                    <a:pt x="1521039" y="811544"/>
                  </a:lnTo>
                  <a:lnTo>
                    <a:pt x="1527299" y="811338"/>
                  </a:lnTo>
                  <a:lnTo>
                    <a:pt x="1533558" y="811045"/>
                  </a:lnTo>
                  <a:lnTo>
                    <a:pt x="1539818" y="810660"/>
                  </a:lnTo>
                  <a:lnTo>
                    <a:pt x="1546077" y="810197"/>
                  </a:lnTo>
                  <a:lnTo>
                    <a:pt x="1552337" y="809691"/>
                  </a:lnTo>
                  <a:lnTo>
                    <a:pt x="1558596" y="809199"/>
                  </a:lnTo>
                  <a:lnTo>
                    <a:pt x="1564855" y="808787"/>
                  </a:lnTo>
                  <a:lnTo>
                    <a:pt x="1571115" y="808522"/>
                  </a:lnTo>
                  <a:lnTo>
                    <a:pt x="1577374" y="808449"/>
                  </a:lnTo>
                  <a:lnTo>
                    <a:pt x="1583634" y="808584"/>
                  </a:lnTo>
                  <a:lnTo>
                    <a:pt x="1589893" y="808904"/>
                  </a:lnTo>
                  <a:lnTo>
                    <a:pt x="1596152" y="809356"/>
                  </a:lnTo>
                  <a:lnTo>
                    <a:pt x="1602412" y="809870"/>
                  </a:lnTo>
                  <a:lnTo>
                    <a:pt x="1608671" y="810371"/>
                  </a:lnTo>
                  <a:lnTo>
                    <a:pt x="1614931" y="810810"/>
                  </a:lnTo>
                  <a:lnTo>
                    <a:pt x="1621190" y="811161"/>
                  </a:lnTo>
                  <a:lnTo>
                    <a:pt x="1627450" y="811420"/>
                  </a:lnTo>
                  <a:lnTo>
                    <a:pt x="1633709" y="811597"/>
                  </a:lnTo>
                  <a:lnTo>
                    <a:pt x="1639968" y="811710"/>
                  </a:lnTo>
                  <a:lnTo>
                    <a:pt x="1646228" y="811776"/>
                  </a:lnTo>
                  <a:lnTo>
                    <a:pt x="1652487" y="811813"/>
                  </a:lnTo>
                  <a:lnTo>
                    <a:pt x="1658747" y="811832"/>
                  </a:lnTo>
                  <a:lnTo>
                    <a:pt x="1665006" y="811841"/>
                  </a:lnTo>
                  <a:lnTo>
                    <a:pt x="1671266" y="811845"/>
                  </a:lnTo>
                  <a:lnTo>
                    <a:pt x="1677525" y="811847"/>
                  </a:lnTo>
                  <a:lnTo>
                    <a:pt x="1683784" y="811847"/>
                  </a:lnTo>
                  <a:lnTo>
                    <a:pt x="1690044" y="811848"/>
                  </a:lnTo>
                  <a:lnTo>
                    <a:pt x="1696303" y="811848"/>
                  </a:lnTo>
                  <a:lnTo>
                    <a:pt x="1702563" y="811848"/>
                  </a:lnTo>
                  <a:lnTo>
                    <a:pt x="1708822" y="811848"/>
                  </a:lnTo>
                  <a:lnTo>
                    <a:pt x="1715082" y="811848"/>
                  </a:lnTo>
                  <a:lnTo>
                    <a:pt x="1721341" y="811848"/>
                  </a:lnTo>
                  <a:lnTo>
                    <a:pt x="1727600" y="811848"/>
                  </a:lnTo>
                  <a:lnTo>
                    <a:pt x="1733860" y="811848"/>
                  </a:lnTo>
                  <a:lnTo>
                    <a:pt x="1740119" y="811847"/>
                  </a:lnTo>
                  <a:lnTo>
                    <a:pt x="1746379" y="811847"/>
                  </a:lnTo>
                  <a:lnTo>
                    <a:pt x="1752638" y="811846"/>
                  </a:lnTo>
                  <a:lnTo>
                    <a:pt x="1758897" y="811842"/>
                  </a:lnTo>
                  <a:lnTo>
                    <a:pt x="1765157" y="811836"/>
                  </a:lnTo>
                  <a:lnTo>
                    <a:pt x="1771416" y="811822"/>
                  </a:lnTo>
                  <a:lnTo>
                    <a:pt x="1777676" y="811796"/>
                  </a:lnTo>
                  <a:lnTo>
                    <a:pt x="1783935" y="811750"/>
                  </a:lnTo>
                  <a:lnTo>
                    <a:pt x="1790195" y="811674"/>
                  </a:lnTo>
                  <a:lnTo>
                    <a:pt x="1796454" y="811557"/>
                  </a:lnTo>
                  <a:lnTo>
                    <a:pt x="1802713" y="811389"/>
                  </a:lnTo>
                  <a:lnTo>
                    <a:pt x="1808973" y="811164"/>
                  </a:lnTo>
                  <a:lnTo>
                    <a:pt x="1815232" y="810883"/>
                  </a:lnTo>
                  <a:lnTo>
                    <a:pt x="1821492" y="810555"/>
                  </a:lnTo>
                  <a:lnTo>
                    <a:pt x="1827751" y="810204"/>
                  </a:lnTo>
                  <a:lnTo>
                    <a:pt x="1834011" y="809855"/>
                  </a:lnTo>
                  <a:lnTo>
                    <a:pt x="1840270" y="809532"/>
                  </a:lnTo>
                  <a:lnTo>
                    <a:pt x="1846529" y="809250"/>
                  </a:lnTo>
                  <a:lnTo>
                    <a:pt x="1852789" y="809018"/>
                  </a:lnTo>
                  <a:lnTo>
                    <a:pt x="1859048" y="808836"/>
                  </a:lnTo>
                  <a:lnTo>
                    <a:pt x="1865308" y="808702"/>
                  </a:lnTo>
                  <a:lnTo>
                    <a:pt x="1871567" y="808613"/>
                  </a:lnTo>
                  <a:lnTo>
                    <a:pt x="1877827" y="808572"/>
                  </a:lnTo>
                  <a:lnTo>
                    <a:pt x="1884086" y="808585"/>
                  </a:lnTo>
                  <a:lnTo>
                    <a:pt x="1890345" y="808661"/>
                  </a:lnTo>
                  <a:lnTo>
                    <a:pt x="1896605" y="808809"/>
                  </a:lnTo>
                  <a:lnTo>
                    <a:pt x="1902864" y="809033"/>
                  </a:lnTo>
                  <a:lnTo>
                    <a:pt x="1909124" y="809326"/>
                  </a:lnTo>
                  <a:lnTo>
                    <a:pt x="1915383" y="809673"/>
                  </a:lnTo>
                  <a:lnTo>
                    <a:pt x="1921642" y="810045"/>
                  </a:lnTo>
                  <a:lnTo>
                    <a:pt x="1927902" y="810408"/>
                  </a:lnTo>
                  <a:lnTo>
                    <a:pt x="1934161" y="810723"/>
                  </a:lnTo>
                  <a:lnTo>
                    <a:pt x="1940421" y="810959"/>
                  </a:lnTo>
                  <a:lnTo>
                    <a:pt x="1946680" y="811096"/>
                  </a:lnTo>
                  <a:lnTo>
                    <a:pt x="1952940" y="811126"/>
                  </a:lnTo>
                  <a:lnTo>
                    <a:pt x="1959199" y="811054"/>
                  </a:lnTo>
                  <a:lnTo>
                    <a:pt x="1965458" y="810897"/>
                  </a:lnTo>
                  <a:lnTo>
                    <a:pt x="1971718" y="810687"/>
                  </a:lnTo>
                  <a:lnTo>
                    <a:pt x="1977977" y="810464"/>
                  </a:lnTo>
                  <a:lnTo>
                    <a:pt x="1984237" y="810273"/>
                  </a:lnTo>
                  <a:lnTo>
                    <a:pt x="1990496" y="810153"/>
                  </a:lnTo>
                  <a:lnTo>
                    <a:pt x="1996756" y="810130"/>
                  </a:lnTo>
                  <a:lnTo>
                    <a:pt x="2003015" y="810212"/>
                  </a:lnTo>
                  <a:lnTo>
                    <a:pt x="2009274" y="810385"/>
                  </a:lnTo>
                  <a:lnTo>
                    <a:pt x="2015534" y="810621"/>
                  </a:lnTo>
                  <a:lnTo>
                    <a:pt x="2021793" y="810884"/>
                  </a:lnTo>
                  <a:lnTo>
                    <a:pt x="2028053" y="811138"/>
                  </a:lnTo>
                  <a:lnTo>
                    <a:pt x="2034312" y="811356"/>
                  </a:lnTo>
                  <a:lnTo>
                    <a:pt x="2040572" y="811523"/>
                  </a:lnTo>
                  <a:lnTo>
                    <a:pt x="2046831" y="811638"/>
                  </a:lnTo>
                  <a:lnTo>
                    <a:pt x="2053090" y="811702"/>
                  </a:lnTo>
                  <a:lnTo>
                    <a:pt x="2059350" y="811720"/>
                  </a:lnTo>
                  <a:lnTo>
                    <a:pt x="2065609" y="811692"/>
                  </a:lnTo>
                  <a:lnTo>
                    <a:pt x="2071869" y="811618"/>
                  </a:lnTo>
                  <a:lnTo>
                    <a:pt x="2078128" y="811492"/>
                  </a:lnTo>
                  <a:lnTo>
                    <a:pt x="2084388" y="811314"/>
                  </a:lnTo>
                  <a:lnTo>
                    <a:pt x="2090647" y="811087"/>
                  </a:lnTo>
                  <a:lnTo>
                    <a:pt x="2096906" y="810823"/>
                  </a:lnTo>
                  <a:lnTo>
                    <a:pt x="2103166" y="810543"/>
                  </a:lnTo>
                  <a:lnTo>
                    <a:pt x="2109425" y="810270"/>
                  </a:lnTo>
                  <a:lnTo>
                    <a:pt x="2115685" y="810027"/>
                  </a:lnTo>
                  <a:lnTo>
                    <a:pt x="2121944" y="809822"/>
                  </a:lnTo>
                  <a:lnTo>
                    <a:pt x="2128203" y="809652"/>
                  </a:lnTo>
                  <a:lnTo>
                    <a:pt x="2134463" y="809492"/>
                  </a:lnTo>
                  <a:lnTo>
                    <a:pt x="2140722" y="809312"/>
                  </a:lnTo>
                  <a:lnTo>
                    <a:pt x="2146982" y="809088"/>
                  </a:lnTo>
                  <a:lnTo>
                    <a:pt x="2153241" y="808826"/>
                  </a:lnTo>
                  <a:lnTo>
                    <a:pt x="2159501" y="808559"/>
                  </a:lnTo>
                  <a:lnTo>
                    <a:pt x="2165760" y="808345"/>
                  </a:lnTo>
                  <a:lnTo>
                    <a:pt x="2172019" y="808242"/>
                  </a:lnTo>
                  <a:lnTo>
                    <a:pt x="2178279" y="808297"/>
                  </a:lnTo>
                  <a:lnTo>
                    <a:pt x="2184538" y="808525"/>
                  </a:lnTo>
                  <a:lnTo>
                    <a:pt x="2190798" y="808906"/>
                  </a:lnTo>
                  <a:lnTo>
                    <a:pt x="2197057" y="809389"/>
                  </a:lnTo>
                  <a:lnTo>
                    <a:pt x="2203317" y="809913"/>
                  </a:lnTo>
                  <a:lnTo>
                    <a:pt x="2209576" y="810417"/>
                  </a:lnTo>
                  <a:lnTo>
                    <a:pt x="2215835" y="810853"/>
                  </a:lnTo>
                  <a:lnTo>
                    <a:pt x="2222095" y="811197"/>
                  </a:lnTo>
                  <a:lnTo>
                    <a:pt x="2228354" y="811445"/>
                  </a:lnTo>
                  <a:lnTo>
                    <a:pt x="2234614" y="811605"/>
                  </a:lnTo>
                  <a:lnTo>
                    <a:pt x="2240873" y="811692"/>
                  </a:lnTo>
                  <a:lnTo>
                    <a:pt x="2247133" y="811719"/>
                  </a:lnTo>
                  <a:lnTo>
                    <a:pt x="2253392" y="811691"/>
                  </a:lnTo>
                  <a:lnTo>
                    <a:pt x="2259651" y="811614"/>
                  </a:lnTo>
                  <a:lnTo>
                    <a:pt x="2265911" y="811485"/>
                  </a:lnTo>
                  <a:lnTo>
                    <a:pt x="2272170" y="811305"/>
                  </a:lnTo>
                  <a:lnTo>
                    <a:pt x="2278430" y="811080"/>
                  </a:lnTo>
                  <a:lnTo>
                    <a:pt x="2284689" y="810827"/>
                  </a:lnTo>
                  <a:lnTo>
                    <a:pt x="2290948" y="810573"/>
                  </a:lnTo>
                  <a:lnTo>
                    <a:pt x="2297208" y="810353"/>
                  </a:lnTo>
                  <a:lnTo>
                    <a:pt x="2303467" y="810200"/>
                  </a:lnTo>
                  <a:lnTo>
                    <a:pt x="2309727" y="810142"/>
                  </a:lnTo>
                  <a:lnTo>
                    <a:pt x="2315986" y="810188"/>
                  </a:lnTo>
                  <a:lnTo>
                    <a:pt x="2322246" y="810331"/>
                  </a:lnTo>
                  <a:lnTo>
                    <a:pt x="2328505" y="810546"/>
                  </a:lnTo>
                  <a:lnTo>
                    <a:pt x="2334764" y="810799"/>
                  </a:lnTo>
                  <a:lnTo>
                    <a:pt x="2341024" y="811056"/>
                  </a:lnTo>
                  <a:lnTo>
                    <a:pt x="2347283" y="811288"/>
                  </a:lnTo>
                  <a:lnTo>
                    <a:pt x="2353543" y="811477"/>
                  </a:lnTo>
                  <a:lnTo>
                    <a:pt x="2359802" y="811616"/>
                  </a:lnTo>
                  <a:lnTo>
                    <a:pt x="2366062" y="811711"/>
                  </a:lnTo>
                  <a:lnTo>
                    <a:pt x="2372321" y="811772"/>
                  </a:lnTo>
                  <a:lnTo>
                    <a:pt x="2378580" y="811808"/>
                  </a:lnTo>
                  <a:lnTo>
                    <a:pt x="2384840" y="811828"/>
                  </a:lnTo>
                  <a:lnTo>
                    <a:pt x="2391099" y="811839"/>
                  </a:lnTo>
                  <a:lnTo>
                    <a:pt x="2397359" y="811844"/>
                  </a:lnTo>
                  <a:lnTo>
                    <a:pt x="2403618" y="811846"/>
                  </a:lnTo>
                  <a:lnTo>
                    <a:pt x="2409878" y="811847"/>
                  </a:lnTo>
                  <a:lnTo>
                    <a:pt x="2416137" y="811847"/>
                  </a:lnTo>
                  <a:lnTo>
                    <a:pt x="2422396" y="811848"/>
                  </a:lnTo>
                  <a:lnTo>
                    <a:pt x="2428656" y="811848"/>
                  </a:lnTo>
                  <a:lnTo>
                    <a:pt x="2434915" y="811848"/>
                  </a:lnTo>
                  <a:lnTo>
                    <a:pt x="2441175" y="811848"/>
                  </a:lnTo>
                  <a:lnTo>
                    <a:pt x="2447434" y="811848"/>
                  </a:lnTo>
                  <a:lnTo>
                    <a:pt x="2453693" y="811848"/>
                  </a:lnTo>
                  <a:lnTo>
                    <a:pt x="2459953" y="811848"/>
                  </a:lnTo>
                  <a:lnTo>
                    <a:pt x="2466212" y="811848"/>
                  </a:lnTo>
                  <a:lnTo>
                    <a:pt x="2472472" y="811848"/>
                  </a:lnTo>
                  <a:lnTo>
                    <a:pt x="2478731" y="811848"/>
                  </a:lnTo>
                  <a:lnTo>
                    <a:pt x="2484991" y="811848"/>
                  </a:lnTo>
                  <a:lnTo>
                    <a:pt x="2491250" y="811848"/>
                  </a:lnTo>
                  <a:lnTo>
                    <a:pt x="2497509" y="811848"/>
                  </a:lnTo>
                  <a:lnTo>
                    <a:pt x="2503769" y="811848"/>
                  </a:lnTo>
                  <a:lnTo>
                    <a:pt x="2510028" y="811848"/>
                  </a:lnTo>
                  <a:lnTo>
                    <a:pt x="2516288" y="811848"/>
                  </a:lnTo>
                  <a:lnTo>
                    <a:pt x="2522547" y="811848"/>
                  </a:lnTo>
                  <a:lnTo>
                    <a:pt x="2528807" y="811848"/>
                  </a:lnTo>
                  <a:lnTo>
                    <a:pt x="2535066" y="811848"/>
                  </a:lnTo>
                  <a:lnTo>
                    <a:pt x="2541325" y="811848"/>
                  </a:lnTo>
                  <a:lnTo>
                    <a:pt x="2547585" y="811848"/>
                  </a:lnTo>
                  <a:lnTo>
                    <a:pt x="2553844" y="811848"/>
                  </a:lnTo>
                  <a:lnTo>
                    <a:pt x="2560104" y="811848"/>
                  </a:lnTo>
                  <a:lnTo>
                    <a:pt x="2566363" y="811848"/>
                  </a:lnTo>
                  <a:lnTo>
                    <a:pt x="2572623" y="811848"/>
                  </a:lnTo>
                  <a:lnTo>
                    <a:pt x="2578882" y="811848"/>
                  </a:lnTo>
                  <a:lnTo>
                    <a:pt x="2585141" y="811848"/>
                  </a:lnTo>
                  <a:lnTo>
                    <a:pt x="2591401" y="811848"/>
                  </a:lnTo>
                  <a:lnTo>
                    <a:pt x="2597660" y="811848"/>
                  </a:lnTo>
                  <a:lnTo>
                    <a:pt x="2603920" y="811848"/>
                  </a:lnTo>
                  <a:lnTo>
                    <a:pt x="2610179" y="811848"/>
                  </a:lnTo>
                  <a:lnTo>
                    <a:pt x="2616438" y="811848"/>
                  </a:lnTo>
                  <a:lnTo>
                    <a:pt x="2622698" y="811848"/>
                  </a:lnTo>
                  <a:lnTo>
                    <a:pt x="2628957" y="811848"/>
                  </a:lnTo>
                  <a:lnTo>
                    <a:pt x="2635217" y="811848"/>
                  </a:lnTo>
                  <a:lnTo>
                    <a:pt x="2641476" y="811848"/>
                  </a:lnTo>
                  <a:lnTo>
                    <a:pt x="2647736" y="811848"/>
                  </a:lnTo>
                  <a:lnTo>
                    <a:pt x="2653995" y="811848"/>
                  </a:lnTo>
                  <a:lnTo>
                    <a:pt x="2660254" y="811848"/>
                  </a:lnTo>
                  <a:lnTo>
                    <a:pt x="2666514" y="811848"/>
                  </a:lnTo>
                  <a:lnTo>
                    <a:pt x="2672773" y="811848"/>
                  </a:lnTo>
                  <a:lnTo>
                    <a:pt x="2679033" y="811848"/>
                  </a:lnTo>
                  <a:lnTo>
                    <a:pt x="2685292" y="811848"/>
                  </a:lnTo>
                  <a:lnTo>
                    <a:pt x="2691552" y="811848"/>
                  </a:lnTo>
                  <a:lnTo>
                    <a:pt x="2697811" y="811848"/>
                  </a:lnTo>
                  <a:lnTo>
                    <a:pt x="2704070" y="811848"/>
                  </a:lnTo>
                  <a:lnTo>
                    <a:pt x="2710330" y="811848"/>
                  </a:lnTo>
                  <a:lnTo>
                    <a:pt x="2716589" y="811847"/>
                  </a:lnTo>
                  <a:lnTo>
                    <a:pt x="2722849" y="811847"/>
                  </a:lnTo>
                  <a:lnTo>
                    <a:pt x="2729108" y="811846"/>
                  </a:lnTo>
                  <a:lnTo>
                    <a:pt x="2735368" y="811843"/>
                  </a:lnTo>
                  <a:lnTo>
                    <a:pt x="2741627" y="811837"/>
                  </a:lnTo>
                  <a:lnTo>
                    <a:pt x="2747886" y="811824"/>
                  </a:lnTo>
                  <a:lnTo>
                    <a:pt x="2754146" y="811800"/>
                  </a:lnTo>
                  <a:lnTo>
                    <a:pt x="2760405" y="811757"/>
                  </a:lnTo>
                  <a:lnTo>
                    <a:pt x="2766665" y="811687"/>
                  </a:lnTo>
                  <a:lnTo>
                    <a:pt x="2772924" y="811579"/>
                  </a:lnTo>
                  <a:lnTo>
                    <a:pt x="2779184" y="811426"/>
                  </a:lnTo>
                  <a:lnTo>
                    <a:pt x="2785443" y="811223"/>
                  </a:lnTo>
                  <a:lnTo>
                    <a:pt x="2791702" y="810973"/>
                  </a:lnTo>
                  <a:lnTo>
                    <a:pt x="2797962" y="810697"/>
                  </a:lnTo>
                  <a:lnTo>
                    <a:pt x="2804221" y="810419"/>
                  </a:lnTo>
                  <a:lnTo>
                    <a:pt x="2810481" y="810169"/>
                  </a:lnTo>
                  <a:lnTo>
                    <a:pt x="2816740" y="809969"/>
                  </a:lnTo>
                  <a:lnTo>
                    <a:pt x="2822999" y="809831"/>
                  </a:lnTo>
                  <a:lnTo>
                    <a:pt x="2829259" y="809749"/>
                  </a:lnTo>
                  <a:lnTo>
                    <a:pt x="2835518" y="809711"/>
                  </a:lnTo>
                  <a:lnTo>
                    <a:pt x="2841778" y="809698"/>
                  </a:lnTo>
                  <a:lnTo>
                    <a:pt x="2848037" y="809698"/>
                  </a:lnTo>
                  <a:lnTo>
                    <a:pt x="2854297" y="809711"/>
                  </a:lnTo>
                  <a:lnTo>
                    <a:pt x="2860556" y="809748"/>
                  </a:lnTo>
                  <a:lnTo>
                    <a:pt x="2866815" y="809826"/>
                  </a:lnTo>
                  <a:lnTo>
                    <a:pt x="2873075" y="809959"/>
                  </a:lnTo>
                  <a:lnTo>
                    <a:pt x="2879334" y="810147"/>
                  </a:lnTo>
                  <a:lnTo>
                    <a:pt x="2885594" y="810377"/>
                  </a:lnTo>
                  <a:lnTo>
                    <a:pt x="2891853" y="810620"/>
                  </a:lnTo>
                  <a:lnTo>
                    <a:pt x="2898113" y="810837"/>
                  </a:lnTo>
                  <a:lnTo>
                    <a:pt x="2904372" y="810988"/>
                  </a:lnTo>
                  <a:lnTo>
                    <a:pt x="2910631" y="811050"/>
                  </a:lnTo>
                  <a:lnTo>
                    <a:pt x="2916891" y="811016"/>
                  </a:lnTo>
                  <a:lnTo>
                    <a:pt x="2923150" y="810894"/>
                  </a:lnTo>
                  <a:lnTo>
                    <a:pt x="2929410" y="810709"/>
                  </a:lnTo>
                  <a:lnTo>
                    <a:pt x="2935669" y="810500"/>
                  </a:lnTo>
                  <a:lnTo>
                    <a:pt x="2941929" y="810309"/>
                  </a:lnTo>
                  <a:lnTo>
                    <a:pt x="2948188" y="810178"/>
                  </a:lnTo>
                  <a:lnTo>
                    <a:pt x="2954447" y="810137"/>
                  </a:lnTo>
                  <a:lnTo>
                    <a:pt x="2960707" y="810197"/>
                  </a:lnTo>
                  <a:lnTo>
                    <a:pt x="2966966" y="810349"/>
                  </a:lnTo>
                  <a:lnTo>
                    <a:pt x="2973226" y="810570"/>
                  </a:lnTo>
                  <a:lnTo>
                    <a:pt x="2979485" y="810825"/>
                  </a:lnTo>
                  <a:lnTo>
                    <a:pt x="2985744" y="811080"/>
                  </a:lnTo>
                  <a:lnTo>
                    <a:pt x="2992004" y="811307"/>
                  </a:lnTo>
                  <a:lnTo>
                    <a:pt x="2998263" y="811492"/>
                  </a:lnTo>
                  <a:lnTo>
                    <a:pt x="3004523" y="811628"/>
                  </a:lnTo>
                  <a:lnTo>
                    <a:pt x="3010782" y="811719"/>
                  </a:lnTo>
                  <a:lnTo>
                    <a:pt x="3017042" y="811777"/>
                  </a:lnTo>
                  <a:lnTo>
                    <a:pt x="3023301" y="811811"/>
                  </a:lnTo>
                  <a:lnTo>
                    <a:pt x="3029560" y="811830"/>
                  </a:lnTo>
                  <a:lnTo>
                    <a:pt x="3035820" y="811839"/>
                  </a:lnTo>
                  <a:lnTo>
                    <a:pt x="3042079" y="811844"/>
                  </a:lnTo>
                  <a:lnTo>
                    <a:pt x="3048339" y="811846"/>
                  </a:lnTo>
                  <a:lnTo>
                    <a:pt x="3054598" y="811847"/>
                  </a:lnTo>
                  <a:lnTo>
                    <a:pt x="3060858" y="811847"/>
                  </a:lnTo>
                  <a:lnTo>
                    <a:pt x="3067117" y="811848"/>
                  </a:lnTo>
                  <a:lnTo>
                    <a:pt x="3073376" y="811848"/>
                  </a:lnTo>
                  <a:lnTo>
                    <a:pt x="3079636" y="811848"/>
                  </a:lnTo>
                  <a:lnTo>
                    <a:pt x="3085895" y="811848"/>
                  </a:lnTo>
                  <a:lnTo>
                    <a:pt x="3092155" y="811848"/>
                  </a:lnTo>
                  <a:lnTo>
                    <a:pt x="3098414" y="811848"/>
                  </a:lnTo>
                  <a:lnTo>
                    <a:pt x="3104674" y="811848"/>
                  </a:lnTo>
                  <a:lnTo>
                    <a:pt x="3110933" y="811848"/>
                  </a:lnTo>
                  <a:lnTo>
                    <a:pt x="3117192" y="811848"/>
                  </a:lnTo>
                  <a:lnTo>
                    <a:pt x="3123452" y="811848"/>
                  </a:lnTo>
                  <a:lnTo>
                    <a:pt x="3129711" y="811848"/>
                  </a:lnTo>
                  <a:lnTo>
                    <a:pt x="3135971" y="811848"/>
                  </a:lnTo>
                  <a:lnTo>
                    <a:pt x="3142230" y="811848"/>
                  </a:lnTo>
                  <a:lnTo>
                    <a:pt x="3148489" y="811848"/>
                  </a:lnTo>
                  <a:lnTo>
                    <a:pt x="3154749" y="811848"/>
                  </a:lnTo>
                  <a:lnTo>
                    <a:pt x="3161008" y="811848"/>
                  </a:lnTo>
                  <a:lnTo>
                    <a:pt x="3167268" y="811848"/>
                  </a:lnTo>
                  <a:lnTo>
                    <a:pt x="3173527" y="811848"/>
                  </a:lnTo>
                  <a:lnTo>
                    <a:pt x="3179787" y="811848"/>
                  </a:lnTo>
                  <a:lnTo>
                    <a:pt x="3186046" y="811848"/>
                  </a:lnTo>
                  <a:lnTo>
                    <a:pt x="3192305" y="811848"/>
                  </a:lnTo>
                  <a:lnTo>
                    <a:pt x="3198565" y="811848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749798" y="4461778"/>
              <a:ext cx="3198565" cy="469365"/>
            </a:xfrm>
            <a:custGeom>
              <a:avLst/>
              <a:pathLst>
                <a:path w="3198565" h="469365">
                  <a:moveTo>
                    <a:pt x="0" y="469365"/>
                  </a:moveTo>
                  <a:lnTo>
                    <a:pt x="6259" y="469365"/>
                  </a:lnTo>
                  <a:lnTo>
                    <a:pt x="12518" y="469365"/>
                  </a:lnTo>
                  <a:lnTo>
                    <a:pt x="18778" y="469365"/>
                  </a:lnTo>
                  <a:lnTo>
                    <a:pt x="25037" y="469365"/>
                  </a:lnTo>
                  <a:lnTo>
                    <a:pt x="31297" y="469365"/>
                  </a:lnTo>
                  <a:lnTo>
                    <a:pt x="37556" y="469365"/>
                  </a:lnTo>
                  <a:lnTo>
                    <a:pt x="43815" y="469365"/>
                  </a:lnTo>
                  <a:lnTo>
                    <a:pt x="50075" y="469364"/>
                  </a:lnTo>
                  <a:lnTo>
                    <a:pt x="56334" y="469364"/>
                  </a:lnTo>
                  <a:lnTo>
                    <a:pt x="62594" y="469363"/>
                  </a:lnTo>
                  <a:lnTo>
                    <a:pt x="68853" y="469360"/>
                  </a:lnTo>
                  <a:lnTo>
                    <a:pt x="75113" y="469356"/>
                  </a:lnTo>
                  <a:lnTo>
                    <a:pt x="81372" y="469347"/>
                  </a:lnTo>
                  <a:lnTo>
                    <a:pt x="87631" y="469332"/>
                  </a:lnTo>
                  <a:lnTo>
                    <a:pt x="93891" y="469304"/>
                  </a:lnTo>
                  <a:lnTo>
                    <a:pt x="100150" y="469258"/>
                  </a:lnTo>
                  <a:lnTo>
                    <a:pt x="106410" y="469179"/>
                  </a:lnTo>
                  <a:lnTo>
                    <a:pt x="112669" y="469049"/>
                  </a:lnTo>
                  <a:lnTo>
                    <a:pt x="118929" y="468846"/>
                  </a:lnTo>
                  <a:lnTo>
                    <a:pt x="125188" y="468538"/>
                  </a:lnTo>
                  <a:lnTo>
                    <a:pt x="131447" y="468091"/>
                  </a:lnTo>
                  <a:lnTo>
                    <a:pt x="137707" y="467459"/>
                  </a:lnTo>
                  <a:lnTo>
                    <a:pt x="143966" y="466599"/>
                  </a:lnTo>
                  <a:lnTo>
                    <a:pt x="150226" y="465465"/>
                  </a:lnTo>
                  <a:lnTo>
                    <a:pt x="156485" y="464019"/>
                  </a:lnTo>
                  <a:lnTo>
                    <a:pt x="162745" y="462234"/>
                  </a:lnTo>
                  <a:lnTo>
                    <a:pt x="169004" y="460102"/>
                  </a:lnTo>
                  <a:lnTo>
                    <a:pt x="175263" y="457641"/>
                  </a:lnTo>
                  <a:lnTo>
                    <a:pt x="181523" y="454893"/>
                  </a:lnTo>
                  <a:lnTo>
                    <a:pt x="187782" y="451933"/>
                  </a:lnTo>
                  <a:lnTo>
                    <a:pt x="194042" y="448894"/>
                  </a:lnTo>
                  <a:lnTo>
                    <a:pt x="200301" y="445904"/>
                  </a:lnTo>
                  <a:lnTo>
                    <a:pt x="206560" y="443099"/>
                  </a:lnTo>
                  <a:lnTo>
                    <a:pt x="212820" y="440606"/>
                  </a:lnTo>
                  <a:lnTo>
                    <a:pt x="219079" y="438535"/>
                  </a:lnTo>
                  <a:lnTo>
                    <a:pt x="225339" y="436969"/>
                  </a:lnTo>
                  <a:lnTo>
                    <a:pt x="231598" y="435953"/>
                  </a:lnTo>
                  <a:lnTo>
                    <a:pt x="237858" y="435495"/>
                  </a:lnTo>
                  <a:lnTo>
                    <a:pt x="244117" y="435564"/>
                  </a:lnTo>
                  <a:lnTo>
                    <a:pt x="250376" y="436095"/>
                  </a:lnTo>
                  <a:lnTo>
                    <a:pt x="256636" y="436996"/>
                  </a:lnTo>
                  <a:lnTo>
                    <a:pt x="262895" y="438167"/>
                  </a:lnTo>
                  <a:lnTo>
                    <a:pt x="269155" y="439475"/>
                  </a:lnTo>
                  <a:lnTo>
                    <a:pt x="275414" y="440803"/>
                  </a:lnTo>
                  <a:lnTo>
                    <a:pt x="281674" y="442056"/>
                  </a:lnTo>
                  <a:lnTo>
                    <a:pt x="287933" y="443162"/>
                  </a:lnTo>
                  <a:lnTo>
                    <a:pt x="294192" y="444065"/>
                  </a:lnTo>
                  <a:lnTo>
                    <a:pt x="300452" y="444734"/>
                  </a:lnTo>
                  <a:lnTo>
                    <a:pt x="306711" y="445159"/>
                  </a:lnTo>
                  <a:lnTo>
                    <a:pt x="312971" y="445346"/>
                  </a:lnTo>
                  <a:lnTo>
                    <a:pt x="319230" y="445322"/>
                  </a:lnTo>
                  <a:lnTo>
                    <a:pt x="325490" y="445124"/>
                  </a:lnTo>
                  <a:lnTo>
                    <a:pt x="331749" y="444801"/>
                  </a:lnTo>
                  <a:lnTo>
                    <a:pt x="338008" y="444406"/>
                  </a:lnTo>
                  <a:lnTo>
                    <a:pt x="344268" y="444000"/>
                  </a:lnTo>
                  <a:lnTo>
                    <a:pt x="350527" y="443644"/>
                  </a:lnTo>
                  <a:lnTo>
                    <a:pt x="356787" y="443381"/>
                  </a:lnTo>
                  <a:lnTo>
                    <a:pt x="363046" y="443245"/>
                  </a:lnTo>
                  <a:lnTo>
                    <a:pt x="369305" y="443254"/>
                  </a:lnTo>
                  <a:lnTo>
                    <a:pt x="375565" y="443410"/>
                  </a:lnTo>
                  <a:lnTo>
                    <a:pt x="381824" y="443699"/>
                  </a:lnTo>
                  <a:lnTo>
                    <a:pt x="388084" y="444094"/>
                  </a:lnTo>
                  <a:lnTo>
                    <a:pt x="394343" y="444556"/>
                  </a:lnTo>
                  <a:lnTo>
                    <a:pt x="400603" y="445039"/>
                  </a:lnTo>
                  <a:lnTo>
                    <a:pt x="406862" y="445496"/>
                  </a:lnTo>
                  <a:lnTo>
                    <a:pt x="413121" y="445878"/>
                  </a:lnTo>
                  <a:lnTo>
                    <a:pt x="419381" y="446139"/>
                  </a:lnTo>
                  <a:lnTo>
                    <a:pt x="425640" y="446232"/>
                  </a:lnTo>
                  <a:lnTo>
                    <a:pt x="431900" y="446140"/>
                  </a:lnTo>
                  <a:lnTo>
                    <a:pt x="438159" y="445843"/>
                  </a:lnTo>
                  <a:lnTo>
                    <a:pt x="444419" y="445328"/>
                  </a:lnTo>
                  <a:lnTo>
                    <a:pt x="450678" y="444590"/>
                  </a:lnTo>
                  <a:lnTo>
                    <a:pt x="456937" y="443626"/>
                  </a:lnTo>
                  <a:lnTo>
                    <a:pt x="463197" y="442442"/>
                  </a:lnTo>
                  <a:lnTo>
                    <a:pt x="469456" y="441046"/>
                  </a:lnTo>
                  <a:lnTo>
                    <a:pt x="475716" y="439451"/>
                  </a:lnTo>
                  <a:lnTo>
                    <a:pt x="481975" y="437674"/>
                  </a:lnTo>
                  <a:lnTo>
                    <a:pt x="488235" y="435738"/>
                  </a:lnTo>
                  <a:lnTo>
                    <a:pt x="494494" y="433669"/>
                  </a:lnTo>
                  <a:lnTo>
                    <a:pt x="500753" y="431499"/>
                  </a:lnTo>
                  <a:lnTo>
                    <a:pt x="507013" y="429279"/>
                  </a:lnTo>
                  <a:lnTo>
                    <a:pt x="513272" y="427063"/>
                  </a:lnTo>
                  <a:lnTo>
                    <a:pt x="519532" y="424908"/>
                  </a:lnTo>
                  <a:lnTo>
                    <a:pt x="525791" y="422873"/>
                  </a:lnTo>
                  <a:lnTo>
                    <a:pt x="532050" y="421009"/>
                  </a:lnTo>
                  <a:lnTo>
                    <a:pt x="538310" y="419354"/>
                  </a:lnTo>
                  <a:lnTo>
                    <a:pt x="544569" y="417922"/>
                  </a:lnTo>
                  <a:lnTo>
                    <a:pt x="550829" y="416693"/>
                  </a:lnTo>
                  <a:lnTo>
                    <a:pt x="557088" y="415615"/>
                  </a:lnTo>
                  <a:lnTo>
                    <a:pt x="563348" y="414595"/>
                  </a:lnTo>
                  <a:lnTo>
                    <a:pt x="569607" y="413513"/>
                  </a:lnTo>
                  <a:lnTo>
                    <a:pt x="575866" y="412224"/>
                  </a:lnTo>
                  <a:lnTo>
                    <a:pt x="582126" y="410552"/>
                  </a:lnTo>
                  <a:lnTo>
                    <a:pt x="588385" y="408400"/>
                  </a:lnTo>
                  <a:lnTo>
                    <a:pt x="594645" y="405691"/>
                  </a:lnTo>
                  <a:lnTo>
                    <a:pt x="600904" y="402395"/>
                  </a:lnTo>
                  <a:lnTo>
                    <a:pt x="607164" y="398517"/>
                  </a:lnTo>
                  <a:lnTo>
                    <a:pt x="613423" y="394091"/>
                  </a:lnTo>
                  <a:lnTo>
                    <a:pt x="619682" y="389161"/>
                  </a:lnTo>
                  <a:lnTo>
                    <a:pt x="625942" y="383757"/>
                  </a:lnTo>
                  <a:lnTo>
                    <a:pt x="632201" y="377872"/>
                  </a:lnTo>
                  <a:lnTo>
                    <a:pt x="638461" y="371448"/>
                  </a:lnTo>
                  <a:lnTo>
                    <a:pt x="644720" y="364355"/>
                  </a:lnTo>
                  <a:lnTo>
                    <a:pt x="650980" y="356396"/>
                  </a:lnTo>
                  <a:lnTo>
                    <a:pt x="657239" y="347227"/>
                  </a:lnTo>
                  <a:lnTo>
                    <a:pt x="663498" y="336500"/>
                  </a:lnTo>
                  <a:lnTo>
                    <a:pt x="669758" y="323927"/>
                  </a:lnTo>
                  <a:lnTo>
                    <a:pt x="676017" y="309197"/>
                  </a:lnTo>
                  <a:lnTo>
                    <a:pt x="682277" y="292052"/>
                  </a:lnTo>
                  <a:lnTo>
                    <a:pt x="688536" y="272323"/>
                  </a:lnTo>
                  <a:lnTo>
                    <a:pt x="694796" y="249964"/>
                  </a:lnTo>
                  <a:lnTo>
                    <a:pt x="701055" y="225080"/>
                  </a:lnTo>
                  <a:lnTo>
                    <a:pt x="707314" y="197957"/>
                  </a:lnTo>
                  <a:lnTo>
                    <a:pt x="713574" y="169086"/>
                  </a:lnTo>
                  <a:lnTo>
                    <a:pt x="719833" y="139171"/>
                  </a:lnTo>
                  <a:lnTo>
                    <a:pt x="726093" y="109133"/>
                  </a:lnTo>
                  <a:lnTo>
                    <a:pt x="732352" y="80093"/>
                  </a:lnTo>
                  <a:lnTo>
                    <a:pt x="738611" y="53697"/>
                  </a:lnTo>
                  <a:lnTo>
                    <a:pt x="744871" y="31247"/>
                  </a:lnTo>
                  <a:lnTo>
                    <a:pt x="751130" y="14075"/>
                  </a:lnTo>
                  <a:lnTo>
                    <a:pt x="757390" y="3358"/>
                  </a:lnTo>
                  <a:lnTo>
                    <a:pt x="763649" y="0"/>
                  </a:lnTo>
                  <a:lnTo>
                    <a:pt x="769909" y="4527"/>
                  </a:lnTo>
                  <a:lnTo>
                    <a:pt x="776168" y="17019"/>
                  </a:lnTo>
                  <a:lnTo>
                    <a:pt x="782427" y="37073"/>
                  </a:lnTo>
                  <a:lnTo>
                    <a:pt x="788687" y="63816"/>
                  </a:lnTo>
                  <a:lnTo>
                    <a:pt x="794946" y="95966"/>
                  </a:lnTo>
                  <a:lnTo>
                    <a:pt x="801206" y="131931"/>
                  </a:lnTo>
                  <a:lnTo>
                    <a:pt x="807465" y="169943"/>
                  </a:lnTo>
                  <a:lnTo>
                    <a:pt x="813725" y="208142"/>
                  </a:lnTo>
                  <a:lnTo>
                    <a:pt x="819984" y="244619"/>
                  </a:lnTo>
                  <a:lnTo>
                    <a:pt x="826243" y="278040"/>
                  </a:lnTo>
                  <a:lnTo>
                    <a:pt x="832503" y="307434"/>
                  </a:lnTo>
                  <a:lnTo>
                    <a:pt x="838762" y="332205"/>
                  </a:lnTo>
                  <a:lnTo>
                    <a:pt x="845022" y="352123"/>
                  </a:lnTo>
                  <a:lnTo>
                    <a:pt x="851281" y="367277"/>
                  </a:lnTo>
                  <a:lnTo>
                    <a:pt x="857541" y="378013"/>
                  </a:lnTo>
                  <a:lnTo>
                    <a:pt x="863800" y="384865"/>
                  </a:lnTo>
                  <a:lnTo>
                    <a:pt x="870059" y="388475"/>
                  </a:lnTo>
                  <a:lnTo>
                    <a:pt x="876319" y="389535"/>
                  </a:lnTo>
                  <a:lnTo>
                    <a:pt x="882578" y="388726"/>
                  </a:lnTo>
                  <a:lnTo>
                    <a:pt x="888838" y="386686"/>
                  </a:lnTo>
                  <a:lnTo>
                    <a:pt x="895097" y="383978"/>
                  </a:lnTo>
                  <a:lnTo>
                    <a:pt x="901356" y="381179"/>
                  </a:lnTo>
                  <a:lnTo>
                    <a:pt x="907616" y="378704"/>
                  </a:lnTo>
                  <a:lnTo>
                    <a:pt x="913875" y="376894"/>
                  </a:lnTo>
                  <a:lnTo>
                    <a:pt x="920135" y="376030"/>
                  </a:lnTo>
                  <a:lnTo>
                    <a:pt x="926394" y="376326"/>
                  </a:lnTo>
                  <a:lnTo>
                    <a:pt x="932654" y="377929"/>
                  </a:lnTo>
                  <a:lnTo>
                    <a:pt x="938913" y="380902"/>
                  </a:lnTo>
                  <a:lnTo>
                    <a:pt x="945172" y="385223"/>
                  </a:lnTo>
                  <a:lnTo>
                    <a:pt x="951432" y="390778"/>
                  </a:lnTo>
                  <a:lnTo>
                    <a:pt x="957691" y="397369"/>
                  </a:lnTo>
                  <a:lnTo>
                    <a:pt x="963951" y="404724"/>
                  </a:lnTo>
                  <a:lnTo>
                    <a:pt x="970210" y="412530"/>
                  </a:lnTo>
                  <a:lnTo>
                    <a:pt x="976470" y="420413"/>
                  </a:lnTo>
                  <a:lnTo>
                    <a:pt x="982729" y="428035"/>
                  </a:lnTo>
                  <a:lnTo>
                    <a:pt x="988988" y="435140"/>
                  </a:lnTo>
                  <a:lnTo>
                    <a:pt x="995248" y="441539"/>
                  </a:lnTo>
                  <a:lnTo>
                    <a:pt x="1001507" y="447117"/>
                  </a:lnTo>
                  <a:lnTo>
                    <a:pt x="1007767" y="451829"/>
                  </a:lnTo>
                  <a:lnTo>
                    <a:pt x="1014026" y="455687"/>
                  </a:lnTo>
                  <a:lnTo>
                    <a:pt x="1020286" y="458752"/>
                  </a:lnTo>
                  <a:lnTo>
                    <a:pt x="1026545" y="461111"/>
                  </a:lnTo>
                  <a:lnTo>
                    <a:pt x="1032804" y="462867"/>
                  </a:lnTo>
                  <a:lnTo>
                    <a:pt x="1039064" y="464124"/>
                  </a:lnTo>
                  <a:lnTo>
                    <a:pt x="1045323" y="464981"/>
                  </a:lnTo>
                  <a:lnTo>
                    <a:pt x="1051583" y="465513"/>
                  </a:lnTo>
                  <a:lnTo>
                    <a:pt x="1057842" y="465811"/>
                  </a:lnTo>
                  <a:lnTo>
                    <a:pt x="1064101" y="465948"/>
                  </a:lnTo>
                  <a:lnTo>
                    <a:pt x="1070361" y="465976"/>
                  </a:lnTo>
                  <a:lnTo>
                    <a:pt x="1076620" y="465941"/>
                  </a:lnTo>
                  <a:lnTo>
                    <a:pt x="1082880" y="465881"/>
                  </a:lnTo>
                  <a:lnTo>
                    <a:pt x="1089139" y="465830"/>
                  </a:lnTo>
                  <a:lnTo>
                    <a:pt x="1095399" y="465812"/>
                  </a:lnTo>
                  <a:lnTo>
                    <a:pt x="1101658" y="465845"/>
                  </a:lnTo>
                  <a:lnTo>
                    <a:pt x="1107917" y="465938"/>
                  </a:lnTo>
                  <a:lnTo>
                    <a:pt x="1114177" y="466095"/>
                  </a:lnTo>
                  <a:lnTo>
                    <a:pt x="1120436" y="466309"/>
                  </a:lnTo>
                  <a:lnTo>
                    <a:pt x="1126696" y="466568"/>
                  </a:lnTo>
                  <a:lnTo>
                    <a:pt x="1132955" y="466859"/>
                  </a:lnTo>
                  <a:lnTo>
                    <a:pt x="1139215" y="467155"/>
                  </a:lnTo>
                  <a:lnTo>
                    <a:pt x="1145474" y="467441"/>
                  </a:lnTo>
                  <a:lnTo>
                    <a:pt x="1151733" y="467697"/>
                  </a:lnTo>
                  <a:lnTo>
                    <a:pt x="1157993" y="467910"/>
                  </a:lnTo>
                  <a:lnTo>
                    <a:pt x="1164252" y="468073"/>
                  </a:lnTo>
                  <a:lnTo>
                    <a:pt x="1170512" y="468179"/>
                  </a:lnTo>
                  <a:lnTo>
                    <a:pt x="1176771" y="468230"/>
                  </a:lnTo>
                  <a:lnTo>
                    <a:pt x="1183031" y="468232"/>
                  </a:lnTo>
                  <a:lnTo>
                    <a:pt x="1189290" y="468192"/>
                  </a:lnTo>
                  <a:lnTo>
                    <a:pt x="1195549" y="468122"/>
                  </a:lnTo>
                  <a:lnTo>
                    <a:pt x="1201809" y="468032"/>
                  </a:lnTo>
                  <a:lnTo>
                    <a:pt x="1208068" y="467933"/>
                  </a:lnTo>
                  <a:lnTo>
                    <a:pt x="1214328" y="467832"/>
                  </a:lnTo>
                  <a:lnTo>
                    <a:pt x="1220587" y="467731"/>
                  </a:lnTo>
                  <a:lnTo>
                    <a:pt x="1226846" y="467630"/>
                  </a:lnTo>
                  <a:lnTo>
                    <a:pt x="1233106" y="467524"/>
                  </a:lnTo>
                  <a:lnTo>
                    <a:pt x="1239365" y="467407"/>
                  </a:lnTo>
                  <a:lnTo>
                    <a:pt x="1245625" y="467276"/>
                  </a:lnTo>
                  <a:lnTo>
                    <a:pt x="1251884" y="467129"/>
                  </a:lnTo>
                  <a:lnTo>
                    <a:pt x="1258144" y="466966"/>
                  </a:lnTo>
                  <a:lnTo>
                    <a:pt x="1264403" y="466794"/>
                  </a:lnTo>
                  <a:lnTo>
                    <a:pt x="1270662" y="466621"/>
                  </a:lnTo>
                  <a:lnTo>
                    <a:pt x="1276922" y="466458"/>
                  </a:lnTo>
                  <a:lnTo>
                    <a:pt x="1283181" y="466315"/>
                  </a:lnTo>
                  <a:lnTo>
                    <a:pt x="1289441" y="466203"/>
                  </a:lnTo>
                  <a:lnTo>
                    <a:pt x="1295700" y="466123"/>
                  </a:lnTo>
                  <a:lnTo>
                    <a:pt x="1301960" y="466070"/>
                  </a:lnTo>
                  <a:lnTo>
                    <a:pt x="1308219" y="466037"/>
                  </a:lnTo>
                  <a:lnTo>
                    <a:pt x="1314478" y="466016"/>
                  </a:lnTo>
                  <a:lnTo>
                    <a:pt x="1320738" y="465996"/>
                  </a:lnTo>
                  <a:lnTo>
                    <a:pt x="1326997" y="465970"/>
                  </a:lnTo>
                  <a:lnTo>
                    <a:pt x="1333257" y="465936"/>
                  </a:lnTo>
                  <a:lnTo>
                    <a:pt x="1339516" y="465894"/>
                  </a:lnTo>
                  <a:lnTo>
                    <a:pt x="1345776" y="465849"/>
                  </a:lnTo>
                  <a:lnTo>
                    <a:pt x="1352035" y="465813"/>
                  </a:lnTo>
                  <a:lnTo>
                    <a:pt x="1358294" y="465795"/>
                  </a:lnTo>
                  <a:lnTo>
                    <a:pt x="1364554" y="465808"/>
                  </a:lnTo>
                  <a:lnTo>
                    <a:pt x="1370813" y="465862"/>
                  </a:lnTo>
                  <a:lnTo>
                    <a:pt x="1377073" y="465957"/>
                  </a:lnTo>
                  <a:lnTo>
                    <a:pt x="1383332" y="466090"/>
                  </a:lnTo>
                  <a:lnTo>
                    <a:pt x="1389592" y="466251"/>
                  </a:lnTo>
                  <a:lnTo>
                    <a:pt x="1395851" y="466427"/>
                  </a:lnTo>
                  <a:lnTo>
                    <a:pt x="1402110" y="466600"/>
                  </a:lnTo>
                  <a:lnTo>
                    <a:pt x="1408370" y="466755"/>
                  </a:lnTo>
                  <a:lnTo>
                    <a:pt x="1414629" y="466875"/>
                  </a:lnTo>
                  <a:lnTo>
                    <a:pt x="1420889" y="466950"/>
                  </a:lnTo>
                  <a:lnTo>
                    <a:pt x="1427148" y="466977"/>
                  </a:lnTo>
                  <a:lnTo>
                    <a:pt x="1433407" y="466957"/>
                  </a:lnTo>
                  <a:lnTo>
                    <a:pt x="1439667" y="466901"/>
                  </a:lnTo>
                  <a:lnTo>
                    <a:pt x="1445926" y="466826"/>
                  </a:lnTo>
                  <a:lnTo>
                    <a:pt x="1452186" y="466755"/>
                  </a:lnTo>
                  <a:lnTo>
                    <a:pt x="1458445" y="466708"/>
                  </a:lnTo>
                  <a:lnTo>
                    <a:pt x="1464705" y="466699"/>
                  </a:lnTo>
                  <a:lnTo>
                    <a:pt x="1470964" y="466739"/>
                  </a:lnTo>
                  <a:lnTo>
                    <a:pt x="1477223" y="466827"/>
                  </a:lnTo>
                  <a:lnTo>
                    <a:pt x="1483483" y="466956"/>
                  </a:lnTo>
                  <a:lnTo>
                    <a:pt x="1489742" y="467113"/>
                  </a:lnTo>
                  <a:lnTo>
                    <a:pt x="1496002" y="467277"/>
                  </a:lnTo>
                  <a:lnTo>
                    <a:pt x="1502261" y="467426"/>
                  </a:lnTo>
                  <a:lnTo>
                    <a:pt x="1508521" y="467539"/>
                  </a:lnTo>
                  <a:lnTo>
                    <a:pt x="1514780" y="467600"/>
                  </a:lnTo>
                  <a:lnTo>
                    <a:pt x="1521039" y="467594"/>
                  </a:lnTo>
                  <a:lnTo>
                    <a:pt x="1527299" y="467515"/>
                  </a:lnTo>
                  <a:lnTo>
                    <a:pt x="1533558" y="467375"/>
                  </a:lnTo>
                  <a:lnTo>
                    <a:pt x="1539818" y="467188"/>
                  </a:lnTo>
                  <a:lnTo>
                    <a:pt x="1546077" y="466971"/>
                  </a:lnTo>
                  <a:lnTo>
                    <a:pt x="1552337" y="466746"/>
                  </a:lnTo>
                  <a:lnTo>
                    <a:pt x="1558596" y="466533"/>
                  </a:lnTo>
                  <a:lnTo>
                    <a:pt x="1564855" y="466347"/>
                  </a:lnTo>
                  <a:lnTo>
                    <a:pt x="1571115" y="466200"/>
                  </a:lnTo>
                  <a:lnTo>
                    <a:pt x="1577374" y="466098"/>
                  </a:lnTo>
                  <a:lnTo>
                    <a:pt x="1583634" y="466041"/>
                  </a:lnTo>
                  <a:lnTo>
                    <a:pt x="1589893" y="466023"/>
                  </a:lnTo>
                  <a:lnTo>
                    <a:pt x="1596152" y="466037"/>
                  </a:lnTo>
                  <a:lnTo>
                    <a:pt x="1602412" y="466075"/>
                  </a:lnTo>
                  <a:lnTo>
                    <a:pt x="1608671" y="466130"/>
                  </a:lnTo>
                  <a:lnTo>
                    <a:pt x="1614931" y="466194"/>
                  </a:lnTo>
                  <a:lnTo>
                    <a:pt x="1621190" y="466267"/>
                  </a:lnTo>
                  <a:lnTo>
                    <a:pt x="1627450" y="466349"/>
                  </a:lnTo>
                  <a:lnTo>
                    <a:pt x="1633709" y="466438"/>
                  </a:lnTo>
                  <a:lnTo>
                    <a:pt x="1639968" y="466536"/>
                  </a:lnTo>
                  <a:lnTo>
                    <a:pt x="1646228" y="466642"/>
                  </a:lnTo>
                  <a:lnTo>
                    <a:pt x="1652487" y="466754"/>
                  </a:lnTo>
                  <a:lnTo>
                    <a:pt x="1658747" y="466867"/>
                  </a:lnTo>
                  <a:lnTo>
                    <a:pt x="1665006" y="466979"/>
                  </a:lnTo>
                  <a:lnTo>
                    <a:pt x="1671266" y="467086"/>
                  </a:lnTo>
                  <a:lnTo>
                    <a:pt x="1677525" y="467186"/>
                  </a:lnTo>
                  <a:lnTo>
                    <a:pt x="1683784" y="467277"/>
                  </a:lnTo>
                  <a:lnTo>
                    <a:pt x="1690044" y="467361"/>
                  </a:lnTo>
                  <a:lnTo>
                    <a:pt x="1696303" y="467437"/>
                  </a:lnTo>
                  <a:lnTo>
                    <a:pt x="1702563" y="467506"/>
                  </a:lnTo>
                  <a:lnTo>
                    <a:pt x="1708822" y="467566"/>
                  </a:lnTo>
                  <a:lnTo>
                    <a:pt x="1715082" y="467613"/>
                  </a:lnTo>
                  <a:lnTo>
                    <a:pt x="1721341" y="467642"/>
                  </a:lnTo>
                  <a:lnTo>
                    <a:pt x="1727600" y="467648"/>
                  </a:lnTo>
                  <a:lnTo>
                    <a:pt x="1733860" y="467625"/>
                  </a:lnTo>
                  <a:lnTo>
                    <a:pt x="1740119" y="467571"/>
                  </a:lnTo>
                  <a:lnTo>
                    <a:pt x="1746379" y="467486"/>
                  </a:lnTo>
                  <a:lnTo>
                    <a:pt x="1752638" y="467377"/>
                  </a:lnTo>
                  <a:lnTo>
                    <a:pt x="1758897" y="467252"/>
                  </a:lnTo>
                  <a:lnTo>
                    <a:pt x="1765157" y="467128"/>
                  </a:lnTo>
                  <a:lnTo>
                    <a:pt x="1771416" y="467020"/>
                  </a:lnTo>
                  <a:lnTo>
                    <a:pt x="1777676" y="466943"/>
                  </a:lnTo>
                  <a:lnTo>
                    <a:pt x="1783935" y="466910"/>
                  </a:lnTo>
                  <a:lnTo>
                    <a:pt x="1790195" y="466927"/>
                  </a:lnTo>
                  <a:lnTo>
                    <a:pt x="1796454" y="466996"/>
                  </a:lnTo>
                  <a:lnTo>
                    <a:pt x="1802713" y="467113"/>
                  </a:lnTo>
                  <a:lnTo>
                    <a:pt x="1808973" y="467268"/>
                  </a:lnTo>
                  <a:lnTo>
                    <a:pt x="1815232" y="467447"/>
                  </a:lnTo>
                  <a:lnTo>
                    <a:pt x="1821492" y="467634"/>
                  </a:lnTo>
                  <a:lnTo>
                    <a:pt x="1827751" y="467812"/>
                  </a:lnTo>
                  <a:lnTo>
                    <a:pt x="1834011" y="467966"/>
                  </a:lnTo>
                  <a:lnTo>
                    <a:pt x="1840270" y="468082"/>
                  </a:lnTo>
                  <a:lnTo>
                    <a:pt x="1846529" y="468156"/>
                  </a:lnTo>
                  <a:lnTo>
                    <a:pt x="1852789" y="468188"/>
                  </a:lnTo>
                  <a:lnTo>
                    <a:pt x="1859048" y="468185"/>
                  </a:lnTo>
                  <a:lnTo>
                    <a:pt x="1865308" y="468157"/>
                  </a:lnTo>
                  <a:lnTo>
                    <a:pt x="1871567" y="468117"/>
                  </a:lnTo>
                  <a:lnTo>
                    <a:pt x="1877827" y="468076"/>
                  </a:lnTo>
                  <a:lnTo>
                    <a:pt x="1884086" y="468048"/>
                  </a:lnTo>
                  <a:lnTo>
                    <a:pt x="1890345" y="468040"/>
                  </a:lnTo>
                  <a:lnTo>
                    <a:pt x="1896605" y="468057"/>
                  </a:lnTo>
                  <a:lnTo>
                    <a:pt x="1902864" y="468099"/>
                  </a:lnTo>
                  <a:lnTo>
                    <a:pt x="1909124" y="468158"/>
                  </a:lnTo>
                  <a:lnTo>
                    <a:pt x="1915383" y="468227"/>
                  </a:lnTo>
                  <a:lnTo>
                    <a:pt x="1921642" y="468289"/>
                  </a:lnTo>
                  <a:lnTo>
                    <a:pt x="1927902" y="468330"/>
                  </a:lnTo>
                  <a:lnTo>
                    <a:pt x="1934161" y="468337"/>
                  </a:lnTo>
                  <a:lnTo>
                    <a:pt x="1940421" y="468300"/>
                  </a:lnTo>
                  <a:lnTo>
                    <a:pt x="1946680" y="468213"/>
                  </a:lnTo>
                  <a:lnTo>
                    <a:pt x="1952940" y="468077"/>
                  </a:lnTo>
                  <a:lnTo>
                    <a:pt x="1959199" y="467897"/>
                  </a:lnTo>
                  <a:lnTo>
                    <a:pt x="1965458" y="467684"/>
                  </a:lnTo>
                  <a:lnTo>
                    <a:pt x="1971718" y="467454"/>
                  </a:lnTo>
                  <a:lnTo>
                    <a:pt x="1977977" y="467224"/>
                  </a:lnTo>
                  <a:lnTo>
                    <a:pt x="1984237" y="467013"/>
                  </a:lnTo>
                  <a:lnTo>
                    <a:pt x="1990496" y="466838"/>
                  </a:lnTo>
                  <a:lnTo>
                    <a:pt x="1996756" y="466715"/>
                  </a:lnTo>
                  <a:lnTo>
                    <a:pt x="2003015" y="466651"/>
                  </a:lnTo>
                  <a:lnTo>
                    <a:pt x="2009274" y="466643"/>
                  </a:lnTo>
                  <a:lnTo>
                    <a:pt x="2015534" y="466684"/>
                  </a:lnTo>
                  <a:lnTo>
                    <a:pt x="2021793" y="466764"/>
                  </a:lnTo>
                  <a:lnTo>
                    <a:pt x="2028053" y="466872"/>
                  </a:lnTo>
                  <a:lnTo>
                    <a:pt x="2034312" y="466995"/>
                  </a:lnTo>
                  <a:lnTo>
                    <a:pt x="2040572" y="467126"/>
                  </a:lnTo>
                  <a:lnTo>
                    <a:pt x="2046831" y="467258"/>
                  </a:lnTo>
                  <a:lnTo>
                    <a:pt x="2053090" y="467390"/>
                  </a:lnTo>
                  <a:lnTo>
                    <a:pt x="2059350" y="467522"/>
                  </a:lnTo>
                  <a:lnTo>
                    <a:pt x="2065609" y="467658"/>
                  </a:lnTo>
                  <a:lnTo>
                    <a:pt x="2071869" y="467800"/>
                  </a:lnTo>
                  <a:lnTo>
                    <a:pt x="2078128" y="467952"/>
                  </a:lnTo>
                  <a:lnTo>
                    <a:pt x="2084388" y="468112"/>
                  </a:lnTo>
                  <a:lnTo>
                    <a:pt x="2090647" y="468276"/>
                  </a:lnTo>
                  <a:lnTo>
                    <a:pt x="2096906" y="468441"/>
                  </a:lnTo>
                  <a:lnTo>
                    <a:pt x="2103166" y="468601"/>
                  </a:lnTo>
                  <a:lnTo>
                    <a:pt x="2109425" y="468750"/>
                  </a:lnTo>
                  <a:lnTo>
                    <a:pt x="2115685" y="468884"/>
                  </a:lnTo>
                  <a:lnTo>
                    <a:pt x="2121944" y="469000"/>
                  </a:lnTo>
                  <a:lnTo>
                    <a:pt x="2128203" y="469097"/>
                  </a:lnTo>
                  <a:lnTo>
                    <a:pt x="2134463" y="469174"/>
                  </a:lnTo>
                  <a:lnTo>
                    <a:pt x="2140722" y="469233"/>
                  </a:lnTo>
                  <a:lnTo>
                    <a:pt x="2146982" y="469277"/>
                  </a:lnTo>
                  <a:lnTo>
                    <a:pt x="2153241" y="469307"/>
                  </a:lnTo>
                  <a:lnTo>
                    <a:pt x="2159501" y="469326"/>
                  </a:lnTo>
                  <a:lnTo>
                    <a:pt x="2165760" y="469336"/>
                  </a:lnTo>
                  <a:lnTo>
                    <a:pt x="2172019" y="469339"/>
                  </a:lnTo>
                  <a:lnTo>
                    <a:pt x="2178279" y="469335"/>
                  </a:lnTo>
                  <a:lnTo>
                    <a:pt x="2184538" y="469322"/>
                  </a:lnTo>
                  <a:lnTo>
                    <a:pt x="2190798" y="469298"/>
                  </a:lnTo>
                  <a:lnTo>
                    <a:pt x="2197057" y="469259"/>
                  </a:lnTo>
                  <a:lnTo>
                    <a:pt x="2203317" y="469201"/>
                  </a:lnTo>
                  <a:lnTo>
                    <a:pt x="2209576" y="469117"/>
                  </a:lnTo>
                  <a:lnTo>
                    <a:pt x="2215835" y="469000"/>
                  </a:lnTo>
                  <a:lnTo>
                    <a:pt x="2222095" y="468844"/>
                  </a:lnTo>
                  <a:lnTo>
                    <a:pt x="2228354" y="468642"/>
                  </a:lnTo>
                  <a:lnTo>
                    <a:pt x="2234614" y="468388"/>
                  </a:lnTo>
                  <a:lnTo>
                    <a:pt x="2240873" y="468085"/>
                  </a:lnTo>
                  <a:lnTo>
                    <a:pt x="2247133" y="467741"/>
                  </a:lnTo>
                  <a:lnTo>
                    <a:pt x="2253392" y="467367"/>
                  </a:lnTo>
                  <a:lnTo>
                    <a:pt x="2259651" y="466981"/>
                  </a:lnTo>
                  <a:lnTo>
                    <a:pt x="2265911" y="466607"/>
                  </a:lnTo>
                  <a:lnTo>
                    <a:pt x="2272170" y="466268"/>
                  </a:lnTo>
                  <a:lnTo>
                    <a:pt x="2278430" y="465991"/>
                  </a:lnTo>
                  <a:lnTo>
                    <a:pt x="2284689" y="465798"/>
                  </a:lnTo>
                  <a:lnTo>
                    <a:pt x="2290948" y="465706"/>
                  </a:lnTo>
                  <a:lnTo>
                    <a:pt x="2297208" y="465722"/>
                  </a:lnTo>
                  <a:lnTo>
                    <a:pt x="2303467" y="465847"/>
                  </a:lnTo>
                  <a:lnTo>
                    <a:pt x="2309727" y="466072"/>
                  </a:lnTo>
                  <a:lnTo>
                    <a:pt x="2315986" y="466380"/>
                  </a:lnTo>
                  <a:lnTo>
                    <a:pt x="2322246" y="466740"/>
                  </a:lnTo>
                  <a:lnTo>
                    <a:pt x="2328505" y="467124"/>
                  </a:lnTo>
                  <a:lnTo>
                    <a:pt x="2334764" y="467509"/>
                  </a:lnTo>
                  <a:lnTo>
                    <a:pt x="2341024" y="467873"/>
                  </a:lnTo>
                  <a:lnTo>
                    <a:pt x="2347283" y="468203"/>
                  </a:lnTo>
                  <a:lnTo>
                    <a:pt x="2353543" y="468487"/>
                  </a:lnTo>
                  <a:lnTo>
                    <a:pt x="2359802" y="468722"/>
                  </a:lnTo>
                  <a:lnTo>
                    <a:pt x="2366062" y="468909"/>
                  </a:lnTo>
                  <a:lnTo>
                    <a:pt x="2372321" y="469052"/>
                  </a:lnTo>
                  <a:lnTo>
                    <a:pt x="2378580" y="469157"/>
                  </a:lnTo>
                  <a:lnTo>
                    <a:pt x="2384840" y="469230"/>
                  </a:lnTo>
                  <a:lnTo>
                    <a:pt x="2391099" y="469277"/>
                  </a:lnTo>
                  <a:lnTo>
                    <a:pt x="2397359" y="469306"/>
                  </a:lnTo>
                  <a:lnTo>
                    <a:pt x="2403618" y="469320"/>
                  </a:lnTo>
                  <a:lnTo>
                    <a:pt x="2409878" y="469323"/>
                  </a:lnTo>
                  <a:lnTo>
                    <a:pt x="2416137" y="469315"/>
                  </a:lnTo>
                  <a:lnTo>
                    <a:pt x="2422396" y="469296"/>
                  </a:lnTo>
                  <a:lnTo>
                    <a:pt x="2428656" y="469265"/>
                  </a:lnTo>
                  <a:lnTo>
                    <a:pt x="2434915" y="469219"/>
                  </a:lnTo>
                  <a:lnTo>
                    <a:pt x="2441175" y="469158"/>
                  </a:lnTo>
                  <a:lnTo>
                    <a:pt x="2447434" y="469078"/>
                  </a:lnTo>
                  <a:lnTo>
                    <a:pt x="2453693" y="468980"/>
                  </a:lnTo>
                  <a:lnTo>
                    <a:pt x="2459953" y="468865"/>
                  </a:lnTo>
                  <a:lnTo>
                    <a:pt x="2466212" y="468734"/>
                  </a:lnTo>
                  <a:lnTo>
                    <a:pt x="2472472" y="468593"/>
                  </a:lnTo>
                  <a:lnTo>
                    <a:pt x="2478731" y="468451"/>
                  </a:lnTo>
                  <a:lnTo>
                    <a:pt x="2484991" y="468315"/>
                  </a:lnTo>
                  <a:lnTo>
                    <a:pt x="2491250" y="468193"/>
                  </a:lnTo>
                  <a:lnTo>
                    <a:pt x="2497509" y="468090"/>
                  </a:lnTo>
                  <a:lnTo>
                    <a:pt x="2503769" y="468009"/>
                  </a:lnTo>
                  <a:lnTo>
                    <a:pt x="2510028" y="467946"/>
                  </a:lnTo>
                  <a:lnTo>
                    <a:pt x="2516288" y="467893"/>
                  </a:lnTo>
                  <a:lnTo>
                    <a:pt x="2522547" y="467839"/>
                  </a:lnTo>
                  <a:lnTo>
                    <a:pt x="2528807" y="467765"/>
                  </a:lnTo>
                  <a:lnTo>
                    <a:pt x="2535066" y="467653"/>
                  </a:lnTo>
                  <a:lnTo>
                    <a:pt x="2541325" y="467486"/>
                  </a:lnTo>
                  <a:lnTo>
                    <a:pt x="2547585" y="467246"/>
                  </a:lnTo>
                  <a:lnTo>
                    <a:pt x="2553844" y="466926"/>
                  </a:lnTo>
                  <a:lnTo>
                    <a:pt x="2560104" y="466534"/>
                  </a:lnTo>
                  <a:lnTo>
                    <a:pt x="2566363" y="466088"/>
                  </a:lnTo>
                  <a:lnTo>
                    <a:pt x="2572623" y="465612"/>
                  </a:lnTo>
                  <a:lnTo>
                    <a:pt x="2578882" y="465139"/>
                  </a:lnTo>
                  <a:lnTo>
                    <a:pt x="2585141" y="464704"/>
                  </a:lnTo>
                  <a:lnTo>
                    <a:pt x="2591401" y="464341"/>
                  </a:lnTo>
                  <a:lnTo>
                    <a:pt x="2597660" y="464081"/>
                  </a:lnTo>
                  <a:lnTo>
                    <a:pt x="2603920" y="463942"/>
                  </a:lnTo>
                  <a:lnTo>
                    <a:pt x="2610179" y="463935"/>
                  </a:lnTo>
                  <a:lnTo>
                    <a:pt x="2616438" y="464056"/>
                  </a:lnTo>
                  <a:lnTo>
                    <a:pt x="2622698" y="464293"/>
                  </a:lnTo>
                  <a:lnTo>
                    <a:pt x="2628957" y="464630"/>
                  </a:lnTo>
                  <a:lnTo>
                    <a:pt x="2635217" y="465032"/>
                  </a:lnTo>
                  <a:lnTo>
                    <a:pt x="2641476" y="465472"/>
                  </a:lnTo>
                  <a:lnTo>
                    <a:pt x="2647736" y="465926"/>
                  </a:lnTo>
                  <a:lnTo>
                    <a:pt x="2653995" y="466375"/>
                  </a:lnTo>
                  <a:lnTo>
                    <a:pt x="2660254" y="466807"/>
                  </a:lnTo>
                  <a:lnTo>
                    <a:pt x="2666514" y="467210"/>
                  </a:lnTo>
                  <a:lnTo>
                    <a:pt x="2672773" y="467578"/>
                  </a:lnTo>
                  <a:lnTo>
                    <a:pt x="2679033" y="467908"/>
                  </a:lnTo>
                  <a:lnTo>
                    <a:pt x="2685292" y="468197"/>
                  </a:lnTo>
                  <a:lnTo>
                    <a:pt x="2691552" y="468446"/>
                  </a:lnTo>
                  <a:lnTo>
                    <a:pt x="2697811" y="468654"/>
                  </a:lnTo>
                  <a:lnTo>
                    <a:pt x="2704070" y="468821"/>
                  </a:lnTo>
                  <a:lnTo>
                    <a:pt x="2710330" y="468947"/>
                  </a:lnTo>
                  <a:lnTo>
                    <a:pt x="2716589" y="469036"/>
                  </a:lnTo>
                  <a:lnTo>
                    <a:pt x="2722849" y="469089"/>
                  </a:lnTo>
                  <a:lnTo>
                    <a:pt x="2729108" y="469108"/>
                  </a:lnTo>
                  <a:lnTo>
                    <a:pt x="2735368" y="469093"/>
                  </a:lnTo>
                  <a:lnTo>
                    <a:pt x="2741627" y="469045"/>
                  </a:lnTo>
                  <a:lnTo>
                    <a:pt x="2747886" y="468965"/>
                  </a:lnTo>
                  <a:lnTo>
                    <a:pt x="2754146" y="468855"/>
                  </a:lnTo>
                  <a:lnTo>
                    <a:pt x="2760405" y="468715"/>
                  </a:lnTo>
                  <a:lnTo>
                    <a:pt x="2766665" y="468551"/>
                  </a:lnTo>
                  <a:lnTo>
                    <a:pt x="2772924" y="468367"/>
                  </a:lnTo>
                  <a:lnTo>
                    <a:pt x="2779184" y="468169"/>
                  </a:lnTo>
                  <a:lnTo>
                    <a:pt x="2785443" y="467968"/>
                  </a:lnTo>
                  <a:lnTo>
                    <a:pt x="2791702" y="467773"/>
                  </a:lnTo>
                  <a:lnTo>
                    <a:pt x="2797962" y="467595"/>
                  </a:lnTo>
                  <a:lnTo>
                    <a:pt x="2804221" y="467444"/>
                  </a:lnTo>
                  <a:lnTo>
                    <a:pt x="2810481" y="467328"/>
                  </a:lnTo>
                  <a:lnTo>
                    <a:pt x="2816740" y="467252"/>
                  </a:lnTo>
                  <a:lnTo>
                    <a:pt x="2822999" y="467221"/>
                  </a:lnTo>
                  <a:lnTo>
                    <a:pt x="2829259" y="467236"/>
                  </a:lnTo>
                  <a:lnTo>
                    <a:pt x="2835518" y="467297"/>
                  </a:lnTo>
                  <a:lnTo>
                    <a:pt x="2841778" y="467401"/>
                  </a:lnTo>
                  <a:lnTo>
                    <a:pt x="2848037" y="467541"/>
                  </a:lnTo>
                  <a:lnTo>
                    <a:pt x="2854297" y="467711"/>
                  </a:lnTo>
                  <a:lnTo>
                    <a:pt x="2860556" y="467902"/>
                  </a:lnTo>
                  <a:lnTo>
                    <a:pt x="2866815" y="468103"/>
                  </a:lnTo>
                  <a:lnTo>
                    <a:pt x="2873075" y="468304"/>
                  </a:lnTo>
                  <a:lnTo>
                    <a:pt x="2879334" y="468495"/>
                  </a:lnTo>
                  <a:lnTo>
                    <a:pt x="2885594" y="468671"/>
                  </a:lnTo>
                  <a:lnTo>
                    <a:pt x="2891853" y="468826"/>
                  </a:lnTo>
                  <a:lnTo>
                    <a:pt x="2898113" y="468958"/>
                  </a:lnTo>
                  <a:lnTo>
                    <a:pt x="2904372" y="469065"/>
                  </a:lnTo>
                  <a:lnTo>
                    <a:pt x="2910631" y="469149"/>
                  </a:lnTo>
                  <a:lnTo>
                    <a:pt x="2916891" y="469211"/>
                  </a:lnTo>
                  <a:lnTo>
                    <a:pt x="2923150" y="469253"/>
                  </a:lnTo>
                  <a:lnTo>
                    <a:pt x="2929410" y="469276"/>
                  </a:lnTo>
                  <a:lnTo>
                    <a:pt x="2935669" y="469281"/>
                  </a:lnTo>
                  <a:lnTo>
                    <a:pt x="2941929" y="469267"/>
                  </a:lnTo>
                  <a:lnTo>
                    <a:pt x="2948188" y="469232"/>
                  </a:lnTo>
                  <a:lnTo>
                    <a:pt x="2954447" y="469174"/>
                  </a:lnTo>
                  <a:lnTo>
                    <a:pt x="2960707" y="469088"/>
                  </a:lnTo>
                  <a:lnTo>
                    <a:pt x="2966966" y="468970"/>
                  </a:lnTo>
                  <a:lnTo>
                    <a:pt x="2973226" y="468817"/>
                  </a:lnTo>
                  <a:lnTo>
                    <a:pt x="2979485" y="468628"/>
                  </a:lnTo>
                  <a:lnTo>
                    <a:pt x="2985744" y="468404"/>
                  </a:lnTo>
                  <a:lnTo>
                    <a:pt x="2992004" y="468153"/>
                  </a:lnTo>
                  <a:lnTo>
                    <a:pt x="2998263" y="467883"/>
                  </a:lnTo>
                  <a:lnTo>
                    <a:pt x="3004523" y="467609"/>
                  </a:lnTo>
                  <a:lnTo>
                    <a:pt x="3010782" y="467350"/>
                  </a:lnTo>
                  <a:lnTo>
                    <a:pt x="3017042" y="467125"/>
                  </a:lnTo>
                  <a:lnTo>
                    <a:pt x="3023301" y="466958"/>
                  </a:lnTo>
                  <a:lnTo>
                    <a:pt x="3029560" y="466863"/>
                  </a:lnTo>
                  <a:lnTo>
                    <a:pt x="3035820" y="466845"/>
                  </a:lnTo>
                  <a:lnTo>
                    <a:pt x="3042079" y="466906"/>
                  </a:lnTo>
                  <a:lnTo>
                    <a:pt x="3048339" y="467038"/>
                  </a:lnTo>
                  <a:lnTo>
                    <a:pt x="3054598" y="467227"/>
                  </a:lnTo>
                  <a:lnTo>
                    <a:pt x="3060858" y="467455"/>
                  </a:lnTo>
                  <a:lnTo>
                    <a:pt x="3067117" y="467700"/>
                  </a:lnTo>
                  <a:lnTo>
                    <a:pt x="3073376" y="467942"/>
                  </a:lnTo>
                  <a:lnTo>
                    <a:pt x="3079636" y="468160"/>
                  </a:lnTo>
                  <a:lnTo>
                    <a:pt x="3085895" y="468340"/>
                  </a:lnTo>
                  <a:lnTo>
                    <a:pt x="3092155" y="468471"/>
                  </a:lnTo>
                  <a:lnTo>
                    <a:pt x="3098414" y="468546"/>
                  </a:lnTo>
                  <a:lnTo>
                    <a:pt x="3104674" y="468564"/>
                  </a:lnTo>
                  <a:lnTo>
                    <a:pt x="3110933" y="468537"/>
                  </a:lnTo>
                  <a:lnTo>
                    <a:pt x="3117192" y="468474"/>
                  </a:lnTo>
                  <a:lnTo>
                    <a:pt x="3123452" y="468389"/>
                  </a:lnTo>
                  <a:lnTo>
                    <a:pt x="3129711" y="468295"/>
                  </a:lnTo>
                  <a:lnTo>
                    <a:pt x="3135971" y="468207"/>
                  </a:lnTo>
                  <a:lnTo>
                    <a:pt x="3142230" y="468139"/>
                  </a:lnTo>
                  <a:lnTo>
                    <a:pt x="3148489" y="468100"/>
                  </a:lnTo>
                  <a:lnTo>
                    <a:pt x="3154749" y="468096"/>
                  </a:lnTo>
                  <a:lnTo>
                    <a:pt x="3161008" y="468131"/>
                  </a:lnTo>
                  <a:lnTo>
                    <a:pt x="3167268" y="468202"/>
                  </a:lnTo>
                  <a:lnTo>
                    <a:pt x="3173527" y="468304"/>
                  </a:lnTo>
                  <a:lnTo>
                    <a:pt x="3179787" y="468429"/>
                  </a:lnTo>
                  <a:lnTo>
                    <a:pt x="3186046" y="468566"/>
                  </a:lnTo>
                  <a:lnTo>
                    <a:pt x="3192305" y="468704"/>
                  </a:lnTo>
                  <a:lnTo>
                    <a:pt x="3198565" y="468836"/>
                  </a:lnTo>
                  <a:lnTo>
                    <a:pt x="3198565" y="469365"/>
                  </a:lnTo>
                  <a:lnTo>
                    <a:pt x="3192305" y="469365"/>
                  </a:lnTo>
                  <a:lnTo>
                    <a:pt x="3186046" y="469365"/>
                  </a:lnTo>
                  <a:lnTo>
                    <a:pt x="3179787" y="469365"/>
                  </a:lnTo>
                  <a:lnTo>
                    <a:pt x="3173527" y="469365"/>
                  </a:lnTo>
                  <a:lnTo>
                    <a:pt x="3167268" y="469365"/>
                  </a:lnTo>
                  <a:lnTo>
                    <a:pt x="3161008" y="469365"/>
                  </a:lnTo>
                  <a:lnTo>
                    <a:pt x="3154749" y="469365"/>
                  </a:lnTo>
                  <a:lnTo>
                    <a:pt x="3148489" y="469365"/>
                  </a:lnTo>
                  <a:lnTo>
                    <a:pt x="3142230" y="469365"/>
                  </a:lnTo>
                  <a:lnTo>
                    <a:pt x="3135971" y="469365"/>
                  </a:lnTo>
                  <a:lnTo>
                    <a:pt x="3129711" y="469365"/>
                  </a:lnTo>
                  <a:lnTo>
                    <a:pt x="3123452" y="469365"/>
                  </a:lnTo>
                  <a:lnTo>
                    <a:pt x="3117192" y="469365"/>
                  </a:lnTo>
                  <a:lnTo>
                    <a:pt x="3110933" y="469365"/>
                  </a:lnTo>
                  <a:lnTo>
                    <a:pt x="3104674" y="469365"/>
                  </a:lnTo>
                  <a:lnTo>
                    <a:pt x="3098414" y="469365"/>
                  </a:lnTo>
                  <a:lnTo>
                    <a:pt x="3092155" y="469365"/>
                  </a:lnTo>
                  <a:lnTo>
                    <a:pt x="3085895" y="469365"/>
                  </a:lnTo>
                  <a:lnTo>
                    <a:pt x="3079636" y="469365"/>
                  </a:lnTo>
                  <a:lnTo>
                    <a:pt x="3073376" y="469365"/>
                  </a:lnTo>
                  <a:lnTo>
                    <a:pt x="3067117" y="469365"/>
                  </a:lnTo>
                  <a:lnTo>
                    <a:pt x="3060858" y="469365"/>
                  </a:lnTo>
                  <a:lnTo>
                    <a:pt x="3054598" y="469365"/>
                  </a:lnTo>
                  <a:lnTo>
                    <a:pt x="3048339" y="469365"/>
                  </a:lnTo>
                  <a:lnTo>
                    <a:pt x="3042079" y="469365"/>
                  </a:lnTo>
                  <a:lnTo>
                    <a:pt x="3035820" y="469365"/>
                  </a:lnTo>
                  <a:lnTo>
                    <a:pt x="3029560" y="469365"/>
                  </a:lnTo>
                  <a:lnTo>
                    <a:pt x="3023301" y="469365"/>
                  </a:lnTo>
                  <a:lnTo>
                    <a:pt x="3017042" y="469365"/>
                  </a:lnTo>
                  <a:lnTo>
                    <a:pt x="3010782" y="469365"/>
                  </a:lnTo>
                  <a:lnTo>
                    <a:pt x="3004523" y="469365"/>
                  </a:lnTo>
                  <a:lnTo>
                    <a:pt x="2998263" y="469365"/>
                  </a:lnTo>
                  <a:lnTo>
                    <a:pt x="2992004" y="469365"/>
                  </a:lnTo>
                  <a:lnTo>
                    <a:pt x="2985744" y="469365"/>
                  </a:lnTo>
                  <a:lnTo>
                    <a:pt x="2979485" y="469365"/>
                  </a:lnTo>
                  <a:lnTo>
                    <a:pt x="2973226" y="469365"/>
                  </a:lnTo>
                  <a:lnTo>
                    <a:pt x="2966966" y="469365"/>
                  </a:lnTo>
                  <a:lnTo>
                    <a:pt x="2960707" y="469365"/>
                  </a:lnTo>
                  <a:lnTo>
                    <a:pt x="2954447" y="469365"/>
                  </a:lnTo>
                  <a:lnTo>
                    <a:pt x="2948188" y="469365"/>
                  </a:lnTo>
                  <a:lnTo>
                    <a:pt x="2941929" y="469365"/>
                  </a:lnTo>
                  <a:lnTo>
                    <a:pt x="2935669" y="469365"/>
                  </a:lnTo>
                  <a:lnTo>
                    <a:pt x="2929410" y="469365"/>
                  </a:lnTo>
                  <a:lnTo>
                    <a:pt x="2923150" y="469365"/>
                  </a:lnTo>
                  <a:lnTo>
                    <a:pt x="2916891" y="469365"/>
                  </a:lnTo>
                  <a:lnTo>
                    <a:pt x="2910631" y="469365"/>
                  </a:lnTo>
                  <a:lnTo>
                    <a:pt x="2904372" y="469365"/>
                  </a:lnTo>
                  <a:lnTo>
                    <a:pt x="2898113" y="469365"/>
                  </a:lnTo>
                  <a:lnTo>
                    <a:pt x="2891853" y="469365"/>
                  </a:lnTo>
                  <a:lnTo>
                    <a:pt x="2885594" y="469365"/>
                  </a:lnTo>
                  <a:lnTo>
                    <a:pt x="2879334" y="469365"/>
                  </a:lnTo>
                  <a:lnTo>
                    <a:pt x="2873075" y="469365"/>
                  </a:lnTo>
                  <a:lnTo>
                    <a:pt x="2866815" y="469365"/>
                  </a:lnTo>
                  <a:lnTo>
                    <a:pt x="2860556" y="469365"/>
                  </a:lnTo>
                  <a:lnTo>
                    <a:pt x="2854297" y="469365"/>
                  </a:lnTo>
                  <a:lnTo>
                    <a:pt x="2848037" y="469365"/>
                  </a:lnTo>
                  <a:lnTo>
                    <a:pt x="2841778" y="469365"/>
                  </a:lnTo>
                  <a:lnTo>
                    <a:pt x="2835518" y="469365"/>
                  </a:lnTo>
                  <a:lnTo>
                    <a:pt x="2829259" y="469365"/>
                  </a:lnTo>
                  <a:lnTo>
                    <a:pt x="2822999" y="469365"/>
                  </a:lnTo>
                  <a:lnTo>
                    <a:pt x="2816740" y="469365"/>
                  </a:lnTo>
                  <a:lnTo>
                    <a:pt x="2810481" y="469365"/>
                  </a:lnTo>
                  <a:lnTo>
                    <a:pt x="2804221" y="469365"/>
                  </a:lnTo>
                  <a:lnTo>
                    <a:pt x="2797962" y="469365"/>
                  </a:lnTo>
                  <a:lnTo>
                    <a:pt x="2791702" y="469365"/>
                  </a:lnTo>
                  <a:lnTo>
                    <a:pt x="2785443" y="469365"/>
                  </a:lnTo>
                  <a:lnTo>
                    <a:pt x="2779184" y="469365"/>
                  </a:lnTo>
                  <a:lnTo>
                    <a:pt x="2772924" y="469365"/>
                  </a:lnTo>
                  <a:lnTo>
                    <a:pt x="2766665" y="469365"/>
                  </a:lnTo>
                  <a:lnTo>
                    <a:pt x="2760405" y="469365"/>
                  </a:lnTo>
                  <a:lnTo>
                    <a:pt x="2754146" y="469365"/>
                  </a:lnTo>
                  <a:lnTo>
                    <a:pt x="2747886" y="469365"/>
                  </a:lnTo>
                  <a:lnTo>
                    <a:pt x="2741627" y="469365"/>
                  </a:lnTo>
                  <a:lnTo>
                    <a:pt x="2735368" y="469365"/>
                  </a:lnTo>
                  <a:lnTo>
                    <a:pt x="2729108" y="469365"/>
                  </a:lnTo>
                  <a:lnTo>
                    <a:pt x="2722849" y="469365"/>
                  </a:lnTo>
                  <a:lnTo>
                    <a:pt x="2716589" y="469365"/>
                  </a:lnTo>
                  <a:lnTo>
                    <a:pt x="2710330" y="469365"/>
                  </a:lnTo>
                  <a:lnTo>
                    <a:pt x="2704070" y="469365"/>
                  </a:lnTo>
                  <a:lnTo>
                    <a:pt x="2697811" y="469365"/>
                  </a:lnTo>
                  <a:lnTo>
                    <a:pt x="2691552" y="469365"/>
                  </a:lnTo>
                  <a:lnTo>
                    <a:pt x="2685292" y="469365"/>
                  </a:lnTo>
                  <a:lnTo>
                    <a:pt x="2679033" y="469365"/>
                  </a:lnTo>
                  <a:lnTo>
                    <a:pt x="2672773" y="469365"/>
                  </a:lnTo>
                  <a:lnTo>
                    <a:pt x="2666514" y="469365"/>
                  </a:lnTo>
                  <a:lnTo>
                    <a:pt x="2660254" y="469365"/>
                  </a:lnTo>
                  <a:lnTo>
                    <a:pt x="2653995" y="469365"/>
                  </a:lnTo>
                  <a:lnTo>
                    <a:pt x="2647736" y="469365"/>
                  </a:lnTo>
                  <a:lnTo>
                    <a:pt x="2641476" y="469365"/>
                  </a:lnTo>
                  <a:lnTo>
                    <a:pt x="2635217" y="469365"/>
                  </a:lnTo>
                  <a:lnTo>
                    <a:pt x="2628957" y="469365"/>
                  </a:lnTo>
                  <a:lnTo>
                    <a:pt x="2622698" y="469365"/>
                  </a:lnTo>
                  <a:lnTo>
                    <a:pt x="2616438" y="469365"/>
                  </a:lnTo>
                  <a:lnTo>
                    <a:pt x="2610179" y="469365"/>
                  </a:lnTo>
                  <a:lnTo>
                    <a:pt x="2603920" y="469365"/>
                  </a:lnTo>
                  <a:lnTo>
                    <a:pt x="2597660" y="469365"/>
                  </a:lnTo>
                  <a:lnTo>
                    <a:pt x="2591401" y="469365"/>
                  </a:lnTo>
                  <a:lnTo>
                    <a:pt x="2585141" y="469365"/>
                  </a:lnTo>
                  <a:lnTo>
                    <a:pt x="2578882" y="469365"/>
                  </a:lnTo>
                  <a:lnTo>
                    <a:pt x="2572623" y="469365"/>
                  </a:lnTo>
                  <a:lnTo>
                    <a:pt x="2566363" y="469365"/>
                  </a:lnTo>
                  <a:lnTo>
                    <a:pt x="2560104" y="469365"/>
                  </a:lnTo>
                  <a:lnTo>
                    <a:pt x="2553844" y="469365"/>
                  </a:lnTo>
                  <a:lnTo>
                    <a:pt x="2547585" y="469365"/>
                  </a:lnTo>
                  <a:lnTo>
                    <a:pt x="2541325" y="469365"/>
                  </a:lnTo>
                  <a:lnTo>
                    <a:pt x="2535066" y="469365"/>
                  </a:lnTo>
                  <a:lnTo>
                    <a:pt x="2528807" y="469365"/>
                  </a:lnTo>
                  <a:lnTo>
                    <a:pt x="2522547" y="469365"/>
                  </a:lnTo>
                  <a:lnTo>
                    <a:pt x="2516288" y="469365"/>
                  </a:lnTo>
                  <a:lnTo>
                    <a:pt x="2510028" y="469365"/>
                  </a:lnTo>
                  <a:lnTo>
                    <a:pt x="2503769" y="469365"/>
                  </a:lnTo>
                  <a:lnTo>
                    <a:pt x="2497509" y="469365"/>
                  </a:lnTo>
                  <a:lnTo>
                    <a:pt x="2491250" y="469365"/>
                  </a:lnTo>
                  <a:lnTo>
                    <a:pt x="2484991" y="469365"/>
                  </a:lnTo>
                  <a:lnTo>
                    <a:pt x="2478731" y="469365"/>
                  </a:lnTo>
                  <a:lnTo>
                    <a:pt x="2472472" y="469365"/>
                  </a:lnTo>
                  <a:lnTo>
                    <a:pt x="2466212" y="469365"/>
                  </a:lnTo>
                  <a:lnTo>
                    <a:pt x="2459953" y="469365"/>
                  </a:lnTo>
                  <a:lnTo>
                    <a:pt x="2453693" y="469365"/>
                  </a:lnTo>
                  <a:lnTo>
                    <a:pt x="2447434" y="469365"/>
                  </a:lnTo>
                  <a:lnTo>
                    <a:pt x="2441175" y="469365"/>
                  </a:lnTo>
                  <a:lnTo>
                    <a:pt x="2434915" y="469365"/>
                  </a:lnTo>
                  <a:lnTo>
                    <a:pt x="2428656" y="469365"/>
                  </a:lnTo>
                  <a:lnTo>
                    <a:pt x="2422396" y="469365"/>
                  </a:lnTo>
                  <a:lnTo>
                    <a:pt x="2416137" y="469365"/>
                  </a:lnTo>
                  <a:lnTo>
                    <a:pt x="2409878" y="469365"/>
                  </a:lnTo>
                  <a:lnTo>
                    <a:pt x="2403618" y="469365"/>
                  </a:lnTo>
                  <a:lnTo>
                    <a:pt x="2397359" y="469365"/>
                  </a:lnTo>
                  <a:lnTo>
                    <a:pt x="2391099" y="469365"/>
                  </a:lnTo>
                  <a:lnTo>
                    <a:pt x="2384840" y="469365"/>
                  </a:lnTo>
                  <a:lnTo>
                    <a:pt x="2378580" y="469365"/>
                  </a:lnTo>
                  <a:lnTo>
                    <a:pt x="2372321" y="469365"/>
                  </a:lnTo>
                  <a:lnTo>
                    <a:pt x="2366062" y="469365"/>
                  </a:lnTo>
                  <a:lnTo>
                    <a:pt x="2359802" y="469365"/>
                  </a:lnTo>
                  <a:lnTo>
                    <a:pt x="2353543" y="469365"/>
                  </a:lnTo>
                  <a:lnTo>
                    <a:pt x="2347283" y="469365"/>
                  </a:lnTo>
                  <a:lnTo>
                    <a:pt x="2341024" y="469365"/>
                  </a:lnTo>
                  <a:lnTo>
                    <a:pt x="2334764" y="469365"/>
                  </a:lnTo>
                  <a:lnTo>
                    <a:pt x="2328505" y="469365"/>
                  </a:lnTo>
                  <a:lnTo>
                    <a:pt x="2322246" y="469365"/>
                  </a:lnTo>
                  <a:lnTo>
                    <a:pt x="2315986" y="469365"/>
                  </a:lnTo>
                  <a:lnTo>
                    <a:pt x="2309727" y="469365"/>
                  </a:lnTo>
                  <a:lnTo>
                    <a:pt x="2303467" y="469365"/>
                  </a:lnTo>
                  <a:lnTo>
                    <a:pt x="2297208" y="469365"/>
                  </a:lnTo>
                  <a:lnTo>
                    <a:pt x="2290948" y="469365"/>
                  </a:lnTo>
                  <a:lnTo>
                    <a:pt x="2284689" y="469365"/>
                  </a:lnTo>
                  <a:lnTo>
                    <a:pt x="2278430" y="469365"/>
                  </a:lnTo>
                  <a:lnTo>
                    <a:pt x="2272170" y="469365"/>
                  </a:lnTo>
                  <a:lnTo>
                    <a:pt x="2265911" y="469365"/>
                  </a:lnTo>
                  <a:lnTo>
                    <a:pt x="2259651" y="469365"/>
                  </a:lnTo>
                  <a:lnTo>
                    <a:pt x="2253392" y="469365"/>
                  </a:lnTo>
                  <a:lnTo>
                    <a:pt x="2247133" y="469365"/>
                  </a:lnTo>
                  <a:lnTo>
                    <a:pt x="2240873" y="469365"/>
                  </a:lnTo>
                  <a:lnTo>
                    <a:pt x="2234614" y="469365"/>
                  </a:lnTo>
                  <a:lnTo>
                    <a:pt x="2228354" y="469365"/>
                  </a:lnTo>
                  <a:lnTo>
                    <a:pt x="2222095" y="469365"/>
                  </a:lnTo>
                  <a:lnTo>
                    <a:pt x="2215835" y="469365"/>
                  </a:lnTo>
                  <a:lnTo>
                    <a:pt x="2209576" y="469365"/>
                  </a:lnTo>
                  <a:lnTo>
                    <a:pt x="2203317" y="469365"/>
                  </a:lnTo>
                  <a:lnTo>
                    <a:pt x="2197057" y="469365"/>
                  </a:lnTo>
                  <a:lnTo>
                    <a:pt x="2190798" y="469365"/>
                  </a:lnTo>
                  <a:lnTo>
                    <a:pt x="2184538" y="469365"/>
                  </a:lnTo>
                  <a:lnTo>
                    <a:pt x="2178279" y="469365"/>
                  </a:lnTo>
                  <a:lnTo>
                    <a:pt x="2172019" y="469365"/>
                  </a:lnTo>
                  <a:lnTo>
                    <a:pt x="2165760" y="469365"/>
                  </a:lnTo>
                  <a:lnTo>
                    <a:pt x="2159501" y="469365"/>
                  </a:lnTo>
                  <a:lnTo>
                    <a:pt x="2153241" y="469365"/>
                  </a:lnTo>
                  <a:lnTo>
                    <a:pt x="2146982" y="469365"/>
                  </a:lnTo>
                  <a:lnTo>
                    <a:pt x="2140722" y="469365"/>
                  </a:lnTo>
                  <a:lnTo>
                    <a:pt x="2134463" y="469365"/>
                  </a:lnTo>
                  <a:lnTo>
                    <a:pt x="2128203" y="469365"/>
                  </a:lnTo>
                  <a:lnTo>
                    <a:pt x="2121944" y="469365"/>
                  </a:lnTo>
                  <a:lnTo>
                    <a:pt x="2115685" y="469365"/>
                  </a:lnTo>
                  <a:lnTo>
                    <a:pt x="2109425" y="469365"/>
                  </a:lnTo>
                  <a:lnTo>
                    <a:pt x="2103166" y="469365"/>
                  </a:lnTo>
                  <a:lnTo>
                    <a:pt x="2096906" y="469365"/>
                  </a:lnTo>
                  <a:lnTo>
                    <a:pt x="2090647" y="469365"/>
                  </a:lnTo>
                  <a:lnTo>
                    <a:pt x="2084388" y="469365"/>
                  </a:lnTo>
                  <a:lnTo>
                    <a:pt x="2078128" y="469365"/>
                  </a:lnTo>
                  <a:lnTo>
                    <a:pt x="2071869" y="469365"/>
                  </a:lnTo>
                  <a:lnTo>
                    <a:pt x="2065609" y="469365"/>
                  </a:lnTo>
                  <a:lnTo>
                    <a:pt x="2059350" y="469365"/>
                  </a:lnTo>
                  <a:lnTo>
                    <a:pt x="2053090" y="469365"/>
                  </a:lnTo>
                  <a:lnTo>
                    <a:pt x="2046831" y="469365"/>
                  </a:lnTo>
                  <a:lnTo>
                    <a:pt x="2040572" y="469365"/>
                  </a:lnTo>
                  <a:lnTo>
                    <a:pt x="2034312" y="469365"/>
                  </a:lnTo>
                  <a:lnTo>
                    <a:pt x="2028053" y="469365"/>
                  </a:lnTo>
                  <a:lnTo>
                    <a:pt x="2021793" y="469365"/>
                  </a:lnTo>
                  <a:lnTo>
                    <a:pt x="2015534" y="469365"/>
                  </a:lnTo>
                  <a:lnTo>
                    <a:pt x="2009274" y="469365"/>
                  </a:lnTo>
                  <a:lnTo>
                    <a:pt x="2003015" y="469365"/>
                  </a:lnTo>
                  <a:lnTo>
                    <a:pt x="1996756" y="469365"/>
                  </a:lnTo>
                  <a:lnTo>
                    <a:pt x="1990496" y="469365"/>
                  </a:lnTo>
                  <a:lnTo>
                    <a:pt x="1984237" y="469365"/>
                  </a:lnTo>
                  <a:lnTo>
                    <a:pt x="1977977" y="469365"/>
                  </a:lnTo>
                  <a:lnTo>
                    <a:pt x="1971718" y="469365"/>
                  </a:lnTo>
                  <a:lnTo>
                    <a:pt x="1965458" y="469365"/>
                  </a:lnTo>
                  <a:lnTo>
                    <a:pt x="1959199" y="469365"/>
                  </a:lnTo>
                  <a:lnTo>
                    <a:pt x="1952940" y="469365"/>
                  </a:lnTo>
                  <a:lnTo>
                    <a:pt x="1946680" y="469365"/>
                  </a:lnTo>
                  <a:lnTo>
                    <a:pt x="1940421" y="469365"/>
                  </a:lnTo>
                  <a:lnTo>
                    <a:pt x="1934161" y="469365"/>
                  </a:lnTo>
                  <a:lnTo>
                    <a:pt x="1927902" y="469365"/>
                  </a:lnTo>
                  <a:lnTo>
                    <a:pt x="1921642" y="469365"/>
                  </a:lnTo>
                  <a:lnTo>
                    <a:pt x="1915383" y="469365"/>
                  </a:lnTo>
                  <a:lnTo>
                    <a:pt x="1909124" y="469365"/>
                  </a:lnTo>
                  <a:lnTo>
                    <a:pt x="1902864" y="469365"/>
                  </a:lnTo>
                  <a:lnTo>
                    <a:pt x="1896605" y="469365"/>
                  </a:lnTo>
                  <a:lnTo>
                    <a:pt x="1890345" y="469365"/>
                  </a:lnTo>
                  <a:lnTo>
                    <a:pt x="1884086" y="469365"/>
                  </a:lnTo>
                  <a:lnTo>
                    <a:pt x="1877827" y="469365"/>
                  </a:lnTo>
                  <a:lnTo>
                    <a:pt x="1871567" y="469365"/>
                  </a:lnTo>
                  <a:lnTo>
                    <a:pt x="1865308" y="469365"/>
                  </a:lnTo>
                  <a:lnTo>
                    <a:pt x="1859048" y="469365"/>
                  </a:lnTo>
                  <a:lnTo>
                    <a:pt x="1852789" y="469365"/>
                  </a:lnTo>
                  <a:lnTo>
                    <a:pt x="1846529" y="469365"/>
                  </a:lnTo>
                  <a:lnTo>
                    <a:pt x="1840270" y="469365"/>
                  </a:lnTo>
                  <a:lnTo>
                    <a:pt x="1834011" y="469365"/>
                  </a:lnTo>
                  <a:lnTo>
                    <a:pt x="1827751" y="469365"/>
                  </a:lnTo>
                  <a:lnTo>
                    <a:pt x="1821492" y="469365"/>
                  </a:lnTo>
                  <a:lnTo>
                    <a:pt x="1815232" y="469365"/>
                  </a:lnTo>
                  <a:lnTo>
                    <a:pt x="1808973" y="469365"/>
                  </a:lnTo>
                  <a:lnTo>
                    <a:pt x="1802713" y="469365"/>
                  </a:lnTo>
                  <a:lnTo>
                    <a:pt x="1796454" y="469365"/>
                  </a:lnTo>
                  <a:lnTo>
                    <a:pt x="1790195" y="469365"/>
                  </a:lnTo>
                  <a:lnTo>
                    <a:pt x="1783935" y="469365"/>
                  </a:lnTo>
                  <a:lnTo>
                    <a:pt x="1777676" y="469365"/>
                  </a:lnTo>
                  <a:lnTo>
                    <a:pt x="1771416" y="469365"/>
                  </a:lnTo>
                  <a:lnTo>
                    <a:pt x="1765157" y="469365"/>
                  </a:lnTo>
                  <a:lnTo>
                    <a:pt x="1758897" y="469365"/>
                  </a:lnTo>
                  <a:lnTo>
                    <a:pt x="1752638" y="469365"/>
                  </a:lnTo>
                  <a:lnTo>
                    <a:pt x="1746379" y="469365"/>
                  </a:lnTo>
                  <a:lnTo>
                    <a:pt x="1740119" y="469365"/>
                  </a:lnTo>
                  <a:lnTo>
                    <a:pt x="1733860" y="469365"/>
                  </a:lnTo>
                  <a:lnTo>
                    <a:pt x="1727600" y="469365"/>
                  </a:lnTo>
                  <a:lnTo>
                    <a:pt x="1721341" y="469365"/>
                  </a:lnTo>
                  <a:lnTo>
                    <a:pt x="1715082" y="469365"/>
                  </a:lnTo>
                  <a:lnTo>
                    <a:pt x="1708822" y="469365"/>
                  </a:lnTo>
                  <a:lnTo>
                    <a:pt x="1702563" y="469365"/>
                  </a:lnTo>
                  <a:lnTo>
                    <a:pt x="1696303" y="469365"/>
                  </a:lnTo>
                  <a:lnTo>
                    <a:pt x="1690044" y="469365"/>
                  </a:lnTo>
                  <a:lnTo>
                    <a:pt x="1683784" y="469365"/>
                  </a:lnTo>
                  <a:lnTo>
                    <a:pt x="1677525" y="469365"/>
                  </a:lnTo>
                  <a:lnTo>
                    <a:pt x="1671266" y="469365"/>
                  </a:lnTo>
                  <a:lnTo>
                    <a:pt x="1665006" y="469365"/>
                  </a:lnTo>
                  <a:lnTo>
                    <a:pt x="1658747" y="469365"/>
                  </a:lnTo>
                  <a:lnTo>
                    <a:pt x="1652487" y="469365"/>
                  </a:lnTo>
                  <a:lnTo>
                    <a:pt x="1646228" y="469365"/>
                  </a:lnTo>
                  <a:lnTo>
                    <a:pt x="1639968" y="469365"/>
                  </a:lnTo>
                  <a:lnTo>
                    <a:pt x="1633709" y="469365"/>
                  </a:lnTo>
                  <a:lnTo>
                    <a:pt x="1627450" y="469365"/>
                  </a:lnTo>
                  <a:lnTo>
                    <a:pt x="1621190" y="469365"/>
                  </a:lnTo>
                  <a:lnTo>
                    <a:pt x="1614931" y="469365"/>
                  </a:lnTo>
                  <a:lnTo>
                    <a:pt x="1608671" y="469365"/>
                  </a:lnTo>
                  <a:lnTo>
                    <a:pt x="1602412" y="469365"/>
                  </a:lnTo>
                  <a:lnTo>
                    <a:pt x="1596152" y="469365"/>
                  </a:lnTo>
                  <a:lnTo>
                    <a:pt x="1589893" y="469365"/>
                  </a:lnTo>
                  <a:lnTo>
                    <a:pt x="1583634" y="469365"/>
                  </a:lnTo>
                  <a:lnTo>
                    <a:pt x="1577374" y="469365"/>
                  </a:lnTo>
                  <a:lnTo>
                    <a:pt x="1571115" y="469365"/>
                  </a:lnTo>
                  <a:lnTo>
                    <a:pt x="1564855" y="469365"/>
                  </a:lnTo>
                  <a:lnTo>
                    <a:pt x="1558596" y="469365"/>
                  </a:lnTo>
                  <a:lnTo>
                    <a:pt x="1552337" y="469365"/>
                  </a:lnTo>
                  <a:lnTo>
                    <a:pt x="1546077" y="469365"/>
                  </a:lnTo>
                  <a:lnTo>
                    <a:pt x="1539818" y="469365"/>
                  </a:lnTo>
                  <a:lnTo>
                    <a:pt x="1533558" y="469365"/>
                  </a:lnTo>
                  <a:lnTo>
                    <a:pt x="1527299" y="469365"/>
                  </a:lnTo>
                  <a:lnTo>
                    <a:pt x="1521039" y="469365"/>
                  </a:lnTo>
                  <a:lnTo>
                    <a:pt x="1514780" y="469365"/>
                  </a:lnTo>
                  <a:lnTo>
                    <a:pt x="1508521" y="469365"/>
                  </a:lnTo>
                  <a:lnTo>
                    <a:pt x="1502261" y="469365"/>
                  </a:lnTo>
                  <a:lnTo>
                    <a:pt x="1496002" y="469365"/>
                  </a:lnTo>
                  <a:lnTo>
                    <a:pt x="1489742" y="469365"/>
                  </a:lnTo>
                  <a:lnTo>
                    <a:pt x="1483483" y="469365"/>
                  </a:lnTo>
                  <a:lnTo>
                    <a:pt x="1477223" y="469365"/>
                  </a:lnTo>
                  <a:lnTo>
                    <a:pt x="1470964" y="469365"/>
                  </a:lnTo>
                  <a:lnTo>
                    <a:pt x="1464705" y="469365"/>
                  </a:lnTo>
                  <a:lnTo>
                    <a:pt x="1458445" y="469365"/>
                  </a:lnTo>
                  <a:lnTo>
                    <a:pt x="1452186" y="469365"/>
                  </a:lnTo>
                  <a:lnTo>
                    <a:pt x="1445926" y="469365"/>
                  </a:lnTo>
                  <a:lnTo>
                    <a:pt x="1439667" y="469365"/>
                  </a:lnTo>
                  <a:lnTo>
                    <a:pt x="1433407" y="469365"/>
                  </a:lnTo>
                  <a:lnTo>
                    <a:pt x="1427148" y="469365"/>
                  </a:lnTo>
                  <a:lnTo>
                    <a:pt x="1420889" y="469365"/>
                  </a:lnTo>
                  <a:lnTo>
                    <a:pt x="1414629" y="469365"/>
                  </a:lnTo>
                  <a:lnTo>
                    <a:pt x="1408370" y="469365"/>
                  </a:lnTo>
                  <a:lnTo>
                    <a:pt x="1402110" y="469365"/>
                  </a:lnTo>
                  <a:lnTo>
                    <a:pt x="1395851" y="469365"/>
                  </a:lnTo>
                  <a:lnTo>
                    <a:pt x="1389592" y="469365"/>
                  </a:lnTo>
                  <a:lnTo>
                    <a:pt x="1383332" y="469365"/>
                  </a:lnTo>
                  <a:lnTo>
                    <a:pt x="1377073" y="469365"/>
                  </a:lnTo>
                  <a:lnTo>
                    <a:pt x="1370813" y="469365"/>
                  </a:lnTo>
                  <a:lnTo>
                    <a:pt x="1364554" y="469365"/>
                  </a:lnTo>
                  <a:lnTo>
                    <a:pt x="1358294" y="469365"/>
                  </a:lnTo>
                  <a:lnTo>
                    <a:pt x="1352035" y="469365"/>
                  </a:lnTo>
                  <a:lnTo>
                    <a:pt x="1345776" y="469365"/>
                  </a:lnTo>
                  <a:lnTo>
                    <a:pt x="1339516" y="469365"/>
                  </a:lnTo>
                  <a:lnTo>
                    <a:pt x="1333257" y="469365"/>
                  </a:lnTo>
                  <a:lnTo>
                    <a:pt x="1326997" y="469365"/>
                  </a:lnTo>
                  <a:lnTo>
                    <a:pt x="1320738" y="469365"/>
                  </a:lnTo>
                  <a:lnTo>
                    <a:pt x="1314478" y="469365"/>
                  </a:lnTo>
                  <a:lnTo>
                    <a:pt x="1308219" y="469365"/>
                  </a:lnTo>
                  <a:lnTo>
                    <a:pt x="1301960" y="469365"/>
                  </a:lnTo>
                  <a:lnTo>
                    <a:pt x="1295700" y="469365"/>
                  </a:lnTo>
                  <a:lnTo>
                    <a:pt x="1289441" y="469365"/>
                  </a:lnTo>
                  <a:lnTo>
                    <a:pt x="1283181" y="469365"/>
                  </a:lnTo>
                  <a:lnTo>
                    <a:pt x="1276922" y="469365"/>
                  </a:lnTo>
                  <a:lnTo>
                    <a:pt x="1270662" y="469365"/>
                  </a:lnTo>
                  <a:lnTo>
                    <a:pt x="1264403" y="469365"/>
                  </a:lnTo>
                  <a:lnTo>
                    <a:pt x="1258144" y="469365"/>
                  </a:lnTo>
                  <a:lnTo>
                    <a:pt x="1251884" y="469365"/>
                  </a:lnTo>
                  <a:lnTo>
                    <a:pt x="1245625" y="469365"/>
                  </a:lnTo>
                  <a:lnTo>
                    <a:pt x="1239365" y="469365"/>
                  </a:lnTo>
                  <a:lnTo>
                    <a:pt x="1233106" y="469365"/>
                  </a:lnTo>
                  <a:lnTo>
                    <a:pt x="1226846" y="469365"/>
                  </a:lnTo>
                  <a:lnTo>
                    <a:pt x="1220587" y="469365"/>
                  </a:lnTo>
                  <a:lnTo>
                    <a:pt x="1214328" y="469365"/>
                  </a:lnTo>
                  <a:lnTo>
                    <a:pt x="1208068" y="469365"/>
                  </a:lnTo>
                  <a:lnTo>
                    <a:pt x="1201809" y="469365"/>
                  </a:lnTo>
                  <a:lnTo>
                    <a:pt x="1195549" y="469365"/>
                  </a:lnTo>
                  <a:lnTo>
                    <a:pt x="1189290" y="469365"/>
                  </a:lnTo>
                  <a:lnTo>
                    <a:pt x="1183031" y="469365"/>
                  </a:lnTo>
                  <a:lnTo>
                    <a:pt x="1176771" y="469365"/>
                  </a:lnTo>
                  <a:lnTo>
                    <a:pt x="1170512" y="469365"/>
                  </a:lnTo>
                  <a:lnTo>
                    <a:pt x="1164252" y="469365"/>
                  </a:lnTo>
                  <a:lnTo>
                    <a:pt x="1157993" y="469365"/>
                  </a:lnTo>
                  <a:lnTo>
                    <a:pt x="1151733" y="469365"/>
                  </a:lnTo>
                  <a:lnTo>
                    <a:pt x="1145474" y="469365"/>
                  </a:lnTo>
                  <a:lnTo>
                    <a:pt x="1139215" y="469365"/>
                  </a:lnTo>
                  <a:lnTo>
                    <a:pt x="1132955" y="469365"/>
                  </a:lnTo>
                  <a:lnTo>
                    <a:pt x="1126696" y="469365"/>
                  </a:lnTo>
                  <a:lnTo>
                    <a:pt x="1120436" y="469365"/>
                  </a:lnTo>
                  <a:lnTo>
                    <a:pt x="1114177" y="469365"/>
                  </a:lnTo>
                  <a:lnTo>
                    <a:pt x="1107917" y="469365"/>
                  </a:lnTo>
                  <a:lnTo>
                    <a:pt x="1101658" y="469365"/>
                  </a:lnTo>
                  <a:lnTo>
                    <a:pt x="1095399" y="469365"/>
                  </a:lnTo>
                  <a:lnTo>
                    <a:pt x="1089139" y="469365"/>
                  </a:lnTo>
                  <a:lnTo>
                    <a:pt x="1082880" y="469365"/>
                  </a:lnTo>
                  <a:lnTo>
                    <a:pt x="1076620" y="469365"/>
                  </a:lnTo>
                  <a:lnTo>
                    <a:pt x="1070361" y="469365"/>
                  </a:lnTo>
                  <a:lnTo>
                    <a:pt x="1064101" y="469365"/>
                  </a:lnTo>
                  <a:lnTo>
                    <a:pt x="1057842" y="469365"/>
                  </a:lnTo>
                  <a:lnTo>
                    <a:pt x="1051583" y="469365"/>
                  </a:lnTo>
                  <a:lnTo>
                    <a:pt x="1045323" y="469365"/>
                  </a:lnTo>
                  <a:lnTo>
                    <a:pt x="1039064" y="469365"/>
                  </a:lnTo>
                  <a:lnTo>
                    <a:pt x="1032804" y="469365"/>
                  </a:lnTo>
                  <a:lnTo>
                    <a:pt x="1026545" y="469365"/>
                  </a:lnTo>
                  <a:lnTo>
                    <a:pt x="1020286" y="469365"/>
                  </a:lnTo>
                  <a:lnTo>
                    <a:pt x="1014026" y="469365"/>
                  </a:lnTo>
                  <a:lnTo>
                    <a:pt x="1007767" y="469365"/>
                  </a:lnTo>
                  <a:lnTo>
                    <a:pt x="1001507" y="469365"/>
                  </a:lnTo>
                  <a:lnTo>
                    <a:pt x="995248" y="469365"/>
                  </a:lnTo>
                  <a:lnTo>
                    <a:pt x="988988" y="469365"/>
                  </a:lnTo>
                  <a:lnTo>
                    <a:pt x="982729" y="469365"/>
                  </a:lnTo>
                  <a:lnTo>
                    <a:pt x="976470" y="469365"/>
                  </a:lnTo>
                  <a:lnTo>
                    <a:pt x="970210" y="469365"/>
                  </a:lnTo>
                  <a:lnTo>
                    <a:pt x="963951" y="469365"/>
                  </a:lnTo>
                  <a:lnTo>
                    <a:pt x="957691" y="469365"/>
                  </a:lnTo>
                  <a:lnTo>
                    <a:pt x="951432" y="469365"/>
                  </a:lnTo>
                  <a:lnTo>
                    <a:pt x="945172" y="469365"/>
                  </a:lnTo>
                  <a:lnTo>
                    <a:pt x="938913" y="469365"/>
                  </a:lnTo>
                  <a:lnTo>
                    <a:pt x="932654" y="469365"/>
                  </a:lnTo>
                  <a:lnTo>
                    <a:pt x="926394" y="469365"/>
                  </a:lnTo>
                  <a:lnTo>
                    <a:pt x="920135" y="469365"/>
                  </a:lnTo>
                  <a:lnTo>
                    <a:pt x="913875" y="469365"/>
                  </a:lnTo>
                  <a:lnTo>
                    <a:pt x="907616" y="469365"/>
                  </a:lnTo>
                  <a:lnTo>
                    <a:pt x="901356" y="469365"/>
                  </a:lnTo>
                  <a:lnTo>
                    <a:pt x="895097" y="469365"/>
                  </a:lnTo>
                  <a:lnTo>
                    <a:pt x="888838" y="469365"/>
                  </a:lnTo>
                  <a:lnTo>
                    <a:pt x="882578" y="469365"/>
                  </a:lnTo>
                  <a:lnTo>
                    <a:pt x="876319" y="469365"/>
                  </a:lnTo>
                  <a:lnTo>
                    <a:pt x="870059" y="469365"/>
                  </a:lnTo>
                  <a:lnTo>
                    <a:pt x="863800" y="469365"/>
                  </a:lnTo>
                  <a:lnTo>
                    <a:pt x="857541" y="469365"/>
                  </a:lnTo>
                  <a:lnTo>
                    <a:pt x="851281" y="469365"/>
                  </a:lnTo>
                  <a:lnTo>
                    <a:pt x="845022" y="469365"/>
                  </a:lnTo>
                  <a:lnTo>
                    <a:pt x="838762" y="469365"/>
                  </a:lnTo>
                  <a:lnTo>
                    <a:pt x="832503" y="469365"/>
                  </a:lnTo>
                  <a:lnTo>
                    <a:pt x="826243" y="469365"/>
                  </a:lnTo>
                  <a:lnTo>
                    <a:pt x="819984" y="469365"/>
                  </a:lnTo>
                  <a:lnTo>
                    <a:pt x="813725" y="469365"/>
                  </a:lnTo>
                  <a:lnTo>
                    <a:pt x="807465" y="469365"/>
                  </a:lnTo>
                  <a:lnTo>
                    <a:pt x="801206" y="469365"/>
                  </a:lnTo>
                  <a:lnTo>
                    <a:pt x="794946" y="469365"/>
                  </a:lnTo>
                  <a:lnTo>
                    <a:pt x="788687" y="469365"/>
                  </a:lnTo>
                  <a:lnTo>
                    <a:pt x="782427" y="469365"/>
                  </a:lnTo>
                  <a:lnTo>
                    <a:pt x="776168" y="469365"/>
                  </a:lnTo>
                  <a:lnTo>
                    <a:pt x="769909" y="469365"/>
                  </a:lnTo>
                  <a:lnTo>
                    <a:pt x="763649" y="469365"/>
                  </a:lnTo>
                  <a:lnTo>
                    <a:pt x="757390" y="469365"/>
                  </a:lnTo>
                  <a:lnTo>
                    <a:pt x="751130" y="469365"/>
                  </a:lnTo>
                  <a:lnTo>
                    <a:pt x="744871" y="469365"/>
                  </a:lnTo>
                  <a:lnTo>
                    <a:pt x="738611" y="469365"/>
                  </a:lnTo>
                  <a:lnTo>
                    <a:pt x="732352" y="469365"/>
                  </a:lnTo>
                  <a:lnTo>
                    <a:pt x="726093" y="469365"/>
                  </a:lnTo>
                  <a:lnTo>
                    <a:pt x="719833" y="469365"/>
                  </a:lnTo>
                  <a:lnTo>
                    <a:pt x="713574" y="469365"/>
                  </a:lnTo>
                  <a:lnTo>
                    <a:pt x="707314" y="469365"/>
                  </a:lnTo>
                  <a:lnTo>
                    <a:pt x="701055" y="469365"/>
                  </a:lnTo>
                  <a:lnTo>
                    <a:pt x="694796" y="469365"/>
                  </a:lnTo>
                  <a:lnTo>
                    <a:pt x="688536" y="469365"/>
                  </a:lnTo>
                  <a:lnTo>
                    <a:pt x="682277" y="469365"/>
                  </a:lnTo>
                  <a:lnTo>
                    <a:pt x="676017" y="469365"/>
                  </a:lnTo>
                  <a:lnTo>
                    <a:pt x="669758" y="469365"/>
                  </a:lnTo>
                  <a:lnTo>
                    <a:pt x="663498" y="469365"/>
                  </a:lnTo>
                  <a:lnTo>
                    <a:pt x="657239" y="469365"/>
                  </a:lnTo>
                  <a:lnTo>
                    <a:pt x="650980" y="469365"/>
                  </a:lnTo>
                  <a:lnTo>
                    <a:pt x="644720" y="469365"/>
                  </a:lnTo>
                  <a:lnTo>
                    <a:pt x="638461" y="469365"/>
                  </a:lnTo>
                  <a:lnTo>
                    <a:pt x="632201" y="469365"/>
                  </a:lnTo>
                  <a:lnTo>
                    <a:pt x="625942" y="469365"/>
                  </a:lnTo>
                  <a:lnTo>
                    <a:pt x="619682" y="469365"/>
                  </a:lnTo>
                  <a:lnTo>
                    <a:pt x="613423" y="469365"/>
                  </a:lnTo>
                  <a:lnTo>
                    <a:pt x="607164" y="469365"/>
                  </a:lnTo>
                  <a:lnTo>
                    <a:pt x="600904" y="469365"/>
                  </a:lnTo>
                  <a:lnTo>
                    <a:pt x="594645" y="469365"/>
                  </a:lnTo>
                  <a:lnTo>
                    <a:pt x="588385" y="469365"/>
                  </a:lnTo>
                  <a:lnTo>
                    <a:pt x="582126" y="469365"/>
                  </a:lnTo>
                  <a:lnTo>
                    <a:pt x="575866" y="469365"/>
                  </a:lnTo>
                  <a:lnTo>
                    <a:pt x="569607" y="469365"/>
                  </a:lnTo>
                  <a:lnTo>
                    <a:pt x="563348" y="469365"/>
                  </a:lnTo>
                  <a:lnTo>
                    <a:pt x="557088" y="469365"/>
                  </a:lnTo>
                  <a:lnTo>
                    <a:pt x="550829" y="469365"/>
                  </a:lnTo>
                  <a:lnTo>
                    <a:pt x="544569" y="469365"/>
                  </a:lnTo>
                  <a:lnTo>
                    <a:pt x="538310" y="469365"/>
                  </a:lnTo>
                  <a:lnTo>
                    <a:pt x="532050" y="469365"/>
                  </a:lnTo>
                  <a:lnTo>
                    <a:pt x="525791" y="469365"/>
                  </a:lnTo>
                  <a:lnTo>
                    <a:pt x="519532" y="469365"/>
                  </a:lnTo>
                  <a:lnTo>
                    <a:pt x="513272" y="469365"/>
                  </a:lnTo>
                  <a:lnTo>
                    <a:pt x="507013" y="469365"/>
                  </a:lnTo>
                  <a:lnTo>
                    <a:pt x="500753" y="469365"/>
                  </a:lnTo>
                  <a:lnTo>
                    <a:pt x="494494" y="469365"/>
                  </a:lnTo>
                  <a:lnTo>
                    <a:pt x="488235" y="469365"/>
                  </a:lnTo>
                  <a:lnTo>
                    <a:pt x="481975" y="469365"/>
                  </a:lnTo>
                  <a:lnTo>
                    <a:pt x="475716" y="469365"/>
                  </a:lnTo>
                  <a:lnTo>
                    <a:pt x="469456" y="469365"/>
                  </a:lnTo>
                  <a:lnTo>
                    <a:pt x="463197" y="469365"/>
                  </a:lnTo>
                  <a:lnTo>
                    <a:pt x="456937" y="469365"/>
                  </a:lnTo>
                  <a:lnTo>
                    <a:pt x="450678" y="469365"/>
                  </a:lnTo>
                  <a:lnTo>
                    <a:pt x="444419" y="469365"/>
                  </a:lnTo>
                  <a:lnTo>
                    <a:pt x="438159" y="469365"/>
                  </a:lnTo>
                  <a:lnTo>
                    <a:pt x="431900" y="469365"/>
                  </a:lnTo>
                  <a:lnTo>
                    <a:pt x="425640" y="469365"/>
                  </a:lnTo>
                  <a:lnTo>
                    <a:pt x="419381" y="469365"/>
                  </a:lnTo>
                  <a:lnTo>
                    <a:pt x="413121" y="469365"/>
                  </a:lnTo>
                  <a:lnTo>
                    <a:pt x="406862" y="469365"/>
                  </a:lnTo>
                  <a:lnTo>
                    <a:pt x="400603" y="469365"/>
                  </a:lnTo>
                  <a:lnTo>
                    <a:pt x="394343" y="469365"/>
                  </a:lnTo>
                  <a:lnTo>
                    <a:pt x="388084" y="469365"/>
                  </a:lnTo>
                  <a:lnTo>
                    <a:pt x="381824" y="469365"/>
                  </a:lnTo>
                  <a:lnTo>
                    <a:pt x="375565" y="469365"/>
                  </a:lnTo>
                  <a:lnTo>
                    <a:pt x="369305" y="469365"/>
                  </a:lnTo>
                  <a:lnTo>
                    <a:pt x="363046" y="469365"/>
                  </a:lnTo>
                  <a:lnTo>
                    <a:pt x="356787" y="469365"/>
                  </a:lnTo>
                  <a:lnTo>
                    <a:pt x="350527" y="469365"/>
                  </a:lnTo>
                  <a:lnTo>
                    <a:pt x="344268" y="469365"/>
                  </a:lnTo>
                  <a:lnTo>
                    <a:pt x="338008" y="469365"/>
                  </a:lnTo>
                  <a:lnTo>
                    <a:pt x="331749" y="469365"/>
                  </a:lnTo>
                  <a:lnTo>
                    <a:pt x="325490" y="469365"/>
                  </a:lnTo>
                  <a:lnTo>
                    <a:pt x="319230" y="469365"/>
                  </a:lnTo>
                  <a:lnTo>
                    <a:pt x="312971" y="469365"/>
                  </a:lnTo>
                  <a:lnTo>
                    <a:pt x="306711" y="469365"/>
                  </a:lnTo>
                  <a:lnTo>
                    <a:pt x="300452" y="469365"/>
                  </a:lnTo>
                  <a:lnTo>
                    <a:pt x="294192" y="469365"/>
                  </a:lnTo>
                  <a:lnTo>
                    <a:pt x="287933" y="469365"/>
                  </a:lnTo>
                  <a:lnTo>
                    <a:pt x="281674" y="469365"/>
                  </a:lnTo>
                  <a:lnTo>
                    <a:pt x="275414" y="469365"/>
                  </a:lnTo>
                  <a:lnTo>
                    <a:pt x="269155" y="469365"/>
                  </a:lnTo>
                  <a:lnTo>
                    <a:pt x="262895" y="469365"/>
                  </a:lnTo>
                  <a:lnTo>
                    <a:pt x="256636" y="469365"/>
                  </a:lnTo>
                  <a:lnTo>
                    <a:pt x="250376" y="469365"/>
                  </a:lnTo>
                  <a:lnTo>
                    <a:pt x="244117" y="469365"/>
                  </a:lnTo>
                  <a:lnTo>
                    <a:pt x="237858" y="469365"/>
                  </a:lnTo>
                  <a:lnTo>
                    <a:pt x="231598" y="469365"/>
                  </a:lnTo>
                  <a:lnTo>
                    <a:pt x="225339" y="469365"/>
                  </a:lnTo>
                  <a:lnTo>
                    <a:pt x="219079" y="469365"/>
                  </a:lnTo>
                  <a:lnTo>
                    <a:pt x="212820" y="469365"/>
                  </a:lnTo>
                  <a:lnTo>
                    <a:pt x="206560" y="469365"/>
                  </a:lnTo>
                  <a:lnTo>
                    <a:pt x="200301" y="469365"/>
                  </a:lnTo>
                  <a:lnTo>
                    <a:pt x="194042" y="469365"/>
                  </a:lnTo>
                  <a:lnTo>
                    <a:pt x="187782" y="469365"/>
                  </a:lnTo>
                  <a:lnTo>
                    <a:pt x="181523" y="469365"/>
                  </a:lnTo>
                  <a:lnTo>
                    <a:pt x="175263" y="469365"/>
                  </a:lnTo>
                  <a:lnTo>
                    <a:pt x="169004" y="469365"/>
                  </a:lnTo>
                  <a:lnTo>
                    <a:pt x="162745" y="469365"/>
                  </a:lnTo>
                  <a:lnTo>
                    <a:pt x="156485" y="469365"/>
                  </a:lnTo>
                  <a:lnTo>
                    <a:pt x="150226" y="469365"/>
                  </a:lnTo>
                  <a:lnTo>
                    <a:pt x="143966" y="469365"/>
                  </a:lnTo>
                  <a:lnTo>
                    <a:pt x="137707" y="469365"/>
                  </a:lnTo>
                  <a:lnTo>
                    <a:pt x="131447" y="469365"/>
                  </a:lnTo>
                  <a:lnTo>
                    <a:pt x="125188" y="469365"/>
                  </a:lnTo>
                  <a:lnTo>
                    <a:pt x="118929" y="469365"/>
                  </a:lnTo>
                  <a:lnTo>
                    <a:pt x="112669" y="469365"/>
                  </a:lnTo>
                  <a:lnTo>
                    <a:pt x="106410" y="469365"/>
                  </a:lnTo>
                  <a:lnTo>
                    <a:pt x="100150" y="469365"/>
                  </a:lnTo>
                  <a:lnTo>
                    <a:pt x="93891" y="469365"/>
                  </a:lnTo>
                  <a:lnTo>
                    <a:pt x="87631" y="469365"/>
                  </a:lnTo>
                  <a:lnTo>
                    <a:pt x="81372" y="469365"/>
                  </a:lnTo>
                  <a:lnTo>
                    <a:pt x="75113" y="469365"/>
                  </a:lnTo>
                  <a:lnTo>
                    <a:pt x="68853" y="469365"/>
                  </a:lnTo>
                  <a:lnTo>
                    <a:pt x="62594" y="469365"/>
                  </a:lnTo>
                  <a:lnTo>
                    <a:pt x="56334" y="469365"/>
                  </a:lnTo>
                  <a:lnTo>
                    <a:pt x="50075" y="469365"/>
                  </a:lnTo>
                  <a:lnTo>
                    <a:pt x="43815" y="469365"/>
                  </a:lnTo>
                  <a:lnTo>
                    <a:pt x="37556" y="469365"/>
                  </a:lnTo>
                  <a:lnTo>
                    <a:pt x="31297" y="469365"/>
                  </a:lnTo>
                  <a:lnTo>
                    <a:pt x="25037" y="469365"/>
                  </a:lnTo>
                  <a:lnTo>
                    <a:pt x="18778" y="469365"/>
                  </a:lnTo>
                  <a:lnTo>
                    <a:pt x="12518" y="469365"/>
                  </a:lnTo>
                  <a:lnTo>
                    <a:pt x="6259" y="46936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49798" y="4461778"/>
              <a:ext cx="3198565" cy="469365"/>
            </a:xfrm>
            <a:custGeom>
              <a:avLst/>
              <a:pathLst>
                <a:path w="3198565" h="469365">
                  <a:moveTo>
                    <a:pt x="0" y="469365"/>
                  </a:moveTo>
                  <a:lnTo>
                    <a:pt x="6259" y="469365"/>
                  </a:lnTo>
                  <a:lnTo>
                    <a:pt x="12518" y="469365"/>
                  </a:lnTo>
                  <a:lnTo>
                    <a:pt x="18778" y="469365"/>
                  </a:lnTo>
                  <a:lnTo>
                    <a:pt x="25037" y="469365"/>
                  </a:lnTo>
                  <a:lnTo>
                    <a:pt x="31297" y="469365"/>
                  </a:lnTo>
                  <a:lnTo>
                    <a:pt x="37556" y="469365"/>
                  </a:lnTo>
                  <a:lnTo>
                    <a:pt x="43815" y="469365"/>
                  </a:lnTo>
                  <a:lnTo>
                    <a:pt x="50075" y="469364"/>
                  </a:lnTo>
                  <a:lnTo>
                    <a:pt x="56334" y="469364"/>
                  </a:lnTo>
                  <a:lnTo>
                    <a:pt x="62594" y="469363"/>
                  </a:lnTo>
                  <a:lnTo>
                    <a:pt x="68853" y="469360"/>
                  </a:lnTo>
                  <a:lnTo>
                    <a:pt x="75113" y="469356"/>
                  </a:lnTo>
                  <a:lnTo>
                    <a:pt x="81372" y="469347"/>
                  </a:lnTo>
                  <a:lnTo>
                    <a:pt x="87631" y="469332"/>
                  </a:lnTo>
                  <a:lnTo>
                    <a:pt x="93891" y="469304"/>
                  </a:lnTo>
                  <a:lnTo>
                    <a:pt x="100150" y="469258"/>
                  </a:lnTo>
                  <a:lnTo>
                    <a:pt x="106410" y="469179"/>
                  </a:lnTo>
                  <a:lnTo>
                    <a:pt x="112669" y="469049"/>
                  </a:lnTo>
                  <a:lnTo>
                    <a:pt x="118929" y="468846"/>
                  </a:lnTo>
                  <a:lnTo>
                    <a:pt x="125188" y="468538"/>
                  </a:lnTo>
                  <a:lnTo>
                    <a:pt x="131447" y="468091"/>
                  </a:lnTo>
                  <a:lnTo>
                    <a:pt x="137707" y="467459"/>
                  </a:lnTo>
                  <a:lnTo>
                    <a:pt x="143966" y="466599"/>
                  </a:lnTo>
                  <a:lnTo>
                    <a:pt x="150226" y="465465"/>
                  </a:lnTo>
                  <a:lnTo>
                    <a:pt x="156485" y="464019"/>
                  </a:lnTo>
                  <a:lnTo>
                    <a:pt x="162745" y="462234"/>
                  </a:lnTo>
                  <a:lnTo>
                    <a:pt x="169004" y="460102"/>
                  </a:lnTo>
                  <a:lnTo>
                    <a:pt x="175263" y="457641"/>
                  </a:lnTo>
                  <a:lnTo>
                    <a:pt x="181523" y="454893"/>
                  </a:lnTo>
                  <a:lnTo>
                    <a:pt x="187782" y="451933"/>
                  </a:lnTo>
                  <a:lnTo>
                    <a:pt x="194042" y="448894"/>
                  </a:lnTo>
                  <a:lnTo>
                    <a:pt x="200301" y="445904"/>
                  </a:lnTo>
                  <a:lnTo>
                    <a:pt x="206560" y="443099"/>
                  </a:lnTo>
                  <a:lnTo>
                    <a:pt x="212820" y="440606"/>
                  </a:lnTo>
                  <a:lnTo>
                    <a:pt x="219079" y="438535"/>
                  </a:lnTo>
                  <a:lnTo>
                    <a:pt x="225339" y="436969"/>
                  </a:lnTo>
                  <a:lnTo>
                    <a:pt x="231598" y="435953"/>
                  </a:lnTo>
                  <a:lnTo>
                    <a:pt x="237858" y="435495"/>
                  </a:lnTo>
                  <a:lnTo>
                    <a:pt x="244117" y="435564"/>
                  </a:lnTo>
                  <a:lnTo>
                    <a:pt x="250376" y="436095"/>
                  </a:lnTo>
                  <a:lnTo>
                    <a:pt x="256636" y="436996"/>
                  </a:lnTo>
                  <a:lnTo>
                    <a:pt x="262895" y="438167"/>
                  </a:lnTo>
                  <a:lnTo>
                    <a:pt x="269155" y="439475"/>
                  </a:lnTo>
                  <a:lnTo>
                    <a:pt x="275414" y="440803"/>
                  </a:lnTo>
                  <a:lnTo>
                    <a:pt x="281674" y="442056"/>
                  </a:lnTo>
                  <a:lnTo>
                    <a:pt x="287933" y="443162"/>
                  </a:lnTo>
                  <a:lnTo>
                    <a:pt x="294192" y="444065"/>
                  </a:lnTo>
                  <a:lnTo>
                    <a:pt x="300452" y="444734"/>
                  </a:lnTo>
                  <a:lnTo>
                    <a:pt x="306711" y="445159"/>
                  </a:lnTo>
                  <a:lnTo>
                    <a:pt x="312971" y="445346"/>
                  </a:lnTo>
                  <a:lnTo>
                    <a:pt x="319230" y="445322"/>
                  </a:lnTo>
                  <a:lnTo>
                    <a:pt x="325490" y="445124"/>
                  </a:lnTo>
                  <a:lnTo>
                    <a:pt x="331749" y="444801"/>
                  </a:lnTo>
                  <a:lnTo>
                    <a:pt x="338008" y="444406"/>
                  </a:lnTo>
                  <a:lnTo>
                    <a:pt x="344268" y="444000"/>
                  </a:lnTo>
                  <a:lnTo>
                    <a:pt x="350527" y="443644"/>
                  </a:lnTo>
                  <a:lnTo>
                    <a:pt x="356787" y="443381"/>
                  </a:lnTo>
                  <a:lnTo>
                    <a:pt x="363046" y="443245"/>
                  </a:lnTo>
                  <a:lnTo>
                    <a:pt x="369305" y="443254"/>
                  </a:lnTo>
                  <a:lnTo>
                    <a:pt x="375565" y="443410"/>
                  </a:lnTo>
                  <a:lnTo>
                    <a:pt x="381824" y="443699"/>
                  </a:lnTo>
                  <a:lnTo>
                    <a:pt x="388084" y="444094"/>
                  </a:lnTo>
                  <a:lnTo>
                    <a:pt x="394343" y="444556"/>
                  </a:lnTo>
                  <a:lnTo>
                    <a:pt x="400603" y="445039"/>
                  </a:lnTo>
                  <a:lnTo>
                    <a:pt x="406862" y="445496"/>
                  </a:lnTo>
                  <a:lnTo>
                    <a:pt x="413121" y="445878"/>
                  </a:lnTo>
                  <a:lnTo>
                    <a:pt x="419381" y="446139"/>
                  </a:lnTo>
                  <a:lnTo>
                    <a:pt x="425640" y="446232"/>
                  </a:lnTo>
                  <a:lnTo>
                    <a:pt x="431900" y="446140"/>
                  </a:lnTo>
                  <a:lnTo>
                    <a:pt x="438159" y="445843"/>
                  </a:lnTo>
                  <a:lnTo>
                    <a:pt x="444419" y="445328"/>
                  </a:lnTo>
                  <a:lnTo>
                    <a:pt x="450678" y="444590"/>
                  </a:lnTo>
                  <a:lnTo>
                    <a:pt x="456937" y="443626"/>
                  </a:lnTo>
                  <a:lnTo>
                    <a:pt x="463197" y="442442"/>
                  </a:lnTo>
                  <a:lnTo>
                    <a:pt x="469456" y="441046"/>
                  </a:lnTo>
                  <a:lnTo>
                    <a:pt x="475716" y="439451"/>
                  </a:lnTo>
                  <a:lnTo>
                    <a:pt x="481975" y="437674"/>
                  </a:lnTo>
                  <a:lnTo>
                    <a:pt x="488235" y="435738"/>
                  </a:lnTo>
                  <a:lnTo>
                    <a:pt x="494494" y="433669"/>
                  </a:lnTo>
                  <a:lnTo>
                    <a:pt x="500753" y="431499"/>
                  </a:lnTo>
                  <a:lnTo>
                    <a:pt x="507013" y="429279"/>
                  </a:lnTo>
                  <a:lnTo>
                    <a:pt x="513272" y="427063"/>
                  </a:lnTo>
                  <a:lnTo>
                    <a:pt x="519532" y="424908"/>
                  </a:lnTo>
                  <a:lnTo>
                    <a:pt x="525791" y="422873"/>
                  </a:lnTo>
                  <a:lnTo>
                    <a:pt x="532050" y="421009"/>
                  </a:lnTo>
                  <a:lnTo>
                    <a:pt x="538310" y="419354"/>
                  </a:lnTo>
                  <a:lnTo>
                    <a:pt x="544569" y="417922"/>
                  </a:lnTo>
                  <a:lnTo>
                    <a:pt x="550829" y="416693"/>
                  </a:lnTo>
                  <a:lnTo>
                    <a:pt x="557088" y="415615"/>
                  </a:lnTo>
                  <a:lnTo>
                    <a:pt x="563348" y="414595"/>
                  </a:lnTo>
                  <a:lnTo>
                    <a:pt x="569607" y="413513"/>
                  </a:lnTo>
                  <a:lnTo>
                    <a:pt x="575866" y="412224"/>
                  </a:lnTo>
                  <a:lnTo>
                    <a:pt x="582126" y="410552"/>
                  </a:lnTo>
                  <a:lnTo>
                    <a:pt x="588385" y="408400"/>
                  </a:lnTo>
                  <a:lnTo>
                    <a:pt x="594645" y="405691"/>
                  </a:lnTo>
                  <a:lnTo>
                    <a:pt x="600904" y="402395"/>
                  </a:lnTo>
                  <a:lnTo>
                    <a:pt x="607164" y="398517"/>
                  </a:lnTo>
                  <a:lnTo>
                    <a:pt x="613423" y="394091"/>
                  </a:lnTo>
                  <a:lnTo>
                    <a:pt x="619682" y="389161"/>
                  </a:lnTo>
                  <a:lnTo>
                    <a:pt x="625942" y="383757"/>
                  </a:lnTo>
                  <a:lnTo>
                    <a:pt x="632201" y="377872"/>
                  </a:lnTo>
                  <a:lnTo>
                    <a:pt x="638461" y="371448"/>
                  </a:lnTo>
                  <a:lnTo>
                    <a:pt x="644720" y="364355"/>
                  </a:lnTo>
                  <a:lnTo>
                    <a:pt x="650980" y="356396"/>
                  </a:lnTo>
                  <a:lnTo>
                    <a:pt x="657239" y="347227"/>
                  </a:lnTo>
                  <a:lnTo>
                    <a:pt x="663498" y="336500"/>
                  </a:lnTo>
                  <a:lnTo>
                    <a:pt x="669758" y="323927"/>
                  </a:lnTo>
                  <a:lnTo>
                    <a:pt x="676017" y="309197"/>
                  </a:lnTo>
                  <a:lnTo>
                    <a:pt x="682277" y="292052"/>
                  </a:lnTo>
                  <a:lnTo>
                    <a:pt x="688536" y="272323"/>
                  </a:lnTo>
                  <a:lnTo>
                    <a:pt x="694796" y="249964"/>
                  </a:lnTo>
                  <a:lnTo>
                    <a:pt x="701055" y="225080"/>
                  </a:lnTo>
                  <a:lnTo>
                    <a:pt x="707314" y="197957"/>
                  </a:lnTo>
                  <a:lnTo>
                    <a:pt x="713574" y="169086"/>
                  </a:lnTo>
                  <a:lnTo>
                    <a:pt x="719833" y="139171"/>
                  </a:lnTo>
                  <a:lnTo>
                    <a:pt x="726093" y="109133"/>
                  </a:lnTo>
                  <a:lnTo>
                    <a:pt x="732352" y="80093"/>
                  </a:lnTo>
                  <a:lnTo>
                    <a:pt x="738611" y="53697"/>
                  </a:lnTo>
                  <a:lnTo>
                    <a:pt x="744871" y="31247"/>
                  </a:lnTo>
                  <a:lnTo>
                    <a:pt x="751130" y="14075"/>
                  </a:lnTo>
                  <a:lnTo>
                    <a:pt x="757390" y="3358"/>
                  </a:lnTo>
                  <a:lnTo>
                    <a:pt x="763649" y="0"/>
                  </a:lnTo>
                  <a:lnTo>
                    <a:pt x="769909" y="4527"/>
                  </a:lnTo>
                  <a:lnTo>
                    <a:pt x="776168" y="17019"/>
                  </a:lnTo>
                  <a:lnTo>
                    <a:pt x="782427" y="37073"/>
                  </a:lnTo>
                  <a:lnTo>
                    <a:pt x="788687" y="63816"/>
                  </a:lnTo>
                  <a:lnTo>
                    <a:pt x="794946" y="95966"/>
                  </a:lnTo>
                  <a:lnTo>
                    <a:pt x="801206" y="131931"/>
                  </a:lnTo>
                  <a:lnTo>
                    <a:pt x="807465" y="169943"/>
                  </a:lnTo>
                  <a:lnTo>
                    <a:pt x="813725" y="208142"/>
                  </a:lnTo>
                  <a:lnTo>
                    <a:pt x="819984" y="244619"/>
                  </a:lnTo>
                  <a:lnTo>
                    <a:pt x="826243" y="278040"/>
                  </a:lnTo>
                  <a:lnTo>
                    <a:pt x="832503" y="307434"/>
                  </a:lnTo>
                  <a:lnTo>
                    <a:pt x="838762" y="332205"/>
                  </a:lnTo>
                  <a:lnTo>
                    <a:pt x="845022" y="352123"/>
                  </a:lnTo>
                  <a:lnTo>
                    <a:pt x="851281" y="367277"/>
                  </a:lnTo>
                  <a:lnTo>
                    <a:pt x="857541" y="378013"/>
                  </a:lnTo>
                  <a:lnTo>
                    <a:pt x="863800" y="384865"/>
                  </a:lnTo>
                  <a:lnTo>
                    <a:pt x="870059" y="388475"/>
                  </a:lnTo>
                  <a:lnTo>
                    <a:pt x="876319" y="389535"/>
                  </a:lnTo>
                  <a:lnTo>
                    <a:pt x="882578" y="388726"/>
                  </a:lnTo>
                  <a:lnTo>
                    <a:pt x="888838" y="386686"/>
                  </a:lnTo>
                  <a:lnTo>
                    <a:pt x="895097" y="383978"/>
                  </a:lnTo>
                  <a:lnTo>
                    <a:pt x="901356" y="381179"/>
                  </a:lnTo>
                  <a:lnTo>
                    <a:pt x="907616" y="378704"/>
                  </a:lnTo>
                  <a:lnTo>
                    <a:pt x="913875" y="376894"/>
                  </a:lnTo>
                  <a:lnTo>
                    <a:pt x="920135" y="376030"/>
                  </a:lnTo>
                  <a:lnTo>
                    <a:pt x="926394" y="376326"/>
                  </a:lnTo>
                  <a:lnTo>
                    <a:pt x="932654" y="377929"/>
                  </a:lnTo>
                  <a:lnTo>
                    <a:pt x="938913" y="380902"/>
                  </a:lnTo>
                  <a:lnTo>
                    <a:pt x="945172" y="385223"/>
                  </a:lnTo>
                  <a:lnTo>
                    <a:pt x="951432" y="390778"/>
                  </a:lnTo>
                  <a:lnTo>
                    <a:pt x="957691" y="397369"/>
                  </a:lnTo>
                  <a:lnTo>
                    <a:pt x="963951" y="404724"/>
                  </a:lnTo>
                  <a:lnTo>
                    <a:pt x="970210" y="412530"/>
                  </a:lnTo>
                  <a:lnTo>
                    <a:pt x="976470" y="420413"/>
                  </a:lnTo>
                  <a:lnTo>
                    <a:pt x="982729" y="428035"/>
                  </a:lnTo>
                  <a:lnTo>
                    <a:pt x="988988" y="435140"/>
                  </a:lnTo>
                  <a:lnTo>
                    <a:pt x="995248" y="441539"/>
                  </a:lnTo>
                  <a:lnTo>
                    <a:pt x="1001507" y="447117"/>
                  </a:lnTo>
                  <a:lnTo>
                    <a:pt x="1007767" y="451829"/>
                  </a:lnTo>
                  <a:lnTo>
                    <a:pt x="1014026" y="455687"/>
                  </a:lnTo>
                  <a:lnTo>
                    <a:pt x="1020286" y="458752"/>
                  </a:lnTo>
                  <a:lnTo>
                    <a:pt x="1026545" y="461111"/>
                  </a:lnTo>
                  <a:lnTo>
                    <a:pt x="1032804" y="462867"/>
                  </a:lnTo>
                  <a:lnTo>
                    <a:pt x="1039064" y="464124"/>
                  </a:lnTo>
                  <a:lnTo>
                    <a:pt x="1045323" y="464981"/>
                  </a:lnTo>
                  <a:lnTo>
                    <a:pt x="1051583" y="465513"/>
                  </a:lnTo>
                  <a:lnTo>
                    <a:pt x="1057842" y="465811"/>
                  </a:lnTo>
                  <a:lnTo>
                    <a:pt x="1064101" y="465948"/>
                  </a:lnTo>
                  <a:lnTo>
                    <a:pt x="1070361" y="465976"/>
                  </a:lnTo>
                  <a:lnTo>
                    <a:pt x="1076620" y="465941"/>
                  </a:lnTo>
                  <a:lnTo>
                    <a:pt x="1082880" y="465881"/>
                  </a:lnTo>
                  <a:lnTo>
                    <a:pt x="1089139" y="465830"/>
                  </a:lnTo>
                  <a:lnTo>
                    <a:pt x="1095399" y="465812"/>
                  </a:lnTo>
                  <a:lnTo>
                    <a:pt x="1101658" y="465845"/>
                  </a:lnTo>
                  <a:lnTo>
                    <a:pt x="1107917" y="465938"/>
                  </a:lnTo>
                  <a:lnTo>
                    <a:pt x="1114177" y="466095"/>
                  </a:lnTo>
                  <a:lnTo>
                    <a:pt x="1120436" y="466309"/>
                  </a:lnTo>
                  <a:lnTo>
                    <a:pt x="1126696" y="466568"/>
                  </a:lnTo>
                  <a:lnTo>
                    <a:pt x="1132955" y="466859"/>
                  </a:lnTo>
                  <a:lnTo>
                    <a:pt x="1139215" y="467155"/>
                  </a:lnTo>
                  <a:lnTo>
                    <a:pt x="1145474" y="467441"/>
                  </a:lnTo>
                  <a:lnTo>
                    <a:pt x="1151733" y="467697"/>
                  </a:lnTo>
                  <a:lnTo>
                    <a:pt x="1157993" y="467910"/>
                  </a:lnTo>
                  <a:lnTo>
                    <a:pt x="1164252" y="468073"/>
                  </a:lnTo>
                  <a:lnTo>
                    <a:pt x="1170512" y="468179"/>
                  </a:lnTo>
                  <a:lnTo>
                    <a:pt x="1176771" y="468230"/>
                  </a:lnTo>
                  <a:lnTo>
                    <a:pt x="1183031" y="468232"/>
                  </a:lnTo>
                  <a:lnTo>
                    <a:pt x="1189290" y="468192"/>
                  </a:lnTo>
                  <a:lnTo>
                    <a:pt x="1195549" y="468122"/>
                  </a:lnTo>
                  <a:lnTo>
                    <a:pt x="1201809" y="468032"/>
                  </a:lnTo>
                  <a:lnTo>
                    <a:pt x="1208068" y="467933"/>
                  </a:lnTo>
                  <a:lnTo>
                    <a:pt x="1214328" y="467832"/>
                  </a:lnTo>
                  <a:lnTo>
                    <a:pt x="1220587" y="467731"/>
                  </a:lnTo>
                  <a:lnTo>
                    <a:pt x="1226846" y="467630"/>
                  </a:lnTo>
                  <a:lnTo>
                    <a:pt x="1233106" y="467524"/>
                  </a:lnTo>
                  <a:lnTo>
                    <a:pt x="1239365" y="467407"/>
                  </a:lnTo>
                  <a:lnTo>
                    <a:pt x="1245625" y="467276"/>
                  </a:lnTo>
                  <a:lnTo>
                    <a:pt x="1251884" y="467129"/>
                  </a:lnTo>
                  <a:lnTo>
                    <a:pt x="1258144" y="466966"/>
                  </a:lnTo>
                  <a:lnTo>
                    <a:pt x="1264403" y="466794"/>
                  </a:lnTo>
                  <a:lnTo>
                    <a:pt x="1270662" y="466621"/>
                  </a:lnTo>
                  <a:lnTo>
                    <a:pt x="1276922" y="466458"/>
                  </a:lnTo>
                  <a:lnTo>
                    <a:pt x="1283181" y="466315"/>
                  </a:lnTo>
                  <a:lnTo>
                    <a:pt x="1289441" y="466203"/>
                  </a:lnTo>
                  <a:lnTo>
                    <a:pt x="1295700" y="466123"/>
                  </a:lnTo>
                  <a:lnTo>
                    <a:pt x="1301960" y="466070"/>
                  </a:lnTo>
                  <a:lnTo>
                    <a:pt x="1308219" y="466037"/>
                  </a:lnTo>
                  <a:lnTo>
                    <a:pt x="1314478" y="466016"/>
                  </a:lnTo>
                  <a:lnTo>
                    <a:pt x="1320738" y="465996"/>
                  </a:lnTo>
                  <a:lnTo>
                    <a:pt x="1326997" y="465970"/>
                  </a:lnTo>
                  <a:lnTo>
                    <a:pt x="1333257" y="465936"/>
                  </a:lnTo>
                  <a:lnTo>
                    <a:pt x="1339516" y="465894"/>
                  </a:lnTo>
                  <a:lnTo>
                    <a:pt x="1345776" y="465849"/>
                  </a:lnTo>
                  <a:lnTo>
                    <a:pt x="1352035" y="465813"/>
                  </a:lnTo>
                  <a:lnTo>
                    <a:pt x="1358294" y="465795"/>
                  </a:lnTo>
                  <a:lnTo>
                    <a:pt x="1364554" y="465808"/>
                  </a:lnTo>
                  <a:lnTo>
                    <a:pt x="1370813" y="465862"/>
                  </a:lnTo>
                  <a:lnTo>
                    <a:pt x="1377073" y="465957"/>
                  </a:lnTo>
                  <a:lnTo>
                    <a:pt x="1383332" y="466090"/>
                  </a:lnTo>
                  <a:lnTo>
                    <a:pt x="1389592" y="466251"/>
                  </a:lnTo>
                  <a:lnTo>
                    <a:pt x="1395851" y="466427"/>
                  </a:lnTo>
                  <a:lnTo>
                    <a:pt x="1402110" y="466600"/>
                  </a:lnTo>
                  <a:lnTo>
                    <a:pt x="1408370" y="466755"/>
                  </a:lnTo>
                  <a:lnTo>
                    <a:pt x="1414629" y="466875"/>
                  </a:lnTo>
                  <a:lnTo>
                    <a:pt x="1420889" y="466950"/>
                  </a:lnTo>
                  <a:lnTo>
                    <a:pt x="1427148" y="466977"/>
                  </a:lnTo>
                  <a:lnTo>
                    <a:pt x="1433407" y="466957"/>
                  </a:lnTo>
                  <a:lnTo>
                    <a:pt x="1439667" y="466901"/>
                  </a:lnTo>
                  <a:lnTo>
                    <a:pt x="1445926" y="466826"/>
                  </a:lnTo>
                  <a:lnTo>
                    <a:pt x="1452186" y="466755"/>
                  </a:lnTo>
                  <a:lnTo>
                    <a:pt x="1458445" y="466708"/>
                  </a:lnTo>
                  <a:lnTo>
                    <a:pt x="1464705" y="466699"/>
                  </a:lnTo>
                  <a:lnTo>
                    <a:pt x="1470964" y="466739"/>
                  </a:lnTo>
                  <a:lnTo>
                    <a:pt x="1477223" y="466827"/>
                  </a:lnTo>
                  <a:lnTo>
                    <a:pt x="1483483" y="466956"/>
                  </a:lnTo>
                  <a:lnTo>
                    <a:pt x="1489742" y="467113"/>
                  </a:lnTo>
                  <a:lnTo>
                    <a:pt x="1496002" y="467277"/>
                  </a:lnTo>
                  <a:lnTo>
                    <a:pt x="1502261" y="467426"/>
                  </a:lnTo>
                  <a:lnTo>
                    <a:pt x="1508521" y="467539"/>
                  </a:lnTo>
                  <a:lnTo>
                    <a:pt x="1514780" y="467600"/>
                  </a:lnTo>
                  <a:lnTo>
                    <a:pt x="1521039" y="467594"/>
                  </a:lnTo>
                  <a:lnTo>
                    <a:pt x="1527299" y="467515"/>
                  </a:lnTo>
                  <a:lnTo>
                    <a:pt x="1533558" y="467375"/>
                  </a:lnTo>
                  <a:lnTo>
                    <a:pt x="1539818" y="467188"/>
                  </a:lnTo>
                  <a:lnTo>
                    <a:pt x="1546077" y="466971"/>
                  </a:lnTo>
                  <a:lnTo>
                    <a:pt x="1552337" y="466746"/>
                  </a:lnTo>
                  <a:lnTo>
                    <a:pt x="1558596" y="466533"/>
                  </a:lnTo>
                  <a:lnTo>
                    <a:pt x="1564855" y="466347"/>
                  </a:lnTo>
                  <a:lnTo>
                    <a:pt x="1571115" y="466200"/>
                  </a:lnTo>
                  <a:lnTo>
                    <a:pt x="1577374" y="466098"/>
                  </a:lnTo>
                  <a:lnTo>
                    <a:pt x="1583634" y="466041"/>
                  </a:lnTo>
                  <a:lnTo>
                    <a:pt x="1589893" y="466023"/>
                  </a:lnTo>
                  <a:lnTo>
                    <a:pt x="1596152" y="466037"/>
                  </a:lnTo>
                  <a:lnTo>
                    <a:pt x="1602412" y="466075"/>
                  </a:lnTo>
                  <a:lnTo>
                    <a:pt x="1608671" y="466130"/>
                  </a:lnTo>
                  <a:lnTo>
                    <a:pt x="1614931" y="466194"/>
                  </a:lnTo>
                  <a:lnTo>
                    <a:pt x="1621190" y="466267"/>
                  </a:lnTo>
                  <a:lnTo>
                    <a:pt x="1627450" y="466349"/>
                  </a:lnTo>
                  <a:lnTo>
                    <a:pt x="1633709" y="466438"/>
                  </a:lnTo>
                  <a:lnTo>
                    <a:pt x="1639968" y="466536"/>
                  </a:lnTo>
                  <a:lnTo>
                    <a:pt x="1646228" y="466642"/>
                  </a:lnTo>
                  <a:lnTo>
                    <a:pt x="1652487" y="466754"/>
                  </a:lnTo>
                  <a:lnTo>
                    <a:pt x="1658747" y="466867"/>
                  </a:lnTo>
                  <a:lnTo>
                    <a:pt x="1665006" y="466979"/>
                  </a:lnTo>
                  <a:lnTo>
                    <a:pt x="1671266" y="467086"/>
                  </a:lnTo>
                  <a:lnTo>
                    <a:pt x="1677525" y="467186"/>
                  </a:lnTo>
                  <a:lnTo>
                    <a:pt x="1683784" y="467277"/>
                  </a:lnTo>
                  <a:lnTo>
                    <a:pt x="1690044" y="467361"/>
                  </a:lnTo>
                  <a:lnTo>
                    <a:pt x="1696303" y="467437"/>
                  </a:lnTo>
                  <a:lnTo>
                    <a:pt x="1702563" y="467506"/>
                  </a:lnTo>
                  <a:lnTo>
                    <a:pt x="1708822" y="467566"/>
                  </a:lnTo>
                  <a:lnTo>
                    <a:pt x="1715082" y="467613"/>
                  </a:lnTo>
                  <a:lnTo>
                    <a:pt x="1721341" y="467642"/>
                  </a:lnTo>
                  <a:lnTo>
                    <a:pt x="1727600" y="467648"/>
                  </a:lnTo>
                  <a:lnTo>
                    <a:pt x="1733860" y="467625"/>
                  </a:lnTo>
                  <a:lnTo>
                    <a:pt x="1740119" y="467571"/>
                  </a:lnTo>
                  <a:lnTo>
                    <a:pt x="1746379" y="467486"/>
                  </a:lnTo>
                  <a:lnTo>
                    <a:pt x="1752638" y="467377"/>
                  </a:lnTo>
                  <a:lnTo>
                    <a:pt x="1758897" y="467252"/>
                  </a:lnTo>
                  <a:lnTo>
                    <a:pt x="1765157" y="467128"/>
                  </a:lnTo>
                  <a:lnTo>
                    <a:pt x="1771416" y="467020"/>
                  </a:lnTo>
                  <a:lnTo>
                    <a:pt x="1777676" y="466943"/>
                  </a:lnTo>
                  <a:lnTo>
                    <a:pt x="1783935" y="466910"/>
                  </a:lnTo>
                  <a:lnTo>
                    <a:pt x="1790195" y="466927"/>
                  </a:lnTo>
                  <a:lnTo>
                    <a:pt x="1796454" y="466996"/>
                  </a:lnTo>
                  <a:lnTo>
                    <a:pt x="1802713" y="467113"/>
                  </a:lnTo>
                  <a:lnTo>
                    <a:pt x="1808973" y="467268"/>
                  </a:lnTo>
                  <a:lnTo>
                    <a:pt x="1815232" y="467447"/>
                  </a:lnTo>
                  <a:lnTo>
                    <a:pt x="1821492" y="467634"/>
                  </a:lnTo>
                  <a:lnTo>
                    <a:pt x="1827751" y="467812"/>
                  </a:lnTo>
                  <a:lnTo>
                    <a:pt x="1834011" y="467966"/>
                  </a:lnTo>
                  <a:lnTo>
                    <a:pt x="1840270" y="468082"/>
                  </a:lnTo>
                  <a:lnTo>
                    <a:pt x="1846529" y="468156"/>
                  </a:lnTo>
                  <a:lnTo>
                    <a:pt x="1852789" y="468188"/>
                  </a:lnTo>
                  <a:lnTo>
                    <a:pt x="1859048" y="468185"/>
                  </a:lnTo>
                  <a:lnTo>
                    <a:pt x="1865308" y="468157"/>
                  </a:lnTo>
                  <a:lnTo>
                    <a:pt x="1871567" y="468117"/>
                  </a:lnTo>
                  <a:lnTo>
                    <a:pt x="1877827" y="468076"/>
                  </a:lnTo>
                  <a:lnTo>
                    <a:pt x="1884086" y="468048"/>
                  </a:lnTo>
                  <a:lnTo>
                    <a:pt x="1890345" y="468040"/>
                  </a:lnTo>
                  <a:lnTo>
                    <a:pt x="1896605" y="468057"/>
                  </a:lnTo>
                  <a:lnTo>
                    <a:pt x="1902864" y="468099"/>
                  </a:lnTo>
                  <a:lnTo>
                    <a:pt x="1909124" y="468158"/>
                  </a:lnTo>
                  <a:lnTo>
                    <a:pt x="1915383" y="468227"/>
                  </a:lnTo>
                  <a:lnTo>
                    <a:pt x="1921642" y="468289"/>
                  </a:lnTo>
                  <a:lnTo>
                    <a:pt x="1927902" y="468330"/>
                  </a:lnTo>
                  <a:lnTo>
                    <a:pt x="1934161" y="468337"/>
                  </a:lnTo>
                  <a:lnTo>
                    <a:pt x="1940421" y="468300"/>
                  </a:lnTo>
                  <a:lnTo>
                    <a:pt x="1946680" y="468213"/>
                  </a:lnTo>
                  <a:lnTo>
                    <a:pt x="1952940" y="468077"/>
                  </a:lnTo>
                  <a:lnTo>
                    <a:pt x="1959199" y="467897"/>
                  </a:lnTo>
                  <a:lnTo>
                    <a:pt x="1965458" y="467684"/>
                  </a:lnTo>
                  <a:lnTo>
                    <a:pt x="1971718" y="467454"/>
                  </a:lnTo>
                  <a:lnTo>
                    <a:pt x="1977977" y="467224"/>
                  </a:lnTo>
                  <a:lnTo>
                    <a:pt x="1984237" y="467013"/>
                  </a:lnTo>
                  <a:lnTo>
                    <a:pt x="1990496" y="466838"/>
                  </a:lnTo>
                  <a:lnTo>
                    <a:pt x="1996756" y="466715"/>
                  </a:lnTo>
                  <a:lnTo>
                    <a:pt x="2003015" y="466651"/>
                  </a:lnTo>
                  <a:lnTo>
                    <a:pt x="2009274" y="466643"/>
                  </a:lnTo>
                  <a:lnTo>
                    <a:pt x="2015534" y="466684"/>
                  </a:lnTo>
                  <a:lnTo>
                    <a:pt x="2021793" y="466764"/>
                  </a:lnTo>
                  <a:lnTo>
                    <a:pt x="2028053" y="466872"/>
                  </a:lnTo>
                  <a:lnTo>
                    <a:pt x="2034312" y="466995"/>
                  </a:lnTo>
                  <a:lnTo>
                    <a:pt x="2040572" y="467126"/>
                  </a:lnTo>
                  <a:lnTo>
                    <a:pt x="2046831" y="467258"/>
                  </a:lnTo>
                  <a:lnTo>
                    <a:pt x="2053090" y="467390"/>
                  </a:lnTo>
                  <a:lnTo>
                    <a:pt x="2059350" y="467522"/>
                  </a:lnTo>
                  <a:lnTo>
                    <a:pt x="2065609" y="467658"/>
                  </a:lnTo>
                  <a:lnTo>
                    <a:pt x="2071869" y="467800"/>
                  </a:lnTo>
                  <a:lnTo>
                    <a:pt x="2078128" y="467952"/>
                  </a:lnTo>
                  <a:lnTo>
                    <a:pt x="2084388" y="468112"/>
                  </a:lnTo>
                  <a:lnTo>
                    <a:pt x="2090647" y="468276"/>
                  </a:lnTo>
                  <a:lnTo>
                    <a:pt x="2096906" y="468441"/>
                  </a:lnTo>
                  <a:lnTo>
                    <a:pt x="2103166" y="468601"/>
                  </a:lnTo>
                  <a:lnTo>
                    <a:pt x="2109425" y="468750"/>
                  </a:lnTo>
                  <a:lnTo>
                    <a:pt x="2115685" y="468884"/>
                  </a:lnTo>
                  <a:lnTo>
                    <a:pt x="2121944" y="469000"/>
                  </a:lnTo>
                  <a:lnTo>
                    <a:pt x="2128203" y="469097"/>
                  </a:lnTo>
                  <a:lnTo>
                    <a:pt x="2134463" y="469174"/>
                  </a:lnTo>
                  <a:lnTo>
                    <a:pt x="2140722" y="469233"/>
                  </a:lnTo>
                  <a:lnTo>
                    <a:pt x="2146982" y="469277"/>
                  </a:lnTo>
                  <a:lnTo>
                    <a:pt x="2153241" y="469307"/>
                  </a:lnTo>
                  <a:lnTo>
                    <a:pt x="2159501" y="469326"/>
                  </a:lnTo>
                  <a:lnTo>
                    <a:pt x="2165760" y="469336"/>
                  </a:lnTo>
                  <a:lnTo>
                    <a:pt x="2172019" y="469339"/>
                  </a:lnTo>
                  <a:lnTo>
                    <a:pt x="2178279" y="469335"/>
                  </a:lnTo>
                  <a:lnTo>
                    <a:pt x="2184538" y="469322"/>
                  </a:lnTo>
                  <a:lnTo>
                    <a:pt x="2190798" y="469298"/>
                  </a:lnTo>
                  <a:lnTo>
                    <a:pt x="2197057" y="469259"/>
                  </a:lnTo>
                  <a:lnTo>
                    <a:pt x="2203317" y="469201"/>
                  </a:lnTo>
                  <a:lnTo>
                    <a:pt x="2209576" y="469117"/>
                  </a:lnTo>
                  <a:lnTo>
                    <a:pt x="2215835" y="469000"/>
                  </a:lnTo>
                  <a:lnTo>
                    <a:pt x="2222095" y="468844"/>
                  </a:lnTo>
                  <a:lnTo>
                    <a:pt x="2228354" y="468642"/>
                  </a:lnTo>
                  <a:lnTo>
                    <a:pt x="2234614" y="468388"/>
                  </a:lnTo>
                  <a:lnTo>
                    <a:pt x="2240873" y="468085"/>
                  </a:lnTo>
                  <a:lnTo>
                    <a:pt x="2247133" y="467741"/>
                  </a:lnTo>
                  <a:lnTo>
                    <a:pt x="2253392" y="467367"/>
                  </a:lnTo>
                  <a:lnTo>
                    <a:pt x="2259651" y="466981"/>
                  </a:lnTo>
                  <a:lnTo>
                    <a:pt x="2265911" y="466607"/>
                  </a:lnTo>
                  <a:lnTo>
                    <a:pt x="2272170" y="466268"/>
                  </a:lnTo>
                  <a:lnTo>
                    <a:pt x="2278430" y="465991"/>
                  </a:lnTo>
                  <a:lnTo>
                    <a:pt x="2284689" y="465798"/>
                  </a:lnTo>
                  <a:lnTo>
                    <a:pt x="2290948" y="465706"/>
                  </a:lnTo>
                  <a:lnTo>
                    <a:pt x="2297208" y="465722"/>
                  </a:lnTo>
                  <a:lnTo>
                    <a:pt x="2303467" y="465847"/>
                  </a:lnTo>
                  <a:lnTo>
                    <a:pt x="2309727" y="466072"/>
                  </a:lnTo>
                  <a:lnTo>
                    <a:pt x="2315986" y="466380"/>
                  </a:lnTo>
                  <a:lnTo>
                    <a:pt x="2322246" y="466740"/>
                  </a:lnTo>
                  <a:lnTo>
                    <a:pt x="2328505" y="467124"/>
                  </a:lnTo>
                  <a:lnTo>
                    <a:pt x="2334764" y="467509"/>
                  </a:lnTo>
                  <a:lnTo>
                    <a:pt x="2341024" y="467873"/>
                  </a:lnTo>
                  <a:lnTo>
                    <a:pt x="2347283" y="468203"/>
                  </a:lnTo>
                  <a:lnTo>
                    <a:pt x="2353543" y="468487"/>
                  </a:lnTo>
                  <a:lnTo>
                    <a:pt x="2359802" y="468722"/>
                  </a:lnTo>
                  <a:lnTo>
                    <a:pt x="2366062" y="468909"/>
                  </a:lnTo>
                  <a:lnTo>
                    <a:pt x="2372321" y="469052"/>
                  </a:lnTo>
                  <a:lnTo>
                    <a:pt x="2378580" y="469157"/>
                  </a:lnTo>
                  <a:lnTo>
                    <a:pt x="2384840" y="469230"/>
                  </a:lnTo>
                  <a:lnTo>
                    <a:pt x="2391099" y="469277"/>
                  </a:lnTo>
                  <a:lnTo>
                    <a:pt x="2397359" y="469306"/>
                  </a:lnTo>
                  <a:lnTo>
                    <a:pt x="2403618" y="469320"/>
                  </a:lnTo>
                  <a:lnTo>
                    <a:pt x="2409878" y="469323"/>
                  </a:lnTo>
                  <a:lnTo>
                    <a:pt x="2416137" y="469315"/>
                  </a:lnTo>
                  <a:lnTo>
                    <a:pt x="2422396" y="469296"/>
                  </a:lnTo>
                  <a:lnTo>
                    <a:pt x="2428656" y="469265"/>
                  </a:lnTo>
                  <a:lnTo>
                    <a:pt x="2434915" y="469219"/>
                  </a:lnTo>
                  <a:lnTo>
                    <a:pt x="2441175" y="469158"/>
                  </a:lnTo>
                  <a:lnTo>
                    <a:pt x="2447434" y="469078"/>
                  </a:lnTo>
                  <a:lnTo>
                    <a:pt x="2453693" y="468980"/>
                  </a:lnTo>
                  <a:lnTo>
                    <a:pt x="2459953" y="468865"/>
                  </a:lnTo>
                  <a:lnTo>
                    <a:pt x="2466212" y="468734"/>
                  </a:lnTo>
                  <a:lnTo>
                    <a:pt x="2472472" y="468593"/>
                  </a:lnTo>
                  <a:lnTo>
                    <a:pt x="2478731" y="468451"/>
                  </a:lnTo>
                  <a:lnTo>
                    <a:pt x="2484991" y="468315"/>
                  </a:lnTo>
                  <a:lnTo>
                    <a:pt x="2491250" y="468193"/>
                  </a:lnTo>
                  <a:lnTo>
                    <a:pt x="2497509" y="468090"/>
                  </a:lnTo>
                  <a:lnTo>
                    <a:pt x="2503769" y="468009"/>
                  </a:lnTo>
                  <a:lnTo>
                    <a:pt x="2510028" y="467946"/>
                  </a:lnTo>
                  <a:lnTo>
                    <a:pt x="2516288" y="467893"/>
                  </a:lnTo>
                  <a:lnTo>
                    <a:pt x="2522547" y="467839"/>
                  </a:lnTo>
                  <a:lnTo>
                    <a:pt x="2528807" y="467765"/>
                  </a:lnTo>
                  <a:lnTo>
                    <a:pt x="2535066" y="467653"/>
                  </a:lnTo>
                  <a:lnTo>
                    <a:pt x="2541325" y="467486"/>
                  </a:lnTo>
                  <a:lnTo>
                    <a:pt x="2547585" y="467246"/>
                  </a:lnTo>
                  <a:lnTo>
                    <a:pt x="2553844" y="466926"/>
                  </a:lnTo>
                  <a:lnTo>
                    <a:pt x="2560104" y="466534"/>
                  </a:lnTo>
                  <a:lnTo>
                    <a:pt x="2566363" y="466088"/>
                  </a:lnTo>
                  <a:lnTo>
                    <a:pt x="2572623" y="465612"/>
                  </a:lnTo>
                  <a:lnTo>
                    <a:pt x="2578882" y="465139"/>
                  </a:lnTo>
                  <a:lnTo>
                    <a:pt x="2585141" y="464704"/>
                  </a:lnTo>
                  <a:lnTo>
                    <a:pt x="2591401" y="464341"/>
                  </a:lnTo>
                  <a:lnTo>
                    <a:pt x="2597660" y="464081"/>
                  </a:lnTo>
                  <a:lnTo>
                    <a:pt x="2603920" y="463942"/>
                  </a:lnTo>
                  <a:lnTo>
                    <a:pt x="2610179" y="463935"/>
                  </a:lnTo>
                  <a:lnTo>
                    <a:pt x="2616438" y="464056"/>
                  </a:lnTo>
                  <a:lnTo>
                    <a:pt x="2622698" y="464293"/>
                  </a:lnTo>
                  <a:lnTo>
                    <a:pt x="2628957" y="464630"/>
                  </a:lnTo>
                  <a:lnTo>
                    <a:pt x="2635217" y="465032"/>
                  </a:lnTo>
                  <a:lnTo>
                    <a:pt x="2641476" y="465472"/>
                  </a:lnTo>
                  <a:lnTo>
                    <a:pt x="2647736" y="465926"/>
                  </a:lnTo>
                  <a:lnTo>
                    <a:pt x="2653995" y="466375"/>
                  </a:lnTo>
                  <a:lnTo>
                    <a:pt x="2660254" y="466807"/>
                  </a:lnTo>
                  <a:lnTo>
                    <a:pt x="2666514" y="467210"/>
                  </a:lnTo>
                  <a:lnTo>
                    <a:pt x="2672773" y="467578"/>
                  </a:lnTo>
                  <a:lnTo>
                    <a:pt x="2679033" y="467908"/>
                  </a:lnTo>
                  <a:lnTo>
                    <a:pt x="2685292" y="468197"/>
                  </a:lnTo>
                  <a:lnTo>
                    <a:pt x="2691552" y="468446"/>
                  </a:lnTo>
                  <a:lnTo>
                    <a:pt x="2697811" y="468654"/>
                  </a:lnTo>
                  <a:lnTo>
                    <a:pt x="2704070" y="468821"/>
                  </a:lnTo>
                  <a:lnTo>
                    <a:pt x="2710330" y="468947"/>
                  </a:lnTo>
                  <a:lnTo>
                    <a:pt x="2716589" y="469036"/>
                  </a:lnTo>
                  <a:lnTo>
                    <a:pt x="2722849" y="469089"/>
                  </a:lnTo>
                  <a:lnTo>
                    <a:pt x="2729108" y="469108"/>
                  </a:lnTo>
                  <a:lnTo>
                    <a:pt x="2735368" y="469093"/>
                  </a:lnTo>
                  <a:lnTo>
                    <a:pt x="2741627" y="469045"/>
                  </a:lnTo>
                  <a:lnTo>
                    <a:pt x="2747886" y="468965"/>
                  </a:lnTo>
                  <a:lnTo>
                    <a:pt x="2754146" y="468855"/>
                  </a:lnTo>
                  <a:lnTo>
                    <a:pt x="2760405" y="468715"/>
                  </a:lnTo>
                  <a:lnTo>
                    <a:pt x="2766665" y="468551"/>
                  </a:lnTo>
                  <a:lnTo>
                    <a:pt x="2772924" y="468367"/>
                  </a:lnTo>
                  <a:lnTo>
                    <a:pt x="2779184" y="468169"/>
                  </a:lnTo>
                  <a:lnTo>
                    <a:pt x="2785443" y="467968"/>
                  </a:lnTo>
                  <a:lnTo>
                    <a:pt x="2791702" y="467773"/>
                  </a:lnTo>
                  <a:lnTo>
                    <a:pt x="2797962" y="467595"/>
                  </a:lnTo>
                  <a:lnTo>
                    <a:pt x="2804221" y="467444"/>
                  </a:lnTo>
                  <a:lnTo>
                    <a:pt x="2810481" y="467328"/>
                  </a:lnTo>
                  <a:lnTo>
                    <a:pt x="2816740" y="467252"/>
                  </a:lnTo>
                  <a:lnTo>
                    <a:pt x="2822999" y="467221"/>
                  </a:lnTo>
                  <a:lnTo>
                    <a:pt x="2829259" y="467236"/>
                  </a:lnTo>
                  <a:lnTo>
                    <a:pt x="2835518" y="467297"/>
                  </a:lnTo>
                  <a:lnTo>
                    <a:pt x="2841778" y="467401"/>
                  </a:lnTo>
                  <a:lnTo>
                    <a:pt x="2848037" y="467541"/>
                  </a:lnTo>
                  <a:lnTo>
                    <a:pt x="2854297" y="467711"/>
                  </a:lnTo>
                  <a:lnTo>
                    <a:pt x="2860556" y="467902"/>
                  </a:lnTo>
                  <a:lnTo>
                    <a:pt x="2866815" y="468103"/>
                  </a:lnTo>
                  <a:lnTo>
                    <a:pt x="2873075" y="468304"/>
                  </a:lnTo>
                  <a:lnTo>
                    <a:pt x="2879334" y="468495"/>
                  </a:lnTo>
                  <a:lnTo>
                    <a:pt x="2885594" y="468671"/>
                  </a:lnTo>
                  <a:lnTo>
                    <a:pt x="2891853" y="468826"/>
                  </a:lnTo>
                  <a:lnTo>
                    <a:pt x="2898113" y="468958"/>
                  </a:lnTo>
                  <a:lnTo>
                    <a:pt x="2904372" y="469065"/>
                  </a:lnTo>
                  <a:lnTo>
                    <a:pt x="2910631" y="469149"/>
                  </a:lnTo>
                  <a:lnTo>
                    <a:pt x="2916891" y="469211"/>
                  </a:lnTo>
                  <a:lnTo>
                    <a:pt x="2923150" y="469253"/>
                  </a:lnTo>
                  <a:lnTo>
                    <a:pt x="2929410" y="469276"/>
                  </a:lnTo>
                  <a:lnTo>
                    <a:pt x="2935669" y="469281"/>
                  </a:lnTo>
                  <a:lnTo>
                    <a:pt x="2941929" y="469267"/>
                  </a:lnTo>
                  <a:lnTo>
                    <a:pt x="2948188" y="469232"/>
                  </a:lnTo>
                  <a:lnTo>
                    <a:pt x="2954447" y="469174"/>
                  </a:lnTo>
                  <a:lnTo>
                    <a:pt x="2960707" y="469088"/>
                  </a:lnTo>
                  <a:lnTo>
                    <a:pt x="2966966" y="468970"/>
                  </a:lnTo>
                  <a:lnTo>
                    <a:pt x="2973226" y="468817"/>
                  </a:lnTo>
                  <a:lnTo>
                    <a:pt x="2979485" y="468628"/>
                  </a:lnTo>
                  <a:lnTo>
                    <a:pt x="2985744" y="468404"/>
                  </a:lnTo>
                  <a:lnTo>
                    <a:pt x="2992004" y="468153"/>
                  </a:lnTo>
                  <a:lnTo>
                    <a:pt x="2998263" y="467883"/>
                  </a:lnTo>
                  <a:lnTo>
                    <a:pt x="3004523" y="467609"/>
                  </a:lnTo>
                  <a:lnTo>
                    <a:pt x="3010782" y="467350"/>
                  </a:lnTo>
                  <a:lnTo>
                    <a:pt x="3017042" y="467125"/>
                  </a:lnTo>
                  <a:lnTo>
                    <a:pt x="3023301" y="466958"/>
                  </a:lnTo>
                  <a:lnTo>
                    <a:pt x="3029560" y="466863"/>
                  </a:lnTo>
                  <a:lnTo>
                    <a:pt x="3035820" y="466845"/>
                  </a:lnTo>
                  <a:lnTo>
                    <a:pt x="3042079" y="466906"/>
                  </a:lnTo>
                  <a:lnTo>
                    <a:pt x="3048339" y="467038"/>
                  </a:lnTo>
                  <a:lnTo>
                    <a:pt x="3054598" y="467227"/>
                  </a:lnTo>
                  <a:lnTo>
                    <a:pt x="3060858" y="467455"/>
                  </a:lnTo>
                  <a:lnTo>
                    <a:pt x="3067117" y="467700"/>
                  </a:lnTo>
                  <a:lnTo>
                    <a:pt x="3073376" y="467942"/>
                  </a:lnTo>
                  <a:lnTo>
                    <a:pt x="3079636" y="468160"/>
                  </a:lnTo>
                  <a:lnTo>
                    <a:pt x="3085895" y="468340"/>
                  </a:lnTo>
                  <a:lnTo>
                    <a:pt x="3092155" y="468471"/>
                  </a:lnTo>
                  <a:lnTo>
                    <a:pt x="3098414" y="468546"/>
                  </a:lnTo>
                  <a:lnTo>
                    <a:pt x="3104674" y="468564"/>
                  </a:lnTo>
                  <a:lnTo>
                    <a:pt x="3110933" y="468537"/>
                  </a:lnTo>
                  <a:lnTo>
                    <a:pt x="3117192" y="468474"/>
                  </a:lnTo>
                  <a:lnTo>
                    <a:pt x="3123452" y="468389"/>
                  </a:lnTo>
                  <a:lnTo>
                    <a:pt x="3129711" y="468295"/>
                  </a:lnTo>
                  <a:lnTo>
                    <a:pt x="3135971" y="468207"/>
                  </a:lnTo>
                  <a:lnTo>
                    <a:pt x="3142230" y="468139"/>
                  </a:lnTo>
                  <a:lnTo>
                    <a:pt x="3148489" y="468100"/>
                  </a:lnTo>
                  <a:lnTo>
                    <a:pt x="3154749" y="468096"/>
                  </a:lnTo>
                  <a:lnTo>
                    <a:pt x="3161008" y="468131"/>
                  </a:lnTo>
                  <a:lnTo>
                    <a:pt x="3167268" y="468202"/>
                  </a:lnTo>
                  <a:lnTo>
                    <a:pt x="3173527" y="468304"/>
                  </a:lnTo>
                  <a:lnTo>
                    <a:pt x="3179787" y="468429"/>
                  </a:lnTo>
                  <a:lnTo>
                    <a:pt x="3186046" y="468566"/>
                  </a:lnTo>
                  <a:lnTo>
                    <a:pt x="3192305" y="468704"/>
                  </a:lnTo>
                  <a:lnTo>
                    <a:pt x="3198565" y="468836"/>
                  </a:lnTo>
                </a:path>
              </a:pathLst>
            </a:custGeom>
            <a:ln w="27101" cap="flat">
              <a:solidFill>
                <a:srgbClr val="33C9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749798" y="4606519"/>
              <a:ext cx="3198565" cy="324624"/>
            </a:xfrm>
            <a:custGeom>
              <a:avLst/>
              <a:pathLst>
                <a:path w="3198565" h="324624">
                  <a:moveTo>
                    <a:pt x="0" y="324623"/>
                  </a:moveTo>
                  <a:lnTo>
                    <a:pt x="6259" y="324622"/>
                  </a:lnTo>
                  <a:lnTo>
                    <a:pt x="12518" y="324621"/>
                  </a:lnTo>
                  <a:lnTo>
                    <a:pt x="18778" y="324619"/>
                  </a:lnTo>
                  <a:lnTo>
                    <a:pt x="25037" y="324616"/>
                  </a:lnTo>
                  <a:lnTo>
                    <a:pt x="31297" y="324612"/>
                  </a:lnTo>
                  <a:lnTo>
                    <a:pt x="37556" y="324605"/>
                  </a:lnTo>
                  <a:lnTo>
                    <a:pt x="43815" y="324594"/>
                  </a:lnTo>
                  <a:lnTo>
                    <a:pt x="50075" y="324578"/>
                  </a:lnTo>
                  <a:lnTo>
                    <a:pt x="56334" y="324554"/>
                  </a:lnTo>
                  <a:lnTo>
                    <a:pt x="62594" y="324520"/>
                  </a:lnTo>
                  <a:lnTo>
                    <a:pt x="68853" y="324471"/>
                  </a:lnTo>
                  <a:lnTo>
                    <a:pt x="75113" y="324404"/>
                  </a:lnTo>
                  <a:lnTo>
                    <a:pt x="81372" y="324312"/>
                  </a:lnTo>
                  <a:lnTo>
                    <a:pt x="87631" y="324189"/>
                  </a:lnTo>
                  <a:lnTo>
                    <a:pt x="93891" y="324025"/>
                  </a:lnTo>
                  <a:lnTo>
                    <a:pt x="100150" y="323805"/>
                  </a:lnTo>
                  <a:lnTo>
                    <a:pt x="106410" y="323523"/>
                  </a:lnTo>
                  <a:lnTo>
                    <a:pt x="112669" y="323167"/>
                  </a:lnTo>
                  <a:lnTo>
                    <a:pt x="118929" y="322727"/>
                  </a:lnTo>
                  <a:lnTo>
                    <a:pt x="125188" y="322191"/>
                  </a:lnTo>
                  <a:lnTo>
                    <a:pt x="131447" y="321549"/>
                  </a:lnTo>
                  <a:lnTo>
                    <a:pt x="137707" y="320794"/>
                  </a:lnTo>
                  <a:lnTo>
                    <a:pt x="143966" y="319919"/>
                  </a:lnTo>
                  <a:lnTo>
                    <a:pt x="150226" y="318924"/>
                  </a:lnTo>
                  <a:lnTo>
                    <a:pt x="156485" y="317794"/>
                  </a:lnTo>
                  <a:lnTo>
                    <a:pt x="162745" y="316555"/>
                  </a:lnTo>
                  <a:lnTo>
                    <a:pt x="169004" y="315221"/>
                  </a:lnTo>
                  <a:lnTo>
                    <a:pt x="175263" y="313813"/>
                  </a:lnTo>
                  <a:lnTo>
                    <a:pt x="181523" y="312356"/>
                  </a:lnTo>
                  <a:lnTo>
                    <a:pt x="187782" y="310880"/>
                  </a:lnTo>
                  <a:lnTo>
                    <a:pt x="194042" y="309417"/>
                  </a:lnTo>
                  <a:lnTo>
                    <a:pt x="200301" y="308003"/>
                  </a:lnTo>
                  <a:lnTo>
                    <a:pt x="206560" y="306676"/>
                  </a:lnTo>
                  <a:lnTo>
                    <a:pt x="212820" y="305488"/>
                  </a:lnTo>
                  <a:lnTo>
                    <a:pt x="219079" y="304475"/>
                  </a:lnTo>
                  <a:lnTo>
                    <a:pt x="225339" y="303660"/>
                  </a:lnTo>
                  <a:lnTo>
                    <a:pt x="231598" y="303065"/>
                  </a:lnTo>
                  <a:lnTo>
                    <a:pt x="237858" y="302706"/>
                  </a:lnTo>
                  <a:lnTo>
                    <a:pt x="244117" y="302592"/>
                  </a:lnTo>
                  <a:lnTo>
                    <a:pt x="250376" y="302721"/>
                  </a:lnTo>
                  <a:lnTo>
                    <a:pt x="256636" y="303086"/>
                  </a:lnTo>
                  <a:lnTo>
                    <a:pt x="262895" y="303670"/>
                  </a:lnTo>
                  <a:lnTo>
                    <a:pt x="269155" y="304456"/>
                  </a:lnTo>
                  <a:lnTo>
                    <a:pt x="275414" y="305412"/>
                  </a:lnTo>
                  <a:lnTo>
                    <a:pt x="281674" y="306484"/>
                  </a:lnTo>
                  <a:lnTo>
                    <a:pt x="287933" y="307636"/>
                  </a:lnTo>
                  <a:lnTo>
                    <a:pt x="294192" y="308829"/>
                  </a:lnTo>
                  <a:lnTo>
                    <a:pt x="300452" y="310028"/>
                  </a:lnTo>
                  <a:lnTo>
                    <a:pt x="306711" y="311202"/>
                  </a:lnTo>
                  <a:lnTo>
                    <a:pt x="312971" y="312321"/>
                  </a:lnTo>
                  <a:lnTo>
                    <a:pt x="319230" y="313364"/>
                  </a:lnTo>
                  <a:lnTo>
                    <a:pt x="325490" y="314312"/>
                  </a:lnTo>
                  <a:lnTo>
                    <a:pt x="331749" y="315144"/>
                  </a:lnTo>
                  <a:lnTo>
                    <a:pt x="338008" y="315870"/>
                  </a:lnTo>
                  <a:lnTo>
                    <a:pt x="344268" y="316491"/>
                  </a:lnTo>
                  <a:lnTo>
                    <a:pt x="350527" y="317013"/>
                  </a:lnTo>
                  <a:lnTo>
                    <a:pt x="356787" y="317444"/>
                  </a:lnTo>
                  <a:lnTo>
                    <a:pt x="363046" y="317792"/>
                  </a:lnTo>
                  <a:lnTo>
                    <a:pt x="369305" y="318066"/>
                  </a:lnTo>
                  <a:lnTo>
                    <a:pt x="375565" y="318273"/>
                  </a:lnTo>
                  <a:lnTo>
                    <a:pt x="381824" y="318419"/>
                  </a:lnTo>
                  <a:lnTo>
                    <a:pt x="388084" y="318501"/>
                  </a:lnTo>
                  <a:lnTo>
                    <a:pt x="394343" y="318525"/>
                  </a:lnTo>
                  <a:lnTo>
                    <a:pt x="400603" y="318490"/>
                  </a:lnTo>
                  <a:lnTo>
                    <a:pt x="406862" y="318392"/>
                  </a:lnTo>
                  <a:lnTo>
                    <a:pt x="413121" y="318226"/>
                  </a:lnTo>
                  <a:lnTo>
                    <a:pt x="419381" y="317987"/>
                  </a:lnTo>
                  <a:lnTo>
                    <a:pt x="425640" y="317672"/>
                  </a:lnTo>
                  <a:lnTo>
                    <a:pt x="431900" y="317275"/>
                  </a:lnTo>
                  <a:lnTo>
                    <a:pt x="438159" y="316798"/>
                  </a:lnTo>
                  <a:lnTo>
                    <a:pt x="444419" y="316235"/>
                  </a:lnTo>
                  <a:lnTo>
                    <a:pt x="450678" y="315597"/>
                  </a:lnTo>
                  <a:lnTo>
                    <a:pt x="456937" y="314896"/>
                  </a:lnTo>
                  <a:lnTo>
                    <a:pt x="463197" y="314146"/>
                  </a:lnTo>
                  <a:lnTo>
                    <a:pt x="469456" y="313359"/>
                  </a:lnTo>
                  <a:lnTo>
                    <a:pt x="475716" y="312552"/>
                  </a:lnTo>
                  <a:lnTo>
                    <a:pt x="481975" y="311741"/>
                  </a:lnTo>
                  <a:lnTo>
                    <a:pt x="488235" y="310939"/>
                  </a:lnTo>
                  <a:lnTo>
                    <a:pt x="494494" y="310160"/>
                  </a:lnTo>
                  <a:lnTo>
                    <a:pt x="500753" y="309420"/>
                  </a:lnTo>
                  <a:lnTo>
                    <a:pt x="507013" y="308729"/>
                  </a:lnTo>
                  <a:lnTo>
                    <a:pt x="513272" y="308090"/>
                  </a:lnTo>
                  <a:lnTo>
                    <a:pt x="519532" y="307505"/>
                  </a:lnTo>
                  <a:lnTo>
                    <a:pt x="525791" y="306976"/>
                  </a:lnTo>
                  <a:lnTo>
                    <a:pt x="532050" y="306502"/>
                  </a:lnTo>
                  <a:lnTo>
                    <a:pt x="538310" y="306081"/>
                  </a:lnTo>
                  <a:lnTo>
                    <a:pt x="544569" y="305712"/>
                  </a:lnTo>
                  <a:lnTo>
                    <a:pt x="550829" y="305392"/>
                  </a:lnTo>
                  <a:lnTo>
                    <a:pt x="557088" y="305120"/>
                  </a:lnTo>
                  <a:lnTo>
                    <a:pt x="563348" y="304898"/>
                  </a:lnTo>
                  <a:lnTo>
                    <a:pt x="569607" y="304715"/>
                  </a:lnTo>
                  <a:lnTo>
                    <a:pt x="575866" y="304568"/>
                  </a:lnTo>
                  <a:lnTo>
                    <a:pt x="582126" y="304449"/>
                  </a:lnTo>
                  <a:lnTo>
                    <a:pt x="588385" y="304349"/>
                  </a:lnTo>
                  <a:lnTo>
                    <a:pt x="594645" y="304258"/>
                  </a:lnTo>
                  <a:lnTo>
                    <a:pt x="600904" y="304160"/>
                  </a:lnTo>
                  <a:lnTo>
                    <a:pt x="607164" y="304042"/>
                  </a:lnTo>
                  <a:lnTo>
                    <a:pt x="613423" y="303884"/>
                  </a:lnTo>
                  <a:lnTo>
                    <a:pt x="619682" y="303660"/>
                  </a:lnTo>
                  <a:lnTo>
                    <a:pt x="625942" y="303355"/>
                  </a:lnTo>
                  <a:lnTo>
                    <a:pt x="632201" y="302957"/>
                  </a:lnTo>
                  <a:lnTo>
                    <a:pt x="638461" y="302455"/>
                  </a:lnTo>
                  <a:lnTo>
                    <a:pt x="644720" y="301843"/>
                  </a:lnTo>
                  <a:lnTo>
                    <a:pt x="650980" y="301120"/>
                  </a:lnTo>
                  <a:lnTo>
                    <a:pt x="657239" y="300291"/>
                  </a:lnTo>
                  <a:lnTo>
                    <a:pt x="663498" y="299362"/>
                  </a:lnTo>
                  <a:lnTo>
                    <a:pt x="669758" y="298349"/>
                  </a:lnTo>
                  <a:lnTo>
                    <a:pt x="676017" y="297262"/>
                  </a:lnTo>
                  <a:lnTo>
                    <a:pt x="682277" y="296125"/>
                  </a:lnTo>
                  <a:lnTo>
                    <a:pt x="688536" y="294960"/>
                  </a:lnTo>
                  <a:lnTo>
                    <a:pt x="694796" y="293782"/>
                  </a:lnTo>
                  <a:lnTo>
                    <a:pt x="701055" y="292605"/>
                  </a:lnTo>
                  <a:lnTo>
                    <a:pt x="707314" y="291438"/>
                  </a:lnTo>
                  <a:lnTo>
                    <a:pt x="713574" y="290288"/>
                  </a:lnTo>
                  <a:lnTo>
                    <a:pt x="719833" y="289160"/>
                  </a:lnTo>
                  <a:lnTo>
                    <a:pt x="726093" y="288054"/>
                  </a:lnTo>
                  <a:lnTo>
                    <a:pt x="732352" y="286971"/>
                  </a:lnTo>
                  <a:lnTo>
                    <a:pt x="738611" y="285909"/>
                  </a:lnTo>
                  <a:lnTo>
                    <a:pt x="744871" y="284863"/>
                  </a:lnTo>
                  <a:lnTo>
                    <a:pt x="751130" y="283829"/>
                  </a:lnTo>
                  <a:lnTo>
                    <a:pt x="757390" y="282803"/>
                  </a:lnTo>
                  <a:lnTo>
                    <a:pt x="763649" y="281781"/>
                  </a:lnTo>
                  <a:lnTo>
                    <a:pt x="769909" y="280756"/>
                  </a:lnTo>
                  <a:lnTo>
                    <a:pt x="776168" y="279719"/>
                  </a:lnTo>
                  <a:lnTo>
                    <a:pt x="782427" y="278661"/>
                  </a:lnTo>
                  <a:lnTo>
                    <a:pt x="788687" y="277564"/>
                  </a:lnTo>
                  <a:lnTo>
                    <a:pt x="794946" y="276403"/>
                  </a:lnTo>
                  <a:lnTo>
                    <a:pt x="801206" y="275160"/>
                  </a:lnTo>
                  <a:lnTo>
                    <a:pt x="807465" y="273810"/>
                  </a:lnTo>
                  <a:lnTo>
                    <a:pt x="813725" y="272330"/>
                  </a:lnTo>
                  <a:lnTo>
                    <a:pt x="819984" y="270693"/>
                  </a:lnTo>
                  <a:lnTo>
                    <a:pt x="826243" y="268877"/>
                  </a:lnTo>
                  <a:lnTo>
                    <a:pt x="832503" y="266858"/>
                  </a:lnTo>
                  <a:lnTo>
                    <a:pt x="838762" y="264615"/>
                  </a:lnTo>
                  <a:lnTo>
                    <a:pt x="845022" y="262128"/>
                  </a:lnTo>
                  <a:lnTo>
                    <a:pt x="851281" y="259345"/>
                  </a:lnTo>
                  <a:lnTo>
                    <a:pt x="857541" y="256265"/>
                  </a:lnTo>
                  <a:lnTo>
                    <a:pt x="863800" y="252870"/>
                  </a:lnTo>
                  <a:lnTo>
                    <a:pt x="870059" y="249131"/>
                  </a:lnTo>
                  <a:lnTo>
                    <a:pt x="876319" y="245011"/>
                  </a:lnTo>
                  <a:lnTo>
                    <a:pt x="882578" y="240468"/>
                  </a:lnTo>
                  <a:lnTo>
                    <a:pt x="888838" y="235450"/>
                  </a:lnTo>
                  <a:lnTo>
                    <a:pt x="895097" y="229899"/>
                  </a:lnTo>
                  <a:lnTo>
                    <a:pt x="901356" y="223751"/>
                  </a:lnTo>
                  <a:lnTo>
                    <a:pt x="907616" y="216877"/>
                  </a:lnTo>
                  <a:lnTo>
                    <a:pt x="913875" y="209211"/>
                  </a:lnTo>
                  <a:lnTo>
                    <a:pt x="920135" y="200733"/>
                  </a:lnTo>
                  <a:lnTo>
                    <a:pt x="926394" y="191397"/>
                  </a:lnTo>
                  <a:lnTo>
                    <a:pt x="932654" y="181177"/>
                  </a:lnTo>
                  <a:lnTo>
                    <a:pt x="938913" y="170068"/>
                  </a:lnTo>
                  <a:lnTo>
                    <a:pt x="945172" y="158096"/>
                  </a:lnTo>
                  <a:lnTo>
                    <a:pt x="951432" y="145316"/>
                  </a:lnTo>
                  <a:lnTo>
                    <a:pt x="957691" y="131821"/>
                  </a:lnTo>
                  <a:lnTo>
                    <a:pt x="963951" y="117725"/>
                  </a:lnTo>
                  <a:lnTo>
                    <a:pt x="970210" y="103224"/>
                  </a:lnTo>
                  <a:lnTo>
                    <a:pt x="976470" y="88599"/>
                  </a:lnTo>
                  <a:lnTo>
                    <a:pt x="982729" y="74108"/>
                  </a:lnTo>
                  <a:lnTo>
                    <a:pt x="988988" y="60038"/>
                  </a:lnTo>
                  <a:lnTo>
                    <a:pt x="995248" y="46695"/>
                  </a:lnTo>
                  <a:lnTo>
                    <a:pt x="1001507" y="34395"/>
                  </a:lnTo>
                  <a:lnTo>
                    <a:pt x="1007767" y="23459"/>
                  </a:lnTo>
                  <a:lnTo>
                    <a:pt x="1014026" y="14199"/>
                  </a:lnTo>
                  <a:lnTo>
                    <a:pt x="1020286" y="6929"/>
                  </a:lnTo>
                  <a:lnTo>
                    <a:pt x="1026545" y="2217"/>
                  </a:lnTo>
                  <a:lnTo>
                    <a:pt x="1032804" y="0"/>
                  </a:lnTo>
                  <a:lnTo>
                    <a:pt x="1039064" y="407"/>
                  </a:lnTo>
                  <a:lnTo>
                    <a:pt x="1045323" y="3505"/>
                  </a:lnTo>
                  <a:lnTo>
                    <a:pt x="1051583" y="9289"/>
                  </a:lnTo>
                  <a:lnTo>
                    <a:pt x="1057842" y="17681"/>
                  </a:lnTo>
                  <a:lnTo>
                    <a:pt x="1064101" y="28535"/>
                  </a:lnTo>
                  <a:lnTo>
                    <a:pt x="1070361" y="41638"/>
                  </a:lnTo>
                  <a:lnTo>
                    <a:pt x="1076620" y="56717"/>
                  </a:lnTo>
                  <a:lnTo>
                    <a:pt x="1082880" y="73581"/>
                  </a:lnTo>
                  <a:lnTo>
                    <a:pt x="1089139" y="91657"/>
                  </a:lnTo>
                  <a:lnTo>
                    <a:pt x="1095399" y="110514"/>
                  </a:lnTo>
                  <a:lnTo>
                    <a:pt x="1101658" y="129767"/>
                  </a:lnTo>
                  <a:lnTo>
                    <a:pt x="1107917" y="149043"/>
                  </a:lnTo>
                  <a:lnTo>
                    <a:pt x="1114177" y="167995"/>
                  </a:lnTo>
                  <a:lnTo>
                    <a:pt x="1120436" y="186311"/>
                  </a:lnTo>
                  <a:lnTo>
                    <a:pt x="1126696" y="203724"/>
                  </a:lnTo>
                  <a:lnTo>
                    <a:pt x="1132955" y="220014"/>
                  </a:lnTo>
                  <a:lnTo>
                    <a:pt x="1139215" y="234907"/>
                  </a:lnTo>
                  <a:lnTo>
                    <a:pt x="1145474" y="248298"/>
                  </a:lnTo>
                  <a:lnTo>
                    <a:pt x="1151733" y="260231"/>
                  </a:lnTo>
                  <a:lnTo>
                    <a:pt x="1157993" y="270711"/>
                  </a:lnTo>
                  <a:lnTo>
                    <a:pt x="1164252" y="279781"/>
                  </a:lnTo>
                  <a:lnTo>
                    <a:pt x="1170512" y="287511"/>
                  </a:lnTo>
                  <a:lnTo>
                    <a:pt x="1176771" y="293996"/>
                  </a:lnTo>
                  <a:lnTo>
                    <a:pt x="1183031" y="299346"/>
                  </a:lnTo>
                  <a:lnTo>
                    <a:pt x="1189290" y="303680"/>
                  </a:lnTo>
                  <a:lnTo>
                    <a:pt x="1195549" y="307090"/>
                  </a:lnTo>
                  <a:lnTo>
                    <a:pt x="1201809" y="309675"/>
                  </a:lnTo>
                  <a:lnTo>
                    <a:pt x="1208068" y="311630"/>
                  </a:lnTo>
                  <a:lnTo>
                    <a:pt x="1214328" y="313054"/>
                  </a:lnTo>
                  <a:lnTo>
                    <a:pt x="1220587" y="314032"/>
                  </a:lnTo>
                  <a:lnTo>
                    <a:pt x="1226846" y="314639"/>
                  </a:lnTo>
                  <a:lnTo>
                    <a:pt x="1233106" y="314936"/>
                  </a:lnTo>
                  <a:lnTo>
                    <a:pt x="1239365" y="314977"/>
                  </a:lnTo>
                  <a:lnTo>
                    <a:pt x="1245625" y="314802"/>
                  </a:lnTo>
                  <a:lnTo>
                    <a:pt x="1251884" y="314444"/>
                  </a:lnTo>
                  <a:lnTo>
                    <a:pt x="1258144" y="313914"/>
                  </a:lnTo>
                  <a:lnTo>
                    <a:pt x="1264403" y="313256"/>
                  </a:lnTo>
                  <a:lnTo>
                    <a:pt x="1270662" y="312486"/>
                  </a:lnTo>
                  <a:lnTo>
                    <a:pt x="1276922" y="311619"/>
                  </a:lnTo>
                  <a:lnTo>
                    <a:pt x="1283181" y="310668"/>
                  </a:lnTo>
                  <a:lnTo>
                    <a:pt x="1289441" y="309645"/>
                  </a:lnTo>
                  <a:lnTo>
                    <a:pt x="1295700" y="308566"/>
                  </a:lnTo>
                  <a:lnTo>
                    <a:pt x="1301960" y="307441"/>
                  </a:lnTo>
                  <a:lnTo>
                    <a:pt x="1308219" y="306284"/>
                  </a:lnTo>
                  <a:lnTo>
                    <a:pt x="1314478" y="305107"/>
                  </a:lnTo>
                  <a:lnTo>
                    <a:pt x="1320738" y="303922"/>
                  </a:lnTo>
                  <a:lnTo>
                    <a:pt x="1326997" y="302739"/>
                  </a:lnTo>
                  <a:lnTo>
                    <a:pt x="1333257" y="301560"/>
                  </a:lnTo>
                  <a:lnTo>
                    <a:pt x="1339516" y="300385"/>
                  </a:lnTo>
                  <a:lnTo>
                    <a:pt x="1345776" y="299212"/>
                  </a:lnTo>
                  <a:lnTo>
                    <a:pt x="1352035" y="298030"/>
                  </a:lnTo>
                  <a:lnTo>
                    <a:pt x="1358294" y="296828"/>
                  </a:lnTo>
                  <a:lnTo>
                    <a:pt x="1364554" y="295589"/>
                  </a:lnTo>
                  <a:lnTo>
                    <a:pt x="1370813" y="294289"/>
                  </a:lnTo>
                  <a:lnTo>
                    <a:pt x="1377073" y="292902"/>
                  </a:lnTo>
                  <a:lnTo>
                    <a:pt x="1383332" y="291412"/>
                  </a:lnTo>
                  <a:lnTo>
                    <a:pt x="1389592" y="289803"/>
                  </a:lnTo>
                  <a:lnTo>
                    <a:pt x="1395851" y="288059"/>
                  </a:lnTo>
                  <a:lnTo>
                    <a:pt x="1402110" y="286175"/>
                  </a:lnTo>
                  <a:lnTo>
                    <a:pt x="1408370" y="284147"/>
                  </a:lnTo>
                  <a:lnTo>
                    <a:pt x="1414629" y="281982"/>
                  </a:lnTo>
                  <a:lnTo>
                    <a:pt x="1420889" y="279693"/>
                  </a:lnTo>
                  <a:lnTo>
                    <a:pt x="1427148" y="277299"/>
                  </a:lnTo>
                  <a:lnTo>
                    <a:pt x="1433407" y="274835"/>
                  </a:lnTo>
                  <a:lnTo>
                    <a:pt x="1439667" y="272351"/>
                  </a:lnTo>
                  <a:lnTo>
                    <a:pt x="1445926" y="269897"/>
                  </a:lnTo>
                  <a:lnTo>
                    <a:pt x="1452186" y="267523"/>
                  </a:lnTo>
                  <a:lnTo>
                    <a:pt x="1458445" y="265288"/>
                  </a:lnTo>
                  <a:lnTo>
                    <a:pt x="1464705" y="263249"/>
                  </a:lnTo>
                  <a:lnTo>
                    <a:pt x="1470964" y="261463"/>
                  </a:lnTo>
                  <a:lnTo>
                    <a:pt x="1477223" y="259987"/>
                  </a:lnTo>
                  <a:lnTo>
                    <a:pt x="1483483" y="258872"/>
                  </a:lnTo>
                  <a:lnTo>
                    <a:pt x="1489742" y="258225"/>
                  </a:lnTo>
                  <a:lnTo>
                    <a:pt x="1496002" y="258026"/>
                  </a:lnTo>
                  <a:lnTo>
                    <a:pt x="1502261" y="258295"/>
                  </a:lnTo>
                  <a:lnTo>
                    <a:pt x="1508521" y="259038"/>
                  </a:lnTo>
                  <a:lnTo>
                    <a:pt x="1514780" y="260249"/>
                  </a:lnTo>
                  <a:lnTo>
                    <a:pt x="1521039" y="261912"/>
                  </a:lnTo>
                  <a:lnTo>
                    <a:pt x="1527299" y="263995"/>
                  </a:lnTo>
                  <a:lnTo>
                    <a:pt x="1533558" y="266460"/>
                  </a:lnTo>
                  <a:lnTo>
                    <a:pt x="1539818" y="269257"/>
                  </a:lnTo>
                  <a:lnTo>
                    <a:pt x="1546077" y="272353"/>
                  </a:lnTo>
                  <a:lnTo>
                    <a:pt x="1552337" y="275656"/>
                  </a:lnTo>
                  <a:lnTo>
                    <a:pt x="1558596" y="279095"/>
                  </a:lnTo>
                  <a:lnTo>
                    <a:pt x="1564855" y="282611"/>
                  </a:lnTo>
                  <a:lnTo>
                    <a:pt x="1571115" y="286145"/>
                  </a:lnTo>
                  <a:lnTo>
                    <a:pt x="1577374" y="289647"/>
                  </a:lnTo>
                  <a:lnTo>
                    <a:pt x="1583634" y="293068"/>
                  </a:lnTo>
                  <a:lnTo>
                    <a:pt x="1589893" y="296368"/>
                  </a:lnTo>
                  <a:lnTo>
                    <a:pt x="1596152" y="299512"/>
                  </a:lnTo>
                  <a:lnTo>
                    <a:pt x="1602412" y="302459"/>
                  </a:lnTo>
                  <a:lnTo>
                    <a:pt x="1608671" y="305187"/>
                  </a:lnTo>
                  <a:lnTo>
                    <a:pt x="1614931" y="307696"/>
                  </a:lnTo>
                  <a:lnTo>
                    <a:pt x="1621190" y="309981"/>
                  </a:lnTo>
                  <a:lnTo>
                    <a:pt x="1627450" y="312044"/>
                  </a:lnTo>
                  <a:lnTo>
                    <a:pt x="1633709" y="313887"/>
                  </a:lnTo>
                  <a:lnTo>
                    <a:pt x="1639968" y="315520"/>
                  </a:lnTo>
                  <a:lnTo>
                    <a:pt x="1646228" y="316954"/>
                  </a:lnTo>
                  <a:lnTo>
                    <a:pt x="1652487" y="318201"/>
                  </a:lnTo>
                  <a:lnTo>
                    <a:pt x="1658747" y="319273"/>
                  </a:lnTo>
                  <a:lnTo>
                    <a:pt x="1665006" y="320176"/>
                  </a:lnTo>
                  <a:lnTo>
                    <a:pt x="1671266" y="320946"/>
                  </a:lnTo>
                  <a:lnTo>
                    <a:pt x="1677525" y="321598"/>
                  </a:lnTo>
                  <a:lnTo>
                    <a:pt x="1683784" y="322147"/>
                  </a:lnTo>
                  <a:lnTo>
                    <a:pt x="1690044" y="322605"/>
                  </a:lnTo>
                  <a:lnTo>
                    <a:pt x="1696303" y="322986"/>
                  </a:lnTo>
                  <a:lnTo>
                    <a:pt x="1702563" y="323299"/>
                  </a:lnTo>
                  <a:lnTo>
                    <a:pt x="1708822" y="323555"/>
                  </a:lnTo>
                  <a:lnTo>
                    <a:pt x="1715082" y="323761"/>
                  </a:lnTo>
                  <a:lnTo>
                    <a:pt x="1721341" y="323919"/>
                  </a:lnTo>
                  <a:lnTo>
                    <a:pt x="1727600" y="324041"/>
                  </a:lnTo>
                  <a:lnTo>
                    <a:pt x="1733860" y="324131"/>
                  </a:lnTo>
                  <a:lnTo>
                    <a:pt x="1740119" y="324193"/>
                  </a:lnTo>
                  <a:lnTo>
                    <a:pt x="1746379" y="324230"/>
                  </a:lnTo>
                  <a:lnTo>
                    <a:pt x="1752638" y="324246"/>
                  </a:lnTo>
                  <a:lnTo>
                    <a:pt x="1758897" y="324242"/>
                  </a:lnTo>
                  <a:lnTo>
                    <a:pt x="1765157" y="324221"/>
                  </a:lnTo>
                  <a:lnTo>
                    <a:pt x="1771416" y="324185"/>
                  </a:lnTo>
                  <a:lnTo>
                    <a:pt x="1777676" y="324137"/>
                  </a:lnTo>
                  <a:lnTo>
                    <a:pt x="1783935" y="324080"/>
                  </a:lnTo>
                  <a:lnTo>
                    <a:pt x="1790195" y="324018"/>
                  </a:lnTo>
                  <a:lnTo>
                    <a:pt x="1796454" y="323954"/>
                  </a:lnTo>
                  <a:lnTo>
                    <a:pt x="1802713" y="323891"/>
                  </a:lnTo>
                  <a:lnTo>
                    <a:pt x="1808973" y="323832"/>
                  </a:lnTo>
                  <a:lnTo>
                    <a:pt x="1815232" y="323780"/>
                  </a:lnTo>
                  <a:lnTo>
                    <a:pt x="1821492" y="323737"/>
                  </a:lnTo>
                  <a:lnTo>
                    <a:pt x="1827751" y="323706"/>
                  </a:lnTo>
                  <a:lnTo>
                    <a:pt x="1834011" y="323689"/>
                  </a:lnTo>
                  <a:lnTo>
                    <a:pt x="1840270" y="323686"/>
                  </a:lnTo>
                  <a:lnTo>
                    <a:pt x="1846529" y="323698"/>
                  </a:lnTo>
                  <a:lnTo>
                    <a:pt x="1852789" y="323721"/>
                  </a:lnTo>
                  <a:lnTo>
                    <a:pt x="1859048" y="323755"/>
                  </a:lnTo>
                  <a:lnTo>
                    <a:pt x="1865308" y="323797"/>
                  </a:lnTo>
                  <a:lnTo>
                    <a:pt x="1871567" y="323845"/>
                  </a:lnTo>
                  <a:lnTo>
                    <a:pt x="1877827" y="323894"/>
                  </a:lnTo>
                  <a:lnTo>
                    <a:pt x="1884086" y="323941"/>
                  </a:lnTo>
                  <a:lnTo>
                    <a:pt x="1890345" y="323984"/>
                  </a:lnTo>
                  <a:lnTo>
                    <a:pt x="1896605" y="324018"/>
                  </a:lnTo>
                  <a:lnTo>
                    <a:pt x="1902864" y="324042"/>
                  </a:lnTo>
                  <a:lnTo>
                    <a:pt x="1909124" y="324053"/>
                  </a:lnTo>
                  <a:lnTo>
                    <a:pt x="1915383" y="324052"/>
                  </a:lnTo>
                  <a:lnTo>
                    <a:pt x="1921642" y="324038"/>
                  </a:lnTo>
                  <a:lnTo>
                    <a:pt x="1927902" y="324012"/>
                  </a:lnTo>
                  <a:lnTo>
                    <a:pt x="1934161" y="323974"/>
                  </a:lnTo>
                  <a:lnTo>
                    <a:pt x="1940421" y="323928"/>
                  </a:lnTo>
                  <a:lnTo>
                    <a:pt x="1946680" y="323876"/>
                  </a:lnTo>
                  <a:lnTo>
                    <a:pt x="1952940" y="323819"/>
                  </a:lnTo>
                  <a:lnTo>
                    <a:pt x="1959199" y="323762"/>
                  </a:lnTo>
                  <a:lnTo>
                    <a:pt x="1965458" y="323707"/>
                  </a:lnTo>
                  <a:lnTo>
                    <a:pt x="1971718" y="323657"/>
                  </a:lnTo>
                  <a:lnTo>
                    <a:pt x="1977977" y="323614"/>
                  </a:lnTo>
                  <a:lnTo>
                    <a:pt x="1984237" y="323577"/>
                  </a:lnTo>
                  <a:lnTo>
                    <a:pt x="1990496" y="323549"/>
                  </a:lnTo>
                  <a:lnTo>
                    <a:pt x="1996756" y="323528"/>
                  </a:lnTo>
                  <a:lnTo>
                    <a:pt x="2003015" y="323514"/>
                  </a:lnTo>
                  <a:lnTo>
                    <a:pt x="2009274" y="323506"/>
                  </a:lnTo>
                  <a:lnTo>
                    <a:pt x="2015534" y="323503"/>
                  </a:lnTo>
                  <a:lnTo>
                    <a:pt x="2021793" y="323502"/>
                  </a:lnTo>
                  <a:lnTo>
                    <a:pt x="2028053" y="323502"/>
                  </a:lnTo>
                  <a:lnTo>
                    <a:pt x="2034312" y="323502"/>
                  </a:lnTo>
                  <a:lnTo>
                    <a:pt x="2040572" y="323502"/>
                  </a:lnTo>
                  <a:lnTo>
                    <a:pt x="2046831" y="323502"/>
                  </a:lnTo>
                  <a:lnTo>
                    <a:pt x="2053090" y="323503"/>
                  </a:lnTo>
                  <a:lnTo>
                    <a:pt x="2059350" y="323505"/>
                  </a:lnTo>
                  <a:lnTo>
                    <a:pt x="2065609" y="323511"/>
                  </a:lnTo>
                  <a:lnTo>
                    <a:pt x="2071869" y="323523"/>
                  </a:lnTo>
                  <a:lnTo>
                    <a:pt x="2078128" y="323541"/>
                  </a:lnTo>
                  <a:lnTo>
                    <a:pt x="2084388" y="323567"/>
                  </a:lnTo>
                  <a:lnTo>
                    <a:pt x="2090647" y="323601"/>
                  </a:lnTo>
                  <a:lnTo>
                    <a:pt x="2096906" y="323644"/>
                  </a:lnTo>
                  <a:lnTo>
                    <a:pt x="2103166" y="323694"/>
                  </a:lnTo>
                  <a:lnTo>
                    <a:pt x="2109425" y="323750"/>
                  </a:lnTo>
                  <a:lnTo>
                    <a:pt x="2115685" y="323811"/>
                  </a:lnTo>
                  <a:lnTo>
                    <a:pt x="2121944" y="323875"/>
                  </a:lnTo>
                  <a:lnTo>
                    <a:pt x="2128203" y="323937"/>
                  </a:lnTo>
                  <a:lnTo>
                    <a:pt x="2134463" y="323995"/>
                  </a:lnTo>
                  <a:lnTo>
                    <a:pt x="2140722" y="324047"/>
                  </a:lnTo>
                  <a:lnTo>
                    <a:pt x="2146982" y="324090"/>
                  </a:lnTo>
                  <a:lnTo>
                    <a:pt x="2153241" y="324122"/>
                  </a:lnTo>
                  <a:lnTo>
                    <a:pt x="2159501" y="324141"/>
                  </a:lnTo>
                  <a:lnTo>
                    <a:pt x="2165760" y="324148"/>
                  </a:lnTo>
                  <a:lnTo>
                    <a:pt x="2172019" y="324140"/>
                  </a:lnTo>
                  <a:lnTo>
                    <a:pt x="2178279" y="324120"/>
                  </a:lnTo>
                  <a:lnTo>
                    <a:pt x="2184538" y="324086"/>
                  </a:lnTo>
                  <a:lnTo>
                    <a:pt x="2190798" y="324042"/>
                  </a:lnTo>
                  <a:lnTo>
                    <a:pt x="2197057" y="323991"/>
                  </a:lnTo>
                  <a:lnTo>
                    <a:pt x="2203317" y="323937"/>
                  </a:lnTo>
                  <a:lnTo>
                    <a:pt x="2209576" y="323881"/>
                  </a:lnTo>
                  <a:lnTo>
                    <a:pt x="2215835" y="323827"/>
                  </a:lnTo>
                  <a:lnTo>
                    <a:pt x="2222095" y="323778"/>
                  </a:lnTo>
                  <a:lnTo>
                    <a:pt x="2228354" y="323738"/>
                  </a:lnTo>
                  <a:lnTo>
                    <a:pt x="2234614" y="323708"/>
                  </a:lnTo>
                  <a:lnTo>
                    <a:pt x="2240873" y="323693"/>
                  </a:lnTo>
                  <a:lnTo>
                    <a:pt x="2247133" y="323692"/>
                  </a:lnTo>
                  <a:lnTo>
                    <a:pt x="2253392" y="323706"/>
                  </a:lnTo>
                  <a:lnTo>
                    <a:pt x="2259651" y="323734"/>
                  </a:lnTo>
                  <a:lnTo>
                    <a:pt x="2265911" y="323775"/>
                  </a:lnTo>
                  <a:lnTo>
                    <a:pt x="2272170" y="323827"/>
                  </a:lnTo>
                  <a:lnTo>
                    <a:pt x="2278430" y="323888"/>
                  </a:lnTo>
                  <a:lnTo>
                    <a:pt x="2284689" y="323955"/>
                  </a:lnTo>
                  <a:lnTo>
                    <a:pt x="2290948" y="324026"/>
                  </a:lnTo>
                  <a:lnTo>
                    <a:pt x="2297208" y="324099"/>
                  </a:lnTo>
                  <a:lnTo>
                    <a:pt x="2303467" y="324170"/>
                  </a:lnTo>
                  <a:lnTo>
                    <a:pt x="2309727" y="324237"/>
                  </a:lnTo>
                  <a:lnTo>
                    <a:pt x="2315986" y="324300"/>
                  </a:lnTo>
                  <a:lnTo>
                    <a:pt x="2322246" y="324356"/>
                  </a:lnTo>
                  <a:lnTo>
                    <a:pt x="2328505" y="324406"/>
                  </a:lnTo>
                  <a:lnTo>
                    <a:pt x="2334764" y="324448"/>
                  </a:lnTo>
                  <a:lnTo>
                    <a:pt x="2341024" y="324483"/>
                  </a:lnTo>
                  <a:lnTo>
                    <a:pt x="2347283" y="324511"/>
                  </a:lnTo>
                  <a:lnTo>
                    <a:pt x="2353543" y="324532"/>
                  </a:lnTo>
                  <a:lnTo>
                    <a:pt x="2359802" y="324544"/>
                  </a:lnTo>
                  <a:lnTo>
                    <a:pt x="2366062" y="324550"/>
                  </a:lnTo>
                  <a:lnTo>
                    <a:pt x="2372321" y="324549"/>
                  </a:lnTo>
                  <a:lnTo>
                    <a:pt x="2378580" y="324541"/>
                  </a:lnTo>
                  <a:lnTo>
                    <a:pt x="2384840" y="324525"/>
                  </a:lnTo>
                  <a:lnTo>
                    <a:pt x="2391099" y="324501"/>
                  </a:lnTo>
                  <a:lnTo>
                    <a:pt x="2397359" y="324469"/>
                  </a:lnTo>
                  <a:lnTo>
                    <a:pt x="2403618" y="324427"/>
                  </a:lnTo>
                  <a:lnTo>
                    <a:pt x="2409878" y="324374"/>
                  </a:lnTo>
                  <a:lnTo>
                    <a:pt x="2416137" y="324309"/>
                  </a:lnTo>
                  <a:lnTo>
                    <a:pt x="2422396" y="324232"/>
                  </a:lnTo>
                  <a:lnTo>
                    <a:pt x="2428656" y="324144"/>
                  </a:lnTo>
                  <a:lnTo>
                    <a:pt x="2434915" y="324044"/>
                  </a:lnTo>
                  <a:lnTo>
                    <a:pt x="2441175" y="323935"/>
                  </a:lnTo>
                  <a:lnTo>
                    <a:pt x="2447434" y="323816"/>
                  </a:lnTo>
                  <a:lnTo>
                    <a:pt x="2453693" y="323691"/>
                  </a:lnTo>
                  <a:lnTo>
                    <a:pt x="2459953" y="323561"/>
                  </a:lnTo>
                  <a:lnTo>
                    <a:pt x="2466212" y="323431"/>
                  </a:lnTo>
                  <a:lnTo>
                    <a:pt x="2472472" y="323303"/>
                  </a:lnTo>
                  <a:lnTo>
                    <a:pt x="2478731" y="323183"/>
                  </a:lnTo>
                  <a:lnTo>
                    <a:pt x="2484991" y="323074"/>
                  </a:lnTo>
                  <a:lnTo>
                    <a:pt x="2491250" y="322979"/>
                  </a:lnTo>
                  <a:lnTo>
                    <a:pt x="2497509" y="322901"/>
                  </a:lnTo>
                  <a:lnTo>
                    <a:pt x="2503769" y="322842"/>
                  </a:lnTo>
                  <a:lnTo>
                    <a:pt x="2510028" y="322802"/>
                  </a:lnTo>
                  <a:lnTo>
                    <a:pt x="2516288" y="322783"/>
                  </a:lnTo>
                  <a:lnTo>
                    <a:pt x="2522547" y="322783"/>
                  </a:lnTo>
                  <a:lnTo>
                    <a:pt x="2528807" y="322802"/>
                  </a:lnTo>
                  <a:lnTo>
                    <a:pt x="2535066" y="322836"/>
                  </a:lnTo>
                  <a:lnTo>
                    <a:pt x="2541325" y="322881"/>
                  </a:lnTo>
                  <a:lnTo>
                    <a:pt x="2547585" y="322934"/>
                  </a:lnTo>
                  <a:lnTo>
                    <a:pt x="2553844" y="322991"/>
                  </a:lnTo>
                  <a:lnTo>
                    <a:pt x="2560104" y="323049"/>
                  </a:lnTo>
                  <a:lnTo>
                    <a:pt x="2566363" y="323106"/>
                  </a:lnTo>
                  <a:lnTo>
                    <a:pt x="2572623" y="323159"/>
                  </a:lnTo>
                  <a:lnTo>
                    <a:pt x="2578882" y="323208"/>
                  </a:lnTo>
                  <a:lnTo>
                    <a:pt x="2585141" y="323251"/>
                  </a:lnTo>
                  <a:lnTo>
                    <a:pt x="2591401" y="323290"/>
                  </a:lnTo>
                  <a:lnTo>
                    <a:pt x="2597660" y="323324"/>
                  </a:lnTo>
                  <a:lnTo>
                    <a:pt x="2603920" y="323357"/>
                  </a:lnTo>
                  <a:lnTo>
                    <a:pt x="2610179" y="323388"/>
                  </a:lnTo>
                  <a:lnTo>
                    <a:pt x="2616438" y="323420"/>
                  </a:lnTo>
                  <a:lnTo>
                    <a:pt x="2622698" y="323451"/>
                  </a:lnTo>
                  <a:lnTo>
                    <a:pt x="2628957" y="323484"/>
                  </a:lnTo>
                  <a:lnTo>
                    <a:pt x="2635217" y="323518"/>
                  </a:lnTo>
                  <a:lnTo>
                    <a:pt x="2641476" y="323551"/>
                  </a:lnTo>
                  <a:lnTo>
                    <a:pt x="2647736" y="323583"/>
                  </a:lnTo>
                  <a:lnTo>
                    <a:pt x="2653995" y="323611"/>
                  </a:lnTo>
                  <a:lnTo>
                    <a:pt x="2660254" y="323634"/>
                  </a:lnTo>
                  <a:lnTo>
                    <a:pt x="2666514" y="323651"/>
                  </a:lnTo>
                  <a:lnTo>
                    <a:pt x="2672773" y="323661"/>
                  </a:lnTo>
                  <a:lnTo>
                    <a:pt x="2679033" y="323664"/>
                  </a:lnTo>
                  <a:lnTo>
                    <a:pt x="2685292" y="323659"/>
                  </a:lnTo>
                  <a:lnTo>
                    <a:pt x="2691552" y="323648"/>
                  </a:lnTo>
                  <a:lnTo>
                    <a:pt x="2697811" y="323632"/>
                  </a:lnTo>
                  <a:lnTo>
                    <a:pt x="2704070" y="323613"/>
                  </a:lnTo>
                  <a:lnTo>
                    <a:pt x="2710330" y="323593"/>
                  </a:lnTo>
                  <a:lnTo>
                    <a:pt x="2716589" y="323575"/>
                  </a:lnTo>
                  <a:lnTo>
                    <a:pt x="2722849" y="323559"/>
                  </a:lnTo>
                  <a:lnTo>
                    <a:pt x="2729108" y="323548"/>
                  </a:lnTo>
                  <a:lnTo>
                    <a:pt x="2735368" y="323543"/>
                  </a:lnTo>
                  <a:lnTo>
                    <a:pt x="2741627" y="323542"/>
                  </a:lnTo>
                  <a:lnTo>
                    <a:pt x="2747886" y="323546"/>
                  </a:lnTo>
                  <a:lnTo>
                    <a:pt x="2754146" y="323554"/>
                  </a:lnTo>
                  <a:lnTo>
                    <a:pt x="2760405" y="323563"/>
                  </a:lnTo>
                  <a:lnTo>
                    <a:pt x="2766665" y="323572"/>
                  </a:lnTo>
                  <a:lnTo>
                    <a:pt x="2772924" y="323579"/>
                  </a:lnTo>
                  <a:lnTo>
                    <a:pt x="2779184" y="323583"/>
                  </a:lnTo>
                  <a:lnTo>
                    <a:pt x="2785443" y="323581"/>
                  </a:lnTo>
                  <a:lnTo>
                    <a:pt x="2791702" y="323575"/>
                  </a:lnTo>
                  <a:lnTo>
                    <a:pt x="2797962" y="323562"/>
                  </a:lnTo>
                  <a:lnTo>
                    <a:pt x="2804221" y="323545"/>
                  </a:lnTo>
                  <a:lnTo>
                    <a:pt x="2810481" y="323523"/>
                  </a:lnTo>
                  <a:lnTo>
                    <a:pt x="2816740" y="323497"/>
                  </a:lnTo>
                  <a:lnTo>
                    <a:pt x="2822999" y="323468"/>
                  </a:lnTo>
                  <a:lnTo>
                    <a:pt x="2829259" y="323437"/>
                  </a:lnTo>
                  <a:lnTo>
                    <a:pt x="2835518" y="323404"/>
                  </a:lnTo>
                  <a:lnTo>
                    <a:pt x="2841778" y="323368"/>
                  </a:lnTo>
                  <a:lnTo>
                    <a:pt x="2848037" y="323329"/>
                  </a:lnTo>
                  <a:lnTo>
                    <a:pt x="2854297" y="323284"/>
                  </a:lnTo>
                  <a:lnTo>
                    <a:pt x="2860556" y="323234"/>
                  </a:lnTo>
                  <a:lnTo>
                    <a:pt x="2866815" y="323175"/>
                  </a:lnTo>
                  <a:lnTo>
                    <a:pt x="2873075" y="323106"/>
                  </a:lnTo>
                  <a:lnTo>
                    <a:pt x="2879334" y="323025"/>
                  </a:lnTo>
                  <a:lnTo>
                    <a:pt x="2885594" y="322932"/>
                  </a:lnTo>
                  <a:lnTo>
                    <a:pt x="2891853" y="322829"/>
                  </a:lnTo>
                  <a:lnTo>
                    <a:pt x="2898113" y="322718"/>
                  </a:lnTo>
                  <a:lnTo>
                    <a:pt x="2904372" y="322602"/>
                  </a:lnTo>
                  <a:lnTo>
                    <a:pt x="2910631" y="322484"/>
                  </a:lnTo>
                  <a:lnTo>
                    <a:pt x="2916891" y="322370"/>
                  </a:lnTo>
                  <a:lnTo>
                    <a:pt x="2923150" y="322263"/>
                  </a:lnTo>
                  <a:lnTo>
                    <a:pt x="2929410" y="322171"/>
                  </a:lnTo>
                  <a:lnTo>
                    <a:pt x="2935669" y="322098"/>
                  </a:lnTo>
                  <a:lnTo>
                    <a:pt x="2941929" y="322050"/>
                  </a:lnTo>
                  <a:lnTo>
                    <a:pt x="2948188" y="322029"/>
                  </a:lnTo>
                  <a:lnTo>
                    <a:pt x="2954447" y="322037"/>
                  </a:lnTo>
                  <a:lnTo>
                    <a:pt x="2960707" y="322074"/>
                  </a:lnTo>
                  <a:lnTo>
                    <a:pt x="2966966" y="322139"/>
                  </a:lnTo>
                  <a:lnTo>
                    <a:pt x="2973226" y="322231"/>
                  </a:lnTo>
                  <a:lnTo>
                    <a:pt x="2979485" y="322347"/>
                  </a:lnTo>
                  <a:lnTo>
                    <a:pt x="2985744" y="322482"/>
                  </a:lnTo>
                  <a:lnTo>
                    <a:pt x="2992004" y="322633"/>
                  </a:lnTo>
                  <a:lnTo>
                    <a:pt x="2998263" y="322793"/>
                  </a:lnTo>
                  <a:lnTo>
                    <a:pt x="3004523" y="322956"/>
                  </a:lnTo>
                  <a:lnTo>
                    <a:pt x="3010782" y="323115"/>
                  </a:lnTo>
                  <a:lnTo>
                    <a:pt x="3017042" y="323266"/>
                  </a:lnTo>
                  <a:lnTo>
                    <a:pt x="3023301" y="323402"/>
                  </a:lnTo>
                  <a:lnTo>
                    <a:pt x="3029560" y="323520"/>
                  </a:lnTo>
                  <a:lnTo>
                    <a:pt x="3035820" y="323615"/>
                  </a:lnTo>
                  <a:lnTo>
                    <a:pt x="3042079" y="323682"/>
                  </a:lnTo>
                  <a:lnTo>
                    <a:pt x="3048339" y="323719"/>
                  </a:lnTo>
                  <a:lnTo>
                    <a:pt x="3054598" y="323717"/>
                  </a:lnTo>
                  <a:lnTo>
                    <a:pt x="3060858" y="323680"/>
                  </a:lnTo>
                  <a:lnTo>
                    <a:pt x="3067117" y="323607"/>
                  </a:lnTo>
                  <a:lnTo>
                    <a:pt x="3073376" y="323499"/>
                  </a:lnTo>
                  <a:lnTo>
                    <a:pt x="3079636" y="323356"/>
                  </a:lnTo>
                  <a:lnTo>
                    <a:pt x="3085895" y="323181"/>
                  </a:lnTo>
                  <a:lnTo>
                    <a:pt x="3092155" y="322979"/>
                  </a:lnTo>
                  <a:lnTo>
                    <a:pt x="3098414" y="322755"/>
                  </a:lnTo>
                  <a:lnTo>
                    <a:pt x="3104674" y="322515"/>
                  </a:lnTo>
                  <a:lnTo>
                    <a:pt x="3110933" y="322266"/>
                  </a:lnTo>
                  <a:lnTo>
                    <a:pt x="3117192" y="322021"/>
                  </a:lnTo>
                  <a:lnTo>
                    <a:pt x="3123452" y="321788"/>
                  </a:lnTo>
                  <a:lnTo>
                    <a:pt x="3129711" y="321576"/>
                  </a:lnTo>
                  <a:lnTo>
                    <a:pt x="3135971" y="321394"/>
                  </a:lnTo>
                  <a:lnTo>
                    <a:pt x="3142230" y="321249"/>
                  </a:lnTo>
                  <a:lnTo>
                    <a:pt x="3148489" y="321148"/>
                  </a:lnTo>
                  <a:lnTo>
                    <a:pt x="3154749" y="321095"/>
                  </a:lnTo>
                  <a:lnTo>
                    <a:pt x="3161008" y="321093"/>
                  </a:lnTo>
                  <a:lnTo>
                    <a:pt x="3167268" y="321147"/>
                  </a:lnTo>
                  <a:lnTo>
                    <a:pt x="3173527" y="321252"/>
                  </a:lnTo>
                  <a:lnTo>
                    <a:pt x="3179787" y="321402"/>
                  </a:lnTo>
                  <a:lnTo>
                    <a:pt x="3186046" y="321589"/>
                  </a:lnTo>
                  <a:lnTo>
                    <a:pt x="3192305" y="321807"/>
                  </a:lnTo>
                  <a:lnTo>
                    <a:pt x="3198565" y="322048"/>
                  </a:lnTo>
                  <a:lnTo>
                    <a:pt x="3198565" y="324624"/>
                  </a:lnTo>
                  <a:lnTo>
                    <a:pt x="3192305" y="324624"/>
                  </a:lnTo>
                  <a:lnTo>
                    <a:pt x="3186046" y="324624"/>
                  </a:lnTo>
                  <a:lnTo>
                    <a:pt x="3179787" y="324624"/>
                  </a:lnTo>
                  <a:lnTo>
                    <a:pt x="3173527" y="324624"/>
                  </a:lnTo>
                  <a:lnTo>
                    <a:pt x="3167268" y="324624"/>
                  </a:lnTo>
                  <a:lnTo>
                    <a:pt x="3161008" y="324624"/>
                  </a:lnTo>
                  <a:lnTo>
                    <a:pt x="3154749" y="324624"/>
                  </a:lnTo>
                  <a:lnTo>
                    <a:pt x="3148489" y="324624"/>
                  </a:lnTo>
                  <a:lnTo>
                    <a:pt x="3142230" y="324624"/>
                  </a:lnTo>
                  <a:lnTo>
                    <a:pt x="3135971" y="324624"/>
                  </a:lnTo>
                  <a:lnTo>
                    <a:pt x="3129711" y="324624"/>
                  </a:lnTo>
                  <a:lnTo>
                    <a:pt x="3123452" y="324624"/>
                  </a:lnTo>
                  <a:lnTo>
                    <a:pt x="3117192" y="324624"/>
                  </a:lnTo>
                  <a:lnTo>
                    <a:pt x="3110933" y="324624"/>
                  </a:lnTo>
                  <a:lnTo>
                    <a:pt x="3104674" y="324624"/>
                  </a:lnTo>
                  <a:lnTo>
                    <a:pt x="3098414" y="324624"/>
                  </a:lnTo>
                  <a:lnTo>
                    <a:pt x="3092155" y="324624"/>
                  </a:lnTo>
                  <a:lnTo>
                    <a:pt x="3085895" y="324624"/>
                  </a:lnTo>
                  <a:lnTo>
                    <a:pt x="3079636" y="324624"/>
                  </a:lnTo>
                  <a:lnTo>
                    <a:pt x="3073376" y="324624"/>
                  </a:lnTo>
                  <a:lnTo>
                    <a:pt x="3067117" y="324624"/>
                  </a:lnTo>
                  <a:lnTo>
                    <a:pt x="3060858" y="324624"/>
                  </a:lnTo>
                  <a:lnTo>
                    <a:pt x="3054598" y="324624"/>
                  </a:lnTo>
                  <a:lnTo>
                    <a:pt x="3048339" y="324624"/>
                  </a:lnTo>
                  <a:lnTo>
                    <a:pt x="3042079" y="324624"/>
                  </a:lnTo>
                  <a:lnTo>
                    <a:pt x="3035820" y="324624"/>
                  </a:lnTo>
                  <a:lnTo>
                    <a:pt x="3029560" y="324624"/>
                  </a:lnTo>
                  <a:lnTo>
                    <a:pt x="3023301" y="324624"/>
                  </a:lnTo>
                  <a:lnTo>
                    <a:pt x="3017042" y="324624"/>
                  </a:lnTo>
                  <a:lnTo>
                    <a:pt x="3010782" y="324624"/>
                  </a:lnTo>
                  <a:lnTo>
                    <a:pt x="3004523" y="324624"/>
                  </a:lnTo>
                  <a:lnTo>
                    <a:pt x="2998263" y="324624"/>
                  </a:lnTo>
                  <a:lnTo>
                    <a:pt x="2992004" y="324624"/>
                  </a:lnTo>
                  <a:lnTo>
                    <a:pt x="2985744" y="324624"/>
                  </a:lnTo>
                  <a:lnTo>
                    <a:pt x="2979485" y="324624"/>
                  </a:lnTo>
                  <a:lnTo>
                    <a:pt x="2973226" y="324624"/>
                  </a:lnTo>
                  <a:lnTo>
                    <a:pt x="2966966" y="324624"/>
                  </a:lnTo>
                  <a:lnTo>
                    <a:pt x="2960707" y="324624"/>
                  </a:lnTo>
                  <a:lnTo>
                    <a:pt x="2954447" y="324624"/>
                  </a:lnTo>
                  <a:lnTo>
                    <a:pt x="2948188" y="324624"/>
                  </a:lnTo>
                  <a:lnTo>
                    <a:pt x="2941929" y="324624"/>
                  </a:lnTo>
                  <a:lnTo>
                    <a:pt x="2935669" y="324624"/>
                  </a:lnTo>
                  <a:lnTo>
                    <a:pt x="2929410" y="324624"/>
                  </a:lnTo>
                  <a:lnTo>
                    <a:pt x="2923150" y="324624"/>
                  </a:lnTo>
                  <a:lnTo>
                    <a:pt x="2916891" y="324624"/>
                  </a:lnTo>
                  <a:lnTo>
                    <a:pt x="2910631" y="324624"/>
                  </a:lnTo>
                  <a:lnTo>
                    <a:pt x="2904372" y="324624"/>
                  </a:lnTo>
                  <a:lnTo>
                    <a:pt x="2898113" y="324624"/>
                  </a:lnTo>
                  <a:lnTo>
                    <a:pt x="2891853" y="324624"/>
                  </a:lnTo>
                  <a:lnTo>
                    <a:pt x="2885594" y="324624"/>
                  </a:lnTo>
                  <a:lnTo>
                    <a:pt x="2879334" y="324624"/>
                  </a:lnTo>
                  <a:lnTo>
                    <a:pt x="2873075" y="324624"/>
                  </a:lnTo>
                  <a:lnTo>
                    <a:pt x="2866815" y="324624"/>
                  </a:lnTo>
                  <a:lnTo>
                    <a:pt x="2860556" y="324624"/>
                  </a:lnTo>
                  <a:lnTo>
                    <a:pt x="2854297" y="324624"/>
                  </a:lnTo>
                  <a:lnTo>
                    <a:pt x="2848037" y="324624"/>
                  </a:lnTo>
                  <a:lnTo>
                    <a:pt x="2841778" y="324624"/>
                  </a:lnTo>
                  <a:lnTo>
                    <a:pt x="2835518" y="324624"/>
                  </a:lnTo>
                  <a:lnTo>
                    <a:pt x="2829259" y="324624"/>
                  </a:lnTo>
                  <a:lnTo>
                    <a:pt x="2822999" y="324624"/>
                  </a:lnTo>
                  <a:lnTo>
                    <a:pt x="2816740" y="324624"/>
                  </a:lnTo>
                  <a:lnTo>
                    <a:pt x="2810481" y="324624"/>
                  </a:lnTo>
                  <a:lnTo>
                    <a:pt x="2804221" y="324624"/>
                  </a:lnTo>
                  <a:lnTo>
                    <a:pt x="2797962" y="324624"/>
                  </a:lnTo>
                  <a:lnTo>
                    <a:pt x="2791702" y="324624"/>
                  </a:lnTo>
                  <a:lnTo>
                    <a:pt x="2785443" y="324624"/>
                  </a:lnTo>
                  <a:lnTo>
                    <a:pt x="2779184" y="324624"/>
                  </a:lnTo>
                  <a:lnTo>
                    <a:pt x="2772924" y="324624"/>
                  </a:lnTo>
                  <a:lnTo>
                    <a:pt x="2766665" y="324624"/>
                  </a:lnTo>
                  <a:lnTo>
                    <a:pt x="2760405" y="324624"/>
                  </a:lnTo>
                  <a:lnTo>
                    <a:pt x="2754146" y="324624"/>
                  </a:lnTo>
                  <a:lnTo>
                    <a:pt x="2747886" y="324624"/>
                  </a:lnTo>
                  <a:lnTo>
                    <a:pt x="2741627" y="324624"/>
                  </a:lnTo>
                  <a:lnTo>
                    <a:pt x="2735368" y="324624"/>
                  </a:lnTo>
                  <a:lnTo>
                    <a:pt x="2729108" y="324624"/>
                  </a:lnTo>
                  <a:lnTo>
                    <a:pt x="2722849" y="324624"/>
                  </a:lnTo>
                  <a:lnTo>
                    <a:pt x="2716589" y="324624"/>
                  </a:lnTo>
                  <a:lnTo>
                    <a:pt x="2710330" y="324624"/>
                  </a:lnTo>
                  <a:lnTo>
                    <a:pt x="2704070" y="324624"/>
                  </a:lnTo>
                  <a:lnTo>
                    <a:pt x="2697811" y="324624"/>
                  </a:lnTo>
                  <a:lnTo>
                    <a:pt x="2691552" y="324624"/>
                  </a:lnTo>
                  <a:lnTo>
                    <a:pt x="2685292" y="324624"/>
                  </a:lnTo>
                  <a:lnTo>
                    <a:pt x="2679033" y="324624"/>
                  </a:lnTo>
                  <a:lnTo>
                    <a:pt x="2672773" y="324624"/>
                  </a:lnTo>
                  <a:lnTo>
                    <a:pt x="2666514" y="324624"/>
                  </a:lnTo>
                  <a:lnTo>
                    <a:pt x="2660254" y="324624"/>
                  </a:lnTo>
                  <a:lnTo>
                    <a:pt x="2653995" y="324624"/>
                  </a:lnTo>
                  <a:lnTo>
                    <a:pt x="2647736" y="324624"/>
                  </a:lnTo>
                  <a:lnTo>
                    <a:pt x="2641476" y="324624"/>
                  </a:lnTo>
                  <a:lnTo>
                    <a:pt x="2635217" y="324624"/>
                  </a:lnTo>
                  <a:lnTo>
                    <a:pt x="2628957" y="324624"/>
                  </a:lnTo>
                  <a:lnTo>
                    <a:pt x="2622698" y="324624"/>
                  </a:lnTo>
                  <a:lnTo>
                    <a:pt x="2616438" y="324624"/>
                  </a:lnTo>
                  <a:lnTo>
                    <a:pt x="2610179" y="324624"/>
                  </a:lnTo>
                  <a:lnTo>
                    <a:pt x="2603920" y="324624"/>
                  </a:lnTo>
                  <a:lnTo>
                    <a:pt x="2597660" y="324624"/>
                  </a:lnTo>
                  <a:lnTo>
                    <a:pt x="2591401" y="324624"/>
                  </a:lnTo>
                  <a:lnTo>
                    <a:pt x="2585141" y="324624"/>
                  </a:lnTo>
                  <a:lnTo>
                    <a:pt x="2578882" y="324624"/>
                  </a:lnTo>
                  <a:lnTo>
                    <a:pt x="2572623" y="324624"/>
                  </a:lnTo>
                  <a:lnTo>
                    <a:pt x="2566363" y="324624"/>
                  </a:lnTo>
                  <a:lnTo>
                    <a:pt x="2560104" y="324624"/>
                  </a:lnTo>
                  <a:lnTo>
                    <a:pt x="2553844" y="324624"/>
                  </a:lnTo>
                  <a:lnTo>
                    <a:pt x="2547585" y="324624"/>
                  </a:lnTo>
                  <a:lnTo>
                    <a:pt x="2541325" y="324624"/>
                  </a:lnTo>
                  <a:lnTo>
                    <a:pt x="2535066" y="324624"/>
                  </a:lnTo>
                  <a:lnTo>
                    <a:pt x="2528807" y="324624"/>
                  </a:lnTo>
                  <a:lnTo>
                    <a:pt x="2522547" y="324624"/>
                  </a:lnTo>
                  <a:lnTo>
                    <a:pt x="2516288" y="324624"/>
                  </a:lnTo>
                  <a:lnTo>
                    <a:pt x="2510028" y="324624"/>
                  </a:lnTo>
                  <a:lnTo>
                    <a:pt x="2503769" y="324624"/>
                  </a:lnTo>
                  <a:lnTo>
                    <a:pt x="2497509" y="324624"/>
                  </a:lnTo>
                  <a:lnTo>
                    <a:pt x="2491250" y="324624"/>
                  </a:lnTo>
                  <a:lnTo>
                    <a:pt x="2484991" y="324624"/>
                  </a:lnTo>
                  <a:lnTo>
                    <a:pt x="2478731" y="324624"/>
                  </a:lnTo>
                  <a:lnTo>
                    <a:pt x="2472472" y="324624"/>
                  </a:lnTo>
                  <a:lnTo>
                    <a:pt x="2466212" y="324624"/>
                  </a:lnTo>
                  <a:lnTo>
                    <a:pt x="2459953" y="324624"/>
                  </a:lnTo>
                  <a:lnTo>
                    <a:pt x="2453693" y="324624"/>
                  </a:lnTo>
                  <a:lnTo>
                    <a:pt x="2447434" y="324624"/>
                  </a:lnTo>
                  <a:lnTo>
                    <a:pt x="2441175" y="324624"/>
                  </a:lnTo>
                  <a:lnTo>
                    <a:pt x="2434915" y="324624"/>
                  </a:lnTo>
                  <a:lnTo>
                    <a:pt x="2428656" y="324624"/>
                  </a:lnTo>
                  <a:lnTo>
                    <a:pt x="2422396" y="324624"/>
                  </a:lnTo>
                  <a:lnTo>
                    <a:pt x="2416137" y="324624"/>
                  </a:lnTo>
                  <a:lnTo>
                    <a:pt x="2409878" y="324624"/>
                  </a:lnTo>
                  <a:lnTo>
                    <a:pt x="2403618" y="324624"/>
                  </a:lnTo>
                  <a:lnTo>
                    <a:pt x="2397359" y="324624"/>
                  </a:lnTo>
                  <a:lnTo>
                    <a:pt x="2391099" y="324624"/>
                  </a:lnTo>
                  <a:lnTo>
                    <a:pt x="2384840" y="324624"/>
                  </a:lnTo>
                  <a:lnTo>
                    <a:pt x="2378580" y="324624"/>
                  </a:lnTo>
                  <a:lnTo>
                    <a:pt x="2372321" y="324624"/>
                  </a:lnTo>
                  <a:lnTo>
                    <a:pt x="2366062" y="324624"/>
                  </a:lnTo>
                  <a:lnTo>
                    <a:pt x="2359802" y="324624"/>
                  </a:lnTo>
                  <a:lnTo>
                    <a:pt x="2353543" y="324624"/>
                  </a:lnTo>
                  <a:lnTo>
                    <a:pt x="2347283" y="324624"/>
                  </a:lnTo>
                  <a:lnTo>
                    <a:pt x="2341024" y="324624"/>
                  </a:lnTo>
                  <a:lnTo>
                    <a:pt x="2334764" y="324624"/>
                  </a:lnTo>
                  <a:lnTo>
                    <a:pt x="2328505" y="324624"/>
                  </a:lnTo>
                  <a:lnTo>
                    <a:pt x="2322246" y="324624"/>
                  </a:lnTo>
                  <a:lnTo>
                    <a:pt x="2315986" y="324624"/>
                  </a:lnTo>
                  <a:lnTo>
                    <a:pt x="2309727" y="324624"/>
                  </a:lnTo>
                  <a:lnTo>
                    <a:pt x="2303467" y="324624"/>
                  </a:lnTo>
                  <a:lnTo>
                    <a:pt x="2297208" y="324624"/>
                  </a:lnTo>
                  <a:lnTo>
                    <a:pt x="2290948" y="324624"/>
                  </a:lnTo>
                  <a:lnTo>
                    <a:pt x="2284689" y="324624"/>
                  </a:lnTo>
                  <a:lnTo>
                    <a:pt x="2278430" y="324624"/>
                  </a:lnTo>
                  <a:lnTo>
                    <a:pt x="2272170" y="324624"/>
                  </a:lnTo>
                  <a:lnTo>
                    <a:pt x="2265911" y="324624"/>
                  </a:lnTo>
                  <a:lnTo>
                    <a:pt x="2259651" y="324624"/>
                  </a:lnTo>
                  <a:lnTo>
                    <a:pt x="2253392" y="324624"/>
                  </a:lnTo>
                  <a:lnTo>
                    <a:pt x="2247133" y="324624"/>
                  </a:lnTo>
                  <a:lnTo>
                    <a:pt x="2240873" y="324624"/>
                  </a:lnTo>
                  <a:lnTo>
                    <a:pt x="2234614" y="324624"/>
                  </a:lnTo>
                  <a:lnTo>
                    <a:pt x="2228354" y="324624"/>
                  </a:lnTo>
                  <a:lnTo>
                    <a:pt x="2222095" y="324624"/>
                  </a:lnTo>
                  <a:lnTo>
                    <a:pt x="2215835" y="324624"/>
                  </a:lnTo>
                  <a:lnTo>
                    <a:pt x="2209576" y="324624"/>
                  </a:lnTo>
                  <a:lnTo>
                    <a:pt x="2203317" y="324624"/>
                  </a:lnTo>
                  <a:lnTo>
                    <a:pt x="2197057" y="324624"/>
                  </a:lnTo>
                  <a:lnTo>
                    <a:pt x="2190798" y="324624"/>
                  </a:lnTo>
                  <a:lnTo>
                    <a:pt x="2184538" y="324624"/>
                  </a:lnTo>
                  <a:lnTo>
                    <a:pt x="2178279" y="324624"/>
                  </a:lnTo>
                  <a:lnTo>
                    <a:pt x="2172019" y="324624"/>
                  </a:lnTo>
                  <a:lnTo>
                    <a:pt x="2165760" y="324624"/>
                  </a:lnTo>
                  <a:lnTo>
                    <a:pt x="2159501" y="324624"/>
                  </a:lnTo>
                  <a:lnTo>
                    <a:pt x="2153241" y="324624"/>
                  </a:lnTo>
                  <a:lnTo>
                    <a:pt x="2146982" y="324624"/>
                  </a:lnTo>
                  <a:lnTo>
                    <a:pt x="2140722" y="324624"/>
                  </a:lnTo>
                  <a:lnTo>
                    <a:pt x="2134463" y="324624"/>
                  </a:lnTo>
                  <a:lnTo>
                    <a:pt x="2128203" y="324624"/>
                  </a:lnTo>
                  <a:lnTo>
                    <a:pt x="2121944" y="324624"/>
                  </a:lnTo>
                  <a:lnTo>
                    <a:pt x="2115685" y="324624"/>
                  </a:lnTo>
                  <a:lnTo>
                    <a:pt x="2109425" y="324624"/>
                  </a:lnTo>
                  <a:lnTo>
                    <a:pt x="2103166" y="324624"/>
                  </a:lnTo>
                  <a:lnTo>
                    <a:pt x="2096906" y="324624"/>
                  </a:lnTo>
                  <a:lnTo>
                    <a:pt x="2090647" y="324624"/>
                  </a:lnTo>
                  <a:lnTo>
                    <a:pt x="2084388" y="324624"/>
                  </a:lnTo>
                  <a:lnTo>
                    <a:pt x="2078128" y="324624"/>
                  </a:lnTo>
                  <a:lnTo>
                    <a:pt x="2071869" y="324624"/>
                  </a:lnTo>
                  <a:lnTo>
                    <a:pt x="2065609" y="324624"/>
                  </a:lnTo>
                  <a:lnTo>
                    <a:pt x="2059350" y="324624"/>
                  </a:lnTo>
                  <a:lnTo>
                    <a:pt x="2053090" y="324624"/>
                  </a:lnTo>
                  <a:lnTo>
                    <a:pt x="2046831" y="324624"/>
                  </a:lnTo>
                  <a:lnTo>
                    <a:pt x="2040572" y="324624"/>
                  </a:lnTo>
                  <a:lnTo>
                    <a:pt x="2034312" y="324624"/>
                  </a:lnTo>
                  <a:lnTo>
                    <a:pt x="2028053" y="324624"/>
                  </a:lnTo>
                  <a:lnTo>
                    <a:pt x="2021793" y="324624"/>
                  </a:lnTo>
                  <a:lnTo>
                    <a:pt x="2015534" y="324624"/>
                  </a:lnTo>
                  <a:lnTo>
                    <a:pt x="2009274" y="324624"/>
                  </a:lnTo>
                  <a:lnTo>
                    <a:pt x="2003015" y="324624"/>
                  </a:lnTo>
                  <a:lnTo>
                    <a:pt x="1996756" y="324624"/>
                  </a:lnTo>
                  <a:lnTo>
                    <a:pt x="1990496" y="324624"/>
                  </a:lnTo>
                  <a:lnTo>
                    <a:pt x="1984237" y="324624"/>
                  </a:lnTo>
                  <a:lnTo>
                    <a:pt x="1977977" y="324624"/>
                  </a:lnTo>
                  <a:lnTo>
                    <a:pt x="1971718" y="324624"/>
                  </a:lnTo>
                  <a:lnTo>
                    <a:pt x="1965458" y="324624"/>
                  </a:lnTo>
                  <a:lnTo>
                    <a:pt x="1959199" y="324624"/>
                  </a:lnTo>
                  <a:lnTo>
                    <a:pt x="1952940" y="324624"/>
                  </a:lnTo>
                  <a:lnTo>
                    <a:pt x="1946680" y="324624"/>
                  </a:lnTo>
                  <a:lnTo>
                    <a:pt x="1940421" y="324624"/>
                  </a:lnTo>
                  <a:lnTo>
                    <a:pt x="1934161" y="324624"/>
                  </a:lnTo>
                  <a:lnTo>
                    <a:pt x="1927902" y="324624"/>
                  </a:lnTo>
                  <a:lnTo>
                    <a:pt x="1921642" y="324624"/>
                  </a:lnTo>
                  <a:lnTo>
                    <a:pt x="1915383" y="324624"/>
                  </a:lnTo>
                  <a:lnTo>
                    <a:pt x="1909124" y="324624"/>
                  </a:lnTo>
                  <a:lnTo>
                    <a:pt x="1902864" y="324624"/>
                  </a:lnTo>
                  <a:lnTo>
                    <a:pt x="1896605" y="324624"/>
                  </a:lnTo>
                  <a:lnTo>
                    <a:pt x="1890345" y="324624"/>
                  </a:lnTo>
                  <a:lnTo>
                    <a:pt x="1884086" y="324624"/>
                  </a:lnTo>
                  <a:lnTo>
                    <a:pt x="1877827" y="324624"/>
                  </a:lnTo>
                  <a:lnTo>
                    <a:pt x="1871567" y="324624"/>
                  </a:lnTo>
                  <a:lnTo>
                    <a:pt x="1865308" y="324624"/>
                  </a:lnTo>
                  <a:lnTo>
                    <a:pt x="1859048" y="324624"/>
                  </a:lnTo>
                  <a:lnTo>
                    <a:pt x="1852789" y="324624"/>
                  </a:lnTo>
                  <a:lnTo>
                    <a:pt x="1846529" y="324624"/>
                  </a:lnTo>
                  <a:lnTo>
                    <a:pt x="1840270" y="324624"/>
                  </a:lnTo>
                  <a:lnTo>
                    <a:pt x="1834011" y="324624"/>
                  </a:lnTo>
                  <a:lnTo>
                    <a:pt x="1827751" y="324624"/>
                  </a:lnTo>
                  <a:lnTo>
                    <a:pt x="1821492" y="324624"/>
                  </a:lnTo>
                  <a:lnTo>
                    <a:pt x="1815232" y="324624"/>
                  </a:lnTo>
                  <a:lnTo>
                    <a:pt x="1808973" y="324624"/>
                  </a:lnTo>
                  <a:lnTo>
                    <a:pt x="1802713" y="324624"/>
                  </a:lnTo>
                  <a:lnTo>
                    <a:pt x="1796454" y="324624"/>
                  </a:lnTo>
                  <a:lnTo>
                    <a:pt x="1790195" y="324624"/>
                  </a:lnTo>
                  <a:lnTo>
                    <a:pt x="1783935" y="324624"/>
                  </a:lnTo>
                  <a:lnTo>
                    <a:pt x="1777676" y="324624"/>
                  </a:lnTo>
                  <a:lnTo>
                    <a:pt x="1771416" y="324624"/>
                  </a:lnTo>
                  <a:lnTo>
                    <a:pt x="1765157" y="324624"/>
                  </a:lnTo>
                  <a:lnTo>
                    <a:pt x="1758897" y="324624"/>
                  </a:lnTo>
                  <a:lnTo>
                    <a:pt x="1752638" y="324624"/>
                  </a:lnTo>
                  <a:lnTo>
                    <a:pt x="1746379" y="324624"/>
                  </a:lnTo>
                  <a:lnTo>
                    <a:pt x="1740119" y="324624"/>
                  </a:lnTo>
                  <a:lnTo>
                    <a:pt x="1733860" y="324624"/>
                  </a:lnTo>
                  <a:lnTo>
                    <a:pt x="1727600" y="324624"/>
                  </a:lnTo>
                  <a:lnTo>
                    <a:pt x="1721341" y="324624"/>
                  </a:lnTo>
                  <a:lnTo>
                    <a:pt x="1715082" y="324624"/>
                  </a:lnTo>
                  <a:lnTo>
                    <a:pt x="1708822" y="324624"/>
                  </a:lnTo>
                  <a:lnTo>
                    <a:pt x="1702563" y="324624"/>
                  </a:lnTo>
                  <a:lnTo>
                    <a:pt x="1696303" y="324624"/>
                  </a:lnTo>
                  <a:lnTo>
                    <a:pt x="1690044" y="324624"/>
                  </a:lnTo>
                  <a:lnTo>
                    <a:pt x="1683784" y="324624"/>
                  </a:lnTo>
                  <a:lnTo>
                    <a:pt x="1677525" y="324624"/>
                  </a:lnTo>
                  <a:lnTo>
                    <a:pt x="1671266" y="324624"/>
                  </a:lnTo>
                  <a:lnTo>
                    <a:pt x="1665006" y="324624"/>
                  </a:lnTo>
                  <a:lnTo>
                    <a:pt x="1658747" y="324624"/>
                  </a:lnTo>
                  <a:lnTo>
                    <a:pt x="1652487" y="324624"/>
                  </a:lnTo>
                  <a:lnTo>
                    <a:pt x="1646228" y="324624"/>
                  </a:lnTo>
                  <a:lnTo>
                    <a:pt x="1639968" y="324624"/>
                  </a:lnTo>
                  <a:lnTo>
                    <a:pt x="1633709" y="324624"/>
                  </a:lnTo>
                  <a:lnTo>
                    <a:pt x="1627450" y="324624"/>
                  </a:lnTo>
                  <a:lnTo>
                    <a:pt x="1621190" y="324624"/>
                  </a:lnTo>
                  <a:lnTo>
                    <a:pt x="1614931" y="324624"/>
                  </a:lnTo>
                  <a:lnTo>
                    <a:pt x="1608671" y="324624"/>
                  </a:lnTo>
                  <a:lnTo>
                    <a:pt x="1602412" y="324624"/>
                  </a:lnTo>
                  <a:lnTo>
                    <a:pt x="1596152" y="324624"/>
                  </a:lnTo>
                  <a:lnTo>
                    <a:pt x="1589893" y="324624"/>
                  </a:lnTo>
                  <a:lnTo>
                    <a:pt x="1583634" y="324624"/>
                  </a:lnTo>
                  <a:lnTo>
                    <a:pt x="1577374" y="324624"/>
                  </a:lnTo>
                  <a:lnTo>
                    <a:pt x="1571115" y="324624"/>
                  </a:lnTo>
                  <a:lnTo>
                    <a:pt x="1564855" y="324624"/>
                  </a:lnTo>
                  <a:lnTo>
                    <a:pt x="1558596" y="324624"/>
                  </a:lnTo>
                  <a:lnTo>
                    <a:pt x="1552337" y="324624"/>
                  </a:lnTo>
                  <a:lnTo>
                    <a:pt x="1546077" y="324624"/>
                  </a:lnTo>
                  <a:lnTo>
                    <a:pt x="1539818" y="324624"/>
                  </a:lnTo>
                  <a:lnTo>
                    <a:pt x="1533558" y="324624"/>
                  </a:lnTo>
                  <a:lnTo>
                    <a:pt x="1527299" y="324624"/>
                  </a:lnTo>
                  <a:lnTo>
                    <a:pt x="1521039" y="324624"/>
                  </a:lnTo>
                  <a:lnTo>
                    <a:pt x="1514780" y="324624"/>
                  </a:lnTo>
                  <a:lnTo>
                    <a:pt x="1508521" y="324624"/>
                  </a:lnTo>
                  <a:lnTo>
                    <a:pt x="1502261" y="324624"/>
                  </a:lnTo>
                  <a:lnTo>
                    <a:pt x="1496002" y="324624"/>
                  </a:lnTo>
                  <a:lnTo>
                    <a:pt x="1489742" y="324624"/>
                  </a:lnTo>
                  <a:lnTo>
                    <a:pt x="1483483" y="324624"/>
                  </a:lnTo>
                  <a:lnTo>
                    <a:pt x="1477223" y="324624"/>
                  </a:lnTo>
                  <a:lnTo>
                    <a:pt x="1470964" y="324624"/>
                  </a:lnTo>
                  <a:lnTo>
                    <a:pt x="1464705" y="324624"/>
                  </a:lnTo>
                  <a:lnTo>
                    <a:pt x="1458445" y="324624"/>
                  </a:lnTo>
                  <a:lnTo>
                    <a:pt x="1452186" y="324624"/>
                  </a:lnTo>
                  <a:lnTo>
                    <a:pt x="1445926" y="324624"/>
                  </a:lnTo>
                  <a:lnTo>
                    <a:pt x="1439667" y="324624"/>
                  </a:lnTo>
                  <a:lnTo>
                    <a:pt x="1433407" y="324624"/>
                  </a:lnTo>
                  <a:lnTo>
                    <a:pt x="1427148" y="324624"/>
                  </a:lnTo>
                  <a:lnTo>
                    <a:pt x="1420889" y="324624"/>
                  </a:lnTo>
                  <a:lnTo>
                    <a:pt x="1414629" y="324624"/>
                  </a:lnTo>
                  <a:lnTo>
                    <a:pt x="1408370" y="324624"/>
                  </a:lnTo>
                  <a:lnTo>
                    <a:pt x="1402110" y="324624"/>
                  </a:lnTo>
                  <a:lnTo>
                    <a:pt x="1395851" y="324624"/>
                  </a:lnTo>
                  <a:lnTo>
                    <a:pt x="1389592" y="324624"/>
                  </a:lnTo>
                  <a:lnTo>
                    <a:pt x="1383332" y="324624"/>
                  </a:lnTo>
                  <a:lnTo>
                    <a:pt x="1377073" y="324624"/>
                  </a:lnTo>
                  <a:lnTo>
                    <a:pt x="1370813" y="324624"/>
                  </a:lnTo>
                  <a:lnTo>
                    <a:pt x="1364554" y="324624"/>
                  </a:lnTo>
                  <a:lnTo>
                    <a:pt x="1358294" y="324624"/>
                  </a:lnTo>
                  <a:lnTo>
                    <a:pt x="1352035" y="324624"/>
                  </a:lnTo>
                  <a:lnTo>
                    <a:pt x="1345776" y="324624"/>
                  </a:lnTo>
                  <a:lnTo>
                    <a:pt x="1339516" y="324624"/>
                  </a:lnTo>
                  <a:lnTo>
                    <a:pt x="1333257" y="324624"/>
                  </a:lnTo>
                  <a:lnTo>
                    <a:pt x="1326997" y="324624"/>
                  </a:lnTo>
                  <a:lnTo>
                    <a:pt x="1320738" y="324624"/>
                  </a:lnTo>
                  <a:lnTo>
                    <a:pt x="1314478" y="324624"/>
                  </a:lnTo>
                  <a:lnTo>
                    <a:pt x="1308219" y="324624"/>
                  </a:lnTo>
                  <a:lnTo>
                    <a:pt x="1301960" y="324624"/>
                  </a:lnTo>
                  <a:lnTo>
                    <a:pt x="1295700" y="324624"/>
                  </a:lnTo>
                  <a:lnTo>
                    <a:pt x="1289441" y="324624"/>
                  </a:lnTo>
                  <a:lnTo>
                    <a:pt x="1283181" y="324624"/>
                  </a:lnTo>
                  <a:lnTo>
                    <a:pt x="1276922" y="324624"/>
                  </a:lnTo>
                  <a:lnTo>
                    <a:pt x="1270662" y="324624"/>
                  </a:lnTo>
                  <a:lnTo>
                    <a:pt x="1264403" y="324624"/>
                  </a:lnTo>
                  <a:lnTo>
                    <a:pt x="1258144" y="324624"/>
                  </a:lnTo>
                  <a:lnTo>
                    <a:pt x="1251884" y="324624"/>
                  </a:lnTo>
                  <a:lnTo>
                    <a:pt x="1245625" y="324624"/>
                  </a:lnTo>
                  <a:lnTo>
                    <a:pt x="1239365" y="324624"/>
                  </a:lnTo>
                  <a:lnTo>
                    <a:pt x="1233106" y="324624"/>
                  </a:lnTo>
                  <a:lnTo>
                    <a:pt x="1226846" y="324624"/>
                  </a:lnTo>
                  <a:lnTo>
                    <a:pt x="1220587" y="324624"/>
                  </a:lnTo>
                  <a:lnTo>
                    <a:pt x="1214328" y="324624"/>
                  </a:lnTo>
                  <a:lnTo>
                    <a:pt x="1208068" y="324624"/>
                  </a:lnTo>
                  <a:lnTo>
                    <a:pt x="1201809" y="324624"/>
                  </a:lnTo>
                  <a:lnTo>
                    <a:pt x="1195549" y="324624"/>
                  </a:lnTo>
                  <a:lnTo>
                    <a:pt x="1189290" y="324624"/>
                  </a:lnTo>
                  <a:lnTo>
                    <a:pt x="1183031" y="324624"/>
                  </a:lnTo>
                  <a:lnTo>
                    <a:pt x="1176771" y="324624"/>
                  </a:lnTo>
                  <a:lnTo>
                    <a:pt x="1170512" y="324624"/>
                  </a:lnTo>
                  <a:lnTo>
                    <a:pt x="1164252" y="324624"/>
                  </a:lnTo>
                  <a:lnTo>
                    <a:pt x="1157993" y="324624"/>
                  </a:lnTo>
                  <a:lnTo>
                    <a:pt x="1151733" y="324624"/>
                  </a:lnTo>
                  <a:lnTo>
                    <a:pt x="1145474" y="324624"/>
                  </a:lnTo>
                  <a:lnTo>
                    <a:pt x="1139215" y="324624"/>
                  </a:lnTo>
                  <a:lnTo>
                    <a:pt x="1132955" y="324624"/>
                  </a:lnTo>
                  <a:lnTo>
                    <a:pt x="1126696" y="324624"/>
                  </a:lnTo>
                  <a:lnTo>
                    <a:pt x="1120436" y="324624"/>
                  </a:lnTo>
                  <a:lnTo>
                    <a:pt x="1114177" y="324624"/>
                  </a:lnTo>
                  <a:lnTo>
                    <a:pt x="1107917" y="324624"/>
                  </a:lnTo>
                  <a:lnTo>
                    <a:pt x="1101658" y="324624"/>
                  </a:lnTo>
                  <a:lnTo>
                    <a:pt x="1095399" y="324624"/>
                  </a:lnTo>
                  <a:lnTo>
                    <a:pt x="1089139" y="324624"/>
                  </a:lnTo>
                  <a:lnTo>
                    <a:pt x="1082880" y="324624"/>
                  </a:lnTo>
                  <a:lnTo>
                    <a:pt x="1076620" y="324624"/>
                  </a:lnTo>
                  <a:lnTo>
                    <a:pt x="1070361" y="324624"/>
                  </a:lnTo>
                  <a:lnTo>
                    <a:pt x="1064101" y="324624"/>
                  </a:lnTo>
                  <a:lnTo>
                    <a:pt x="1057842" y="324624"/>
                  </a:lnTo>
                  <a:lnTo>
                    <a:pt x="1051583" y="324624"/>
                  </a:lnTo>
                  <a:lnTo>
                    <a:pt x="1045323" y="324624"/>
                  </a:lnTo>
                  <a:lnTo>
                    <a:pt x="1039064" y="324624"/>
                  </a:lnTo>
                  <a:lnTo>
                    <a:pt x="1032804" y="324624"/>
                  </a:lnTo>
                  <a:lnTo>
                    <a:pt x="1026545" y="324624"/>
                  </a:lnTo>
                  <a:lnTo>
                    <a:pt x="1020286" y="324624"/>
                  </a:lnTo>
                  <a:lnTo>
                    <a:pt x="1014026" y="324624"/>
                  </a:lnTo>
                  <a:lnTo>
                    <a:pt x="1007767" y="324624"/>
                  </a:lnTo>
                  <a:lnTo>
                    <a:pt x="1001507" y="324624"/>
                  </a:lnTo>
                  <a:lnTo>
                    <a:pt x="995248" y="324624"/>
                  </a:lnTo>
                  <a:lnTo>
                    <a:pt x="988988" y="324624"/>
                  </a:lnTo>
                  <a:lnTo>
                    <a:pt x="982729" y="324624"/>
                  </a:lnTo>
                  <a:lnTo>
                    <a:pt x="976470" y="324624"/>
                  </a:lnTo>
                  <a:lnTo>
                    <a:pt x="970210" y="324624"/>
                  </a:lnTo>
                  <a:lnTo>
                    <a:pt x="963951" y="324624"/>
                  </a:lnTo>
                  <a:lnTo>
                    <a:pt x="957691" y="324624"/>
                  </a:lnTo>
                  <a:lnTo>
                    <a:pt x="951432" y="324624"/>
                  </a:lnTo>
                  <a:lnTo>
                    <a:pt x="945172" y="324624"/>
                  </a:lnTo>
                  <a:lnTo>
                    <a:pt x="938913" y="324624"/>
                  </a:lnTo>
                  <a:lnTo>
                    <a:pt x="932654" y="324624"/>
                  </a:lnTo>
                  <a:lnTo>
                    <a:pt x="926394" y="324624"/>
                  </a:lnTo>
                  <a:lnTo>
                    <a:pt x="920135" y="324624"/>
                  </a:lnTo>
                  <a:lnTo>
                    <a:pt x="913875" y="324624"/>
                  </a:lnTo>
                  <a:lnTo>
                    <a:pt x="907616" y="324624"/>
                  </a:lnTo>
                  <a:lnTo>
                    <a:pt x="901356" y="324624"/>
                  </a:lnTo>
                  <a:lnTo>
                    <a:pt x="895097" y="324624"/>
                  </a:lnTo>
                  <a:lnTo>
                    <a:pt x="888838" y="324624"/>
                  </a:lnTo>
                  <a:lnTo>
                    <a:pt x="882578" y="324624"/>
                  </a:lnTo>
                  <a:lnTo>
                    <a:pt x="876319" y="324624"/>
                  </a:lnTo>
                  <a:lnTo>
                    <a:pt x="870059" y="324624"/>
                  </a:lnTo>
                  <a:lnTo>
                    <a:pt x="863800" y="324624"/>
                  </a:lnTo>
                  <a:lnTo>
                    <a:pt x="857541" y="324624"/>
                  </a:lnTo>
                  <a:lnTo>
                    <a:pt x="851281" y="324624"/>
                  </a:lnTo>
                  <a:lnTo>
                    <a:pt x="845022" y="324624"/>
                  </a:lnTo>
                  <a:lnTo>
                    <a:pt x="838762" y="324624"/>
                  </a:lnTo>
                  <a:lnTo>
                    <a:pt x="832503" y="324624"/>
                  </a:lnTo>
                  <a:lnTo>
                    <a:pt x="826243" y="324624"/>
                  </a:lnTo>
                  <a:lnTo>
                    <a:pt x="819984" y="324624"/>
                  </a:lnTo>
                  <a:lnTo>
                    <a:pt x="813725" y="324624"/>
                  </a:lnTo>
                  <a:lnTo>
                    <a:pt x="807465" y="324624"/>
                  </a:lnTo>
                  <a:lnTo>
                    <a:pt x="801206" y="324624"/>
                  </a:lnTo>
                  <a:lnTo>
                    <a:pt x="794946" y="324624"/>
                  </a:lnTo>
                  <a:lnTo>
                    <a:pt x="788687" y="324624"/>
                  </a:lnTo>
                  <a:lnTo>
                    <a:pt x="782427" y="324624"/>
                  </a:lnTo>
                  <a:lnTo>
                    <a:pt x="776168" y="324624"/>
                  </a:lnTo>
                  <a:lnTo>
                    <a:pt x="769909" y="324624"/>
                  </a:lnTo>
                  <a:lnTo>
                    <a:pt x="763649" y="324624"/>
                  </a:lnTo>
                  <a:lnTo>
                    <a:pt x="757390" y="324624"/>
                  </a:lnTo>
                  <a:lnTo>
                    <a:pt x="751130" y="324624"/>
                  </a:lnTo>
                  <a:lnTo>
                    <a:pt x="744871" y="324624"/>
                  </a:lnTo>
                  <a:lnTo>
                    <a:pt x="738611" y="324624"/>
                  </a:lnTo>
                  <a:lnTo>
                    <a:pt x="732352" y="324624"/>
                  </a:lnTo>
                  <a:lnTo>
                    <a:pt x="726093" y="324624"/>
                  </a:lnTo>
                  <a:lnTo>
                    <a:pt x="719833" y="324624"/>
                  </a:lnTo>
                  <a:lnTo>
                    <a:pt x="713574" y="324624"/>
                  </a:lnTo>
                  <a:lnTo>
                    <a:pt x="707314" y="324624"/>
                  </a:lnTo>
                  <a:lnTo>
                    <a:pt x="701055" y="324624"/>
                  </a:lnTo>
                  <a:lnTo>
                    <a:pt x="694796" y="324624"/>
                  </a:lnTo>
                  <a:lnTo>
                    <a:pt x="688536" y="324624"/>
                  </a:lnTo>
                  <a:lnTo>
                    <a:pt x="682277" y="324624"/>
                  </a:lnTo>
                  <a:lnTo>
                    <a:pt x="676017" y="324624"/>
                  </a:lnTo>
                  <a:lnTo>
                    <a:pt x="669758" y="324624"/>
                  </a:lnTo>
                  <a:lnTo>
                    <a:pt x="663498" y="324624"/>
                  </a:lnTo>
                  <a:lnTo>
                    <a:pt x="657239" y="324624"/>
                  </a:lnTo>
                  <a:lnTo>
                    <a:pt x="650980" y="324624"/>
                  </a:lnTo>
                  <a:lnTo>
                    <a:pt x="644720" y="324624"/>
                  </a:lnTo>
                  <a:lnTo>
                    <a:pt x="638461" y="324624"/>
                  </a:lnTo>
                  <a:lnTo>
                    <a:pt x="632201" y="324624"/>
                  </a:lnTo>
                  <a:lnTo>
                    <a:pt x="625942" y="324624"/>
                  </a:lnTo>
                  <a:lnTo>
                    <a:pt x="619682" y="324624"/>
                  </a:lnTo>
                  <a:lnTo>
                    <a:pt x="613423" y="324624"/>
                  </a:lnTo>
                  <a:lnTo>
                    <a:pt x="607164" y="324624"/>
                  </a:lnTo>
                  <a:lnTo>
                    <a:pt x="600904" y="324624"/>
                  </a:lnTo>
                  <a:lnTo>
                    <a:pt x="594645" y="324624"/>
                  </a:lnTo>
                  <a:lnTo>
                    <a:pt x="588385" y="324624"/>
                  </a:lnTo>
                  <a:lnTo>
                    <a:pt x="582126" y="324624"/>
                  </a:lnTo>
                  <a:lnTo>
                    <a:pt x="575866" y="324624"/>
                  </a:lnTo>
                  <a:lnTo>
                    <a:pt x="569607" y="324624"/>
                  </a:lnTo>
                  <a:lnTo>
                    <a:pt x="563348" y="324624"/>
                  </a:lnTo>
                  <a:lnTo>
                    <a:pt x="557088" y="324624"/>
                  </a:lnTo>
                  <a:lnTo>
                    <a:pt x="550829" y="324624"/>
                  </a:lnTo>
                  <a:lnTo>
                    <a:pt x="544569" y="324624"/>
                  </a:lnTo>
                  <a:lnTo>
                    <a:pt x="538310" y="324624"/>
                  </a:lnTo>
                  <a:lnTo>
                    <a:pt x="532050" y="324624"/>
                  </a:lnTo>
                  <a:lnTo>
                    <a:pt x="525791" y="324624"/>
                  </a:lnTo>
                  <a:lnTo>
                    <a:pt x="519532" y="324624"/>
                  </a:lnTo>
                  <a:lnTo>
                    <a:pt x="513272" y="324624"/>
                  </a:lnTo>
                  <a:lnTo>
                    <a:pt x="507013" y="324624"/>
                  </a:lnTo>
                  <a:lnTo>
                    <a:pt x="500753" y="324624"/>
                  </a:lnTo>
                  <a:lnTo>
                    <a:pt x="494494" y="324624"/>
                  </a:lnTo>
                  <a:lnTo>
                    <a:pt x="488235" y="324624"/>
                  </a:lnTo>
                  <a:lnTo>
                    <a:pt x="481975" y="324624"/>
                  </a:lnTo>
                  <a:lnTo>
                    <a:pt x="475716" y="324624"/>
                  </a:lnTo>
                  <a:lnTo>
                    <a:pt x="469456" y="324624"/>
                  </a:lnTo>
                  <a:lnTo>
                    <a:pt x="463197" y="324624"/>
                  </a:lnTo>
                  <a:lnTo>
                    <a:pt x="456937" y="324624"/>
                  </a:lnTo>
                  <a:lnTo>
                    <a:pt x="450678" y="324624"/>
                  </a:lnTo>
                  <a:lnTo>
                    <a:pt x="444419" y="324624"/>
                  </a:lnTo>
                  <a:lnTo>
                    <a:pt x="438159" y="324624"/>
                  </a:lnTo>
                  <a:lnTo>
                    <a:pt x="431900" y="324624"/>
                  </a:lnTo>
                  <a:lnTo>
                    <a:pt x="425640" y="324624"/>
                  </a:lnTo>
                  <a:lnTo>
                    <a:pt x="419381" y="324624"/>
                  </a:lnTo>
                  <a:lnTo>
                    <a:pt x="413121" y="324624"/>
                  </a:lnTo>
                  <a:lnTo>
                    <a:pt x="406862" y="324624"/>
                  </a:lnTo>
                  <a:lnTo>
                    <a:pt x="400603" y="324624"/>
                  </a:lnTo>
                  <a:lnTo>
                    <a:pt x="394343" y="324624"/>
                  </a:lnTo>
                  <a:lnTo>
                    <a:pt x="388084" y="324624"/>
                  </a:lnTo>
                  <a:lnTo>
                    <a:pt x="381824" y="324624"/>
                  </a:lnTo>
                  <a:lnTo>
                    <a:pt x="375565" y="324624"/>
                  </a:lnTo>
                  <a:lnTo>
                    <a:pt x="369305" y="324624"/>
                  </a:lnTo>
                  <a:lnTo>
                    <a:pt x="363046" y="324624"/>
                  </a:lnTo>
                  <a:lnTo>
                    <a:pt x="356787" y="324624"/>
                  </a:lnTo>
                  <a:lnTo>
                    <a:pt x="350527" y="324624"/>
                  </a:lnTo>
                  <a:lnTo>
                    <a:pt x="344268" y="324624"/>
                  </a:lnTo>
                  <a:lnTo>
                    <a:pt x="338008" y="324624"/>
                  </a:lnTo>
                  <a:lnTo>
                    <a:pt x="331749" y="324624"/>
                  </a:lnTo>
                  <a:lnTo>
                    <a:pt x="325490" y="324624"/>
                  </a:lnTo>
                  <a:lnTo>
                    <a:pt x="319230" y="324624"/>
                  </a:lnTo>
                  <a:lnTo>
                    <a:pt x="312971" y="324624"/>
                  </a:lnTo>
                  <a:lnTo>
                    <a:pt x="306711" y="324624"/>
                  </a:lnTo>
                  <a:lnTo>
                    <a:pt x="300452" y="324624"/>
                  </a:lnTo>
                  <a:lnTo>
                    <a:pt x="294192" y="324624"/>
                  </a:lnTo>
                  <a:lnTo>
                    <a:pt x="287933" y="324624"/>
                  </a:lnTo>
                  <a:lnTo>
                    <a:pt x="281674" y="324624"/>
                  </a:lnTo>
                  <a:lnTo>
                    <a:pt x="275414" y="324624"/>
                  </a:lnTo>
                  <a:lnTo>
                    <a:pt x="269155" y="324624"/>
                  </a:lnTo>
                  <a:lnTo>
                    <a:pt x="262895" y="324624"/>
                  </a:lnTo>
                  <a:lnTo>
                    <a:pt x="256636" y="324624"/>
                  </a:lnTo>
                  <a:lnTo>
                    <a:pt x="250376" y="324624"/>
                  </a:lnTo>
                  <a:lnTo>
                    <a:pt x="244117" y="324624"/>
                  </a:lnTo>
                  <a:lnTo>
                    <a:pt x="237858" y="324624"/>
                  </a:lnTo>
                  <a:lnTo>
                    <a:pt x="231598" y="324624"/>
                  </a:lnTo>
                  <a:lnTo>
                    <a:pt x="225339" y="324624"/>
                  </a:lnTo>
                  <a:lnTo>
                    <a:pt x="219079" y="324624"/>
                  </a:lnTo>
                  <a:lnTo>
                    <a:pt x="212820" y="324624"/>
                  </a:lnTo>
                  <a:lnTo>
                    <a:pt x="206560" y="324624"/>
                  </a:lnTo>
                  <a:lnTo>
                    <a:pt x="200301" y="324624"/>
                  </a:lnTo>
                  <a:lnTo>
                    <a:pt x="194042" y="324624"/>
                  </a:lnTo>
                  <a:lnTo>
                    <a:pt x="187782" y="324624"/>
                  </a:lnTo>
                  <a:lnTo>
                    <a:pt x="181523" y="324624"/>
                  </a:lnTo>
                  <a:lnTo>
                    <a:pt x="175263" y="324624"/>
                  </a:lnTo>
                  <a:lnTo>
                    <a:pt x="169004" y="324624"/>
                  </a:lnTo>
                  <a:lnTo>
                    <a:pt x="162745" y="324624"/>
                  </a:lnTo>
                  <a:lnTo>
                    <a:pt x="156485" y="324624"/>
                  </a:lnTo>
                  <a:lnTo>
                    <a:pt x="150226" y="324624"/>
                  </a:lnTo>
                  <a:lnTo>
                    <a:pt x="143966" y="324624"/>
                  </a:lnTo>
                  <a:lnTo>
                    <a:pt x="137707" y="324624"/>
                  </a:lnTo>
                  <a:lnTo>
                    <a:pt x="131447" y="324624"/>
                  </a:lnTo>
                  <a:lnTo>
                    <a:pt x="125188" y="324624"/>
                  </a:lnTo>
                  <a:lnTo>
                    <a:pt x="118929" y="324624"/>
                  </a:lnTo>
                  <a:lnTo>
                    <a:pt x="112669" y="324624"/>
                  </a:lnTo>
                  <a:lnTo>
                    <a:pt x="106410" y="324624"/>
                  </a:lnTo>
                  <a:lnTo>
                    <a:pt x="100150" y="324624"/>
                  </a:lnTo>
                  <a:lnTo>
                    <a:pt x="93891" y="324624"/>
                  </a:lnTo>
                  <a:lnTo>
                    <a:pt x="87631" y="324624"/>
                  </a:lnTo>
                  <a:lnTo>
                    <a:pt x="81372" y="324624"/>
                  </a:lnTo>
                  <a:lnTo>
                    <a:pt x="75113" y="324624"/>
                  </a:lnTo>
                  <a:lnTo>
                    <a:pt x="68853" y="324624"/>
                  </a:lnTo>
                  <a:lnTo>
                    <a:pt x="62594" y="324624"/>
                  </a:lnTo>
                  <a:lnTo>
                    <a:pt x="56334" y="324624"/>
                  </a:lnTo>
                  <a:lnTo>
                    <a:pt x="50075" y="324624"/>
                  </a:lnTo>
                  <a:lnTo>
                    <a:pt x="43815" y="324624"/>
                  </a:lnTo>
                  <a:lnTo>
                    <a:pt x="37556" y="324624"/>
                  </a:lnTo>
                  <a:lnTo>
                    <a:pt x="31297" y="324624"/>
                  </a:lnTo>
                  <a:lnTo>
                    <a:pt x="25037" y="324624"/>
                  </a:lnTo>
                  <a:lnTo>
                    <a:pt x="18778" y="324624"/>
                  </a:lnTo>
                  <a:lnTo>
                    <a:pt x="12518" y="324624"/>
                  </a:lnTo>
                  <a:lnTo>
                    <a:pt x="6259" y="32462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749798" y="4606519"/>
              <a:ext cx="3198565" cy="324623"/>
            </a:xfrm>
            <a:custGeom>
              <a:avLst/>
              <a:pathLst>
                <a:path w="3198565" h="324623">
                  <a:moveTo>
                    <a:pt x="0" y="324623"/>
                  </a:moveTo>
                  <a:lnTo>
                    <a:pt x="6259" y="324622"/>
                  </a:lnTo>
                  <a:lnTo>
                    <a:pt x="12518" y="324621"/>
                  </a:lnTo>
                  <a:lnTo>
                    <a:pt x="18778" y="324619"/>
                  </a:lnTo>
                  <a:lnTo>
                    <a:pt x="25037" y="324616"/>
                  </a:lnTo>
                  <a:lnTo>
                    <a:pt x="31297" y="324612"/>
                  </a:lnTo>
                  <a:lnTo>
                    <a:pt x="37556" y="324605"/>
                  </a:lnTo>
                  <a:lnTo>
                    <a:pt x="43815" y="324594"/>
                  </a:lnTo>
                  <a:lnTo>
                    <a:pt x="50075" y="324578"/>
                  </a:lnTo>
                  <a:lnTo>
                    <a:pt x="56334" y="324554"/>
                  </a:lnTo>
                  <a:lnTo>
                    <a:pt x="62594" y="324520"/>
                  </a:lnTo>
                  <a:lnTo>
                    <a:pt x="68853" y="324471"/>
                  </a:lnTo>
                  <a:lnTo>
                    <a:pt x="75113" y="324404"/>
                  </a:lnTo>
                  <a:lnTo>
                    <a:pt x="81372" y="324312"/>
                  </a:lnTo>
                  <a:lnTo>
                    <a:pt x="87631" y="324189"/>
                  </a:lnTo>
                  <a:lnTo>
                    <a:pt x="93891" y="324025"/>
                  </a:lnTo>
                  <a:lnTo>
                    <a:pt x="100150" y="323805"/>
                  </a:lnTo>
                  <a:lnTo>
                    <a:pt x="106410" y="323523"/>
                  </a:lnTo>
                  <a:lnTo>
                    <a:pt x="112669" y="323167"/>
                  </a:lnTo>
                  <a:lnTo>
                    <a:pt x="118929" y="322727"/>
                  </a:lnTo>
                  <a:lnTo>
                    <a:pt x="125188" y="322191"/>
                  </a:lnTo>
                  <a:lnTo>
                    <a:pt x="131447" y="321549"/>
                  </a:lnTo>
                  <a:lnTo>
                    <a:pt x="137707" y="320794"/>
                  </a:lnTo>
                  <a:lnTo>
                    <a:pt x="143966" y="319919"/>
                  </a:lnTo>
                  <a:lnTo>
                    <a:pt x="150226" y="318924"/>
                  </a:lnTo>
                  <a:lnTo>
                    <a:pt x="156485" y="317794"/>
                  </a:lnTo>
                  <a:lnTo>
                    <a:pt x="162745" y="316555"/>
                  </a:lnTo>
                  <a:lnTo>
                    <a:pt x="169004" y="315221"/>
                  </a:lnTo>
                  <a:lnTo>
                    <a:pt x="175263" y="313813"/>
                  </a:lnTo>
                  <a:lnTo>
                    <a:pt x="181523" y="312356"/>
                  </a:lnTo>
                  <a:lnTo>
                    <a:pt x="187782" y="310880"/>
                  </a:lnTo>
                  <a:lnTo>
                    <a:pt x="194042" y="309417"/>
                  </a:lnTo>
                  <a:lnTo>
                    <a:pt x="200301" y="308003"/>
                  </a:lnTo>
                  <a:lnTo>
                    <a:pt x="206560" y="306676"/>
                  </a:lnTo>
                  <a:lnTo>
                    <a:pt x="212820" y="305488"/>
                  </a:lnTo>
                  <a:lnTo>
                    <a:pt x="219079" y="304475"/>
                  </a:lnTo>
                  <a:lnTo>
                    <a:pt x="225339" y="303660"/>
                  </a:lnTo>
                  <a:lnTo>
                    <a:pt x="231598" y="303065"/>
                  </a:lnTo>
                  <a:lnTo>
                    <a:pt x="237858" y="302706"/>
                  </a:lnTo>
                  <a:lnTo>
                    <a:pt x="244117" y="302592"/>
                  </a:lnTo>
                  <a:lnTo>
                    <a:pt x="250376" y="302721"/>
                  </a:lnTo>
                  <a:lnTo>
                    <a:pt x="256636" y="303086"/>
                  </a:lnTo>
                  <a:lnTo>
                    <a:pt x="262895" y="303670"/>
                  </a:lnTo>
                  <a:lnTo>
                    <a:pt x="269155" y="304456"/>
                  </a:lnTo>
                  <a:lnTo>
                    <a:pt x="275414" y="305412"/>
                  </a:lnTo>
                  <a:lnTo>
                    <a:pt x="281674" y="306484"/>
                  </a:lnTo>
                  <a:lnTo>
                    <a:pt x="287933" y="307636"/>
                  </a:lnTo>
                  <a:lnTo>
                    <a:pt x="294192" y="308829"/>
                  </a:lnTo>
                  <a:lnTo>
                    <a:pt x="300452" y="310028"/>
                  </a:lnTo>
                  <a:lnTo>
                    <a:pt x="306711" y="311202"/>
                  </a:lnTo>
                  <a:lnTo>
                    <a:pt x="312971" y="312321"/>
                  </a:lnTo>
                  <a:lnTo>
                    <a:pt x="319230" y="313364"/>
                  </a:lnTo>
                  <a:lnTo>
                    <a:pt x="325490" y="314312"/>
                  </a:lnTo>
                  <a:lnTo>
                    <a:pt x="331749" y="315144"/>
                  </a:lnTo>
                  <a:lnTo>
                    <a:pt x="338008" y="315870"/>
                  </a:lnTo>
                  <a:lnTo>
                    <a:pt x="344268" y="316491"/>
                  </a:lnTo>
                  <a:lnTo>
                    <a:pt x="350527" y="317013"/>
                  </a:lnTo>
                  <a:lnTo>
                    <a:pt x="356787" y="317444"/>
                  </a:lnTo>
                  <a:lnTo>
                    <a:pt x="363046" y="317792"/>
                  </a:lnTo>
                  <a:lnTo>
                    <a:pt x="369305" y="318066"/>
                  </a:lnTo>
                  <a:lnTo>
                    <a:pt x="375565" y="318273"/>
                  </a:lnTo>
                  <a:lnTo>
                    <a:pt x="381824" y="318419"/>
                  </a:lnTo>
                  <a:lnTo>
                    <a:pt x="388084" y="318501"/>
                  </a:lnTo>
                  <a:lnTo>
                    <a:pt x="394343" y="318525"/>
                  </a:lnTo>
                  <a:lnTo>
                    <a:pt x="400603" y="318490"/>
                  </a:lnTo>
                  <a:lnTo>
                    <a:pt x="406862" y="318392"/>
                  </a:lnTo>
                  <a:lnTo>
                    <a:pt x="413121" y="318226"/>
                  </a:lnTo>
                  <a:lnTo>
                    <a:pt x="419381" y="317987"/>
                  </a:lnTo>
                  <a:lnTo>
                    <a:pt x="425640" y="317672"/>
                  </a:lnTo>
                  <a:lnTo>
                    <a:pt x="431900" y="317275"/>
                  </a:lnTo>
                  <a:lnTo>
                    <a:pt x="438159" y="316798"/>
                  </a:lnTo>
                  <a:lnTo>
                    <a:pt x="444419" y="316235"/>
                  </a:lnTo>
                  <a:lnTo>
                    <a:pt x="450678" y="315597"/>
                  </a:lnTo>
                  <a:lnTo>
                    <a:pt x="456937" y="314896"/>
                  </a:lnTo>
                  <a:lnTo>
                    <a:pt x="463197" y="314146"/>
                  </a:lnTo>
                  <a:lnTo>
                    <a:pt x="469456" y="313359"/>
                  </a:lnTo>
                  <a:lnTo>
                    <a:pt x="475716" y="312552"/>
                  </a:lnTo>
                  <a:lnTo>
                    <a:pt x="481975" y="311741"/>
                  </a:lnTo>
                  <a:lnTo>
                    <a:pt x="488235" y="310939"/>
                  </a:lnTo>
                  <a:lnTo>
                    <a:pt x="494494" y="310160"/>
                  </a:lnTo>
                  <a:lnTo>
                    <a:pt x="500753" y="309420"/>
                  </a:lnTo>
                  <a:lnTo>
                    <a:pt x="507013" y="308729"/>
                  </a:lnTo>
                  <a:lnTo>
                    <a:pt x="513272" y="308090"/>
                  </a:lnTo>
                  <a:lnTo>
                    <a:pt x="519532" y="307505"/>
                  </a:lnTo>
                  <a:lnTo>
                    <a:pt x="525791" y="306976"/>
                  </a:lnTo>
                  <a:lnTo>
                    <a:pt x="532050" y="306502"/>
                  </a:lnTo>
                  <a:lnTo>
                    <a:pt x="538310" y="306081"/>
                  </a:lnTo>
                  <a:lnTo>
                    <a:pt x="544569" y="305712"/>
                  </a:lnTo>
                  <a:lnTo>
                    <a:pt x="550829" y="305392"/>
                  </a:lnTo>
                  <a:lnTo>
                    <a:pt x="557088" y="305120"/>
                  </a:lnTo>
                  <a:lnTo>
                    <a:pt x="563348" y="304898"/>
                  </a:lnTo>
                  <a:lnTo>
                    <a:pt x="569607" y="304715"/>
                  </a:lnTo>
                  <a:lnTo>
                    <a:pt x="575866" y="304568"/>
                  </a:lnTo>
                  <a:lnTo>
                    <a:pt x="582126" y="304449"/>
                  </a:lnTo>
                  <a:lnTo>
                    <a:pt x="588385" y="304349"/>
                  </a:lnTo>
                  <a:lnTo>
                    <a:pt x="594645" y="304258"/>
                  </a:lnTo>
                  <a:lnTo>
                    <a:pt x="600904" y="304160"/>
                  </a:lnTo>
                  <a:lnTo>
                    <a:pt x="607164" y="304042"/>
                  </a:lnTo>
                  <a:lnTo>
                    <a:pt x="613423" y="303884"/>
                  </a:lnTo>
                  <a:lnTo>
                    <a:pt x="619682" y="303660"/>
                  </a:lnTo>
                  <a:lnTo>
                    <a:pt x="625942" y="303355"/>
                  </a:lnTo>
                  <a:lnTo>
                    <a:pt x="632201" y="302957"/>
                  </a:lnTo>
                  <a:lnTo>
                    <a:pt x="638461" y="302455"/>
                  </a:lnTo>
                  <a:lnTo>
                    <a:pt x="644720" y="301843"/>
                  </a:lnTo>
                  <a:lnTo>
                    <a:pt x="650980" y="301120"/>
                  </a:lnTo>
                  <a:lnTo>
                    <a:pt x="657239" y="300291"/>
                  </a:lnTo>
                  <a:lnTo>
                    <a:pt x="663498" y="299362"/>
                  </a:lnTo>
                  <a:lnTo>
                    <a:pt x="669758" y="298349"/>
                  </a:lnTo>
                  <a:lnTo>
                    <a:pt x="676017" y="297262"/>
                  </a:lnTo>
                  <a:lnTo>
                    <a:pt x="682277" y="296125"/>
                  </a:lnTo>
                  <a:lnTo>
                    <a:pt x="688536" y="294960"/>
                  </a:lnTo>
                  <a:lnTo>
                    <a:pt x="694796" y="293782"/>
                  </a:lnTo>
                  <a:lnTo>
                    <a:pt x="701055" y="292605"/>
                  </a:lnTo>
                  <a:lnTo>
                    <a:pt x="707314" y="291438"/>
                  </a:lnTo>
                  <a:lnTo>
                    <a:pt x="713574" y="290288"/>
                  </a:lnTo>
                  <a:lnTo>
                    <a:pt x="719833" y="289160"/>
                  </a:lnTo>
                  <a:lnTo>
                    <a:pt x="726093" y="288054"/>
                  </a:lnTo>
                  <a:lnTo>
                    <a:pt x="732352" y="286971"/>
                  </a:lnTo>
                  <a:lnTo>
                    <a:pt x="738611" y="285909"/>
                  </a:lnTo>
                  <a:lnTo>
                    <a:pt x="744871" y="284863"/>
                  </a:lnTo>
                  <a:lnTo>
                    <a:pt x="751130" y="283829"/>
                  </a:lnTo>
                  <a:lnTo>
                    <a:pt x="757390" y="282803"/>
                  </a:lnTo>
                  <a:lnTo>
                    <a:pt x="763649" y="281781"/>
                  </a:lnTo>
                  <a:lnTo>
                    <a:pt x="769909" y="280756"/>
                  </a:lnTo>
                  <a:lnTo>
                    <a:pt x="776168" y="279719"/>
                  </a:lnTo>
                  <a:lnTo>
                    <a:pt x="782427" y="278661"/>
                  </a:lnTo>
                  <a:lnTo>
                    <a:pt x="788687" y="277564"/>
                  </a:lnTo>
                  <a:lnTo>
                    <a:pt x="794946" y="276403"/>
                  </a:lnTo>
                  <a:lnTo>
                    <a:pt x="801206" y="275160"/>
                  </a:lnTo>
                  <a:lnTo>
                    <a:pt x="807465" y="273810"/>
                  </a:lnTo>
                  <a:lnTo>
                    <a:pt x="813725" y="272330"/>
                  </a:lnTo>
                  <a:lnTo>
                    <a:pt x="819984" y="270693"/>
                  </a:lnTo>
                  <a:lnTo>
                    <a:pt x="826243" y="268877"/>
                  </a:lnTo>
                  <a:lnTo>
                    <a:pt x="832503" y="266858"/>
                  </a:lnTo>
                  <a:lnTo>
                    <a:pt x="838762" y="264615"/>
                  </a:lnTo>
                  <a:lnTo>
                    <a:pt x="845022" y="262128"/>
                  </a:lnTo>
                  <a:lnTo>
                    <a:pt x="851281" y="259345"/>
                  </a:lnTo>
                  <a:lnTo>
                    <a:pt x="857541" y="256265"/>
                  </a:lnTo>
                  <a:lnTo>
                    <a:pt x="863800" y="252870"/>
                  </a:lnTo>
                  <a:lnTo>
                    <a:pt x="870059" y="249131"/>
                  </a:lnTo>
                  <a:lnTo>
                    <a:pt x="876319" y="245011"/>
                  </a:lnTo>
                  <a:lnTo>
                    <a:pt x="882578" y="240468"/>
                  </a:lnTo>
                  <a:lnTo>
                    <a:pt x="888838" y="235450"/>
                  </a:lnTo>
                  <a:lnTo>
                    <a:pt x="895097" y="229899"/>
                  </a:lnTo>
                  <a:lnTo>
                    <a:pt x="901356" y="223751"/>
                  </a:lnTo>
                  <a:lnTo>
                    <a:pt x="907616" y="216877"/>
                  </a:lnTo>
                  <a:lnTo>
                    <a:pt x="913875" y="209211"/>
                  </a:lnTo>
                  <a:lnTo>
                    <a:pt x="920135" y="200733"/>
                  </a:lnTo>
                  <a:lnTo>
                    <a:pt x="926394" y="191397"/>
                  </a:lnTo>
                  <a:lnTo>
                    <a:pt x="932654" y="181177"/>
                  </a:lnTo>
                  <a:lnTo>
                    <a:pt x="938913" y="170068"/>
                  </a:lnTo>
                  <a:lnTo>
                    <a:pt x="945172" y="158096"/>
                  </a:lnTo>
                  <a:lnTo>
                    <a:pt x="951432" y="145316"/>
                  </a:lnTo>
                  <a:lnTo>
                    <a:pt x="957691" y="131821"/>
                  </a:lnTo>
                  <a:lnTo>
                    <a:pt x="963951" y="117725"/>
                  </a:lnTo>
                  <a:lnTo>
                    <a:pt x="970210" y="103224"/>
                  </a:lnTo>
                  <a:lnTo>
                    <a:pt x="976470" y="88599"/>
                  </a:lnTo>
                  <a:lnTo>
                    <a:pt x="982729" y="74108"/>
                  </a:lnTo>
                  <a:lnTo>
                    <a:pt x="988988" y="60038"/>
                  </a:lnTo>
                  <a:lnTo>
                    <a:pt x="995248" y="46695"/>
                  </a:lnTo>
                  <a:lnTo>
                    <a:pt x="1001507" y="34395"/>
                  </a:lnTo>
                  <a:lnTo>
                    <a:pt x="1007767" y="23459"/>
                  </a:lnTo>
                  <a:lnTo>
                    <a:pt x="1014026" y="14199"/>
                  </a:lnTo>
                  <a:lnTo>
                    <a:pt x="1020286" y="6929"/>
                  </a:lnTo>
                  <a:lnTo>
                    <a:pt x="1026545" y="2217"/>
                  </a:lnTo>
                  <a:lnTo>
                    <a:pt x="1032804" y="0"/>
                  </a:lnTo>
                  <a:lnTo>
                    <a:pt x="1039064" y="407"/>
                  </a:lnTo>
                  <a:lnTo>
                    <a:pt x="1045323" y="3505"/>
                  </a:lnTo>
                  <a:lnTo>
                    <a:pt x="1051583" y="9289"/>
                  </a:lnTo>
                  <a:lnTo>
                    <a:pt x="1057842" y="17681"/>
                  </a:lnTo>
                  <a:lnTo>
                    <a:pt x="1064101" y="28535"/>
                  </a:lnTo>
                  <a:lnTo>
                    <a:pt x="1070361" y="41638"/>
                  </a:lnTo>
                  <a:lnTo>
                    <a:pt x="1076620" y="56717"/>
                  </a:lnTo>
                  <a:lnTo>
                    <a:pt x="1082880" y="73581"/>
                  </a:lnTo>
                  <a:lnTo>
                    <a:pt x="1089139" y="91657"/>
                  </a:lnTo>
                  <a:lnTo>
                    <a:pt x="1095399" y="110514"/>
                  </a:lnTo>
                  <a:lnTo>
                    <a:pt x="1101658" y="129767"/>
                  </a:lnTo>
                  <a:lnTo>
                    <a:pt x="1107917" y="149043"/>
                  </a:lnTo>
                  <a:lnTo>
                    <a:pt x="1114177" y="167995"/>
                  </a:lnTo>
                  <a:lnTo>
                    <a:pt x="1120436" y="186311"/>
                  </a:lnTo>
                  <a:lnTo>
                    <a:pt x="1126696" y="203724"/>
                  </a:lnTo>
                  <a:lnTo>
                    <a:pt x="1132955" y="220014"/>
                  </a:lnTo>
                  <a:lnTo>
                    <a:pt x="1139215" y="234907"/>
                  </a:lnTo>
                  <a:lnTo>
                    <a:pt x="1145474" y="248298"/>
                  </a:lnTo>
                  <a:lnTo>
                    <a:pt x="1151733" y="260231"/>
                  </a:lnTo>
                  <a:lnTo>
                    <a:pt x="1157993" y="270711"/>
                  </a:lnTo>
                  <a:lnTo>
                    <a:pt x="1164252" y="279781"/>
                  </a:lnTo>
                  <a:lnTo>
                    <a:pt x="1170512" y="287511"/>
                  </a:lnTo>
                  <a:lnTo>
                    <a:pt x="1176771" y="293996"/>
                  </a:lnTo>
                  <a:lnTo>
                    <a:pt x="1183031" y="299346"/>
                  </a:lnTo>
                  <a:lnTo>
                    <a:pt x="1189290" y="303680"/>
                  </a:lnTo>
                  <a:lnTo>
                    <a:pt x="1195549" y="307090"/>
                  </a:lnTo>
                  <a:lnTo>
                    <a:pt x="1201809" y="309675"/>
                  </a:lnTo>
                  <a:lnTo>
                    <a:pt x="1208068" y="311630"/>
                  </a:lnTo>
                  <a:lnTo>
                    <a:pt x="1214328" y="313054"/>
                  </a:lnTo>
                  <a:lnTo>
                    <a:pt x="1220587" y="314032"/>
                  </a:lnTo>
                  <a:lnTo>
                    <a:pt x="1226846" y="314639"/>
                  </a:lnTo>
                  <a:lnTo>
                    <a:pt x="1233106" y="314936"/>
                  </a:lnTo>
                  <a:lnTo>
                    <a:pt x="1239365" y="314977"/>
                  </a:lnTo>
                  <a:lnTo>
                    <a:pt x="1245625" y="314802"/>
                  </a:lnTo>
                  <a:lnTo>
                    <a:pt x="1251884" y="314444"/>
                  </a:lnTo>
                  <a:lnTo>
                    <a:pt x="1258144" y="313914"/>
                  </a:lnTo>
                  <a:lnTo>
                    <a:pt x="1264403" y="313256"/>
                  </a:lnTo>
                  <a:lnTo>
                    <a:pt x="1270662" y="312486"/>
                  </a:lnTo>
                  <a:lnTo>
                    <a:pt x="1276922" y="311619"/>
                  </a:lnTo>
                  <a:lnTo>
                    <a:pt x="1283181" y="310668"/>
                  </a:lnTo>
                  <a:lnTo>
                    <a:pt x="1289441" y="309645"/>
                  </a:lnTo>
                  <a:lnTo>
                    <a:pt x="1295700" y="308566"/>
                  </a:lnTo>
                  <a:lnTo>
                    <a:pt x="1301960" y="307441"/>
                  </a:lnTo>
                  <a:lnTo>
                    <a:pt x="1308219" y="306284"/>
                  </a:lnTo>
                  <a:lnTo>
                    <a:pt x="1314478" y="305107"/>
                  </a:lnTo>
                  <a:lnTo>
                    <a:pt x="1320738" y="303922"/>
                  </a:lnTo>
                  <a:lnTo>
                    <a:pt x="1326997" y="302739"/>
                  </a:lnTo>
                  <a:lnTo>
                    <a:pt x="1333257" y="301560"/>
                  </a:lnTo>
                  <a:lnTo>
                    <a:pt x="1339516" y="300385"/>
                  </a:lnTo>
                  <a:lnTo>
                    <a:pt x="1345776" y="299212"/>
                  </a:lnTo>
                  <a:lnTo>
                    <a:pt x="1352035" y="298030"/>
                  </a:lnTo>
                  <a:lnTo>
                    <a:pt x="1358294" y="296828"/>
                  </a:lnTo>
                  <a:lnTo>
                    <a:pt x="1364554" y="295589"/>
                  </a:lnTo>
                  <a:lnTo>
                    <a:pt x="1370813" y="294289"/>
                  </a:lnTo>
                  <a:lnTo>
                    <a:pt x="1377073" y="292902"/>
                  </a:lnTo>
                  <a:lnTo>
                    <a:pt x="1383332" y="291412"/>
                  </a:lnTo>
                  <a:lnTo>
                    <a:pt x="1389592" y="289803"/>
                  </a:lnTo>
                  <a:lnTo>
                    <a:pt x="1395851" y="288059"/>
                  </a:lnTo>
                  <a:lnTo>
                    <a:pt x="1402110" y="286175"/>
                  </a:lnTo>
                  <a:lnTo>
                    <a:pt x="1408370" y="284147"/>
                  </a:lnTo>
                  <a:lnTo>
                    <a:pt x="1414629" y="281982"/>
                  </a:lnTo>
                  <a:lnTo>
                    <a:pt x="1420889" y="279693"/>
                  </a:lnTo>
                  <a:lnTo>
                    <a:pt x="1427148" y="277299"/>
                  </a:lnTo>
                  <a:lnTo>
                    <a:pt x="1433407" y="274835"/>
                  </a:lnTo>
                  <a:lnTo>
                    <a:pt x="1439667" y="272351"/>
                  </a:lnTo>
                  <a:lnTo>
                    <a:pt x="1445926" y="269897"/>
                  </a:lnTo>
                  <a:lnTo>
                    <a:pt x="1452186" y="267523"/>
                  </a:lnTo>
                  <a:lnTo>
                    <a:pt x="1458445" y="265288"/>
                  </a:lnTo>
                  <a:lnTo>
                    <a:pt x="1464705" y="263249"/>
                  </a:lnTo>
                  <a:lnTo>
                    <a:pt x="1470964" y="261463"/>
                  </a:lnTo>
                  <a:lnTo>
                    <a:pt x="1477223" y="259987"/>
                  </a:lnTo>
                  <a:lnTo>
                    <a:pt x="1483483" y="258872"/>
                  </a:lnTo>
                  <a:lnTo>
                    <a:pt x="1489742" y="258225"/>
                  </a:lnTo>
                  <a:lnTo>
                    <a:pt x="1496002" y="258026"/>
                  </a:lnTo>
                  <a:lnTo>
                    <a:pt x="1502261" y="258295"/>
                  </a:lnTo>
                  <a:lnTo>
                    <a:pt x="1508521" y="259038"/>
                  </a:lnTo>
                  <a:lnTo>
                    <a:pt x="1514780" y="260249"/>
                  </a:lnTo>
                  <a:lnTo>
                    <a:pt x="1521039" y="261912"/>
                  </a:lnTo>
                  <a:lnTo>
                    <a:pt x="1527299" y="263995"/>
                  </a:lnTo>
                  <a:lnTo>
                    <a:pt x="1533558" y="266460"/>
                  </a:lnTo>
                  <a:lnTo>
                    <a:pt x="1539818" y="269257"/>
                  </a:lnTo>
                  <a:lnTo>
                    <a:pt x="1546077" y="272353"/>
                  </a:lnTo>
                  <a:lnTo>
                    <a:pt x="1552337" y="275656"/>
                  </a:lnTo>
                  <a:lnTo>
                    <a:pt x="1558596" y="279095"/>
                  </a:lnTo>
                  <a:lnTo>
                    <a:pt x="1564855" y="282611"/>
                  </a:lnTo>
                  <a:lnTo>
                    <a:pt x="1571115" y="286145"/>
                  </a:lnTo>
                  <a:lnTo>
                    <a:pt x="1577374" y="289647"/>
                  </a:lnTo>
                  <a:lnTo>
                    <a:pt x="1583634" y="293068"/>
                  </a:lnTo>
                  <a:lnTo>
                    <a:pt x="1589893" y="296368"/>
                  </a:lnTo>
                  <a:lnTo>
                    <a:pt x="1596152" y="299512"/>
                  </a:lnTo>
                  <a:lnTo>
                    <a:pt x="1602412" y="302459"/>
                  </a:lnTo>
                  <a:lnTo>
                    <a:pt x="1608671" y="305187"/>
                  </a:lnTo>
                  <a:lnTo>
                    <a:pt x="1614931" y="307696"/>
                  </a:lnTo>
                  <a:lnTo>
                    <a:pt x="1621190" y="309981"/>
                  </a:lnTo>
                  <a:lnTo>
                    <a:pt x="1627450" y="312044"/>
                  </a:lnTo>
                  <a:lnTo>
                    <a:pt x="1633709" y="313887"/>
                  </a:lnTo>
                  <a:lnTo>
                    <a:pt x="1639968" y="315520"/>
                  </a:lnTo>
                  <a:lnTo>
                    <a:pt x="1646228" y="316954"/>
                  </a:lnTo>
                  <a:lnTo>
                    <a:pt x="1652487" y="318201"/>
                  </a:lnTo>
                  <a:lnTo>
                    <a:pt x="1658747" y="319273"/>
                  </a:lnTo>
                  <a:lnTo>
                    <a:pt x="1665006" y="320176"/>
                  </a:lnTo>
                  <a:lnTo>
                    <a:pt x="1671266" y="320946"/>
                  </a:lnTo>
                  <a:lnTo>
                    <a:pt x="1677525" y="321598"/>
                  </a:lnTo>
                  <a:lnTo>
                    <a:pt x="1683784" y="322147"/>
                  </a:lnTo>
                  <a:lnTo>
                    <a:pt x="1690044" y="322605"/>
                  </a:lnTo>
                  <a:lnTo>
                    <a:pt x="1696303" y="322986"/>
                  </a:lnTo>
                  <a:lnTo>
                    <a:pt x="1702563" y="323299"/>
                  </a:lnTo>
                  <a:lnTo>
                    <a:pt x="1708822" y="323555"/>
                  </a:lnTo>
                  <a:lnTo>
                    <a:pt x="1715082" y="323761"/>
                  </a:lnTo>
                  <a:lnTo>
                    <a:pt x="1721341" y="323919"/>
                  </a:lnTo>
                  <a:lnTo>
                    <a:pt x="1727600" y="324041"/>
                  </a:lnTo>
                  <a:lnTo>
                    <a:pt x="1733860" y="324131"/>
                  </a:lnTo>
                  <a:lnTo>
                    <a:pt x="1740119" y="324193"/>
                  </a:lnTo>
                  <a:lnTo>
                    <a:pt x="1746379" y="324230"/>
                  </a:lnTo>
                  <a:lnTo>
                    <a:pt x="1752638" y="324246"/>
                  </a:lnTo>
                  <a:lnTo>
                    <a:pt x="1758897" y="324242"/>
                  </a:lnTo>
                  <a:lnTo>
                    <a:pt x="1765157" y="324221"/>
                  </a:lnTo>
                  <a:lnTo>
                    <a:pt x="1771416" y="324185"/>
                  </a:lnTo>
                  <a:lnTo>
                    <a:pt x="1777676" y="324137"/>
                  </a:lnTo>
                  <a:lnTo>
                    <a:pt x="1783935" y="324080"/>
                  </a:lnTo>
                  <a:lnTo>
                    <a:pt x="1790195" y="324018"/>
                  </a:lnTo>
                  <a:lnTo>
                    <a:pt x="1796454" y="323954"/>
                  </a:lnTo>
                  <a:lnTo>
                    <a:pt x="1802713" y="323891"/>
                  </a:lnTo>
                  <a:lnTo>
                    <a:pt x="1808973" y="323832"/>
                  </a:lnTo>
                  <a:lnTo>
                    <a:pt x="1815232" y="323780"/>
                  </a:lnTo>
                  <a:lnTo>
                    <a:pt x="1821492" y="323737"/>
                  </a:lnTo>
                  <a:lnTo>
                    <a:pt x="1827751" y="323706"/>
                  </a:lnTo>
                  <a:lnTo>
                    <a:pt x="1834011" y="323689"/>
                  </a:lnTo>
                  <a:lnTo>
                    <a:pt x="1840270" y="323686"/>
                  </a:lnTo>
                  <a:lnTo>
                    <a:pt x="1846529" y="323698"/>
                  </a:lnTo>
                  <a:lnTo>
                    <a:pt x="1852789" y="323721"/>
                  </a:lnTo>
                  <a:lnTo>
                    <a:pt x="1859048" y="323755"/>
                  </a:lnTo>
                  <a:lnTo>
                    <a:pt x="1865308" y="323797"/>
                  </a:lnTo>
                  <a:lnTo>
                    <a:pt x="1871567" y="323845"/>
                  </a:lnTo>
                  <a:lnTo>
                    <a:pt x="1877827" y="323894"/>
                  </a:lnTo>
                  <a:lnTo>
                    <a:pt x="1884086" y="323941"/>
                  </a:lnTo>
                  <a:lnTo>
                    <a:pt x="1890345" y="323984"/>
                  </a:lnTo>
                  <a:lnTo>
                    <a:pt x="1896605" y="324018"/>
                  </a:lnTo>
                  <a:lnTo>
                    <a:pt x="1902864" y="324042"/>
                  </a:lnTo>
                  <a:lnTo>
                    <a:pt x="1909124" y="324053"/>
                  </a:lnTo>
                  <a:lnTo>
                    <a:pt x="1915383" y="324052"/>
                  </a:lnTo>
                  <a:lnTo>
                    <a:pt x="1921642" y="324038"/>
                  </a:lnTo>
                  <a:lnTo>
                    <a:pt x="1927902" y="324012"/>
                  </a:lnTo>
                  <a:lnTo>
                    <a:pt x="1934161" y="323974"/>
                  </a:lnTo>
                  <a:lnTo>
                    <a:pt x="1940421" y="323928"/>
                  </a:lnTo>
                  <a:lnTo>
                    <a:pt x="1946680" y="323876"/>
                  </a:lnTo>
                  <a:lnTo>
                    <a:pt x="1952940" y="323819"/>
                  </a:lnTo>
                  <a:lnTo>
                    <a:pt x="1959199" y="323762"/>
                  </a:lnTo>
                  <a:lnTo>
                    <a:pt x="1965458" y="323707"/>
                  </a:lnTo>
                  <a:lnTo>
                    <a:pt x="1971718" y="323657"/>
                  </a:lnTo>
                  <a:lnTo>
                    <a:pt x="1977977" y="323614"/>
                  </a:lnTo>
                  <a:lnTo>
                    <a:pt x="1984237" y="323577"/>
                  </a:lnTo>
                  <a:lnTo>
                    <a:pt x="1990496" y="323549"/>
                  </a:lnTo>
                  <a:lnTo>
                    <a:pt x="1996756" y="323528"/>
                  </a:lnTo>
                  <a:lnTo>
                    <a:pt x="2003015" y="323514"/>
                  </a:lnTo>
                  <a:lnTo>
                    <a:pt x="2009274" y="323506"/>
                  </a:lnTo>
                  <a:lnTo>
                    <a:pt x="2015534" y="323503"/>
                  </a:lnTo>
                  <a:lnTo>
                    <a:pt x="2021793" y="323502"/>
                  </a:lnTo>
                  <a:lnTo>
                    <a:pt x="2028053" y="323502"/>
                  </a:lnTo>
                  <a:lnTo>
                    <a:pt x="2034312" y="323502"/>
                  </a:lnTo>
                  <a:lnTo>
                    <a:pt x="2040572" y="323502"/>
                  </a:lnTo>
                  <a:lnTo>
                    <a:pt x="2046831" y="323502"/>
                  </a:lnTo>
                  <a:lnTo>
                    <a:pt x="2053090" y="323503"/>
                  </a:lnTo>
                  <a:lnTo>
                    <a:pt x="2059350" y="323505"/>
                  </a:lnTo>
                  <a:lnTo>
                    <a:pt x="2065609" y="323511"/>
                  </a:lnTo>
                  <a:lnTo>
                    <a:pt x="2071869" y="323523"/>
                  </a:lnTo>
                  <a:lnTo>
                    <a:pt x="2078128" y="323541"/>
                  </a:lnTo>
                  <a:lnTo>
                    <a:pt x="2084388" y="323567"/>
                  </a:lnTo>
                  <a:lnTo>
                    <a:pt x="2090647" y="323601"/>
                  </a:lnTo>
                  <a:lnTo>
                    <a:pt x="2096906" y="323644"/>
                  </a:lnTo>
                  <a:lnTo>
                    <a:pt x="2103166" y="323694"/>
                  </a:lnTo>
                  <a:lnTo>
                    <a:pt x="2109425" y="323750"/>
                  </a:lnTo>
                  <a:lnTo>
                    <a:pt x="2115685" y="323811"/>
                  </a:lnTo>
                  <a:lnTo>
                    <a:pt x="2121944" y="323875"/>
                  </a:lnTo>
                  <a:lnTo>
                    <a:pt x="2128203" y="323937"/>
                  </a:lnTo>
                  <a:lnTo>
                    <a:pt x="2134463" y="323995"/>
                  </a:lnTo>
                  <a:lnTo>
                    <a:pt x="2140722" y="324047"/>
                  </a:lnTo>
                  <a:lnTo>
                    <a:pt x="2146982" y="324090"/>
                  </a:lnTo>
                  <a:lnTo>
                    <a:pt x="2153241" y="324122"/>
                  </a:lnTo>
                  <a:lnTo>
                    <a:pt x="2159501" y="324141"/>
                  </a:lnTo>
                  <a:lnTo>
                    <a:pt x="2165760" y="324148"/>
                  </a:lnTo>
                  <a:lnTo>
                    <a:pt x="2172019" y="324140"/>
                  </a:lnTo>
                  <a:lnTo>
                    <a:pt x="2178279" y="324120"/>
                  </a:lnTo>
                  <a:lnTo>
                    <a:pt x="2184538" y="324086"/>
                  </a:lnTo>
                  <a:lnTo>
                    <a:pt x="2190798" y="324042"/>
                  </a:lnTo>
                  <a:lnTo>
                    <a:pt x="2197057" y="323991"/>
                  </a:lnTo>
                  <a:lnTo>
                    <a:pt x="2203317" y="323937"/>
                  </a:lnTo>
                  <a:lnTo>
                    <a:pt x="2209576" y="323881"/>
                  </a:lnTo>
                  <a:lnTo>
                    <a:pt x="2215835" y="323827"/>
                  </a:lnTo>
                  <a:lnTo>
                    <a:pt x="2222095" y="323778"/>
                  </a:lnTo>
                  <a:lnTo>
                    <a:pt x="2228354" y="323738"/>
                  </a:lnTo>
                  <a:lnTo>
                    <a:pt x="2234614" y="323708"/>
                  </a:lnTo>
                  <a:lnTo>
                    <a:pt x="2240873" y="323693"/>
                  </a:lnTo>
                  <a:lnTo>
                    <a:pt x="2247133" y="323692"/>
                  </a:lnTo>
                  <a:lnTo>
                    <a:pt x="2253392" y="323706"/>
                  </a:lnTo>
                  <a:lnTo>
                    <a:pt x="2259651" y="323734"/>
                  </a:lnTo>
                  <a:lnTo>
                    <a:pt x="2265911" y="323775"/>
                  </a:lnTo>
                  <a:lnTo>
                    <a:pt x="2272170" y="323827"/>
                  </a:lnTo>
                  <a:lnTo>
                    <a:pt x="2278430" y="323888"/>
                  </a:lnTo>
                  <a:lnTo>
                    <a:pt x="2284689" y="323955"/>
                  </a:lnTo>
                  <a:lnTo>
                    <a:pt x="2290948" y="324026"/>
                  </a:lnTo>
                  <a:lnTo>
                    <a:pt x="2297208" y="324099"/>
                  </a:lnTo>
                  <a:lnTo>
                    <a:pt x="2303467" y="324170"/>
                  </a:lnTo>
                  <a:lnTo>
                    <a:pt x="2309727" y="324237"/>
                  </a:lnTo>
                  <a:lnTo>
                    <a:pt x="2315986" y="324300"/>
                  </a:lnTo>
                  <a:lnTo>
                    <a:pt x="2322246" y="324356"/>
                  </a:lnTo>
                  <a:lnTo>
                    <a:pt x="2328505" y="324406"/>
                  </a:lnTo>
                  <a:lnTo>
                    <a:pt x="2334764" y="324448"/>
                  </a:lnTo>
                  <a:lnTo>
                    <a:pt x="2341024" y="324483"/>
                  </a:lnTo>
                  <a:lnTo>
                    <a:pt x="2347283" y="324511"/>
                  </a:lnTo>
                  <a:lnTo>
                    <a:pt x="2353543" y="324532"/>
                  </a:lnTo>
                  <a:lnTo>
                    <a:pt x="2359802" y="324544"/>
                  </a:lnTo>
                  <a:lnTo>
                    <a:pt x="2366062" y="324550"/>
                  </a:lnTo>
                  <a:lnTo>
                    <a:pt x="2372321" y="324549"/>
                  </a:lnTo>
                  <a:lnTo>
                    <a:pt x="2378580" y="324541"/>
                  </a:lnTo>
                  <a:lnTo>
                    <a:pt x="2384840" y="324525"/>
                  </a:lnTo>
                  <a:lnTo>
                    <a:pt x="2391099" y="324501"/>
                  </a:lnTo>
                  <a:lnTo>
                    <a:pt x="2397359" y="324469"/>
                  </a:lnTo>
                  <a:lnTo>
                    <a:pt x="2403618" y="324427"/>
                  </a:lnTo>
                  <a:lnTo>
                    <a:pt x="2409878" y="324374"/>
                  </a:lnTo>
                  <a:lnTo>
                    <a:pt x="2416137" y="324309"/>
                  </a:lnTo>
                  <a:lnTo>
                    <a:pt x="2422396" y="324232"/>
                  </a:lnTo>
                  <a:lnTo>
                    <a:pt x="2428656" y="324144"/>
                  </a:lnTo>
                  <a:lnTo>
                    <a:pt x="2434915" y="324044"/>
                  </a:lnTo>
                  <a:lnTo>
                    <a:pt x="2441175" y="323935"/>
                  </a:lnTo>
                  <a:lnTo>
                    <a:pt x="2447434" y="323816"/>
                  </a:lnTo>
                  <a:lnTo>
                    <a:pt x="2453693" y="323691"/>
                  </a:lnTo>
                  <a:lnTo>
                    <a:pt x="2459953" y="323561"/>
                  </a:lnTo>
                  <a:lnTo>
                    <a:pt x="2466212" y="323431"/>
                  </a:lnTo>
                  <a:lnTo>
                    <a:pt x="2472472" y="323303"/>
                  </a:lnTo>
                  <a:lnTo>
                    <a:pt x="2478731" y="323183"/>
                  </a:lnTo>
                  <a:lnTo>
                    <a:pt x="2484991" y="323074"/>
                  </a:lnTo>
                  <a:lnTo>
                    <a:pt x="2491250" y="322979"/>
                  </a:lnTo>
                  <a:lnTo>
                    <a:pt x="2497509" y="322901"/>
                  </a:lnTo>
                  <a:lnTo>
                    <a:pt x="2503769" y="322842"/>
                  </a:lnTo>
                  <a:lnTo>
                    <a:pt x="2510028" y="322802"/>
                  </a:lnTo>
                  <a:lnTo>
                    <a:pt x="2516288" y="322783"/>
                  </a:lnTo>
                  <a:lnTo>
                    <a:pt x="2522547" y="322783"/>
                  </a:lnTo>
                  <a:lnTo>
                    <a:pt x="2528807" y="322802"/>
                  </a:lnTo>
                  <a:lnTo>
                    <a:pt x="2535066" y="322836"/>
                  </a:lnTo>
                  <a:lnTo>
                    <a:pt x="2541325" y="322881"/>
                  </a:lnTo>
                  <a:lnTo>
                    <a:pt x="2547585" y="322934"/>
                  </a:lnTo>
                  <a:lnTo>
                    <a:pt x="2553844" y="322991"/>
                  </a:lnTo>
                  <a:lnTo>
                    <a:pt x="2560104" y="323049"/>
                  </a:lnTo>
                  <a:lnTo>
                    <a:pt x="2566363" y="323106"/>
                  </a:lnTo>
                  <a:lnTo>
                    <a:pt x="2572623" y="323159"/>
                  </a:lnTo>
                  <a:lnTo>
                    <a:pt x="2578882" y="323208"/>
                  </a:lnTo>
                  <a:lnTo>
                    <a:pt x="2585141" y="323251"/>
                  </a:lnTo>
                  <a:lnTo>
                    <a:pt x="2591401" y="323290"/>
                  </a:lnTo>
                  <a:lnTo>
                    <a:pt x="2597660" y="323324"/>
                  </a:lnTo>
                  <a:lnTo>
                    <a:pt x="2603920" y="323357"/>
                  </a:lnTo>
                  <a:lnTo>
                    <a:pt x="2610179" y="323388"/>
                  </a:lnTo>
                  <a:lnTo>
                    <a:pt x="2616438" y="323420"/>
                  </a:lnTo>
                  <a:lnTo>
                    <a:pt x="2622698" y="323451"/>
                  </a:lnTo>
                  <a:lnTo>
                    <a:pt x="2628957" y="323484"/>
                  </a:lnTo>
                  <a:lnTo>
                    <a:pt x="2635217" y="323518"/>
                  </a:lnTo>
                  <a:lnTo>
                    <a:pt x="2641476" y="323551"/>
                  </a:lnTo>
                  <a:lnTo>
                    <a:pt x="2647736" y="323583"/>
                  </a:lnTo>
                  <a:lnTo>
                    <a:pt x="2653995" y="323611"/>
                  </a:lnTo>
                  <a:lnTo>
                    <a:pt x="2660254" y="323634"/>
                  </a:lnTo>
                  <a:lnTo>
                    <a:pt x="2666514" y="323651"/>
                  </a:lnTo>
                  <a:lnTo>
                    <a:pt x="2672773" y="323661"/>
                  </a:lnTo>
                  <a:lnTo>
                    <a:pt x="2679033" y="323664"/>
                  </a:lnTo>
                  <a:lnTo>
                    <a:pt x="2685292" y="323659"/>
                  </a:lnTo>
                  <a:lnTo>
                    <a:pt x="2691552" y="323648"/>
                  </a:lnTo>
                  <a:lnTo>
                    <a:pt x="2697811" y="323632"/>
                  </a:lnTo>
                  <a:lnTo>
                    <a:pt x="2704070" y="323613"/>
                  </a:lnTo>
                  <a:lnTo>
                    <a:pt x="2710330" y="323593"/>
                  </a:lnTo>
                  <a:lnTo>
                    <a:pt x="2716589" y="323575"/>
                  </a:lnTo>
                  <a:lnTo>
                    <a:pt x="2722849" y="323559"/>
                  </a:lnTo>
                  <a:lnTo>
                    <a:pt x="2729108" y="323548"/>
                  </a:lnTo>
                  <a:lnTo>
                    <a:pt x="2735368" y="323543"/>
                  </a:lnTo>
                  <a:lnTo>
                    <a:pt x="2741627" y="323542"/>
                  </a:lnTo>
                  <a:lnTo>
                    <a:pt x="2747886" y="323546"/>
                  </a:lnTo>
                  <a:lnTo>
                    <a:pt x="2754146" y="323554"/>
                  </a:lnTo>
                  <a:lnTo>
                    <a:pt x="2760405" y="323563"/>
                  </a:lnTo>
                  <a:lnTo>
                    <a:pt x="2766665" y="323572"/>
                  </a:lnTo>
                  <a:lnTo>
                    <a:pt x="2772924" y="323579"/>
                  </a:lnTo>
                  <a:lnTo>
                    <a:pt x="2779184" y="323583"/>
                  </a:lnTo>
                  <a:lnTo>
                    <a:pt x="2785443" y="323581"/>
                  </a:lnTo>
                  <a:lnTo>
                    <a:pt x="2791702" y="323575"/>
                  </a:lnTo>
                  <a:lnTo>
                    <a:pt x="2797962" y="323562"/>
                  </a:lnTo>
                  <a:lnTo>
                    <a:pt x="2804221" y="323545"/>
                  </a:lnTo>
                  <a:lnTo>
                    <a:pt x="2810481" y="323523"/>
                  </a:lnTo>
                  <a:lnTo>
                    <a:pt x="2816740" y="323497"/>
                  </a:lnTo>
                  <a:lnTo>
                    <a:pt x="2822999" y="323468"/>
                  </a:lnTo>
                  <a:lnTo>
                    <a:pt x="2829259" y="323437"/>
                  </a:lnTo>
                  <a:lnTo>
                    <a:pt x="2835518" y="323404"/>
                  </a:lnTo>
                  <a:lnTo>
                    <a:pt x="2841778" y="323368"/>
                  </a:lnTo>
                  <a:lnTo>
                    <a:pt x="2848037" y="323329"/>
                  </a:lnTo>
                  <a:lnTo>
                    <a:pt x="2854297" y="323284"/>
                  </a:lnTo>
                  <a:lnTo>
                    <a:pt x="2860556" y="323234"/>
                  </a:lnTo>
                  <a:lnTo>
                    <a:pt x="2866815" y="323175"/>
                  </a:lnTo>
                  <a:lnTo>
                    <a:pt x="2873075" y="323106"/>
                  </a:lnTo>
                  <a:lnTo>
                    <a:pt x="2879334" y="323025"/>
                  </a:lnTo>
                  <a:lnTo>
                    <a:pt x="2885594" y="322932"/>
                  </a:lnTo>
                  <a:lnTo>
                    <a:pt x="2891853" y="322829"/>
                  </a:lnTo>
                  <a:lnTo>
                    <a:pt x="2898113" y="322718"/>
                  </a:lnTo>
                  <a:lnTo>
                    <a:pt x="2904372" y="322602"/>
                  </a:lnTo>
                  <a:lnTo>
                    <a:pt x="2910631" y="322484"/>
                  </a:lnTo>
                  <a:lnTo>
                    <a:pt x="2916891" y="322370"/>
                  </a:lnTo>
                  <a:lnTo>
                    <a:pt x="2923150" y="322263"/>
                  </a:lnTo>
                  <a:lnTo>
                    <a:pt x="2929410" y="322171"/>
                  </a:lnTo>
                  <a:lnTo>
                    <a:pt x="2935669" y="322098"/>
                  </a:lnTo>
                  <a:lnTo>
                    <a:pt x="2941929" y="322050"/>
                  </a:lnTo>
                  <a:lnTo>
                    <a:pt x="2948188" y="322029"/>
                  </a:lnTo>
                  <a:lnTo>
                    <a:pt x="2954447" y="322037"/>
                  </a:lnTo>
                  <a:lnTo>
                    <a:pt x="2960707" y="322074"/>
                  </a:lnTo>
                  <a:lnTo>
                    <a:pt x="2966966" y="322139"/>
                  </a:lnTo>
                  <a:lnTo>
                    <a:pt x="2973226" y="322231"/>
                  </a:lnTo>
                  <a:lnTo>
                    <a:pt x="2979485" y="322347"/>
                  </a:lnTo>
                  <a:lnTo>
                    <a:pt x="2985744" y="322482"/>
                  </a:lnTo>
                  <a:lnTo>
                    <a:pt x="2992004" y="322633"/>
                  </a:lnTo>
                  <a:lnTo>
                    <a:pt x="2998263" y="322793"/>
                  </a:lnTo>
                  <a:lnTo>
                    <a:pt x="3004523" y="322956"/>
                  </a:lnTo>
                  <a:lnTo>
                    <a:pt x="3010782" y="323115"/>
                  </a:lnTo>
                  <a:lnTo>
                    <a:pt x="3017042" y="323266"/>
                  </a:lnTo>
                  <a:lnTo>
                    <a:pt x="3023301" y="323402"/>
                  </a:lnTo>
                  <a:lnTo>
                    <a:pt x="3029560" y="323520"/>
                  </a:lnTo>
                  <a:lnTo>
                    <a:pt x="3035820" y="323615"/>
                  </a:lnTo>
                  <a:lnTo>
                    <a:pt x="3042079" y="323682"/>
                  </a:lnTo>
                  <a:lnTo>
                    <a:pt x="3048339" y="323719"/>
                  </a:lnTo>
                  <a:lnTo>
                    <a:pt x="3054598" y="323717"/>
                  </a:lnTo>
                  <a:lnTo>
                    <a:pt x="3060858" y="323680"/>
                  </a:lnTo>
                  <a:lnTo>
                    <a:pt x="3067117" y="323607"/>
                  </a:lnTo>
                  <a:lnTo>
                    <a:pt x="3073376" y="323499"/>
                  </a:lnTo>
                  <a:lnTo>
                    <a:pt x="3079636" y="323356"/>
                  </a:lnTo>
                  <a:lnTo>
                    <a:pt x="3085895" y="323181"/>
                  </a:lnTo>
                  <a:lnTo>
                    <a:pt x="3092155" y="322979"/>
                  </a:lnTo>
                  <a:lnTo>
                    <a:pt x="3098414" y="322755"/>
                  </a:lnTo>
                  <a:lnTo>
                    <a:pt x="3104674" y="322515"/>
                  </a:lnTo>
                  <a:lnTo>
                    <a:pt x="3110933" y="322266"/>
                  </a:lnTo>
                  <a:lnTo>
                    <a:pt x="3117192" y="322021"/>
                  </a:lnTo>
                  <a:lnTo>
                    <a:pt x="3123452" y="321788"/>
                  </a:lnTo>
                  <a:lnTo>
                    <a:pt x="3129711" y="321576"/>
                  </a:lnTo>
                  <a:lnTo>
                    <a:pt x="3135971" y="321394"/>
                  </a:lnTo>
                  <a:lnTo>
                    <a:pt x="3142230" y="321249"/>
                  </a:lnTo>
                  <a:lnTo>
                    <a:pt x="3148489" y="321148"/>
                  </a:lnTo>
                  <a:lnTo>
                    <a:pt x="3154749" y="321095"/>
                  </a:lnTo>
                  <a:lnTo>
                    <a:pt x="3161008" y="321093"/>
                  </a:lnTo>
                  <a:lnTo>
                    <a:pt x="3167268" y="321147"/>
                  </a:lnTo>
                  <a:lnTo>
                    <a:pt x="3173527" y="321252"/>
                  </a:lnTo>
                  <a:lnTo>
                    <a:pt x="3179787" y="321402"/>
                  </a:lnTo>
                  <a:lnTo>
                    <a:pt x="3186046" y="321589"/>
                  </a:lnTo>
                  <a:lnTo>
                    <a:pt x="3192305" y="321807"/>
                  </a:lnTo>
                  <a:lnTo>
                    <a:pt x="3198565" y="322048"/>
                  </a:lnTo>
                </a:path>
              </a:pathLst>
            </a:custGeom>
            <a:ln w="27101" cap="flat">
              <a:solidFill>
                <a:srgbClr val="80E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749798" y="4677735"/>
              <a:ext cx="3198565" cy="253408"/>
            </a:xfrm>
            <a:custGeom>
              <a:avLst/>
              <a:pathLst>
                <a:path w="3198565" h="253408">
                  <a:moveTo>
                    <a:pt x="0" y="253390"/>
                  </a:moveTo>
                  <a:lnTo>
                    <a:pt x="6259" y="253383"/>
                  </a:lnTo>
                  <a:lnTo>
                    <a:pt x="12518" y="253373"/>
                  </a:lnTo>
                  <a:lnTo>
                    <a:pt x="18778" y="253358"/>
                  </a:lnTo>
                  <a:lnTo>
                    <a:pt x="25037" y="253340"/>
                  </a:lnTo>
                  <a:lnTo>
                    <a:pt x="31297" y="253315"/>
                  </a:lnTo>
                  <a:lnTo>
                    <a:pt x="37556" y="253283"/>
                  </a:lnTo>
                  <a:lnTo>
                    <a:pt x="43815" y="253241"/>
                  </a:lnTo>
                  <a:lnTo>
                    <a:pt x="50075" y="253188"/>
                  </a:lnTo>
                  <a:lnTo>
                    <a:pt x="56334" y="253120"/>
                  </a:lnTo>
                  <a:lnTo>
                    <a:pt x="62594" y="253033"/>
                  </a:lnTo>
                  <a:lnTo>
                    <a:pt x="68853" y="252925"/>
                  </a:lnTo>
                  <a:lnTo>
                    <a:pt x="75113" y="252792"/>
                  </a:lnTo>
                  <a:lnTo>
                    <a:pt x="81372" y="252630"/>
                  </a:lnTo>
                  <a:lnTo>
                    <a:pt x="87631" y="252436"/>
                  </a:lnTo>
                  <a:lnTo>
                    <a:pt x="93891" y="252206"/>
                  </a:lnTo>
                  <a:lnTo>
                    <a:pt x="100150" y="251934"/>
                  </a:lnTo>
                  <a:lnTo>
                    <a:pt x="106410" y="251610"/>
                  </a:lnTo>
                  <a:lnTo>
                    <a:pt x="112669" y="251235"/>
                  </a:lnTo>
                  <a:lnTo>
                    <a:pt x="118929" y="250807"/>
                  </a:lnTo>
                  <a:lnTo>
                    <a:pt x="125188" y="250325"/>
                  </a:lnTo>
                  <a:lnTo>
                    <a:pt x="131447" y="249787"/>
                  </a:lnTo>
                  <a:lnTo>
                    <a:pt x="137707" y="249195"/>
                  </a:lnTo>
                  <a:lnTo>
                    <a:pt x="143966" y="248548"/>
                  </a:lnTo>
                  <a:lnTo>
                    <a:pt x="150226" y="247847"/>
                  </a:lnTo>
                  <a:lnTo>
                    <a:pt x="156485" y="247098"/>
                  </a:lnTo>
                  <a:lnTo>
                    <a:pt x="162745" y="246312"/>
                  </a:lnTo>
                  <a:lnTo>
                    <a:pt x="169004" y="245501"/>
                  </a:lnTo>
                  <a:lnTo>
                    <a:pt x="175263" y="244673"/>
                  </a:lnTo>
                  <a:lnTo>
                    <a:pt x="181523" y="243842"/>
                  </a:lnTo>
                  <a:lnTo>
                    <a:pt x="187782" y="243020"/>
                  </a:lnTo>
                  <a:lnTo>
                    <a:pt x="194042" y="242222"/>
                  </a:lnTo>
                  <a:lnTo>
                    <a:pt x="200301" y="241472"/>
                  </a:lnTo>
                  <a:lnTo>
                    <a:pt x="206560" y="240782"/>
                  </a:lnTo>
                  <a:lnTo>
                    <a:pt x="212820" y="240164"/>
                  </a:lnTo>
                  <a:lnTo>
                    <a:pt x="219079" y="239632"/>
                  </a:lnTo>
                  <a:lnTo>
                    <a:pt x="225339" y="239195"/>
                  </a:lnTo>
                  <a:lnTo>
                    <a:pt x="231598" y="238864"/>
                  </a:lnTo>
                  <a:lnTo>
                    <a:pt x="237858" y="238644"/>
                  </a:lnTo>
                  <a:lnTo>
                    <a:pt x="244117" y="238549"/>
                  </a:lnTo>
                  <a:lnTo>
                    <a:pt x="250376" y="238582"/>
                  </a:lnTo>
                  <a:lnTo>
                    <a:pt x="256636" y="238726"/>
                  </a:lnTo>
                  <a:lnTo>
                    <a:pt x="262895" y="238976"/>
                  </a:lnTo>
                  <a:lnTo>
                    <a:pt x="269155" y="239322"/>
                  </a:lnTo>
                  <a:lnTo>
                    <a:pt x="275414" y="239754"/>
                  </a:lnTo>
                  <a:lnTo>
                    <a:pt x="281674" y="240258"/>
                  </a:lnTo>
                  <a:lnTo>
                    <a:pt x="287933" y="240820"/>
                  </a:lnTo>
                  <a:lnTo>
                    <a:pt x="294192" y="241427"/>
                  </a:lnTo>
                  <a:lnTo>
                    <a:pt x="300452" y="242055"/>
                  </a:lnTo>
                  <a:lnTo>
                    <a:pt x="306711" y="242688"/>
                  </a:lnTo>
                  <a:lnTo>
                    <a:pt x="312971" y="243311"/>
                  </a:lnTo>
                  <a:lnTo>
                    <a:pt x="319230" y="243911"/>
                  </a:lnTo>
                  <a:lnTo>
                    <a:pt x="325490" y="244479"/>
                  </a:lnTo>
                  <a:lnTo>
                    <a:pt x="331749" y="245005"/>
                  </a:lnTo>
                  <a:lnTo>
                    <a:pt x="338008" y="245475"/>
                  </a:lnTo>
                  <a:lnTo>
                    <a:pt x="344268" y="245887"/>
                  </a:lnTo>
                  <a:lnTo>
                    <a:pt x="350527" y="246242"/>
                  </a:lnTo>
                  <a:lnTo>
                    <a:pt x="356787" y="246543"/>
                  </a:lnTo>
                  <a:lnTo>
                    <a:pt x="363046" y="246791"/>
                  </a:lnTo>
                  <a:lnTo>
                    <a:pt x="369305" y="246992"/>
                  </a:lnTo>
                  <a:lnTo>
                    <a:pt x="375565" y="247151"/>
                  </a:lnTo>
                  <a:lnTo>
                    <a:pt x="381824" y="247273"/>
                  </a:lnTo>
                  <a:lnTo>
                    <a:pt x="388084" y="247364"/>
                  </a:lnTo>
                  <a:lnTo>
                    <a:pt x="394343" y="247438"/>
                  </a:lnTo>
                  <a:lnTo>
                    <a:pt x="400603" y="247500"/>
                  </a:lnTo>
                  <a:lnTo>
                    <a:pt x="406862" y="247557"/>
                  </a:lnTo>
                  <a:lnTo>
                    <a:pt x="413121" y="247615"/>
                  </a:lnTo>
                  <a:lnTo>
                    <a:pt x="419381" y="247680"/>
                  </a:lnTo>
                  <a:lnTo>
                    <a:pt x="425640" y="247755"/>
                  </a:lnTo>
                  <a:lnTo>
                    <a:pt x="431900" y="247843"/>
                  </a:lnTo>
                  <a:lnTo>
                    <a:pt x="438159" y="247948"/>
                  </a:lnTo>
                  <a:lnTo>
                    <a:pt x="444419" y="248067"/>
                  </a:lnTo>
                  <a:lnTo>
                    <a:pt x="450678" y="248200"/>
                  </a:lnTo>
                  <a:lnTo>
                    <a:pt x="456937" y="248345"/>
                  </a:lnTo>
                  <a:lnTo>
                    <a:pt x="463197" y="248499"/>
                  </a:lnTo>
                  <a:lnTo>
                    <a:pt x="469456" y="248661"/>
                  </a:lnTo>
                  <a:lnTo>
                    <a:pt x="475716" y="248827"/>
                  </a:lnTo>
                  <a:lnTo>
                    <a:pt x="481975" y="248993"/>
                  </a:lnTo>
                  <a:lnTo>
                    <a:pt x="488235" y="249154"/>
                  </a:lnTo>
                  <a:lnTo>
                    <a:pt x="494494" y="249308"/>
                  </a:lnTo>
                  <a:lnTo>
                    <a:pt x="500753" y="249451"/>
                  </a:lnTo>
                  <a:lnTo>
                    <a:pt x="507013" y="249580"/>
                  </a:lnTo>
                  <a:lnTo>
                    <a:pt x="513272" y="249692"/>
                  </a:lnTo>
                  <a:lnTo>
                    <a:pt x="519532" y="249786"/>
                  </a:lnTo>
                  <a:lnTo>
                    <a:pt x="525791" y="249856"/>
                  </a:lnTo>
                  <a:lnTo>
                    <a:pt x="532050" y="249900"/>
                  </a:lnTo>
                  <a:lnTo>
                    <a:pt x="538310" y="249919"/>
                  </a:lnTo>
                  <a:lnTo>
                    <a:pt x="544569" y="249911"/>
                  </a:lnTo>
                  <a:lnTo>
                    <a:pt x="550829" y="249874"/>
                  </a:lnTo>
                  <a:lnTo>
                    <a:pt x="557088" y="249808"/>
                  </a:lnTo>
                  <a:lnTo>
                    <a:pt x="563348" y="249711"/>
                  </a:lnTo>
                  <a:lnTo>
                    <a:pt x="569607" y="249582"/>
                  </a:lnTo>
                  <a:lnTo>
                    <a:pt x="575866" y="249414"/>
                  </a:lnTo>
                  <a:lnTo>
                    <a:pt x="582126" y="249213"/>
                  </a:lnTo>
                  <a:lnTo>
                    <a:pt x="588385" y="248977"/>
                  </a:lnTo>
                  <a:lnTo>
                    <a:pt x="594645" y="248706"/>
                  </a:lnTo>
                  <a:lnTo>
                    <a:pt x="600904" y="248401"/>
                  </a:lnTo>
                  <a:lnTo>
                    <a:pt x="607164" y="248060"/>
                  </a:lnTo>
                  <a:lnTo>
                    <a:pt x="613423" y="247686"/>
                  </a:lnTo>
                  <a:lnTo>
                    <a:pt x="619682" y="247274"/>
                  </a:lnTo>
                  <a:lnTo>
                    <a:pt x="625942" y="246830"/>
                  </a:lnTo>
                  <a:lnTo>
                    <a:pt x="632201" y="246357"/>
                  </a:lnTo>
                  <a:lnTo>
                    <a:pt x="638461" y="245859"/>
                  </a:lnTo>
                  <a:lnTo>
                    <a:pt x="644720" y="245338"/>
                  </a:lnTo>
                  <a:lnTo>
                    <a:pt x="650980" y="244800"/>
                  </a:lnTo>
                  <a:lnTo>
                    <a:pt x="657239" y="244247"/>
                  </a:lnTo>
                  <a:lnTo>
                    <a:pt x="663498" y="243685"/>
                  </a:lnTo>
                  <a:lnTo>
                    <a:pt x="669758" y="243118"/>
                  </a:lnTo>
                  <a:lnTo>
                    <a:pt x="676017" y="242553"/>
                  </a:lnTo>
                  <a:lnTo>
                    <a:pt x="682277" y="241995"/>
                  </a:lnTo>
                  <a:lnTo>
                    <a:pt x="688536" y="241447"/>
                  </a:lnTo>
                  <a:lnTo>
                    <a:pt x="694796" y="240912"/>
                  </a:lnTo>
                  <a:lnTo>
                    <a:pt x="701055" y="240394"/>
                  </a:lnTo>
                  <a:lnTo>
                    <a:pt x="707314" y="239895"/>
                  </a:lnTo>
                  <a:lnTo>
                    <a:pt x="713574" y="239418"/>
                  </a:lnTo>
                  <a:lnTo>
                    <a:pt x="719833" y="238964"/>
                  </a:lnTo>
                  <a:lnTo>
                    <a:pt x="726093" y="238531"/>
                  </a:lnTo>
                  <a:lnTo>
                    <a:pt x="732352" y="238117"/>
                  </a:lnTo>
                  <a:lnTo>
                    <a:pt x="738611" y="237722"/>
                  </a:lnTo>
                  <a:lnTo>
                    <a:pt x="744871" y="237343"/>
                  </a:lnTo>
                  <a:lnTo>
                    <a:pt x="751130" y="236980"/>
                  </a:lnTo>
                  <a:lnTo>
                    <a:pt x="757390" y="236630"/>
                  </a:lnTo>
                  <a:lnTo>
                    <a:pt x="763649" y="236293"/>
                  </a:lnTo>
                  <a:lnTo>
                    <a:pt x="769909" y="235967"/>
                  </a:lnTo>
                  <a:lnTo>
                    <a:pt x="776168" y="235652"/>
                  </a:lnTo>
                  <a:lnTo>
                    <a:pt x="782427" y="235348"/>
                  </a:lnTo>
                  <a:lnTo>
                    <a:pt x="788687" y="235057"/>
                  </a:lnTo>
                  <a:lnTo>
                    <a:pt x="794946" y="234780"/>
                  </a:lnTo>
                  <a:lnTo>
                    <a:pt x="801206" y="234519"/>
                  </a:lnTo>
                  <a:lnTo>
                    <a:pt x="807465" y="234281"/>
                  </a:lnTo>
                  <a:lnTo>
                    <a:pt x="813725" y="234068"/>
                  </a:lnTo>
                  <a:lnTo>
                    <a:pt x="819984" y="233881"/>
                  </a:lnTo>
                  <a:lnTo>
                    <a:pt x="826243" y="233722"/>
                  </a:lnTo>
                  <a:lnTo>
                    <a:pt x="832503" y="233594"/>
                  </a:lnTo>
                  <a:lnTo>
                    <a:pt x="838762" y="233497"/>
                  </a:lnTo>
                  <a:lnTo>
                    <a:pt x="845022" y="233431"/>
                  </a:lnTo>
                  <a:lnTo>
                    <a:pt x="851281" y="233397"/>
                  </a:lnTo>
                  <a:lnTo>
                    <a:pt x="857541" y="233394"/>
                  </a:lnTo>
                  <a:lnTo>
                    <a:pt x="863800" y="233415"/>
                  </a:lnTo>
                  <a:lnTo>
                    <a:pt x="870059" y="233453"/>
                  </a:lnTo>
                  <a:lnTo>
                    <a:pt x="876319" y="233504"/>
                  </a:lnTo>
                  <a:lnTo>
                    <a:pt x="882578" y="233562"/>
                  </a:lnTo>
                  <a:lnTo>
                    <a:pt x="888838" y="233620"/>
                  </a:lnTo>
                  <a:lnTo>
                    <a:pt x="895097" y="233672"/>
                  </a:lnTo>
                  <a:lnTo>
                    <a:pt x="901356" y="233706"/>
                  </a:lnTo>
                  <a:lnTo>
                    <a:pt x="907616" y="233717"/>
                  </a:lnTo>
                  <a:lnTo>
                    <a:pt x="913875" y="233699"/>
                  </a:lnTo>
                  <a:lnTo>
                    <a:pt x="920135" y="233648"/>
                  </a:lnTo>
                  <a:lnTo>
                    <a:pt x="926394" y="233559"/>
                  </a:lnTo>
                  <a:lnTo>
                    <a:pt x="932654" y="233429"/>
                  </a:lnTo>
                  <a:lnTo>
                    <a:pt x="938913" y="233255"/>
                  </a:lnTo>
                  <a:lnTo>
                    <a:pt x="945172" y="233033"/>
                  </a:lnTo>
                  <a:lnTo>
                    <a:pt x="951432" y="232760"/>
                  </a:lnTo>
                  <a:lnTo>
                    <a:pt x="957691" y="232440"/>
                  </a:lnTo>
                  <a:lnTo>
                    <a:pt x="963951" y="232077"/>
                  </a:lnTo>
                  <a:lnTo>
                    <a:pt x="970210" y="231671"/>
                  </a:lnTo>
                  <a:lnTo>
                    <a:pt x="976470" y="231224"/>
                  </a:lnTo>
                  <a:lnTo>
                    <a:pt x="982729" y="230739"/>
                  </a:lnTo>
                  <a:lnTo>
                    <a:pt x="988988" y="230218"/>
                  </a:lnTo>
                  <a:lnTo>
                    <a:pt x="995248" y="229658"/>
                  </a:lnTo>
                  <a:lnTo>
                    <a:pt x="1001507" y="229066"/>
                  </a:lnTo>
                  <a:lnTo>
                    <a:pt x="1007767" y="228445"/>
                  </a:lnTo>
                  <a:lnTo>
                    <a:pt x="1014026" y="227794"/>
                  </a:lnTo>
                  <a:lnTo>
                    <a:pt x="1020286" y="227115"/>
                  </a:lnTo>
                  <a:lnTo>
                    <a:pt x="1026545" y="226406"/>
                  </a:lnTo>
                  <a:lnTo>
                    <a:pt x="1032804" y="225666"/>
                  </a:lnTo>
                  <a:lnTo>
                    <a:pt x="1039064" y="224890"/>
                  </a:lnTo>
                  <a:lnTo>
                    <a:pt x="1045323" y="224071"/>
                  </a:lnTo>
                  <a:lnTo>
                    <a:pt x="1051583" y="223208"/>
                  </a:lnTo>
                  <a:lnTo>
                    <a:pt x="1057842" y="222294"/>
                  </a:lnTo>
                  <a:lnTo>
                    <a:pt x="1064101" y="221325"/>
                  </a:lnTo>
                  <a:lnTo>
                    <a:pt x="1070361" y="220291"/>
                  </a:lnTo>
                  <a:lnTo>
                    <a:pt x="1076620" y="219186"/>
                  </a:lnTo>
                  <a:lnTo>
                    <a:pt x="1082880" y="218002"/>
                  </a:lnTo>
                  <a:lnTo>
                    <a:pt x="1089139" y="216715"/>
                  </a:lnTo>
                  <a:lnTo>
                    <a:pt x="1095399" y="215324"/>
                  </a:lnTo>
                  <a:lnTo>
                    <a:pt x="1101658" y="213825"/>
                  </a:lnTo>
                  <a:lnTo>
                    <a:pt x="1107917" y="212210"/>
                  </a:lnTo>
                  <a:lnTo>
                    <a:pt x="1114177" y="210469"/>
                  </a:lnTo>
                  <a:lnTo>
                    <a:pt x="1120436" y="208595"/>
                  </a:lnTo>
                  <a:lnTo>
                    <a:pt x="1126696" y="206581"/>
                  </a:lnTo>
                  <a:lnTo>
                    <a:pt x="1132955" y="204407"/>
                  </a:lnTo>
                  <a:lnTo>
                    <a:pt x="1139215" y="202055"/>
                  </a:lnTo>
                  <a:lnTo>
                    <a:pt x="1145474" y="199532"/>
                  </a:lnTo>
                  <a:lnTo>
                    <a:pt x="1151733" y="196828"/>
                  </a:lnTo>
                  <a:lnTo>
                    <a:pt x="1157993" y="193934"/>
                  </a:lnTo>
                  <a:lnTo>
                    <a:pt x="1164252" y="190838"/>
                  </a:lnTo>
                  <a:lnTo>
                    <a:pt x="1170512" y="187526"/>
                  </a:lnTo>
                  <a:lnTo>
                    <a:pt x="1176771" y="183985"/>
                  </a:lnTo>
                  <a:lnTo>
                    <a:pt x="1183031" y="180159"/>
                  </a:lnTo>
                  <a:lnTo>
                    <a:pt x="1189290" y="176059"/>
                  </a:lnTo>
                  <a:lnTo>
                    <a:pt x="1195549" y="171675"/>
                  </a:lnTo>
                  <a:lnTo>
                    <a:pt x="1201809" y="166989"/>
                  </a:lnTo>
                  <a:lnTo>
                    <a:pt x="1208068" y="161987"/>
                  </a:lnTo>
                  <a:lnTo>
                    <a:pt x="1214328" y="156654"/>
                  </a:lnTo>
                  <a:lnTo>
                    <a:pt x="1220587" y="150975"/>
                  </a:lnTo>
                  <a:lnTo>
                    <a:pt x="1226846" y="144918"/>
                  </a:lnTo>
                  <a:lnTo>
                    <a:pt x="1233106" y="138456"/>
                  </a:lnTo>
                  <a:lnTo>
                    <a:pt x="1239365" y="131634"/>
                  </a:lnTo>
                  <a:lnTo>
                    <a:pt x="1245625" y="124460"/>
                  </a:lnTo>
                  <a:lnTo>
                    <a:pt x="1251884" y="116949"/>
                  </a:lnTo>
                  <a:lnTo>
                    <a:pt x="1258144" y="109127"/>
                  </a:lnTo>
                  <a:lnTo>
                    <a:pt x="1264403" y="101026"/>
                  </a:lnTo>
                  <a:lnTo>
                    <a:pt x="1270662" y="92686"/>
                  </a:lnTo>
                  <a:lnTo>
                    <a:pt x="1276922" y="84145"/>
                  </a:lnTo>
                  <a:lnTo>
                    <a:pt x="1283181" y="75510"/>
                  </a:lnTo>
                  <a:lnTo>
                    <a:pt x="1289441" y="66863"/>
                  </a:lnTo>
                  <a:lnTo>
                    <a:pt x="1295700" y="58292"/>
                  </a:lnTo>
                  <a:lnTo>
                    <a:pt x="1301960" y="49891"/>
                  </a:lnTo>
                  <a:lnTo>
                    <a:pt x="1308219" y="41762"/>
                  </a:lnTo>
                  <a:lnTo>
                    <a:pt x="1314478" y="34011"/>
                  </a:lnTo>
                  <a:lnTo>
                    <a:pt x="1320738" y="26792"/>
                  </a:lnTo>
                  <a:lnTo>
                    <a:pt x="1326997" y="20272"/>
                  </a:lnTo>
                  <a:lnTo>
                    <a:pt x="1333257" y="14502"/>
                  </a:lnTo>
                  <a:lnTo>
                    <a:pt x="1339516" y="9580"/>
                  </a:lnTo>
                  <a:lnTo>
                    <a:pt x="1345776" y="5596"/>
                  </a:lnTo>
                  <a:lnTo>
                    <a:pt x="1352035" y="2629"/>
                  </a:lnTo>
                  <a:lnTo>
                    <a:pt x="1358294" y="746"/>
                  </a:lnTo>
                  <a:lnTo>
                    <a:pt x="1364554" y="0"/>
                  </a:lnTo>
                  <a:lnTo>
                    <a:pt x="1370813" y="624"/>
                  </a:lnTo>
                  <a:lnTo>
                    <a:pt x="1377073" y="2457"/>
                  </a:lnTo>
                  <a:lnTo>
                    <a:pt x="1383332" y="5468"/>
                  </a:lnTo>
                  <a:lnTo>
                    <a:pt x="1389592" y="9626"/>
                  </a:lnTo>
                  <a:lnTo>
                    <a:pt x="1395851" y="14888"/>
                  </a:lnTo>
                  <a:lnTo>
                    <a:pt x="1402110" y="21192"/>
                  </a:lnTo>
                  <a:lnTo>
                    <a:pt x="1408370" y="28463"/>
                  </a:lnTo>
                  <a:lnTo>
                    <a:pt x="1414629" y="36675"/>
                  </a:lnTo>
                  <a:lnTo>
                    <a:pt x="1420889" y="45712"/>
                  </a:lnTo>
                  <a:lnTo>
                    <a:pt x="1427148" y="55374"/>
                  </a:lnTo>
                  <a:lnTo>
                    <a:pt x="1433407" y="65545"/>
                  </a:lnTo>
                  <a:lnTo>
                    <a:pt x="1439667" y="76110"/>
                  </a:lnTo>
                  <a:lnTo>
                    <a:pt x="1445926" y="86950"/>
                  </a:lnTo>
                  <a:lnTo>
                    <a:pt x="1452186" y="97953"/>
                  </a:lnTo>
                  <a:lnTo>
                    <a:pt x="1458445" y="109007"/>
                  </a:lnTo>
                  <a:lnTo>
                    <a:pt x="1464705" y="119972"/>
                  </a:lnTo>
                  <a:lnTo>
                    <a:pt x="1470964" y="130744"/>
                  </a:lnTo>
                  <a:lnTo>
                    <a:pt x="1477223" y="141239"/>
                  </a:lnTo>
                  <a:lnTo>
                    <a:pt x="1483483" y="151383"/>
                  </a:lnTo>
                  <a:lnTo>
                    <a:pt x="1489742" y="161111"/>
                  </a:lnTo>
                  <a:lnTo>
                    <a:pt x="1496002" y="170368"/>
                  </a:lnTo>
                  <a:lnTo>
                    <a:pt x="1502261" y="179110"/>
                  </a:lnTo>
                  <a:lnTo>
                    <a:pt x="1508521" y="187253"/>
                  </a:lnTo>
                  <a:lnTo>
                    <a:pt x="1514780" y="194762"/>
                  </a:lnTo>
                  <a:lnTo>
                    <a:pt x="1521039" y="201682"/>
                  </a:lnTo>
                  <a:lnTo>
                    <a:pt x="1527299" y="208013"/>
                  </a:lnTo>
                  <a:lnTo>
                    <a:pt x="1533558" y="213764"/>
                  </a:lnTo>
                  <a:lnTo>
                    <a:pt x="1539818" y="218948"/>
                  </a:lnTo>
                  <a:lnTo>
                    <a:pt x="1546077" y="223584"/>
                  </a:lnTo>
                  <a:lnTo>
                    <a:pt x="1552337" y="227698"/>
                  </a:lnTo>
                  <a:lnTo>
                    <a:pt x="1558596" y="231238"/>
                  </a:lnTo>
                  <a:lnTo>
                    <a:pt x="1564855" y="234331"/>
                  </a:lnTo>
                  <a:lnTo>
                    <a:pt x="1571115" y="237013"/>
                  </a:lnTo>
                  <a:lnTo>
                    <a:pt x="1577374" y="239320"/>
                  </a:lnTo>
                  <a:lnTo>
                    <a:pt x="1583634" y="241289"/>
                  </a:lnTo>
                  <a:lnTo>
                    <a:pt x="1589893" y="242955"/>
                  </a:lnTo>
                  <a:lnTo>
                    <a:pt x="1596152" y="244352"/>
                  </a:lnTo>
                  <a:lnTo>
                    <a:pt x="1602412" y="245497"/>
                  </a:lnTo>
                  <a:lnTo>
                    <a:pt x="1608671" y="246430"/>
                  </a:lnTo>
                  <a:lnTo>
                    <a:pt x="1614931" y="247200"/>
                  </a:lnTo>
                  <a:lnTo>
                    <a:pt x="1621190" y="247831"/>
                  </a:lnTo>
                  <a:lnTo>
                    <a:pt x="1627450" y="248347"/>
                  </a:lnTo>
                  <a:lnTo>
                    <a:pt x="1633709" y="248768"/>
                  </a:lnTo>
                  <a:lnTo>
                    <a:pt x="1639968" y="249112"/>
                  </a:lnTo>
                  <a:lnTo>
                    <a:pt x="1646228" y="249394"/>
                  </a:lnTo>
                  <a:lnTo>
                    <a:pt x="1652487" y="249621"/>
                  </a:lnTo>
                  <a:lnTo>
                    <a:pt x="1658747" y="249814"/>
                  </a:lnTo>
                  <a:lnTo>
                    <a:pt x="1665006" y="249980"/>
                  </a:lnTo>
                  <a:lnTo>
                    <a:pt x="1671266" y="250125"/>
                  </a:lnTo>
                  <a:lnTo>
                    <a:pt x="1677525" y="250253"/>
                  </a:lnTo>
                  <a:lnTo>
                    <a:pt x="1683784" y="250369"/>
                  </a:lnTo>
                  <a:lnTo>
                    <a:pt x="1690044" y="250473"/>
                  </a:lnTo>
                  <a:lnTo>
                    <a:pt x="1696303" y="250566"/>
                  </a:lnTo>
                  <a:lnTo>
                    <a:pt x="1702563" y="250649"/>
                  </a:lnTo>
                  <a:lnTo>
                    <a:pt x="1708822" y="250723"/>
                  </a:lnTo>
                  <a:lnTo>
                    <a:pt x="1715082" y="250787"/>
                  </a:lnTo>
                  <a:lnTo>
                    <a:pt x="1721341" y="250842"/>
                  </a:lnTo>
                  <a:lnTo>
                    <a:pt x="1727600" y="250886"/>
                  </a:lnTo>
                  <a:lnTo>
                    <a:pt x="1733860" y="250921"/>
                  </a:lnTo>
                  <a:lnTo>
                    <a:pt x="1740119" y="250946"/>
                  </a:lnTo>
                  <a:lnTo>
                    <a:pt x="1746379" y="250960"/>
                  </a:lnTo>
                  <a:lnTo>
                    <a:pt x="1752638" y="250966"/>
                  </a:lnTo>
                  <a:lnTo>
                    <a:pt x="1758897" y="250964"/>
                  </a:lnTo>
                  <a:lnTo>
                    <a:pt x="1765157" y="250957"/>
                  </a:lnTo>
                  <a:lnTo>
                    <a:pt x="1771416" y="250945"/>
                  </a:lnTo>
                  <a:lnTo>
                    <a:pt x="1777676" y="250928"/>
                  </a:lnTo>
                  <a:lnTo>
                    <a:pt x="1783935" y="250908"/>
                  </a:lnTo>
                  <a:lnTo>
                    <a:pt x="1790195" y="250884"/>
                  </a:lnTo>
                  <a:lnTo>
                    <a:pt x="1796454" y="250858"/>
                  </a:lnTo>
                  <a:lnTo>
                    <a:pt x="1802713" y="250828"/>
                  </a:lnTo>
                  <a:lnTo>
                    <a:pt x="1808973" y="250793"/>
                  </a:lnTo>
                  <a:lnTo>
                    <a:pt x="1815232" y="250751"/>
                  </a:lnTo>
                  <a:lnTo>
                    <a:pt x="1821492" y="250700"/>
                  </a:lnTo>
                  <a:lnTo>
                    <a:pt x="1827751" y="250638"/>
                  </a:lnTo>
                  <a:lnTo>
                    <a:pt x="1834011" y="250560"/>
                  </a:lnTo>
                  <a:lnTo>
                    <a:pt x="1840270" y="250461"/>
                  </a:lnTo>
                  <a:lnTo>
                    <a:pt x="1846529" y="250337"/>
                  </a:lnTo>
                  <a:lnTo>
                    <a:pt x="1852789" y="250186"/>
                  </a:lnTo>
                  <a:lnTo>
                    <a:pt x="1859048" y="250003"/>
                  </a:lnTo>
                  <a:lnTo>
                    <a:pt x="1865308" y="249785"/>
                  </a:lnTo>
                  <a:lnTo>
                    <a:pt x="1871567" y="249529"/>
                  </a:lnTo>
                  <a:lnTo>
                    <a:pt x="1877827" y="249231"/>
                  </a:lnTo>
                  <a:lnTo>
                    <a:pt x="1884086" y="248884"/>
                  </a:lnTo>
                  <a:lnTo>
                    <a:pt x="1890345" y="248488"/>
                  </a:lnTo>
                  <a:lnTo>
                    <a:pt x="1896605" y="248045"/>
                  </a:lnTo>
                  <a:lnTo>
                    <a:pt x="1902864" y="247554"/>
                  </a:lnTo>
                  <a:lnTo>
                    <a:pt x="1909124" y="247015"/>
                  </a:lnTo>
                  <a:lnTo>
                    <a:pt x="1915383" y="246431"/>
                  </a:lnTo>
                  <a:lnTo>
                    <a:pt x="1921642" y="245800"/>
                  </a:lnTo>
                  <a:lnTo>
                    <a:pt x="1927902" y="245125"/>
                  </a:lnTo>
                  <a:lnTo>
                    <a:pt x="1934161" y="244403"/>
                  </a:lnTo>
                  <a:lnTo>
                    <a:pt x="1940421" y="243641"/>
                  </a:lnTo>
                  <a:lnTo>
                    <a:pt x="1946680" y="242843"/>
                  </a:lnTo>
                  <a:lnTo>
                    <a:pt x="1952940" y="242012"/>
                  </a:lnTo>
                  <a:lnTo>
                    <a:pt x="1959199" y="241148"/>
                  </a:lnTo>
                  <a:lnTo>
                    <a:pt x="1965458" y="240254"/>
                  </a:lnTo>
                  <a:lnTo>
                    <a:pt x="1971718" y="239332"/>
                  </a:lnTo>
                  <a:lnTo>
                    <a:pt x="1977977" y="238380"/>
                  </a:lnTo>
                  <a:lnTo>
                    <a:pt x="1984237" y="237400"/>
                  </a:lnTo>
                  <a:lnTo>
                    <a:pt x="1990496" y="236396"/>
                  </a:lnTo>
                  <a:lnTo>
                    <a:pt x="1996756" y="235367"/>
                  </a:lnTo>
                  <a:lnTo>
                    <a:pt x="2003015" y="234313"/>
                  </a:lnTo>
                  <a:lnTo>
                    <a:pt x="2009274" y="233234"/>
                  </a:lnTo>
                  <a:lnTo>
                    <a:pt x="2015534" y="232129"/>
                  </a:lnTo>
                  <a:lnTo>
                    <a:pt x="2021793" y="230998"/>
                  </a:lnTo>
                  <a:lnTo>
                    <a:pt x="2028053" y="229835"/>
                  </a:lnTo>
                  <a:lnTo>
                    <a:pt x="2034312" y="228645"/>
                  </a:lnTo>
                  <a:lnTo>
                    <a:pt x="2040572" y="227428"/>
                  </a:lnTo>
                  <a:lnTo>
                    <a:pt x="2046831" y="226182"/>
                  </a:lnTo>
                  <a:lnTo>
                    <a:pt x="2053090" y="224910"/>
                  </a:lnTo>
                  <a:lnTo>
                    <a:pt x="2059350" y="223612"/>
                  </a:lnTo>
                  <a:lnTo>
                    <a:pt x="2065609" y="222290"/>
                  </a:lnTo>
                  <a:lnTo>
                    <a:pt x="2071869" y="220944"/>
                  </a:lnTo>
                  <a:lnTo>
                    <a:pt x="2078128" y="219581"/>
                  </a:lnTo>
                  <a:lnTo>
                    <a:pt x="2084388" y="218205"/>
                  </a:lnTo>
                  <a:lnTo>
                    <a:pt x="2090647" y="216824"/>
                  </a:lnTo>
                  <a:lnTo>
                    <a:pt x="2096906" y="215443"/>
                  </a:lnTo>
                  <a:lnTo>
                    <a:pt x="2103166" y="214070"/>
                  </a:lnTo>
                  <a:lnTo>
                    <a:pt x="2109425" y="212715"/>
                  </a:lnTo>
                  <a:lnTo>
                    <a:pt x="2115685" y="211387"/>
                  </a:lnTo>
                  <a:lnTo>
                    <a:pt x="2121944" y="210105"/>
                  </a:lnTo>
                  <a:lnTo>
                    <a:pt x="2128203" y="208876"/>
                  </a:lnTo>
                  <a:lnTo>
                    <a:pt x="2134463" y="207712"/>
                  </a:lnTo>
                  <a:lnTo>
                    <a:pt x="2140722" y="206628"/>
                  </a:lnTo>
                  <a:lnTo>
                    <a:pt x="2146982" y="205634"/>
                  </a:lnTo>
                  <a:lnTo>
                    <a:pt x="2153241" y="204745"/>
                  </a:lnTo>
                  <a:lnTo>
                    <a:pt x="2159501" y="203974"/>
                  </a:lnTo>
                  <a:lnTo>
                    <a:pt x="2165760" y="203352"/>
                  </a:lnTo>
                  <a:lnTo>
                    <a:pt x="2172019" y="202886"/>
                  </a:lnTo>
                  <a:lnTo>
                    <a:pt x="2178279" y="202578"/>
                  </a:lnTo>
                  <a:lnTo>
                    <a:pt x="2184538" y="202439"/>
                  </a:lnTo>
                  <a:lnTo>
                    <a:pt x="2190798" y="202476"/>
                  </a:lnTo>
                  <a:lnTo>
                    <a:pt x="2197057" y="202696"/>
                  </a:lnTo>
                  <a:lnTo>
                    <a:pt x="2203317" y="203102"/>
                  </a:lnTo>
                  <a:lnTo>
                    <a:pt x="2209576" y="203706"/>
                  </a:lnTo>
                  <a:lnTo>
                    <a:pt x="2215835" y="204524"/>
                  </a:lnTo>
                  <a:lnTo>
                    <a:pt x="2222095" y="205524"/>
                  </a:lnTo>
                  <a:lnTo>
                    <a:pt x="2228354" y="206699"/>
                  </a:lnTo>
                  <a:lnTo>
                    <a:pt x="2234614" y="208040"/>
                  </a:lnTo>
                  <a:lnTo>
                    <a:pt x="2240873" y="209533"/>
                  </a:lnTo>
                  <a:lnTo>
                    <a:pt x="2247133" y="211165"/>
                  </a:lnTo>
                  <a:lnTo>
                    <a:pt x="2253392" y="212920"/>
                  </a:lnTo>
                  <a:lnTo>
                    <a:pt x="2259651" y="214790"/>
                  </a:lnTo>
                  <a:lnTo>
                    <a:pt x="2265911" y="216742"/>
                  </a:lnTo>
                  <a:lnTo>
                    <a:pt x="2272170" y="218750"/>
                  </a:lnTo>
                  <a:lnTo>
                    <a:pt x="2278430" y="220795"/>
                  </a:lnTo>
                  <a:lnTo>
                    <a:pt x="2284689" y="222857"/>
                  </a:lnTo>
                  <a:lnTo>
                    <a:pt x="2290948" y="224917"/>
                  </a:lnTo>
                  <a:lnTo>
                    <a:pt x="2297208" y="226958"/>
                  </a:lnTo>
                  <a:lnTo>
                    <a:pt x="2303467" y="228960"/>
                  </a:lnTo>
                  <a:lnTo>
                    <a:pt x="2309727" y="230901"/>
                  </a:lnTo>
                  <a:lnTo>
                    <a:pt x="2315986" y="232774"/>
                  </a:lnTo>
                  <a:lnTo>
                    <a:pt x="2322246" y="234568"/>
                  </a:lnTo>
                  <a:lnTo>
                    <a:pt x="2328505" y="236277"/>
                  </a:lnTo>
                  <a:lnTo>
                    <a:pt x="2334764" y="237893"/>
                  </a:lnTo>
                  <a:lnTo>
                    <a:pt x="2341024" y="239413"/>
                  </a:lnTo>
                  <a:lnTo>
                    <a:pt x="2347283" y="240834"/>
                  </a:lnTo>
                  <a:lnTo>
                    <a:pt x="2353543" y="242139"/>
                  </a:lnTo>
                  <a:lnTo>
                    <a:pt x="2359802" y="243340"/>
                  </a:lnTo>
                  <a:lnTo>
                    <a:pt x="2366062" y="244443"/>
                  </a:lnTo>
                  <a:lnTo>
                    <a:pt x="2372321" y="245451"/>
                  </a:lnTo>
                  <a:lnTo>
                    <a:pt x="2378580" y="246366"/>
                  </a:lnTo>
                  <a:lnTo>
                    <a:pt x="2384840" y="247192"/>
                  </a:lnTo>
                  <a:lnTo>
                    <a:pt x="2391099" y="247934"/>
                  </a:lnTo>
                  <a:lnTo>
                    <a:pt x="2397359" y="248591"/>
                  </a:lnTo>
                  <a:lnTo>
                    <a:pt x="2403618" y="249165"/>
                  </a:lnTo>
                  <a:lnTo>
                    <a:pt x="2409878" y="249671"/>
                  </a:lnTo>
                  <a:lnTo>
                    <a:pt x="2416137" y="250113"/>
                  </a:lnTo>
                  <a:lnTo>
                    <a:pt x="2422396" y="250497"/>
                  </a:lnTo>
                  <a:lnTo>
                    <a:pt x="2428656" y="250826"/>
                  </a:lnTo>
                  <a:lnTo>
                    <a:pt x="2434915" y="251106"/>
                  </a:lnTo>
                  <a:lnTo>
                    <a:pt x="2441175" y="251341"/>
                  </a:lnTo>
                  <a:lnTo>
                    <a:pt x="2447434" y="251531"/>
                  </a:lnTo>
                  <a:lnTo>
                    <a:pt x="2453693" y="251684"/>
                  </a:lnTo>
                  <a:lnTo>
                    <a:pt x="2459953" y="251807"/>
                  </a:lnTo>
                  <a:lnTo>
                    <a:pt x="2466212" y="251903"/>
                  </a:lnTo>
                  <a:lnTo>
                    <a:pt x="2472472" y="251974"/>
                  </a:lnTo>
                  <a:lnTo>
                    <a:pt x="2478731" y="252025"/>
                  </a:lnTo>
                  <a:lnTo>
                    <a:pt x="2484991" y="252057"/>
                  </a:lnTo>
                  <a:lnTo>
                    <a:pt x="2491250" y="252073"/>
                  </a:lnTo>
                  <a:lnTo>
                    <a:pt x="2497509" y="252075"/>
                  </a:lnTo>
                  <a:lnTo>
                    <a:pt x="2503769" y="252065"/>
                  </a:lnTo>
                  <a:lnTo>
                    <a:pt x="2510028" y="252046"/>
                  </a:lnTo>
                  <a:lnTo>
                    <a:pt x="2516288" y="252018"/>
                  </a:lnTo>
                  <a:lnTo>
                    <a:pt x="2522547" y="251983"/>
                  </a:lnTo>
                  <a:lnTo>
                    <a:pt x="2528807" y="251942"/>
                  </a:lnTo>
                  <a:lnTo>
                    <a:pt x="2535066" y="251895"/>
                  </a:lnTo>
                  <a:lnTo>
                    <a:pt x="2541325" y="251842"/>
                  </a:lnTo>
                  <a:lnTo>
                    <a:pt x="2547585" y="251785"/>
                  </a:lnTo>
                  <a:lnTo>
                    <a:pt x="2553844" y="251725"/>
                  </a:lnTo>
                  <a:lnTo>
                    <a:pt x="2560104" y="251661"/>
                  </a:lnTo>
                  <a:lnTo>
                    <a:pt x="2566363" y="251596"/>
                  </a:lnTo>
                  <a:lnTo>
                    <a:pt x="2572623" y="251530"/>
                  </a:lnTo>
                  <a:lnTo>
                    <a:pt x="2578882" y="251462"/>
                  </a:lnTo>
                  <a:lnTo>
                    <a:pt x="2585141" y="251395"/>
                  </a:lnTo>
                  <a:lnTo>
                    <a:pt x="2591401" y="251328"/>
                  </a:lnTo>
                  <a:lnTo>
                    <a:pt x="2597660" y="251263"/>
                  </a:lnTo>
                  <a:lnTo>
                    <a:pt x="2603920" y="251200"/>
                  </a:lnTo>
                  <a:lnTo>
                    <a:pt x="2610179" y="251140"/>
                  </a:lnTo>
                  <a:lnTo>
                    <a:pt x="2616438" y="251083"/>
                  </a:lnTo>
                  <a:lnTo>
                    <a:pt x="2622698" y="251030"/>
                  </a:lnTo>
                  <a:lnTo>
                    <a:pt x="2628957" y="250981"/>
                  </a:lnTo>
                  <a:lnTo>
                    <a:pt x="2635217" y="250936"/>
                  </a:lnTo>
                  <a:lnTo>
                    <a:pt x="2641476" y="250897"/>
                  </a:lnTo>
                  <a:lnTo>
                    <a:pt x="2647736" y="250862"/>
                  </a:lnTo>
                  <a:lnTo>
                    <a:pt x="2653995" y="250834"/>
                  </a:lnTo>
                  <a:lnTo>
                    <a:pt x="2660254" y="250811"/>
                  </a:lnTo>
                  <a:lnTo>
                    <a:pt x="2666514" y="250795"/>
                  </a:lnTo>
                  <a:lnTo>
                    <a:pt x="2672773" y="250786"/>
                  </a:lnTo>
                  <a:lnTo>
                    <a:pt x="2679033" y="250786"/>
                  </a:lnTo>
                  <a:lnTo>
                    <a:pt x="2685292" y="250796"/>
                  </a:lnTo>
                  <a:lnTo>
                    <a:pt x="2691552" y="250815"/>
                  </a:lnTo>
                  <a:lnTo>
                    <a:pt x="2697811" y="250844"/>
                  </a:lnTo>
                  <a:lnTo>
                    <a:pt x="2704070" y="250884"/>
                  </a:lnTo>
                  <a:lnTo>
                    <a:pt x="2710330" y="250934"/>
                  </a:lnTo>
                  <a:lnTo>
                    <a:pt x="2716589" y="250996"/>
                  </a:lnTo>
                  <a:lnTo>
                    <a:pt x="2722849" y="251068"/>
                  </a:lnTo>
                  <a:lnTo>
                    <a:pt x="2729108" y="251153"/>
                  </a:lnTo>
                  <a:lnTo>
                    <a:pt x="2735368" y="251247"/>
                  </a:lnTo>
                  <a:lnTo>
                    <a:pt x="2741627" y="251351"/>
                  </a:lnTo>
                  <a:lnTo>
                    <a:pt x="2747886" y="251461"/>
                  </a:lnTo>
                  <a:lnTo>
                    <a:pt x="2754146" y="251579"/>
                  </a:lnTo>
                  <a:lnTo>
                    <a:pt x="2760405" y="251701"/>
                  </a:lnTo>
                  <a:lnTo>
                    <a:pt x="2766665" y="251827"/>
                  </a:lnTo>
                  <a:lnTo>
                    <a:pt x="2772924" y="251954"/>
                  </a:lnTo>
                  <a:lnTo>
                    <a:pt x="2779184" y="252081"/>
                  </a:lnTo>
                  <a:lnTo>
                    <a:pt x="2785443" y="252206"/>
                  </a:lnTo>
                  <a:lnTo>
                    <a:pt x="2791702" y="252327"/>
                  </a:lnTo>
                  <a:lnTo>
                    <a:pt x="2797962" y="252443"/>
                  </a:lnTo>
                  <a:lnTo>
                    <a:pt x="2804221" y="252554"/>
                  </a:lnTo>
                  <a:lnTo>
                    <a:pt x="2810481" y="252657"/>
                  </a:lnTo>
                  <a:lnTo>
                    <a:pt x="2816740" y="252753"/>
                  </a:lnTo>
                  <a:lnTo>
                    <a:pt x="2822999" y="252839"/>
                  </a:lnTo>
                  <a:lnTo>
                    <a:pt x="2829259" y="252915"/>
                  </a:lnTo>
                  <a:lnTo>
                    <a:pt x="2835518" y="252982"/>
                  </a:lnTo>
                  <a:lnTo>
                    <a:pt x="2841778" y="253040"/>
                  </a:lnTo>
                  <a:lnTo>
                    <a:pt x="2848037" y="253087"/>
                  </a:lnTo>
                  <a:lnTo>
                    <a:pt x="2854297" y="253126"/>
                  </a:lnTo>
                  <a:lnTo>
                    <a:pt x="2860556" y="253155"/>
                  </a:lnTo>
                  <a:lnTo>
                    <a:pt x="2866815" y="253173"/>
                  </a:lnTo>
                  <a:lnTo>
                    <a:pt x="2873075" y="253181"/>
                  </a:lnTo>
                  <a:lnTo>
                    <a:pt x="2879334" y="253180"/>
                  </a:lnTo>
                  <a:lnTo>
                    <a:pt x="2885594" y="253169"/>
                  </a:lnTo>
                  <a:lnTo>
                    <a:pt x="2891853" y="253149"/>
                  </a:lnTo>
                  <a:lnTo>
                    <a:pt x="2898113" y="253120"/>
                  </a:lnTo>
                  <a:lnTo>
                    <a:pt x="2904372" y="253081"/>
                  </a:lnTo>
                  <a:lnTo>
                    <a:pt x="2910631" y="253032"/>
                  </a:lnTo>
                  <a:lnTo>
                    <a:pt x="2916891" y="252973"/>
                  </a:lnTo>
                  <a:lnTo>
                    <a:pt x="2923150" y="252904"/>
                  </a:lnTo>
                  <a:lnTo>
                    <a:pt x="2929410" y="252826"/>
                  </a:lnTo>
                  <a:lnTo>
                    <a:pt x="2935669" y="252740"/>
                  </a:lnTo>
                  <a:lnTo>
                    <a:pt x="2941929" y="252646"/>
                  </a:lnTo>
                  <a:lnTo>
                    <a:pt x="2948188" y="252545"/>
                  </a:lnTo>
                  <a:lnTo>
                    <a:pt x="2954447" y="252437"/>
                  </a:lnTo>
                  <a:lnTo>
                    <a:pt x="2960707" y="252324"/>
                  </a:lnTo>
                  <a:lnTo>
                    <a:pt x="2966966" y="252207"/>
                  </a:lnTo>
                  <a:lnTo>
                    <a:pt x="2973226" y="252088"/>
                  </a:lnTo>
                  <a:lnTo>
                    <a:pt x="2979485" y="251970"/>
                  </a:lnTo>
                  <a:lnTo>
                    <a:pt x="2985744" y="251852"/>
                  </a:lnTo>
                  <a:lnTo>
                    <a:pt x="2992004" y="251738"/>
                  </a:lnTo>
                  <a:lnTo>
                    <a:pt x="2998263" y="251629"/>
                  </a:lnTo>
                  <a:lnTo>
                    <a:pt x="3004523" y="251526"/>
                  </a:lnTo>
                  <a:lnTo>
                    <a:pt x="3010782" y="251434"/>
                  </a:lnTo>
                  <a:lnTo>
                    <a:pt x="3017042" y="251351"/>
                  </a:lnTo>
                  <a:lnTo>
                    <a:pt x="3023301" y="251280"/>
                  </a:lnTo>
                  <a:lnTo>
                    <a:pt x="3029560" y="251220"/>
                  </a:lnTo>
                  <a:lnTo>
                    <a:pt x="3035820" y="251174"/>
                  </a:lnTo>
                  <a:lnTo>
                    <a:pt x="3042079" y="251140"/>
                  </a:lnTo>
                  <a:lnTo>
                    <a:pt x="3048339" y="251120"/>
                  </a:lnTo>
                  <a:lnTo>
                    <a:pt x="3054598" y="251114"/>
                  </a:lnTo>
                  <a:lnTo>
                    <a:pt x="3060858" y="251122"/>
                  </a:lnTo>
                  <a:lnTo>
                    <a:pt x="3067117" y="251143"/>
                  </a:lnTo>
                  <a:lnTo>
                    <a:pt x="3073376" y="251174"/>
                  </a:lnTo>
                  <a:lnTo>
                    <a:pt x="3079636" y="251217"/>
                  </a:lnTo>
                  <a:lnTo>
                    <a:pt x="3085895" y="251268"/>
                  </a:lnTo>
                  <a:lnTo>
                    <a:pt x="3092155" y="251329"/>
                  </a:lnTo>
                  <a:lnTo>
                    <a:pt x="3098414" y="251397"/>
                  </a:lnTo>
                  <a:lnTo>
                    <a:pt x="3104674" y="251474"/>
                  </a:lnTo>
                  <a:lnTo>
                    <a:pt x="3110933" y="251555"/>
                  </a:lnTo>
                  <a:lnTo>
                    <a:pt x="3117192" y="251641"/>
                  </a:lnTo>
                  <a:lnTo>
                    <a:pt x="3123452" y="251731"/>
                  </a:lnTo>
                  <a:lnTo>
                    <a:pt x="3129711" y="251824"/>
                  </a:lnTo>
                  <a:lnTo>
                    <a:pt x="3135971" y="251919"/>
                  </a:lnTo>
                  <a:lnTo>
                    <a:pt x="3142230" y="252015"/>
                  </a:lnTo>
                  <a:lnTo>
                    <a:pt x="3148489" y="252112"/>
                  </a:lnTo>
                  <a:lnTo>
                    <a:pt x="3154749" y="252209"/>
                  </a:lnTo>
                  <a:lnTo>
                    <a:pt x="3161008" y="252305"/>
                  </a:lnTo>
                  <a:lnTo>
                    <a:pt x="3167268" y="252399"/>
                  </a:lnTo>
                  <a:lnTo>
                    <a:pt x="3173527" y="252491"/>
                  </a:lnTo>
                  <a:lnTo>
                    <a:pt x="3179787" y="252580"/>
                  </a:lnTo>
                  <a:lnTo>
                    <a:pt x="3186046" y="252665"/>
                  </a:lnTo>
                  <a:lnTo>
                    <a:pt x="3192305" y="252747"/>
                  </a:lnTo>
                  <a:lnTo>
                    <a:pt x="3198565" y="252823"/>
                  </a:lnTo>
                  <a:lnTo>
                    <a:pt x="3198565" y="253408"/>
                  </a:lnTo>
                  <a:lnTo>
                    <a:pt x="3192305" y="253408"/>
                  </a:lnTo>
                  <a:lnTo>
                    <a:pt x="3186046" y="253408"/>
                  </a:lnTo>
                  <a:lnTo>
                    <a:pt x="3179787" y="253408"/>
                  </a:lnTo>
                  <a:lnTo>
                    <a:pt x="3173527" y="253408"/>
                  </a:lnTo>
                  <a:lnTo>
                    <a:pt x="3167268" y="253408"/>
                  </a:lnTo>
                  <a:lnTo>
                    <a:pt x="3161008" y="253408"/>
                  </a:lnTo>
                  <a:lnTo>
                    <a:pt x="3154749" y="253408"/>
                  </a:lnTo>
                  <a:lnTo>
                    <a:pt x="3148489" y="253408"/>
                  </a:lnTo>
                  <a:lnTo>
                    <a:pt x="3142230" y="253408"/>
                  </a:lnTo>
                  <a:lnTo>
                    <a:pt x="3135971" y="253408"/>
                  </a:lnTo>
                  <a:lnTo>
                    <a:pt x="3129711" y="253408"/>
                  </a:lnTo>
                  <a:lnTo>
                    <a:pt x="3123452" y="253408"/>
                  </a:lnTo>
                  <a:lnTo>
                    <a:pt x="3117192" y="253408"/>
                  </a:lnTo>
                  <a:lnTo>
                    <a:pt x="3110933" y="253408"/>
                  </a:lnTo>
                  <a:lnTo>
                    <a:pt x="3104674" y="253408"/>
                  </a:lnTo>
                  <a:lnTo>
                    <a:pt x="3098414" y="253408"/>
                  </a:lnTo>
                  <a:lnTo>
                    <a:pt x="3092155" y="253408"/>
                  </a:lnTo>
                  <a:lnTo>
                    <a:pt x="3085895" y="253408"/>
                  </a:lnTo>
                  <a:lnTo>
                    <a:pt x="3079636" y="253408"/>
                  </a:lnTo>
                  <a:lnTo>
                    <a:pt x="3073376" y="253408"/>
                  </a:lnTo>
                  <a:lnTo>
                    <a:pt x="3067117" y="253408"/>
                  </a:lnTo>
                  <a:lnTo>
                    <a:pt x="3060858" y="253408"/>
                  </a:lnTo>
                  <a:lnTo>
                    <a:pt x="3054598" y="253408"/>
                  </a:lnTo>
                  <a:lnTo>
                    <a:pt x="3048339" y="253408"/>
                  </a:lnTo>
                  <a:lnTo>
                    <a:pt x="3042079" y="253408"/>
                  </a:lnTo>
                  <a:lnTo>
                    <a:pt x="3035820" y="253408"/>
                  </a:lnTo>
                  <a:lnTo>
                    <a:pt x="3029560" y="253408"/>
                  </a:lnTo>
                  <a:lnTo>
                    <a:pt x="3023301" y="253408"/>
                  </a:lnTo>
                  <a:lnTo>
                    <a:pt x="3017042" y="253408"/>
                  </a:lnTo>
                  <a:lnTo>
                    <a:pt x="3010782" y="253408"/>
                  </a:lnTo>
                  <a:lnTo>
                    <a:pt x="3004523" y="253408"/>
                  </a:lnTo>
                  <a:lnTo>
                    <a:pt x="2998263" y="253408"/>
                  </a:lnTo>
                  <a:lnTo>
                    <a:pt x="2992004" y="253408"/>
                  </a:lnTo>
                  <a:lnTo>
                    <a:pt x="2985744" y="253408"/>
                  </a:lnTo>
                  <a:lnTo>
                    <a:pt x="2979485" y="253408"/>
                  </a:lnTo>
                  <a:lnTo>
                    <a:pt x="2973226" y="253408"/>
                  </a:lnTo>
                  <a:lnTo>
                    <a:pt x="2966966" y="253408"/>
                  </a:lnTo>
                  <a:lnTo>
                    <a:pt x="2960707" y="253408"/>
                  </a:lnTo>
                  <a:lnTo>
                    <a:pt x="2954447" y="253408"/>
                  </a:lnTo>
                  <a:lnTo>
                    <a:pt x="2948188" y="253408"/>
                  </a:lnTo>
                  <a:lnTo>
                    <a:pt x="2941929" y="253408"/>
                  </a:lnTo>
                  <a:lnTo>
                    <a:pt x="2935669" y="253408"/>
                  </a:lnTo>
                  <a:lnTo>
                    <a:pt x="2929410" y="253408"/>
                  </a:lnTo>
                  <a:lnTo>
                    <a:pt x="2923150" y="253408"/>
                  </a:lnTo>
                  <a:lnTo>
                    <a:pt x="2916891" y="253408"/>
                  </a:lnTo>
                  <a:lnTo>
                    <a:pt x="2910631" y="253408"/>
                  </a:lnTo>
                  <a:lnTo>
                    <a:pt x="2904372" y="253408"/>
                  </a:lnTo>
                  <a:lnTo>
                    <a:pt x="2898113" y="253408"/>
                  </a:lnTo>
                  <a:lnTo>
                    <a:pt x="2891853" y="253408"/>
                  </a:lnTo>
                  <a:lnTo>
                    <a:pt x="2885594" y="253408"/>
                  </a:lnTo>
                  <a:lnTo>
                    <a:pt x="2879334" y="253408"/>
                  </a:lnTo>
                  <a:lnTo>
                    <a:pt x="2873075" y="253408"/>
                  </a:lnTo>
                  <a:lnTo>
                    <a:pt x="2866815" y="253408"/>
                  </a:lnTo>
                  <a:lnTo>
                    <a:pt x="2860556" y="253408"/>
                  </a:lnTo>
                  <a:lnTo>
                    <a:pt x="2854297" y="253408"/>
                  </a:lnTo>
                  <a:lnTo>
                    <a:pt x="2848037" y="253408"/>
                  </a:lnTo>
                  <a:lnTo>
                    <a:pt x="2841778" y="253408"/>
                  </a:lnTo>
                  <a:lnTo>
                    <a:pt x="2835518" y="253408"/>
                  </a:lnTo>
                  <a:lnTo>
                    <a:pt x="2829259" y="253408"/>
                  </a:lnTo>
                  <a:lnTo>
                    <a:pt x="2822999" y="253408"/>
                  </a:lnTo>
                  <a:lnTo>
                    <a:pt x="2816740" y="253408"/>
                  </a:lnTo>
                  <a:lnTo>
                    <a:pt x="2810481" y="253408"/>
                  </a:lnTo>
                  <a:lnTo>
                    <a:pt x="2804221" y="253408"/>
                  </a:lnTo>
                  <a:lnTo>
                    <a:pt x="2797962" y="253408"/>
                  </a:lnTo>
                  <a:lnTo>
                    <a:pt x="2791702" y="253408"/>
                  </a:lnTo>
                  <a:lnTo>
                    <a:pt x="2785443" y="253408"/>
                  </a:lnTo>
                  <a:lnTo>
                    <a:pt x="2779184" y="253408"/>
                  </a:lnTo>
                  <a:lnTo>
                    <a:pt x="2772924" y="253408"/>
                  </a:lnTo>
                  <a:lnTo>
                    <a:pt x="2766665" y="253408"/>
                  </a:lnTo>
                  <a:lnTo>
                    <a:pt x="2760405" y="253408"/>
                  </a:lnTo>
                  <a:lnTo>
                    <a:pt x="2754146" y="253408"/>
                  </a:lnTo>
                  <a:lnTo>
                    <a:pt x="2747886" y="253408"/>
                  </a:lnTo>
                  <a:lnTo>
                    <a:pt x="2741627" y="253408"/>
                  </a:lnTo>
                  <a:lnTo>
                    <a:pt x="2735368" y="253408"/>
                  </a:lnTo>
                  <a:lnTo>
                    <a:pt x="2729108" y="253408"/>
                  </a:lnTo>
                  <a:lnTo>
                    <a:pt x="2722849" y="253408"/>
                  </a:lnTo>
                  <a:lnTo>
                    <a:pt x="2716589" y="253408"/>
                  </a:lnTo>
                  <a:lnTo>
                    <a:pt x="2710330" y="253408"/>
                  </a:lnTo>
                  <a:lnTo>
                    <a:pt x="2704070" y="253408"/>
                  </a:lnTo>
                  <a:lnTo>
                    <a:pt x="2697811" y="253408"/>
                  </a:lnTo>
                  <a:lnTo>
                    <a:pt x="2691552" y="253408"/>
                  </a:lnTo>
                  <a:lnTo>
                    <a:pt x="2685292" y="253408"/>
                  </a:lnTo>
                  <a:lnTo>
                    <a:pt x="2679033" y="253408"/>
                  </a:lnTo>
                  <a:lnTo>
                    <a:pt x="2672773" y="253408"/>
                  </a:lnTo>
                  <a:lnTo>
                    <a:pt x="2666514" y="253408"/>
                  </a:lnTo>
                  <a:lnTo>
                    <a:pt x="2660254" y="253408"/>
                  </a:lnTo>
                  <a:lnTo>
                    <a:pt x="2653995" y="253408"/>
                  </a:lnTo>
                  <a:lnTo>
                    <a:pt x="2647736" y="253408"/>
                  </a:lnTo>
                  <a:lnTo>
                    <a:pt x="2641476" y="253408"/>
                  </a:lnTo>
                  <a:lnTo>
                    <a:pt x="2635217" y="253408"/>
                  </a:lnTo>
                  <a:lnTo>
                    <a:pt x="2628957" y="253408"/>
                  </a:lnTo>
                  <a:lnTo>
                    <a:pt x="2622698" y="253408"/>
                  </a:lnTo>
                  <a:lnTo>
                    <a:pt x="2616438" y="253408"/>
                  </a:lnTo>
                  <a:lnTo>
                    <a:pt x="2610179" y="253408"/>
                  </a:lnTo>
                  <a:lnTo>
                    <a:pt x="2603920" y="253408"/>
                  </a:lnTo>
                  <a:lnTo>
                    <a:pt x="2597660" y="253408"/>
                  </a:lnTo>
                  <a:lnTo>
                    <a:pt x="2591401" y="253408"/>
                  </a:lnTo>
                  <a:lnTo>
                    <a:pt x="2585141" y="253408"/>
                  </a:lnTo>
                  <a:lnTo>
                    <a:pt x="2578882" y="253408"/>
                  </a:lnTo>
                  <a:lnTo>
                    <a:pt x="2572623" y="253408"/>
                  </a:lnTo>
                  <a:lnTo>
                    <a:pt x="2566363" y="253408"/>
                  </a:lnTo>
                  <a:lnTo>
                    <a:pt x="2560104" y="253408"/>
                  </a:lnTo>
                  <a:lnTo>
                    <a:pt x="2553844" y="253408"/>
                  </a:lnTo>
                  <a:lnTo>
                    <a:pt x="2547585" y="253408"/>
                  </a:lnTo>
                  <a:lnTo>
                    <a:pt x="2541325" y="253408"/>
                  </a:lnTo>
                  <a:lnTo>
                    <a:pt x="2535066" y="253408"/>
                  </a:lnTo>
                  <a:lnTo>
                    <a:pt x="2528807" y="253408"/>
                  </a:lnTo>
                  <a:lnTo>
                    <a:pt x="2522547" y="253408"/>
                  </a:lnTo>
                  <a:lnTo>
                    <a:pt x="2516288" y="253408"/>
                  </a:lnTo>
                  <a:lnTo>
                    <a:pt x="2510028" y="253408"/>
                  </a:lnTo>
                  <a:lnTo>
                    <a:pt x="2503769" y="253408"/>
                  </a:lnTo>
                  <a:lnTo>
                    <a:pt x="2497509" y="253408"/>
                  </a:lnTo>
                  <a:lnTo>
                    <a:pt x="2491250" y="253408"/>
                  </a:lnTo>
                  <a:lnTo>
                    <a:pt x="2484991" y="253408"/>
                  </a:lnTo>
                  <a:lnTo>
                    <a:pt x="2478731" y="253408"/>
                  </a:lnTo>
                  <a:lnTo>
                    <a:pt x="2472472" y="253408"/>
                  </a:lnTo>
                  <a:lnTo>
                    <a:pt x="2466212" y="253408"/>
                  </a:lnTo>
                  <a:lnTo>
                    <a:pt x="2459953" y="253408"/>
                  </a:lnTo>
                  <a:lnTo>
                    <a:pt x="2453693" y="253408"/>
                  </a:lnTo>
                  <a:lnTo>
                    <a:pt x="2447434" y="253408"/>
                  </a:lnTo>
                  <a:lnTo>
                    <a:pt x="2441175" y="253408"/>
                  </a:lnTo>
                  <a:lnTo>
                    <a:pt x="2434915" y="253408"/>
                  </a:lnTo>
                  <a:lnTo>
                    <a:pt x="2428656" y="253408"/>
                  </a:lnTo>
                  <a:lnTo>
                    <a:pt x="2422396" y="253408"/>
                  </a:lnTo>
                  <a:lnTo>
                    <a:pt x="2416137" y="253408"/>
                  </a:lnTo>
                  <a:lnTo>
                    <a:pt x="2409878" y="253408"/>
                  </a:lnTo>
                  <a:lnTo>
                    <a:pt x="2403618" y="253408"/>
                  </a:lnTo>
                  <a:lnTo>
                    <a:pt x="2397359" y="253408"/>
                  </a:lnTo>
                  <a:lnTo>
                    <a:pt x="2391099" y="253408"/>
                  </a:lnTo>
                  <a:lnTo>
                    <a:pt x="2384840" y="253408"/>
                  </a:lnTo>
                  <a:lnTo>
                    <a:pt x="2378580" y="253408"/>
                  </a:lnTo>
                  <a:lnTo>
                    <a:pt x="2372321" y="253408"/>
                  </a:lnTo>
                  <a:lnTo>
                    <a:pt x="2366062" y="253408"/>
                  </a:lnTo>
                  <a:lnTo>
                    <a:pt x="2359802" y="253408"/>
                  </a:lnTo>
                  <a:lnTo>
                    <a:pt x="2353543" y="253408"/>
                  </a:lnTo>
                  <a:lnTo>
                    <a:pt x="2347283" y="253408"/>
                  </a:lnTo>
                  <a:lnTo>
                    <a:pt x="2341024" y="253408"/>
                  </a:lnTo>
                  <a:lnTo>
                    <a:pt x="2334764" y="253408"/>
                  </a:lnTo>
                  <a:lnTo>
                    <a:pt x="2328505" y="253408"/>
                  </a:lnTo>
                  <a:lnTo>
                    <a:pt x="2322246" y="253408"/>
                  </a:lnTo>
                  <a:lnTo>
                    <a:pt x="2315986" y="253408"/>
                  </a:lnTo>
                  <a:lnTo>
                    <a:pt x="2309727" y="253408"/>
                  </a:lnTo>
                  <a:lnTo>
                    <a:pt x="2303467" y="253408"/>
                  </a:lnTo>
                  <a:lnTo>
                    <a:pt x="2297208" y="253408"/>
                  </a:lnTo>
                  <a:lnTo>
                    <a:pt x="2290948" y="253408"/>
                  </a:lnTo>
                  <a:lnTo>
                    <a:pt x="2284689" y="253408"/>
                  </a:lnTo>
                  <a:lnTo>
                    <a:pt x="2278430" y="253408"/>
                  </a:lnTo>
                  <a:lnTo>
                    <a:pt x="2272170" y="253408"/>
                  </a:lnTo>
                  <a:lnTo>
                    <a:pt x="2265911" y="253408"/>
                  </a:lnTo>
                  <a:lnTo>
                    <a:pt x="2259651" y="253408"/>
                  </a:lnTo>
                  <a:lnTo>
                    <a:pt x="2253392" y="253408"/>
                  </a:lnTo>
                  <a:lnTo>
                    <a:pt x="2247133" y="253408"/>
                  </a:lnTo>
                  <a:lnTo>
                    <a:pt x="2240873" y="253408"/>
                  </a:lnTo>
                  <a:lnTo>
                    <a:pt x="2234614" y="253408"/>
                  </a:lnTo>
                  <a:lnTo>
                    <a:pt x="2228354" y="253408"/>
                  </a:lnTo>
                  <a:lnTo>
                    <a:pt x="2222095" y="253408"/>
                  </a:lnTo>
                  <a:lnTo>
                    <a:pt x="2215835" y="253408"/>
                  </a:lnTo>
                  <a:lnTo>
                    <a:pt x="2209576" y="253408"/>
                  </a:lnTo>
                  <a:lnTo>
                    <a:pt x="2203317" y="253408"/>
                  </a:lnTo>
                  <a:lnTo>
                    <a:pt x="2197057" y="253408"/>
                  </a:lnTo>
                  <a:lnTo>
                    <a:pt x="2190798" y="253408"/>
                  </a:lnTo>
                  <a:lnTo>
                    <a:pt x="2184538" y="253408"/>
                  </a:lnTo>
                  <a:lnTo>
                    <a:pt x="2178279" y="253408"/>
                  </a:lnTo>
                  <a:lnTo>
                    <a:pt x="2172019" y="253408"/>
                  </a:lnTo>
                  <a:lnTo>
                    <a:pt x="2165760" y="253408"/>
                  </a:lnTo>
                  <a:lnTo>
                    <a:pt x="2159501" y="253408"/>
                  </a:lnTo>
                  <a:lnTo>
                    <a:pt x="2153241" y="253408"/>
                  </a:lnTo>
                  <a:lnTo>
                    <a:pt x="2146982" y="253408"/>
                  </a:lnTo>
                  <a:lnTo>
                    <a:pt x="2140722" y="253408"/>
                  </a:lnTo>
                  <a:lnTo>
                    <a:pt x="2134463" y="253408"/>
                  </a:lnTo>
                  <a:lnTo>
                    <a:pt x="2128203" y="253408"/>
                  </a:lnTo>
                  <a:lnTo>
                    <a:pt x="2121944" y="253408"/>
                  </a:lnTo>
                  <a:lnTo>
                    <a:pt x="2115685" y="253408"/>
                  </a:lnTo>
                  <a:lnTo>
                    <a:pt x="2109425" y="253408"/>
                  </a:lnTo>
                  <a:lnTo>
                    <a:pt x="2103166" y="253408"/>
                  </a:lnTo>
                  <a:lnTo>
                    <a:pt x="2096906" y="253408"/>
                  </a:lnTo>
                  <a:lnTo>
                    <a:pt x="2090647" y="253408"/>
                  </a:lnTo>
                  <a:lnTo>
                    <a:pt x="2084388" y="253408"/>
                  </a:lnTo>
                  <a:lnTo>
                    <a:pt x="2078128" y="253408"/>
                  </a:lnTo>
                  <a:lnTo>
                    <a:pt x="2071869" y="253408"/>
                  </a:lnTo>
                  <a:lnTo>
                    <a:pt x="2065609" y="253408"/>
                  </a:lnTo>
                  <a:lnTo>
                    <a:pt x="2059350" y="253408"/>
                  </a:lnTo>
                  <a:lnTo>
                    <a:pt x="2053090" y="253408"/>
                  </a:lnTo>
                  <a:lnTo>
                    <a:pt x="2046831" y="253408"/>
                  </a:lnTo>
                  <a:lnTo>
                    <a:pt x="2040572" y="253408"/>
                  </a:lnTo>
                  <a:lnTo>
                    <a:pt x="2034312" y="253408"/>
                  </a:lnTo>
                  <a:lnTo>
                    <a:pt x="2028053" y="253408"/>
                  </a:lnTo>
                  <a:lnTo>
                    <a:pt x="2021793" y="253408"/>
                  </a:lnTo>
                  <a:lnTo>
                    <a:pt x="2015534" y="253408"/>
                  </a:lnTo>
                  <a:lnTo>
                    <a:pt x="2009274" y="253408"/>
                  </a:lnTo>
                  <a:lnTo>
                    <a:pt x="2003015" y="253408"/>
                  </a:lnTo>
                  <a:lnTo>
                    <a:pt x="1996756" y="253408"/>
                  </a:lnTo>
                  <a:lnTo>
                    <a:pt x="1990496" y="253408"/>
                  </a:lnTo>
                  <a:lnTo>
                    <a:pt x="1984237" y="253408"/>
                  </a:lnTo>
                  <a:lnTo>
                    <a:pt x="1977977" y="253408"/>
                  </a:lnTo>
                  <a:lnTo>
                    <a:pt x="1971718" y="253408"/>
                  </a:lnTo>
                  <a:lnTo>
                    <a:pt x="1965458" y="253408"/>
                  </a:lnTo>
                  <a:lnTo>
                    <a:pt x="1959199" y="253408"/>
                  </a:lnTo>
                  <a:lnTo>
                    <a:pt x="1952940" y="253408"/>
                  </a:lnTo>
                  <a:lnTo>
                    <a:pt x="1946680" y="253408"/>
                  </a:lnTo>
                  <a:lnTo>
                    <a:pt x="1940421" y="253408"/>
                  </a:lnTo>
                  <a:lnTo>
                    <a:pt x="1934161" y="253408"/>
                  </a:lnTo>
                  <a:lnTo>
                    <a:pt x="1927902" y="253408"/>
                  </a:lnTo>
                  <a:lnTo>
                    <a:pt x="1921642" y="253408"/>
                  </a:lnTo>
                  <a:lnTo>
                    <a:pt x="1915383" y="253408"/>
                  </a:lnTo>
                  <a:lnTo>
                    <a:pt x="1909124" y="253408"/>
                  </a:lnTo>
                  <a:lnTo>
                    <a:pt x="1902864" y="253408"/>
                  </a:lnTo>
                  <a:lnTo>
                    <a:pt x="1896605" y="253408"/>
                  </a:lnTo>
                  <a:lnTo>
                    <a:pt x="1890345" y="253408"/>
                  </a:lnTo>
                  <a:lnTo>
                    <a:pt x="1884086" y="253408"/>
                  </a:lnTo>
                  <a:lnTo>
                    <a:pt x="1877827" y="253408"/>
                  </a:lnTo>
                  <a:lnTo>
                    <a:pt x="1871567" y="253408"/>
                  </a:lnTo>
                  <a:lnTo>
                    <a:pt x="1865308" y="253408"/>
                  </a:lnTo>
                  <a:lnTo>
                    <a:pt x="1859048" y="253408"/>
                  </a:lnTo>
                  <a:lnTo>
                    <a:pt x="1852789" y="253408"/>
                  </a:lnTo>
                  <a:lnTo>
                    <a:pt x="1846529" y="253408"/>
                  </a:lnTo>
                  <a:lnTo>
                    <a:pt x="1840270" y="253408"/>
                  </a:lnTo>
                  <a:lnTo>
                    <a:pt x="1834011" y="253408"/>
                  </a:lnTo>
                  <a:lnTo>
                    <a:pt x="1827751" y="253408"/>
                  </a:lnTo>
                  <a:lnTo>
                    <a:pt x="1821492" y="253408"/>
                  </a:lnTo>
                  <a:lnTo>
                    <a:pt x="1815232" y="253408"/>
                  </a:lnTo>
                  <a:lnTo>
                    <a:pt x="1808973" y="253408"/>
                  </a:lnTo>
                  <a:lnTo>
                    <a:pt x="1802713" y="253408"/>
                  </a:lnTo>
                  <a:lnTo>
                    <a:pt x="1796454" y="253408"/>
                  </a:lnTo>
                  <a:lnTo>
                    <a:pt x="1790195" y="253408"/>
                  </a:lnTo>
                  <a:lnTo>
                    <a:pt x="1783935" y="253408"/>
                  </a:lnTo>
                  <a:lnTo>
                    <a:pt x="1777676" y="253408"/>
                  </a:lnTo>
                  <a:lnTo>
                    <a:pt x="1771416" y="253408"/>
                  </a:lnTo>
                  <a:lnTo>
                    <a:pt x="1765157" y="253408"/>
                  </a:lnTo>
                  <a:lnTo>
                    <a:pt x="1758897" y="253408"/>
                  </a:lnTo>
                  <a:lnTo>
                    <a:pt x="1752638" y="253408"/>
                  </a:lnTo>
                  <a:lnTo>
                    <a:pt x="1746379" y="253408"/>
                  </a:lnTo>
                  <a:lnTo>
                    <a:pt x="1740119" y="253408"/>
                  </a:lnTo>
                  <a:lnTo>
                    <a:pt x="1733860" y="253408"/>
                  </a:lnTo>
                  <a:lnTo>
                    <a:pt x="1727600" y="253408"/>
                  </a:lnTo>
                  <a:lnTo>
                    <a:pt x="1721341" y="253408"/>
                  </a:lnTo>
                  <a:lnTo>
                    <a:pt x="1715082" y="253408"/>
                  </a:lnTo>
                  <a:lnTo>
                    <a:pt x="1708822" y="253408"/>
                  </a:lnTo>
                  <a:lnTo>
                    <a:pt x="1702563" y="253408"/>
                  </a:lnTo>
                  <a:lnTo>
                    <a:pt x="1696303" y="253408"/>
                  </a:lnTo>
                  <a:lnTo>
                    <a:pt x="1690044" y="253408"/>
                  </a:lnTo>
                  <a:lnTo>
                    <a:pt x="1683784" y="253408"/>
                  </a:lnTo>
                  <a:lnTo>
                    <a:pt x="1677525" y="253408"/>
                  </a:lnTo>
                  <a:lnTo>
                    <a:pt x="1671266" y="253408"/>
                  </a:lnTo>
                  <a:lnTo>
                    <a:pt x="1665006" y="253408"/>
                  </a:lnTo>
                  <a:lnTo>
                    <a:pt x="1658747" y="253408"/>
                  </a:lnTo>
                  <a:lnTo>
                    <a:pt x="1652487" y="253408"/>
                  </a:lnTo>
                  <a:lnTo>
                    <a:pt x="1646228" y="253408"/>
                  </a:lnTo>
                  <a:lnTo>
                    <a:pt x="1639968" y="253408"/>
                  </a:lnTo>
                  <a:lnTo>
                    <a:pt x="1633709" y="253408"/>
                  </a:lnTo>
                  <a:lnTo>
                    <a:pt x="1627450" y="253408"/>
                  </a:lnTo>
                  <a:lnTo>
                    <a:pt x="1621190" y="253408"/>
                  </a:lnTo>
                  <a:lnTo>
                    <a:pt x="1614931" y="253408"/>
                  </a:lnTo>
                  <a:lnTo>
                    <a:pt x="1608671" y="253408"/>
                  </a:lnTo>
                  <a:lnTo>
                    <a:pt x="1602412" y="253408"/>
                  </a:lnTo>
                  <a:lnTo>
                    <a:pt x="1596152" y="253408"/>
                  </a:lnTo>
                  <a:lnTo>
                    <a:pt x="1589893" y="253408"/>
                  </a:lnTo>
                  <a:lnTo>
                    <a:pt x="1583634" y="253408"/>
                  </a:lnTo>
                  <a:lnTo>
                    <a:pt x="1577374" y="253408"/>
                  </a:lnTo>
                  <a:lnTo>
                    <a:pt x="1571115" y="253408"/>
                  </a:lnTo>
                  <a:lnTo>
                    <a:pt x="1564855" y="253408"/>
                  </a:lnTo>
                  <a:lnTo>
                    <a:pt x="1558596" y="253408"/>
                  </a:lnTo>
                  <a:lnTo>
                    <a:pt x="1552337" y="253408"/>
                  </a:lnTo>
                  <a:lnTo>
                    <a:pt x="1546077" y="253408"/>
                  </a:lnTo>
                  <a:lnTo>
                    <a:pt x="1539818" y="253408"/>
                  </a:lnTo>
                  <a:lnTo>
                    <a:pt x="1533558" y="253408"/>
                  </a:lnTo>
                  <a:lnTo>
                    <a:pt x="1527299" y="253408"/>
                  </a:lnTo>
                  <a:lnTo>
                    <a:pt x="1521039" y="253408"/>
                  </a:lnTo>
                  <a:lnTo>
                    <a:pt x="1514780" y="253408"/>
                  </a:lnTo>
                  <a:lnTo>
                    <a:pt x="1508521" y="253408"/>
                  </a:lnTo>
                  <a:lnTo>
                    <a:pt x="1502261" y="253408"/>
                  </a:lnTo>
                  <a:lnTo>
                    <a:pt x="1496002" y="253408"/>
                  </a:lnTo>
                  <a:lnTo>
                    <a:pt x="1489742" y="253408"/>
                  </a:lnTo>
                  <a:lnTo>
                    <a:pt x="1483483" y="253408"/>
                  </a:lnTo>
                  <a:lnTo>
                    <a:pt x="1477223" y="253408"/>
                  </a:lnTo>
                  <a:lnTo>
                    <a:pt x="1470964" y="253408"/>
                  </a:lnTo>
                  <a:lnTo>
                    <a:pt x="1464705" y="253408"/>
                  </a:lnTo>
                  <a:lnTo>
                    <a:pt x="1458445" y="253408"/>
                  </a:lnTo>
                  <a:lnTo>
                    <a:pt x="1452186" y="253408"/>
                  </a:lnTo>
                  <a:lnTo>
                    <a:pt x="1445926" y="253408"/>
                  </a:lnTo>
                  <a:lnTo>
                    <a:pt x="1439667" y="253408"/>
                  </a:lnTo>
                  <a:lnTo>
                    <a:pt x="1433407" y="253408"/>
                  </a:lnTo>
                  <a:lnTo>
                    <a:pt x="1427148" y="253408"/>
                  </a:lnTo>
                  <a:lnTo>
                    <a:pt x="1420889" y="253408"/>
                  </a:lnTo>
                  <a:lnTo>
                    <a:pt x="1414629" y="253408"/>
                  </a:lnTo>
                  <a:lnTo>
                    <a:pt x="1408370" y="253408"/>
                  </a:lnTo>
                  <a:lnTo>
                    <a:pt x="1402110" y="253408"/>
                  </a:lnTo>
                  <a:lnTo>
                    <a:pt x="1395851" y="253408"/>
                  </a:lnTo>
                  <a:lnTo>
                    <a:pt x="1389592" y="253408"/>
                  </a:lnTo>
                  <a:lnTo>
                    <a:pt x="1383332" y="253408"/>
                  </a:lnTo>
                  <a:lnTo>
                    <a:pt x="1377073" y="253408"/>
                  </a:lnTo>
                  <a:lnTo>
                    <a:pt x="1370813" y="253408"/>
                  </a:lnTo>
                  <a:lnTo>
                    <a:pt x="1364554" y="253408"/>
                  </a:lnTo>
                  <a:lnTo>
                    <a:pt x="1358294" y="253408"/>
                  </a:lnTo>
                  <a:lnTo>
                    <a:pt x="1352035" y="253408"/>
                  </a:lnTo>
                  <a:lnTo>
                    <a:pt x="1345776" y="253408"/>
                  </a:lnTo>
                  <a:lnTo>
                    <a:pt x="1339516" y="253408"/>
                  </a:lnTo>
                  <a:lnTo>
                    <a:pt x="1333257" y="253408"/>
                  </a:lnTo>
                  <a:lnTo>
                    <a:pt x="1326997" y="253408"/>
                  </a:lnTo>
                  <a:lnTo>
                    <a:pt x="1320738" y="253408"/>
                  </a:lnTo>
                  <a:lnTo>
                    <a:pt x="1314478" y="253408"/>
                  </a:lnTo>
                  <a:lnTo>
                    <a:pt x="1308219" y="253408"/>
                  </a:lnTo>
                  <a:lnTo>
                    <a:pt x="1301960" y="253408"/>
                  </a:lnTo>
                  <a:lnTo>
                    <a:pt x="1295700" y="253408"/>
                  </a:lnTo>
                  <a:lnTo>
                    <a:pt x="1289441" y="253408"/>
                  </a:lnTo>
                  <a:lnTo>
                    <a:pt x="1283181" y="253408"/>
                  </a:lnTo>
                  <a:lnTo>
                    <a:pt x="1276922" y="253408"/>
                  </a:lnTo>
                  <a:lnTo>
                    <a:pt x="1270662" y="253408"/>
                  </a:lnTo>
                  <a:lnTo>
                    <a:pt x="1264403" y="253408"/>
                  </a:lnTo>
                  <a:lnTo>
                    <a:pt x="1258144" y="253408"/>
                  </a:lnTo>
                  <a:lnTo>
                    <a:pt x="1251884" y="253408"/>
                  </a:lnTo>
                  <a:lnTo>
                    <a:pt x="1245625" y="253408"/>
                  </a:lnTo>
                  <a:lnTo>
                    <a:pt x="1239365" y="253408"/>
                  </a:lnTo>
                  <a:lnTo>
                    <a:pt x="1233106" y="253408"/>
                  </a:lnTo>
                  <a:lnTo>
                    <a:pt x="1226846" y="253408"/>
                  </a:lnTo>
                  <a:lnTo>
                    <a:pt x="1220587" y="253408"/>
                  </a:lnTo>
                  <a:lnTo>
                    <a:pt x="1214328" y="253408"/>
                  </a:lnTo>
                  <a:lnTo>
                    <a:pt x="1208068" y="253408"/>
                  </a:lnTo>
                  <a:lnTo>
                    <a:pt x="1201809" y="253408"/>
                  </a:lnTo>
                  <a:lnTo>
                    <a:pt x="1195549" y="253408"/>
                  </a:lnTo>
                  <a:lnTo>
                    <a:pt x="1189290" y="253408"/>
                  </a:lnTo>
                  <a:lnTo>
                    <a:pt x="1183031" y="253408"/>
                  </a:lnTo>
                  <a:lnTo>
                    <a:pt x="1176771" y="253408"/>
                  </a:lnTo>
                  <a:lnTo>
                    <a:pt x="1170512" y="253408"/>
                  </a:lnTo>
                  <a:lnTo>
                    <a:pt x="1164252" y="253408"/>
                  </a:lnTo>
                  <a:lnTo>
                    <a:pt x="1157993" y="253408"/>
                  </a:lnTo>
                  <a:lnTo>
                    <a:pt x="1151733" y="253408"/>
                  </a:lnTo>
                  <a:lnTo>
                    <a:pt x="1145474" y="253408"/>
                  </a:lnTo>
                  <a:lnTo>
                    <a:pt x="1139215" y="253408"/>
                  </a:lnTo>
                  <a:lnTo>
                    <a:pt x="1132955" y="253408"/>
                  </a:lnTo>
                  <a:lnTo>
                    <a:pt x="1126696" y="253408"/>
                  </a:lnTo>
                  <a:lnTo>
                    <a:pt x="1120436" y="253408"/>
                  </a:lnTo>
                  <a:lnTo>
                    <a:pt x="1114177" y="253408"/>
                  </a:lnTo>
                  <a:lnTo>
                    <a:pt x="1107917" y="253408"/>
                  </a:lnTo>
                  <a:lnTo>
                    <a:pt x="1101658" y="253408"/>
                  </a:lnTo>
                  <a:lnTo>
                    <a:pt x="1095399" y="253408"/>
                  </a:lnTo>
                  <a:lnTo>
                    <a:pt x="1089139" y="253408"/>
                  </a:lnTo>
                  <a:lnTo>
                    <a:pt x="1082880" y="253408"/>
                  </a:lnTo>
                  <a:lnTo>
                    <a:pt x="1076620" y="253408"/>
                  </a:lnTo>
                  <a:lnTo>
                    <a:pt x="1070361" y="253408"/>
                  </a:lnTo>
                  <a:lnTo>
                    <a:pt x="1064101" y="253408"/>
                  </a:lnTo>
                  <a:lnTo>
                    <a:pt x="1057842" y="253408"/>
                  </a:lnTo>
                  <a:lnTo>
                    <a:pt x="1051583" y="253408"/>
                  </a:lnTo>
                  <a:lnTo>
                    <a:pt x="1045323" y="253408"/>
                  </a:lnTo>
                  <a:lnTo>
                    <a:pt x="1039064" y="253408"/>
                  </a:lnTo>
                  <a:lnTo>
                    <a:pt x="1032804" y="253408"/>
                  </a:lnTo>
                  <a:lnTo>
                    <a:pt x="1026545" y="253408"/>
                  </a:lnTo>
                  <a:lnTo>
                    <a:pt x="1020286" y="253408"/>
                  </a:lnTo>
                  <a:lnTo>
                    <a:pt x="1014026" y="253408"/>
                  </a:lnTo>
                  <a:lnTo>
                    <a:pt x="1007767" y="253408"/>
                  </a:lnTo>
                  <a:lnTo>
                    <a:pt x="1001507" y="253408"/>
                  </a:lnTo>
                  <a:lnTo>
                    <a:pt x="995248" y="253408"/>
                  </a:lnTo>
                  <a:lnTo>
                    <a:pt x="988988" y="253408"/>
                  </a:lnTo>
                  <a:lnTo>
                    <a:pt x="982729" y="253408"/>
                  </a:lnTo>
                  <a:lnTo>
                    <a:pt x="976470" y="253408"/>
                  </a:lnTo>
                  <a:lnTo>
                    <a:pt x="970210" y="253408"/>
                  </a:lnTo>
                  <a:lnTo>
                    <a:pt x="963951" y="253408"/>
                  </a:lnTo>
                  <a:lnTo>
                    <a:pt x="957691" y="253408"/>
                  </a:lnTo>
                  <a:lnTo>
                    <a:pt x="951432" y="253408"/>
                  </a:lnTo>
                  <a:lnTo>
                    <a:pt x="945172" y="253408"/>
                  </a:lnTo>
                  <a:lnTo>
                    <a:pt x="938913" y="253408"/>
                  </a:lnTo>
                  <a:lnTo>
                    <a:pt x="932654" y="253408"/>
                  </a:lnTo>
                  <a:lnTo>
                    <a:pt x="926394" y="253408"/>
                  </a:lnTo>
                  <a:lnTo>
                    <a:pt x="920135" y="253408"/>
                  </a:lnTo>
                  <a:lnTo>
                    <a:pt x="913875" y="253408"/>
                  </a:lnTo>
                  <a:lnTo>
                    <a:pt x="907616" y="253408"/>
                  </a:lnTo>
                  <a:lnTo>
                    <a:pt x="901356" y="253408"/>
                  </a:lnTo>
                  <a:lnTo>
                    <a:pt x="895097" y="253408"/>
                  </a:lnTo>
                  <a:lnTo>
                    <a:pt x="888838" y="253408"/>
                  </a:lnTo>
                  <a:lnTo>
                    <a:pt x="882578" y="253408"/>
                  </a:lnTo>
                  <a:lnTo>
                    <a:pt x="876319" y="253408"/>
                  </a:lnTo>
                  <a:lnTo>
                    <a:pt x="870059" y="253408"/>
                  </a:lnTo>
                  <a:lnTo>
                    <a:pt x="863800" y="253408"/>
                  </a:lnTo>
                  <a:lnTo>
                    <a:pt x="857541" y="253408"/>
                  </a:lnTo>
                  <a:lnTo>
                    <a:pt x="851281" y="253408"/>
                  </a:lnTo>
                  <a:lnTo>
                    <a:pt x="845022" y="253408"/>
                  </a:lnTo>
                  <a:lnTo>
                    <a:pt x="838762" y="253408"/>
                  </a:lnTo>
                  <a:lnTo>
                    <a:pt x="832503" y="253408"/>
                  </a:lnTo>
                  <a:lnTo>
                    <a:pt x="826243" y="253408"/>
                  </a:lnTo>
                  <a:lnTo>
                    <a:pt x="819984" y="253408"/>
                  </a:lnTo>
                  <a:lnTo>
                    <a:pt x="813725" y="253408"/>
                  </a:lnTo>
                  <a:lnTo>
                    <a:pt x="807465" y="253408"/>
                  </a:lnTo>
                  <a:lnTo>
                    <a:pt x="801206" y="253408"/>
                  </a:lnTo>
                  <a:lnTo>
                    <a:pt x="794946" y="253408"/>
                  </a:lnTo>
                  <a:lnTo>
                    <a:pt x="788687" y="253408"/>
                  </a:lnTo>
                  <a:lnTo>
                    <a:pt x="782427" y="253408"/>
                  </a:lnTo>
                  <a:lnTo>
                    <a:pt x="776168" y="253408"/>
                  </a:lnTo>
                  <a:lnTo>
                    <a:pt x="769909" y="253408"/>
                  </a:lnTo>
                  <a:lnTo>
                    <a:pt x="763649" y="253408"/>
                  </a:lnTo>
                  <a:lnTo>
                    <a:pt x="757390" y="253408"/>
                  </a:lnTo>
                  <a:lnTo>
                    <a:pt x="751130" y="253408"/>
                  </a:lnTo>
                  <a:lnTo>
                    <a:pt x="744871" y="253408"/>
                  </a:lnTo>
                  <a:lnTo>
                    <a:pt x="738611" y="253408"/>
                  </a:lnTo>
                  <a:lnTo>
                    <a:pt x="732352" y="253408"/>
                  </a:lnTo>
                  <a:lnTo>
                    <a:pt x="726093" y="253408"/>
                  </a:lnTo>
                  <a:lnTo>
                    <a:pt x="719833" y="253408"/>
                  </a:lnTo>
                  <a:lnTo>
                    <a:pt x="713574" y="253408"/>
                  </a:lnTo>
                  <a:lnTo>
                    <a:pt x="707314" y="253408"/>
                  </a:lnTo>
                  <a:lnTo>
                    <a:pt x="701055" y="253408"/>
                  </a:lnTo>
                  <a:lnTo>
                    <a:pt x="694796" y="253408"/>
                  </a:lnTo>
                  <a:lnTo>
                    <a:pt x="688536" y="253408"/>
                  </a:lnTo>
                  <a:lnTo>
                    <a:pt x="682277" y="253408"/>
                  </a:lnTo>
                  <a:lnTo>
                    <a:pt x="676017" y="253408"/>
                  </a:lnTo>
                  <a:lnTo>
                    <a:pt x="669758" y="253408"/>
                  </a:lnTo>
                  <a:lnTo>
                    <a:pt x="663498" y="253408"/>
                  </a:lnTo>
                  <a:lnTo>
                    <a:pt x="657239" y="253408"/>
                  </a:lnTo>
                  <a:lnTo>
                    <a:pt x="650980" y="253408"/>
                  </a:lnTo>
                  <a:lnTo>
                    <a:pt x="644720" y="253408"/>
                  </a:lnTo>
                  <a:lnTo>
                    <a:pt x="638461" y="253408"/>
                  </a:lnTo>
                  <a:lnTo>
                    <a:pt x="632201" y="253408"/>
                  </a:lnTo>
                  <a:lnTo>
                    <a:pt x="625942" y="253408"/>
                  </a:lnTo>
                  <a:lnTo>
                    <a:pt x="619682" y="253408"/>
                  </a:lnTo>
                  <a:lnTo>
                    <a:pt x="613423" y="253408"/>
                  </a:lnTo>
                  <a:lnTo>
                    <a:pt x="607164" y="253408"/>
                  </a:lnTo>
                  <a:lnTo>
                    <a:pt x="600904" y="253408"/>
                  </a:lnTo>
                  <a:lnTo>
                    <a:pt x="594645" y="253408"/>
                  </a:lnTo>
                  <a:lnTo>
                    <a:pt x="588385" y="253408"/>
                  </a:lnTo>
                  <a:lnTo>
                    <a:pt x="582126" y="253408"/>
                  </a:lnTo>
                  <a:lnTo>
                    <a:pt x="575866" y="253408"/>
                  </a:lnTo>
                  <a:lnTo>
                    <a:pt x="569607" y="253408"/>
                  </a:lnTo>
                  <a:lnTo>
                    <a:pt x="563348" y="253408"/>
                  </a:lnTo>
                  <a:lnTo>
                    <a:pt x="557088" y="253408"/>
                  </a:lnTo>
                  <a:lnTo>
                    <a:pt x="550829" y="253408"/>
                  </a:lnTo>
                  <a:lnTo>
                    <a:pt x="544569" y="253408"/>
                  </a:lnTo>
                  <a:lnTo>
                    <a:pt x="538310" y="253408"/>
                  </a:lnTo>
                  <a:lnTo>
                    <a:pt x="532050" y="253408"/>
                  </a:lnTo>
                  <a:lnTo>
                    <a:pt x="525791" y="253408"/>
                  </a:lnTo>
                  <a:lnTo>
                    <a:pt x="519532" y="253408"/>
                  </a:lnTo>
                  <a:lnTo>
                    <a:pt x="513272" y="253408"/>
                  </a:lnTo>
                  <a:lnTo>
                    <a:pt x="507013" y="253408"/>
                  </a:lnTo>
                  <a:lnTo>
                    <a:pt x="500753" y="253408"/>
                  </a:lnTo>
                  <a:lnTo>
                    <a:pt x="494494" y="253408"/>
                  </a:lnTo>
                  <a:lnTo>
                    <a:pt x="488235" y="253408"/>
                  </a:lnTo>
                  <a:lnTo>
                    <a:pt x="481975" y="253408"/>
                  </a:lnTo>
                  <a:lnTo>
                    <a:pt x="475716" y="253408"/>
                  </a:lnTo>
                  <a:lnTo>
                    <a:pt x="469456" y="253408"/>
                  </a:lnTo>
                  <a:lnTo>
                    <a:pt x="463197" y="253408"/>
                  </a:lnTo>
                  <a:lnTo>
                    <a:pt x="456937" y="253408"/>
                  </a:lnTo>
                  <a:lnTo>
                    <a:pt x="450678" y="253408"/>
                  </a:lnTo>
                  <a:lnTo>
                    <a:pt x="444419" y="253408"/>
                  </a:lnTo>
                  <a:lnTo>
                    <a:pt x="438159" y="253408"/>
                  </a:lnTo>
                  <a:lnTo>
                    <a:pt x="431900" y="253408"/>
                  </a:lnTo>
                  <a:lnTo>
                    <a:pt x="425640" y="253408"/>
                  </a:lnTo>
                  <a:lnTo>
                    <a:pt x="419381" y="253408"/>
                  </a:lnTo>
                  <a:lnTo>
                    <a:pt x="413121" y="253408"/>
                  </a:lnTo>
                  <a:lnTo>
                    <a:pt x="406862" y="253408"/>
                  </a:lnTo>
                  <a:lnTo>
                    <a:pt x="400603" y="253408"/>
                  </a:lnTo>
                  <a:lnTo>
                    <a:pt x="394343" y="253408"/>
                  </a:lnTo>
                  <a:lnTo>
                    <a:pt x="388084" y="253408"/>
                  </a:lnTo>
                  <a:lnTo>
                    <a:pt x="381824" y="253408"/>
                  </a:lnTo>
                  <a:lnTo>
                    <a:pt x="375565" y="253408"/>
                  </a:lnTo>
                  <a:lnTo>
                    <a:pt x="369305" y="253408"/>
                  </a:lnTo>
                  <a:lnTo>
                    <a:pt x="363046" y="253408"/>
                  </a:lnTo>
                  <a:lnTo>
                    <a:pt x="356787" y="253408"/>
                  </a:lnTo>
                  <a:lnTo>
                    <a:pt x="350527" y="253408"/>
                  </a:lnTo>
                  <a:lnTo>
                    <a:pt x="344268" y="253408"/>
                  </a:lnTo>
                  <a:lnTo>
                    <a:pt x="338008" y="253408"/>
                  </a:lnTo>
                  <a:lnTo>
                    <a:pt x="331749" y="253408"/>
                  </a:lnTo>
                  <a:lnTo>
                    <a:pt x="325490" y="253408"/>
                  </a:lnTo>
                  <a:lnTo>
                    <a:pt x="319230" y="253408"/>
                  </a:lnTo>
                  <a:lnTo>
                    <a:pt x="312971" y="253408"/>
                  </a:lnTo>
                  <a:lnTo>
                    <a:pt x="306711" y="253408"/>
                  </a:lnTo>
                  <a:lnTo>
                    <a:pt x="300452" y="253408"/>
                  </a:lnTo>
                  <a:lnTo>
                    <a:pt x="294192" y="253408"/>
                  </a:lnTo>
                  <a:lnTo>
                    <a:pt x="287933" y="253408"/>
                  </a:lnTo>
                  <a:lnTo>
                    <a:pt x="281674" y="253408"/>
                  </a:lnTo>
                  <a:lnTo>
                    <a:pt x="275414" y="253408"/>
                  </a:lnTo>
                  <a:lnTo>
                    <a:pt x="269155" y="253408"/>
                  </a:lnTo>
                  <a:lnTo>
                    <a:pt x="262895" y="253408"/>
                  </a:lnTo>
                  <a:lnTo>
                    <a:pt x="256636" y="253408"/>
                  </a:lnTo>
                  <a:lnTo>
                    <a:pt x="250376" y="253408"/>
                  </a:lnTo>
                  <a:lnTo>
                    <a:pt x="244117" y="253408"/>
                  </a:lnTo>
                  <a:lnTo>
                    <a:pt x="237858" y="253408"/>
                  </a:lnTo>
                  <a:lnTo>
                    <a:pt x="231598" y="253408"/>
                  </a:lnTo>
                  <a:lnTo>
                    <a:pt x="225339" y="253408"/>
                  </a:lnTo>
                  <a:lnTo>
                    <a:pt x="219079" y="253408"/>
                  </a:lnTo>
                  <a:lnTo>
                    <a:pt x="212820" y="253408"/>
                  </a:lnTo>
                  <a:lnTo>
                    <a:pt x="206560" y="253408"/>
                  </a:lnTo>
                  <a:lnTo>
                    <a:pt x="200301" y="253408"/>
                  </a:lnTo>
                  <a:lnTo>
                    <a:pt x="194042" y="253408"/>
                  </a:lnTo>
                  <a:lnTo>
                    <a:pt x="187782" y="253408"/>
                  </a:lnTo>
                  <a:lnTo>
                    <a:pt x="181523" y="253408"/>
                  </a:lnTo>
                  <a:lnTo>
                    <a:pt x="175263" y="253408"/>
                  </a:lnTo>
                  <a:lnTo>
                    <a:pt x="169004" y="253408"/>
                  </a:lnTo>
                  <a:lnTo>
                    <a:pt x="162745" y="253408"/>
                  </a:lnTo>
                  <a:lnTo>
                    <a:pt x="156485" y="253408"/>
                  </a:lnTo>
                  <a:lnTo>
                    <a:pt x="150226" y="253408"/>
                  </a:lnTo>
                  <a:lnTo>
                    <a:pt x="143966" y="253408"/>
                  </a:lnTo>
                  <a:lnTo>
                    <a:pt x="137707" y="253408"/>
                  </a:lnTo>
                  <a:lnTo>
                    <a:pt x="131447" y="253408"/>
                  </a:lnTo>
                  <a:lnTo>
                    <a:pt x="125188" y="253408"/>
                  </a:lnTo>
                  <a:lnTo>
                    <a:pt x="118929" y="253408"/>
                  </a:lnTo>
                  <a:lnTo>
                    <a:pt x="112669" y="253408"/>
                  </a:lnTo>
                  <a:lnTo>
                    <a:pt x="106410" y="253408"/>
                  </a:lnTo>
                  <a:lnTo>
                    <a:pt x="100150" y="253408"/>
                  </a:lnTo>
                  <a:lnTo>
                    <a:pt x="93891" y="253408"/>
                  </a:lnTo>
                  <a:lnTo>
                    <a:pt x="87631" y="253408"/>
                  </a:lnTo>
                  <a:lnTo>
                    <a:pt x="81372" y="253408"/>
                  </a:lnTo>
                  <a:lnTo>
                    <a:pt x="75113" y="253408"/>
                  </a:lnTo>
                  <a:lnTo>
                    <a:pt x="68853" y="253408"/>
                  </a:lnTo>
                  <a:lnTo>
                    <a:pt x="62594" y="253408"/>
                  </a:lnTo>
                  <a:lnTo>
                    <a:pt x="56334" y="253408"/>
                  </a:lnTo>
                  <a:lnTo>
                    <a:pt x="50075" y="253408"/>
                  </a:lnTo>
                  <a:lnTo>
                    <a:pt x="43815" y="253408"/>
                  </a:lnTo>
                  <a:lnTo>
                    <a:pt x="37556" y="253408"/>
                  </a:lnTo>
                  <a:lnTo>
                    <a:pt x="31297" y="253408"/>
                  </a:lnTo>
                  <a:lnTo>
                    <a:pt x="25037" y="253408"/>
                  </a:lnTo>
                  <a:lnTo>
                    <a:pt x="18778" y="253408"/>
                  </a:lnTo>
                  <a:lnTo>
                    <a:pt x="12518" y="253408"/>
                  </a:lnTo>
                  <a:lnTo>
                    <a:pt x="6259" y="25340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749798" y="4677735"/>
              <a:ext cx="3198565" cy="253390"/>
            </a:xfrm>
            <a:custGeom>
              <a:avLst/>
              <a:pathLst>
                <a:path w="3198565" h="253390">
                  <a:moveTo>
                    <a:pt x="0" y="253390"/>
                  </a:moveTo>
                  <a:lnTo>
                    <a:pt x="6259" y="253383"/>
                  </a:lnTo>
                  <a:lnTo>
                    <a:pt x="12518" y="253373"/>
                  </a:lnTo>
                  <a:lnTo>
                    <a:pt x="18778" y="253358"/>
                  </a:lnTo>
                  <a:lnTo>
                    <a:pt x="25037" y="253340"/>
                  </a:lnTo>
                  <a:lnTo>
                    <a:pt x="31297" y="253315"/>
                  </a:lnTo>
                  <a:lnTo>
                    <a:pt x="37556" y="253283"/>
                  </a:lnTo>
                  <a:lnTo>
                    <a:pt x="43815" y="253241"/>
                  </a:lnTo>
                  <a:lnTo>
                    <a:pt x="50075" y="253188"/>
                  </a:lnTo>
                  <a:lnTo>
                    <a:pt x="56334" y="253120"/>
                  </a:lnTo>
                  <a:lnTo>
                    <a:pt x="62594" y="253033"/>
                  </a:lnTo>
                  <a:lnTo>
                    <a:pt x="68853" y="252925"/>
                  </a:lnTo>
                  <a:lnTo>
                    <a:pt x="75113" y="252792"/>
                  </a:lnTo>
                  <a:lnTo>
                    <a:pt x="81372" y="252630"/>
                  </a:lnTo>
                  <a:lnTo>
                    <a:pt x="87631" y="252436"/>
                  </a:lnTo>
                  <a:lnTo>
                    <a:pt x="93891" y="252206"/>
                  </a:lnTo>
                  <a:lnTo>
                    <a:pt x="100150" y="251934"/>
                  </a:lnTo>
                  <a:lnTo>
                    <a:pt x="106410" y="251610"/>
                  </a:lnTo>
                  <a:lnTo>
                    <a:pt x="112669" y="251235"/>
                  </a:lnTo>
                  <a:lnTo>
                    <a:pt x="118929" y="250807"/>
                  </a:lnTo>
                  <a:lnTo>
                    <a:pt x="125188" y="250325"/>
                  </a:lnTo>
                  <a:lnTo>
                    <a:pt x="131447" y="249787"/>
                  </a:lnTo>
                  <a:lnTo>
                    <a:pt x="137707" y="249195"/>
                  </a:lnTo>
                  <a:lnTo>
                    <a:pt x="143966" y="248548"/>
                  </a:lnTo>
                  <a:lnTo>
                    <a:pt x="150226" y="247847"/>
                  </a:lnTo>
                  <a:lnTo>
                    <a:pt x="156485" y="247098"/>
                  </a:lnTo>
                  <a:lnTo>
                    <a:pt x="162745" y="246312"/>
                  </a:lnTo>
                  <a:lnTo>
                    <a:pt x="169004" y="245501"/>
                  </a:lnTo>
                  <a:lnTo>
                    <a:pt x="175263" y="244673"/>
                  </a:lnTo>
                  <a:lnTo>
                    <a:pt x="181523" y="243842"/>
                  </a:lnTo>
                  <a:lnTo>
                    <a:pt x="187782" y="243020"/>
                  </a:lnTo>
                  <a:lnTo>
                    <a:pt x="194042" y="242222"/>
                  </a:lnTo>
                  <a:lnTo>
                    <a:pt x="200301" y="241472"/>
                  </a:lnTo>
                  <a:lnTo>
                    <a:pt x="206560" y="240782"/>
                  </a:lnTo>
                  <a:lnTo>
                    <a:pt x="212820" y="240164"/>
                  </a:lnTo>
                  <a:lnTo>
                    <a:pt x="219079" y="239632"/>
                  </a:lnTo>
                  <a:lnTo>
                    <a:pt x="225339" y="239195"/>
                  </a:lnTo>
                  <a:lnTo>
                    <a:pt x="231598" y="238864"/>
                  </a:lnTo>
                  <a:lnTo>
                    <a:pt x="237858" y="238644"/>
                  </a:lnTo>
                  <a:lnTo>
                    <a:pt x="244117" y="238549"/>
                  </a:lnTo>
                  <a:lnTo>
                    <a:pt x="250376" y="238582"/>
                  </a:lnTo>
                  <a:lnTo>
                    <a:pt x="256636" y="238726"/>
                  </a:lnTo>
                  <a:lnTo>
                    <a:pt x="262895" y="238976"/>
                  </a:lnTo>
                  <a:lnTo>
                    <a:pt x="269155" y="239322"/>
                  </a:lnTo>
                  <a:lnTo>
                    <a:pt x="275414" y="239754"/>
                  </a:lnTo>
                  <a:lnTo>
                    <a:pt x="281674" y="240258"/>
                  </a:lnTo>
                  <a:lnTo>
                    <a:pt x="287933" y="240820"/>
                  </a:lnTo>
                  <a:lnTo>
                    <a:pt x="294192" y="241427"/>
                  </a:lnTo>
                  <a:lnTo>
                    <a:pt x="300452" y="242055"/>
                  </a:lnTo>
                  <a:lnTo>
                    <a:pt x="306711" y="242688"/>
                  </a:lnTo>
                  <a:lnTo>
                    <a:pt x="312971" y="243311"/>
                  </a:lnTo>
                  <a:lnTo>
                    <a:pt x="319230" y="243911"/>
                  </a:lnTo>
                  <a:lnTo>
                    <a:pt x="325490" y="244479"/>
                  </a:lnTo>
                  <a:lnTo>
                    <a:pt x="331749" y="245005"/>
                  </a:lnTo>
                  <a:lnTo>
                    <a:pt x="338008" y="245475"/>
                  </a:lnTo>
                  <a:lnTo>
                    <a:pt x="344268" y="245887"/>
                  </a:lnTo>
                  <a:lnTo>
                    <a:pt x="350527" y="246242"/>
                  </a:lnTo>
                  <a:lnTo>
                    <a:pt x="356787" y="246543"/>
                  </a:lnTo>
                  <a:lnTo>
                    <a:pt x="363046" y="246791"/>
                  </a:lnTo>
                  <a:lnTo>
                    <a:pt x="369305" y="246992"/>
                  </a:lnTo>
                  <a:lnTo>
                    <a:pt x="375565" y="247151"/>
                  </a:lnTo>
                  <a:lnTo>
                    <a:pt x="381824" y="247273"/>
                  </a:lnTo>
                  <a:lnTo>
                    <a:pt x="388084" y="247364"/>
                  </a:lnTo>
                  <a:lnTo>
                    <a:pt x="394343" y="247438"/>
                  </a:lnTo>
                  <a:lnTo>
                    <a:pt x="400603" y="247500"/>
                  </a:lnTo>
                  <a:lnTo>
                    <a:pt x="406862" y="247557"/>
                  </a:lnTo>
                  <a:lnTo>
                    <a:pt x="413121" y="247615"/>
                  </a:lnTo>
                  <a:lnTo>
                    <a:pt x="419381" y="247680"/>
                  </a:lnTo>
                  <a:lnTo>
                    <a:pt x="425640" y="247755"/>
                  </a:lnTo>
                  <a:lnTo>
                    <a:pt x="431900" y="247843"/>
                  </a:lnTo>
                  <a:lnTo>
                    <a:pt x="438159" y="247948"/>
                  </a:lnTo>
                  <a:lnTo>
                    <a:pt x="444419" y="248067"/>
                  </a:lnTo>
                  <a:lnTo>
                    <a:pt x="450678" y="248200"/>
                  </a:lnTo>
                  <a:lnTo>
                    <a:pt x="456937" y="248345"/>
                  </a:lnTo>
                  <a:lnTo>
                    <a:pt x="463197" y="248499"/>
                  </a:lnTo>
                  <a:lnTo>
                    <a:pt x="469456" y="248661"/>
                  </a:lnTo>
                  <a:lnTo>
                    <a:pt x="475716" y="248827"/>
                  </a:lnTo>
                  <a:lnTo>
                    <a:pt x="481975" y="248993"/>
                  </a:lnTo>
                  <a:lnTo>
                    <a:pt x="488235" y="249154"/>
                  </a:lnTo>
                  <a:lnTo>
                    <a:pt x="494494" y="249308"/>
                  </a:lnTo>
                  <a:lnTo>
                    <a:pt x="500753" y="249451"/>
                  </a:lnTo>
                  <a:lnTo>
                    <a:pt x="507013" y="249580"/>
                  </a:lnTo>
                  <a:lnTo>
                    <a:pt x="513272" y="249692"/>
                  </a:lnTo>
                  <a:lnTo>
                    <a:pt x="519532" y="249786"/>
                  </a:lnTo>
                  <a:lnTo>
                    <a:pt x="525791" y="249856"/>
                  </a:lnTo>
                  <a:lnTo>
                    <a:pt x="532050" y="249900"/>
                  </a:lnTo>
                  <a:lnTo>
                    <a:pt x="538310" y="249919"/>
                  </a:lnTo>
                  <a:lnTo>
                    <a:pt x="544569" y="249911"/>
                  </a:lnTo>
                  <a:lnTo>
                    <a:pt x="550829" y="249874"/>
                  </a:lnTo>
                  <a:lnTo>
                    <a:pt x="557088" y="249808"/>
                  </a:lnTo>
                  <a:lnTo>
                    <a:pt x="563348" y="249711"/>
                  </a:lnTo>
                  <a:lnTo>
                    <a:pt x="569607" y="249582"/>
                  </a:lnTo>
                  <a:lnTo>
                    <a:pt x="575866" y="249414"/>
                  </a:lnTo>
                  <a:lnTo>
                    <a:pt x="582126" y="249213"/>
                  </a:lnTo>
                  <a:lnTo>
                    <a:pt x="588385" y="248977"/>
                  </a:lnTo>
                  <a:lnTo>
                    <a:pt x="594645" y="248706"/>
                  </a:lnTo>
                  <a:lnTo>
                    <a:pt x="600904" y="248401"/>
                  </a:lnTo>
                  <a:lnTo>
                    <a:pt x="607164" y="248060"/>
                  </a:lnTo>
                  <a:lnTo>
                    <a:pt x="613423" y="247686"/>
                  </a:lnTo>
                  <a:lnTo>
                    <a:pt x="619682" y="247274"/>
                  </a:lnTo>
                  <a:lnTo>
                    <a:pt x="625942" y="246830"/>
                  </a:lnTo>
                  <a:lnTo>
                    <a:pt x="632201" y="246357"/>
                  </a:lnTo>
                  <a:lnTo>
                    <a:pt x="638461" y="245859"/>
                  </a:lnTo>
                  <a:lnTo>
                    <a:pt x="644720" y="245338"/>
                  </a:lnTo>
                  <a:lnTo>
                    <a:pt x="650980" y="244800"/>
                  </a:lnTo>
                  <a:lnTo>
                    <a:pt x="657239" y="244247"/>
                  </a:lnTo>
                  <a:lnTo>
                    <a:pt x="663498" y="243685"/>
                  </a:lnTo>
                  <a:lnTo>
                    <a:pt x="669758" y="243118"/>
                  </a:lnTo>
                  <a:lnTo>
                    <a:pt x="676017" y="242553"/>
                  </a:lnTo>
                  <a:lnTo>
                    <a:pt x="682277" y="241995"/>
                  </a:lnTo>
                  <a:lnTo>
                    <a:pt x="688536" y="241447"/>
                  </a:lnTo>
                  <a:lnTo>
                    <a:pt x="694796" y="240912"/>
                  </a:lnTo>
                  <a:lnTo>
                    <a:pt x="701055" y="240394"/>
                  </a:lnTo>
                  <a:lnTo>
                    <a:pt x="707314" y="239895"/>
                  </a:lnTo>
                  <a:lnTo>
                    <a:pt x="713574" y="239418"/>
                  </a:lnTo>
                  <a:lnTo>
                    <a:pt x="719833" y="238964"/>
                  </a:lnTo>
                  <a:lnTo>
                    <a:pt x="726093" y="238531"/>
                  </a:lnTo>
                  <a:lnTo>
                    <a:pt x="732352" y="238117"/>
                  </a:lnTo>
                  <a:lnTo>
                    <a:pt x="738611" y="237722"/>
                  </a:lnTo>
                  <a:lnTo>
                    <a:pt x="744871" y="237343"/>
                  </a:lnTo>
                  <a:lnTo>
                    <a:pt x="751130" y="236980"/>
                  </a:lnTo>
                  <a:lnTo>
                    <a:pt x="757390" y="236630"/>
                  </a:lnTo>
                  <a:lnTo>
                    <a:pt x="763649" y="236293"/>
                  </a:lnTo>
                  <a:lnTo>
                    <a:pt x="769909" y="235967"/>
                  </a:lnTo>
                  <a:lnTo>
                    <a:pt x="776168" y="235652"/>
                  </a:lnTo>
                  <a:lnTo>
                    <a:pt x="782427" y="235348"/>
                  </a:lnTo>
                  <a:lnTo>
                    <a:pt x="788687" y="235057"/>
                  </a:lnTo>
                  <a:lnTo>
                    <a:pt x="794946" y="234780"/>
                  </a:lnTo>
                  <a:lnTo>
                    <a:pt x="801206" y="234519"/>
                  </a:lnTo>
                  <a:lnTo>
                    <a:pt x="807465" y="234281"/>
                  </a:lnTo>
                  <a:lnTo>
                    <a:pt x="813725" y="234068"/>
                  </a:lnTo>
                  <a:lnTo>
                    <a:pt x="819984" y="233881"/>
                  </a:lnTo>
                  <a:lnTo>
                    <a:pt x="826243" y="233722"/>
                  </a:lnTo>
                  <a:lnTo>
                    <a:pt x="832503" y="233594"/>
                  </a:lnTo>
                  <a:lnTo>
                    <a:pt x="838762" y="233497"/>
                  </a:lnTo>
                  <a:lnTo>
                    <a:pt x="845022" y="233431"/>
                  </a:lnTo>
                  <a:lnTo>
                    <a:pt x="851281" y="233397"/>
                  </a:lnTo>
                  <a:lnTo>
                    <a:pt x="857541" y="233394"/>
                  </a:lnTo>
                  <a:lnTo>
                    <a:pt x="863800" y="233415"/>
                  </a:lnTo>
                  <a:lnTo>
                    <a:pt x="870059" y="233453"/>
                  </a:lnTo>
                  <a:lnTo>
                    <a:pt x="876319" y="233504"/>
                  </a:lnTo>
                  <a:lnTo>
                    <a:pt x="882578" y="233562"/>
                  </a:lnTo>
                  <a:lnTo>
                    <a:pt x="888838" y="233620"/>
                  </a:lnTo>
                  <a:lnTo>
                    <a:pt x="895097" y="233672"/>
                  </a:lnTo>
                  <a:lnTo>
                    <a:pt x="901356" y="233706"/>
                  </a:lnTo>
                  <a:lnTo>
                    <a:pt x="907616" y="233717"/>
                  </a:lnTo>
                  <a:lnTo>
                    <a:pt x="913875" y="233699"/>
                  </a:lnTo>
                  <a:lnTo>
                    <a:pt x="920135" y="233648"/>
                  </a:lnTo>
                  <a:lnTo>
                    <a:pt x="926394" y="233559"/>
                  </a:lnTo>
                  <a:lnTo>
                    <a:pt x="932654" y="233429"/>
                  </a:lnTo>
                  <a:lnTo>
                    <a:pt x="938913" y="233255"/>
                  </a:lnTo>
                  <a:lnTo>
                    <a:pt x="945172" y="233033"/>
                  </a:lnTo>
                  <a:lnTo>
                    <a:pt x="951432" y="232760"/>
                  </a:lnTo>
                  <a:lnTo>
                    <a:pt x="957691" y="232440"/>
                  </a:lnTo>
                  <a:lnTo>
                    <a:pt x="963951" y="232077"/>
                  </a:lnTo>
                  <a:lnTo>
                    <a:pt x="970210" y="231671"/>
                  </a:lnTo>
                  <a:lnTo>
                    <a:pt x="976470" y="231224"/>
                  </a:lnTo>
                  <a:lnTo>
                    <a:pt x="982729" y="230739"/>
                  </a:lnTo>
                  <a:lnTo>
                    <a:pt x="988988" y="230218"/>
                  </a:lnTo>
                  <a:lnTo>
                    <a:pt x="995248" y="229658"/>
                  </a:lnTo>
                  <a:lnTo>
                    <a:pt x="1001507" y="229066"/>
                  </a:lnTo>
                  <a:lnTo>
                    <a:pt x="1007767" y="228445"/>
                  </a:lnTo>
                  <a:lnTo>
                    <a:pt x="1014026" y="227794"/>
                  </a:lnTo>
                  <a:lnTo>
                    <a:pt x="1020286" y="227115"/>
                  </a:lnTo>
                  <a:lnTo>
                    <a:pt x="1026545" y="226406"/>
                  </a:lnTo>
                  <a:lnTo>
                    <a:pt x="1032804" y="225666"/>
                  </a:lnTo>
                  <a:lnTo>
                    <a:pt x="1039064" y="224890"/>
                  </a:lnTo>
                  <a:lnTo>
                    <a:pt x="1045323" y="224071"/>
                  </a:lnTo>
                  <a:lnTo>
                    <a:pt x="1051583" y="223208"/>
                  </a:lnTo>
                  <a:lnTo>
                    <a:pt x="1057842" y="222294"/>
                  </a:lnTo>
                  <a:lnTo>
                    <a:pt x="1064101" y="221325"/>
                  </a:lnTo>
                  <a:lnTo>
                    <a:pt x="1070361" y="220291"/>
                  </a:lnTo>
                  <a:lnTo>
                    <a:pt x="1076620" y="219186"/>
                  </a:lnTo>
                  <a:lnTo>
                    <a:pt x="1082880" y="218002"/>
                  </a:lnTo>
                  <a:lnTo>
                    <a:pt x="1089139" y="216715"/>
                  </a:lnTo>
                  <a:lnTo>
                    <a:pt x="1095399" y="215324"/>
                  </a:lnTo>
                  <a:lnTo>
                    <a:pt x="1101658" y="213825"/>
                  </a:lnTo>
                  <a:lnTo>
                    <a:pt x="1107917" y="212210"/>
                  </a:lnTo>
                  <a:lnTo>
                    <a:pt x="1114177" y="210469"/>
                  </a:lnTo>
                  <a:lnTo>
                    <a:pt x="1120436" y="208595"/>
                  </a:lnTo>
                  <a:lnTo>
                    <a:pt x="1126696" y="206581"/>
                  </a:lnTo>
                  <a:lnTo>
                    <a:pt x="1132955" y="204407"/>
                  </a:lnTo>
                  <a:lnTo>
                    <a:pt x="1139215" y="202055"/>
                  </a:lnTo>
                  <a:lnTo>
                    <a:pt x="1145474" y="199532"/>
                  </a:lnTo>
                  <a:lnTo>
                    <a:pt x="1151733" y="196828"/>
                  </a:lnTo>
                  <a:lnTo>
                    <a:pt x="1157993" y="193934"/>
                  </a:lnTo>
                  <a:lnTo>
                    <a:pt x="1164252" y="190838"/>
                  </a:lnTo>
                  <a:lnTo>
                    <a:pt x="1170512" y="187526"/>
                  </a:lnTo>
                  <a:lnTo>
                    <a:pt x="1176771" y="183985"/>
                  </a:lnTo>
                  <a:lnTo>
                    <a:pt x="1183031" y="180159"/>
                  </a:lnTo>
                  <a:lnTo>
                    <a:pt x="1189290" y="176059"/>
                  </a:lnTo>
                  <a:lnTo>
                    <a:pt x="1195549" y="171675"/>
                  </a:lnTo>
                  <a:lnTo>
                    <a:pt x="1201809" y="166989"/>
                  </a:lnTo>
                  <a:lnTo>
                    <a:pt x="1208068" y="161987"/>
                  </a:lnTo>
                  <a:lnTo>
                    <a:pt x="1214328" y="156654"/>
                  </a:lnTo>
                  <a:lnTo>
                    <a:pt x="1220587" y="150975"/>
                  </a:lnTo>
                  <a:lnTo>
                    <a:pt x="1226846" y="144918"/>
                  </a:lnTo>
                  <a:lnTo>
                    <a:pt x="1233106" y="138456"/>
                  </a:lnTo>
                  <a:lnTo>
                    <a:pt x="1239365" y="131634"/>
                  </a:lnTo>
                  <a:lnTo>
                    <a:pt x="1245625" y="124460"/>
                  </a:lnTo>
                  <a:lnTo>
                    <a:pt x="1251884" y="116949"/>
                  </a:lnTo>
                  <a:lnTo>
                    <a:pt x="1258144" y="109127"/>
                  </a:lnTo>
                  <a:lnTo>
                    <a:pt x="1264403" y="101026"/>
                  </a:lnTo>
                  <a:lnTo>
                    <a:pt x="1270662" y="92686"/>
                  </a:lnTo>
                  <a:lnTo>
                    <a:pt x="1276922" y="84145"/>
                  </a:lnTo>
                  <a:lnTo>
                    <a:pt x="1283181" y="75510"/>
                  </a:lnTo>
                  <a:lnTo>
                    <a:pt x="1289441" y="66863"/>
                  </a:lnTo>
                  <a:lnTo>
                    <a:pt x="1295700" y="58292"/>
                  </a:lnTo>
                  <a:lnTo>
                    <a:pt x="1301960" y="49891"/>
                  </a:lnTo>
                  <a:lnTo>
                    <a:pt x="1308219" y="41762"/>
                  </a:lnTo>
                  <a:lnTo>
                    <a:pt x="1314478" y="34011"/>
                  </a:lnTo>
                  <a:lnTo>
                    <a:pt x="1320738" y="26792"/>
                  </a:lnTo>
                  <a:lnTo>
                    <a:pt x="1326997" y="20272"/>
                  </a:lnTo>
                  <a:lnTo>
                    <a:pt x="1333257" y="14502"/>
                  </a:lnTo>
                  <a:lnTo>
                    <a:pt x="1339516" y="9580"/>
                  </a:lnTo>
                  <a:lnTo>
                    <a:pt x="1345776" y="5596"/>
                  </a:lnTo>
                  <a:lnTo>
                    <a:pt x="1352035" y="2629"/>
                  </a:lnTo>
                  <a:lnTo>
                    <a:pt x="1358294" y="746"/>
                  </a:lnTo>
                  <a:lnTo>
                    <a:pt x="1364554" y="0"/>
                  </a:lnTo>
                  <a:lnTo>
                    <a:pt x="1370813" y="624"/>
                  </a:lnTo>
                  <a:lnTo>
                    <a:pt x="1377073" y="2457"/>
                  </a:lnTo>
                  <a:lnTo>
                    <a:pt x="1383332" y="5468"/>
                  </a:lnTo>
                  <a:lnTo>
                    <a:pt x="1389592" y="9626"/>
                  </a:lnTo>
                  <a:lnTo>
                    <a:pt x="1395851" y="14888"/>
                  </a:lnTo>
                  <a:lnTo>
                    <a:pt x="1402110" y="21192"/>
                  </a:lnTo>
                  <a:lnTo>
                    <a:pt x="1408370" y="28463"/>
                  </a:lnTo>
                  <a:lnTo>
                    <a:pt x="1414629" y="36675"/>
                  </a:lnTo>
                  <a:lnTo>
                    <a:pt x="1420889" y="45712"/>
                  </a:lnTo>
                  <a:lnTo>
                    <a:pt x="1427148" y="55374"/>
                  </a:lnTo>
                  <a:lnTo>
                    <a:pt x="1433407" y="65545"/>
                  </a:lnTo>
                  <a:lnTo>
                    <a:pt x="1439667" y="76110"/>
                  </a:lnTo>
                  <a:lnTo>
                    <a:pt x="1445926" y="86950"/>
                  </a:lnTo>
                  <a:lnTo>
                    <a:pt x="1452186" y="97953"/>
                  </a:lnTo>
                  <a:lnTo>
                    <a:pt x="1458445" y="109007"/>
                  </a:lnTo>
                  <a:lnTo>
                    <a:pt x="1464705" y="119972"/>
                  </a:lnTo>
                  <a:lnTo>
                    <a:pt x="1470964" y="130744"/>
                  </a:lnTo>
                  <a:lnTo>
                    <a:pt x="1477223" y="141239"/>
                  </a:lnTo>
                  <a:lnTo>
                    <a:pt x="1483483" y="151383"/>
                  </a:lnTo>
                  <a:lnTo>
                    <a:pt x="1489742" y="161111"/>
                  </a:lnTo>
                  <a:lnTo>
                    <a:pt x="1496002" y="170368"/>
                  </a:lnTo>
                  <a:lnTo>
                    <a:pt x="1502261" y="179110"/>
                  </a:lnTo>
                  <a:lnTo>
                    <a:pt x="1508521" y="187253"/>
                  </a:lnTo>
                  <a:lnTo>
                    <a:pt x="1514780" y="194762"/>
                  </a:lnTo>
                  <a:lnTo>
                    <a:pt x="1521039" y="201682"/>
                  </a:lnTo>
                  <a:lnTo>
                    <a:pt x="1527299" y="208013"/>
                  </a:lnTo>
                  <a:lnTo>
                    <a:pt x="1533558" y="213764"/>
                  </a:lnTo>
                  <a:lnTo>
                    <a:pt x="1539818" y="218948"/>
                  </a:lnTo>
                  <a:lnTo>
                    <a:pt x="1546077" y="223584"/>
                  </a:lnTo>
                  <a:lnTo>
                    <a:pt x="1552337" y="227698"/>
                  </a:lnTo>
                  <a:lnTo>
                    <a:pt x="1558596" y="231238"/>
                  </a:lnTo>
                  <a:lnTo>
                    <a:pt x="1564855" y="234331"/>
                  </a:lnTo>
                  <a:lnTo>
                    <a:pt x="1571115" y="237013"/>
                  </a:lnTo>
                  <a:lnTo>
                    <a:pt x="1577374" y="239320"/>
                  </a:lnTo>
                  <a:lnTo>
                    <a:pt x="1583634" y="241289"/>
                  </a:lnTo>
                  <a:lnTo>
                    <a:pt x="1589893" y="242955"/>
                  </a:lnTo>
                  <a:lnTo>
                    <a:pt x="1596152" y="244352"/>
                  </a:lnTo>
                  <a:lnTo>
                    <a:pt x="1602412" y="245497"/>
                  </a:lnTo>
                  <a:lnTo>
                    <a:pt x="1608671" y="246430"/>
                  </a:lnTo>
                  <a:lnTo>
                    <a:pt x="1614931" y="247200"/>
                  </a:lnTo>
                  <a:lnTo>
                    <a:pt x="1621190" y="247831"/>
                  </a:lnTo>
                  <a:lnTo>
                    <a:pt x="1627450" y="248347"/>
                  </a:lnTo>
                  <a:lnTo>
                    <a:pt x="1633709" y="248768"/>
                  </a:lnTo>
                  <a:lnTo>
                    <a:pt x="1639968" y="249112"/>
                  </a:lnTo>
                  <a:lnTo>
                    <a:pt x="1646228" y="249394"/>
                  </a:lnTo>
                  <a:lnTo>
                    <a:pt x="1652487" y="249621"/>
                  </a:lnTo>
                  <a:lnTo>
                    <a:pt x="1658747" y="249814"/>
                  </a:lnTo>
                  <a:lnTo>
                    <a:pt x="1665006" y="249980"/>
                  </a:lnTo>
                  <a:lnTo>
                    <a:pt x="1671266" y="250125"/>
                  </a:lnTo>
                  <a:lnTo>
                    <a:pt x="1677525" y="250253"/>
                  </a:lnTo>
                  <a:lnTo>
                    <a:pt x="1683784" y="250369"/>
                  </a:lnTo>
                  <a:lnTo>
                    <a:pt x="1690044" y="250473"/>
                  </a:lnTo>
                  <a:lnTo>
                    <a:pt x="1696303" y="250566"/>
                  </a:lnTo>
                  <a:lnTo>
                    <a:pt x="1702563" y="250649"/>
                  </a:lnTo>
                  <a:lnTo>
                    <a:pt x="1708822" y="250723"/>
                  </a:lnTo>
                  <a:lnTo>
                    <a:pt x="1715082" y="250787"/>
                  </a:lnTo>
                  <a:lnTo>
                    <a:pt x="1721341" y="250842"/>
                  </a:lnTo>
                  <a:lnTo>
                    <a:pt x="1727600" y="250886"/>
                  </a:lnTo>
                  <a:lnTo>
                    <a:pt x="1733860" y="250921"/>
                  </a:lnTo>
                  <a:lnTo>
                    <a:pt x="1740119" y="250946"/>
                  </a:lnTo>
                  <a:lnTo>
                    <a:pt x="1746379" y="250960"/>
                  </a:lnTo>
                  <a:lnTo>
                    <a:pt x="1752638" y="250966"/>
                  </a:lnTo>
                  <a:lnTo>
                    <a:pt x="1758897" y="250964"/>
                  </a:lnTo>
                  <a:lnTo>
                    <a:pt x="1765157" y="250957"/>
                  </a:lnTo>
                  <a:lnTo>
                    <a:pt x="1771416" y="250945"/>
                  </a:lnTo>
                  <a:lnTo>
                    <a:pt x="1777676" y="250928"/>
                  </a:lnTo>
                  <a:lnTo>
                    <a:pt x="1783935" y="250908"/>
                  </a:lnTo>
                  <a:lnTo>
                    <a:pt x="1790195" y="250884"/>
                  </a:lnTo>
                  <a:lnTo>
                    <a:pt x="1796454" y="250858"/>
                  </a:lnTo>
                  <a:lnTo>
                    <a:pt x="1802713" y="250828"/>
                  </a:lnTo>
                  <a:lnTo>
                    <a:pt x="1808973" y="250793"/>
                  </a:lnTo>
                  <a:lnTo>
                    <a:pt x="1815232" y="250751"/>
                  </a:lnTo>
                  <a:lnTo>
                    <a:pt x="1821492" y="250700"/>
                  </a:lnTo>
                  <a:lnTo>
                    <a:pt x="1827751" y="250638"/>
                  </a:lnTo>
                  <a:lnTo>
                    <a:pt x="1834011" y="250560"/>
                  </a:lnTo>
                  <a:lnTo>
                    <a:pt x="1840270" y="250461"/>
                  </a:lnTo>
                  <a:lnTo>
                    <a:pt x="1846529" y="250337"/>
                  </a:lnTo>
                  <a:lnTo>
                    <a:pt x="1852789" y="250186"/>
                  </a:lnTo>
                  <a:lnTo>
                    <a:pt x="1859048" y="250003"/>
                  </a:lnTo>
                  <a:lnTo>
                    <a:pt x="1865308" y="249785"/>
                  </a:lnTo>
                  <a:lnTo>
                    <a:pt x="1871567" y="249529"/>
                  </a:lnTo>
                  <a:lnTo>
                    <a:pt x="1877827" y="249231"/>
                  </a:lnTo>
                  <a:lnTo>
                    <a:pt x="1884086" y="248884"/>
                  </a:lnTo>
                  <a:lnTo>
                    <a:pt x="1890345" y="248488"/>
                  </a:lnTo>
                  <a:lnTo>
                    <a:pt x="1896605" y="248045"/>
                  </a:lnTo>
                  <a:lnTo>
                    <a:pt x="1902864" y="247554"/>
                  </a:lnTo>
                  <a:lnTo>
                    <a:pt x="1909124" y="247015"/>
                  </a:lnTo>
                  <a:lnTo>
                    <a:pt x="1915383" y="246431"/>
                  </a:lnTo>
                  <a:lnTo>
                    <a:pt x="1921642" y="245800"/>
                  </a:lnTo>
                  <a:lnTo>
                    <a:pt x="1927902" y="245125"/>
                  </a:lnTo>
                  <a:lnTo>
                    <a:pt x="1934161" y="244403"/>
                  </a:lnTo>
                  <a:lnTo>
                    <a:pt x="1940421" y="243641"/>
                  </a:lnTo>
                  <a:lnTo>
                    <a:pt x="1946680" y="242843"/>
                  </a:lnTo>
                  <a:lnTo>
                    <a:pt x="1952940" y="242012"/>
                  </a:lnTo>
                  <a:lnTo>
                    <a:pt x="1959199" y="241148"/>
                  </a:lnTo>
                  <a:lnTo>
                    <a:pt x="1965458" y="240254"/>
                  </a:lnTo>
                  <a:lnTo>
                    <a:pt x="1971718" y="239332"/>
                  </a:lnTo>
                  <a:lnTo>
                    <a:pt x="1977977" y="238380"/>
                  </a:lnTo>
                  <a:lnTo>
                    <a:pt x="1984237" y="237400"/>
                  </a:lnTo>
                  <a:lnTo>
                    <a:pt x="1990496" y="236396"/>
                  </a:lnTo>
                  <a:lnTo>
                    <a:pt x="1996756" y="235367"/>
                  </a:lnTo>
                  <a:lnTo>
                    <a:pt x="2003015" y="234313"/>
                  </a:lnTo>
                  <a:lnTo>
                    <a:pt x="2009274" y="233234"/>
                  </a:lnTo>
                  <a:lnTo>
                    <a:pt x="2015534" y="232129"/>
                  </a:lnTo>
                  <a:lnTo>
                    <a:pt x="2021793" y="230998"/>
                  </a:lnTo>
                  <a:lnTo>
                    <a:pt x="2028053" y="229835"/>
                  </a:lnTo>
                  <a:lnTo>
                    <a:pt x="2034312" y="228645"/>
                  </a:lnTo>
                  <a:lnTo>
                    <a:pt x="2040572" y="227428"/>
                  </a:lnTo>
                  <a:lnTo>
                    <a:pt x="2046831" y="226182"/>
                  </a:lnTo>
                  <a:lnTo>
                    <a:pt x="2053090" y="224910"/>
                  </a:lnTo>
                  <a:lnTo>
                    <a:pt x="2059350" y="223612"/>
                  </a:lnTo>
                  <a:lnTo>
                    <a:pt x="2065609" y="222290"/>
                  </a:lnTo>
                  <a:lnTo>
                    <a:pt x="2071869" y="220944"/>
                  </a:lnTo>
                  <a:lnTo>
                    <a:pt x="2078128" y="219581"/>
                  </a:lnTo>
                  <a:lnTo>
                    <a:pt x="2084388" y="218205"/>
                  </a:lnTo>
                  <a:lnTo>
                    <a:pt x="2090647" y="216824"/>
                  </a:lnTo>
                  <a:lnTo>
                    <a:pt x="2096906" y="215443"/>
                  </a:lnTo>
                  <a:lnTo>
                    <a:pt x="2103166" y="214070"/>
                  </a:lnTo>
                  <a:lnTo>
                    <a:pt x="2109425" y="212715"/>
                  </a:lnTo>
                  <a:lnTo>
                    <a:pt x="2115685" y="211387"/>
                  </a:lnTo>
                  <a:lnTo>
                    <a:pt x="2121944" y="210105"/>
                  </a:lnTo>
                  <a:lnTo>
                    <a:pt x="2128203" y="208876"/>
                  </a:lnTo>
                  <a:lnTo>
                    <a:pt x="2134463" y="207712"/>
                  </a:lnTo>
                  <a:lnTo>
                    <a:pt x="2140722" y="206628"/>
                  </a:lnTo>
                  <a:lnTo>
                    <a:pt x="2146982" y="205634"/>
                  </a:lnTo>
                  <a:lnTo>
                    <a:pt x="2153241" y="204745"/>
                  </a:lnTo>
                  <a:lnTo>
                    <a:pt x="2159501" y="203974"/>
                  </a:lnTo>
                  <a:lnTo>
                    <a:pt x="2165760" y="203352"/>
                  </a:lnTo>
                  <a:lnTo>
                    <a:pt x="2172019" y="202886"/>
                  </a:lnTo>
                  <a:lnTo>
                    <a:pt x="2178279" y="202578"/>
                  </a:lnTo>
                  <a:lnTo>
                    <a:pt x="2184538" y="202439"/>
                  </a:lnTo>
                  <a:lnTo>
                    <a:pt x="2190798" y="202476"/>
                  </a:lnTo>
                  <a:lnTo>
                    <a:pt x="2197057" y="202696"/>
                  </a:lnTo>
                  <a:lnTo>
                    <a:pt x="2203317" y="203102"/>
                  </a:lnTo>
                  <a:lnTo>
                    <a:pt x="2209576" y="203706"/>
                  </a:lnTo>
                  <a:lnTo>
                    <a:pt x="2215835" y="204524"/>
                  </a:lnTo>
                  <a:lnTo>
                    <a:pt x="2222095" y="205524"/>
                  </a:lnTo>
                  <a:lnTo>
                    <a:pt x="2228354" y="206699"/>
                  </a:lnTo>
                  <a:lnTo>
                    <a:pt x="2234614" y="208040"/>
                  </a:lnTo>
                  <a:lnTo>
                    <a:pt x="2240873" y="209533"/>
                  </a:lnTo>
                  <a:lnTo>
                    <a:pt x="2247133" y="211165"/>
                  </a:lnTo>
                  <a:lnTo>
                    <a:pt x="2253392" y="212920"/>
                  </a:lnTo>
                  <a:lnTo>
                    <a:pt x="2259651" y="214790"/>
                  </a:lnTo>
                  <a:lnTo>
                    <a:pt x="2265911" y="216742"/>
                  </a:lnTo>
                  <a:lnTo>
                    <a:pt x="2272170" y="218750"/>
                  </a:lnTo>
                  <a:lnTo>
                    <a:pt x="2278430" y="220795"/>
                  </a:lnTo>
                  <a:lnTo>
                    <a:pt x="2284689" y="222857"/>
                  </a:lnTo>
                  <a:lnTo>
                    <a:pt x="2290948" y="224917"/>
                  </a:lnTo>
                  <a:lnTo>
                    <a:pt x="2297208" y="226958"/>
                  </a:lnTo>
                  <a:lnTo>
                    <a:pt x="2303467" y="228960"/>
                  </a:lnTo>
                  <a:lnTo>
                    <a:pt x="2309727" y="230901"/>
                  </a:lnTo>
                  <a:lnTo>
                    <a:pt x="2315986" y="232774"/>
                  </a:lnTo>
                  <a:lnTo>
                    <a:pt x="2322246" y="234568"/>
                  </a:lnTo>
                  <a:lnTo>
                    <a:pt x="2328505" y="236277"/>
                  </a:lnTo>
                  <a:lnTo>
                    <a:pt x="2334764" y="237893"/>
                  </a:lnTo>
                  <a:lnTo>
                    <a:pt x="2341024" y="239413"/>
                  </a:lnTo>
                  <a:lnTo>
                    <a:pt x="2347283" y="240834"/>
                  </a:lnTo>
                  <a:lnTo>
                    <a:pt x="2353543" y="242139"/>
                  </a:lnTo>
                  <a:lnTo>
                    <a:pt x="2359802" y="243340"/>
                  </a:lnTo>
                  <a:lnTo>
                    <a:pt x="2366062" y="244443"/>
                  </a:lnTo>
                  <a:lnTo>
                    <a:pt x="2372321" y="245451"/>
                  </a:lnTo>
                  <a:lnTo>
                    <a:pt x="2378580" y="246366"/>
                  </a:lnTo>
                  <a:lnTo>
                    <a:pt x="2384840" y="247192"/>
                  </a:lnTo>
                  <a:lnTo>
                    <a:pt x="2391099" y="247934"/>
                  </a:lnTo>
                  <a:lnTo>
                    <a:pt x="2397359" y="248591"/>
                  </a:lnTo>
                  <a:lnTo>
                    <a:pt x="2403618" y="249165"/>
                  </a:lnTo>
                  <a:lnTo>
                    <a:pt x="2409878" y="249671"/>
                  </a:lnTo>
                  <a:lnTo>
                    <a:pt x="2416137" y="250113"/>
                  </a:lnTo>
                  <a:lnTo>
                    <a:pt x="2422396" y="250497"/>
                  </a:lnTo>
                  <a:lnTo>
                    <a:pt x="2428656" y="250826"/>
                  </a:lnTo>
                  <a:lnTo>
                    <a:pt x="2434915" y="251106"/>
                  </a:lnTo>
                  <a:lnTo>
                    <a:pt x="2441175" y="251341"/>
                  </a:lnTo>
                  <a:lnTo>
                    <a:pt x="2447434" y="251531"/>
                  </a:lnTo>
                  <a:lnTo>
                    <a:pt x="2453693" y="251684"/>
                  </a:lnTo>
                  <a:lnTo>
                    <a:pt x="2459953" y="251807"/>
                  </a:lnTo>
                  <a:lnTo>
                    <a:pt x="2466212" y="251903"/>
                  </a:lnTo>
                  <a:lnTo>
                    <a:pt x="2472472" y="251974"/>
                  </a:lnTo>
                  <a:lnTo>
                    <a:pt x="2478731" y="252025"/>
                  </a:lnTo>
                  <a:lnTo>
                    <a:pt x="2484991" y="252057"/>
                  </a:lnTo>
                  <a:lnTo>
                    <a:pt x="2491250" y="252073"/>
                  </a:lnTo>
                  <a:lnTo>
                    <a:pt x="2497509" y="252075"/>
                  </a:lnTo>
                  <a:lnTo>
                    <a:pt x="2503769" y="252065"/>
                  </a:lnTo>
                  <a:lnTo>
                    <a:pt x="2510028" y="252046"/>
                  </a:lnTo>
                  <a:lnTo>
                    <a:pt x="2516288" y="252018"/>
                  </a:lnTo>
                  <a:lnTo>
                    <a:pt x="2522547" y="251983"/>
                  </a:lnTo>
                  <a:lnTo>
                    <a:pt x="2528807" y="251942"/>
                  </a:lnTo>
                  <a:lnTo>
                    <a:pt x="2535066" y="251895"/>
                  </a:lnTo>
                  <a:lnTo>
                    <a:pt x="2541325" y="251842"/>
                  </a:lnTo>
                  <a:lnTo>
                    <a:pt x="2547585" y="251785"/>
                  </a:lnTo>
                  <a:lnTo>
                    <a:pt x="2553844" y="251725"/>
                  </a:lnTo>
                  <a:lnTo>
                    <a:pt x="2560104" y="251661"/>
                  </a:lnTo>
                  <a:lnTo>
                    <a:pt x="2566363" y="251596"/>
                  </a:lnTo>
                  <a:lnTo>
                    <a:pt x="2572623" y="251530"/>
                  </a:lnTo>
                  <a:lnTo>
                    <a:pt x="2578882" y="251462"/>
                  </a:lnTo>
                  <a:lnTo>
                    <a:pt x="2585141" y="251395"/>
                  </a:lnTo>
                  <a:lnTo>
                    <a:pt x="2591401" y="251328"/>
                  </a:lnTo>
                  <a:lnTo>
                    <a:pt x="2597660" y="251263"/>
                  </a:lnTo>
                  <a:lnTo>
                    <a:pt x="2603920" y="251200"/>
                  </a:lnTo>
                  <a:lnTo>
                    <a:pt x="2610179" y="251140"/>
                  </a:lnTo>
                  <a:lnTo>
                    <a:pt x="2616438" y="251083"/>
                  </a:lnTo>
                  <a:lnTo>
                    <a:pt x="2622698" y="251030"/>
                  </a:lnTo>
                  <a:lnTo>
                    <a:pt x="2628957" y="250981"/>
                  </a:lnTo>
                  <a:lnTo>
                    <a:pt x="2635217" y="250936"/>
                  </a:lnTo>
                  <a:lnTo>
                    <a:pt x="2641476" y="250897"/>
                  </a:lnTo>
                  <a:lnTo>
                    <a:pt x="2647736" y="250862"/>
                  </a:lnTo>
                  <a:lnTo>
                    <a:pt x="2653995" y="250834"/>
                  </a:lnTo>
                  <a:lnTo>
                    <a:pt x="2660254" y="250811"/>
                  </a:lnTo>
                  <a:lnTo>
                    <a:pt x="2666514" y="250795"/>
                  </a:lnTo>
                  <a:lnTo>
                    <a:pt x="2672773" y="250786"/>
                  </a:lnTo>
                  <a:lnTo>
                    <a:pt x="2679033" y="250786"/>
                  </a:lnTo>
                  <a:lnTo>
                    <a:pt x="2685292" y="250796"/>
                  </a:lnTo>
                  <a:lnTo>
                    <a:pt x="2691552" y="250815"/>
                  </a:lnTo>
                  <a:lnTo>
                    <a:pt x="2697811" y="250844"/>
                  </a:lnTo>
                  <a:lnTo>
                    <a:pt x="2704070" y="250884"/>
                  </a:lnTo>
                  <a:lnTo>
                    <a:pt x="2710330" y="250934"/>
                  </a:lnTo>
                  <a:lnTo>
                    <a:pt x="2716589" y="250996"/>
                  </a:lnTo>
                  <a:lnTo>
                    <a:pt x="2722849" y="251068"/>
                  </a:lnTo>
                  <a:lnTo>
                    <a:pt x="2729108" y="251153"/>
                  </a:lnTo>
                  <a:lnTo>
                    <a:pt x="2735368" y="251247"/>
                  </a:lnTo>
                  <a:lnTo>
                    <a:pt x="2741627" y="251351"/>
                  </a:lnTo>
                  <a:lnTo>
                    <a:pt x="2747886" y="251461"/>
                  </a:lnTo>
                  <a:lnTo>
                    <a:pt x="2754146" y="251579"/>
                  </a:lnTo>
                  <a:lnTo>
                    <a:pt x="2760405" y="251701"/>
                  </a:lnTo>
                  <a:lnTo>
                    <a:pt x="2766665" y="251827"/>
                  </a:lnTo>
                  <a:lnTo>
                    <a:pt x="2772924" y="251954"/>
                  </a:lnTo>
                  <a:lnTo>
                    <a:pt x="2779184" y="252081"/>
                  </a:lnTo>
                  <a:lnTo>
                    <a:pt x="2785443" y="252206"/>
                  </a:lnTo>
                  <a:lnTo>
                    <a:pt x="2791702" y="252327"/>
                  </a:lnTo>
                  <a:lnTo>
                    <a:pt x="2797962" y="252443"/>
                  </a:lnTo>
                  <a:lnTo>
                    <a:pt x="2804221" y="252554"/>
                  </a:lnTo>
                  <a:lnTo>
                    <a:pt x="2810481" y="252657"/>
                  </a:lnTo>
                  <a:lnTo>
                    <a:pt x="2816740" y="252753"/>
                  </a:lnTo>
                  <a:lnTo>
                    <a:pt x="2822999" y="252839"/>
                  </a:lnTo>
                  <a:lnTo>
                    <a:pt x="2829259" y="252915"/>
                  </a:lnTo>
                  <a:lnTo>
                    <a:pt x="2835518" y="252982"/>
                  </a:lnTo>
                  <a:lnTo>
                    <a:pt x="2841778" y="253040"/>
                  </a:lnTo>
                  <a:lnTo>
                    <a:pt x="2848037" y="253087"/>
                  </a:lnTo>
                  <a:lnTo>
                    <a:pt x="2854297" y="253126"/>
                  </a:lnTo>
                  <a:lnTo>
                    <a:pt x="2860556" y="253155"/>
                  </a:lnTo>
                  <a:lnTo>
                    <a:pt x="2866815" y="253173"/>
                  </a:lnTo>
                  <a:lnTo>
                    <a:pt x="2873075" y="253181"/>
                  </a:lnTo>
                  <a:lnTo>
                    <a:pt x="2879334" y="253180"/>
                  </a:lnTo>
                  <a:lnTo>
                    <a:pt x="2885594" y="253169"/>
                  </a:lnTo>
                  <a:lnTo>
                    <a:pt x="2891853" y="253149"/>
                  </a:lnTo>
                  <a:lnTo>
                    <a:pt x="2898113" y="253120"/>
                  </a:lnTo>
                  <a:lnTo>
                    <a:pt x="2904372" y="253081"/>
                  </a:lnTo>
                  <a:lnTo>
                    <a:pt x="2910631" y="253032"/>
                  </a:lnTo>
                  <a:lnTo>
                    <a:pt x="2916891" y="252973"/>
                  </a:lnTo>
                  <a:lnTo>
                    <a:pt x="2923150" y="252904"/>
                  </a:lnTo>
                  <a:lnTo>
                    <a:pt x="2929410" y="252826"/>
                  </a:lnTo>
                  <a:lnTo>
                    <a:pt x="2935669" y="252740"/>
                  </a:lnTo>
                  <a:lnTo>
                    <a:pt x="2941929" y="252646"/>
                  </a:lnTo>
                  <a:lnTo>
                    <a:pt x="2948188" y="252545"/>
                  </a:lnTo>
                  <a:lnTo>
                    <a:pt x="2954447" y="252437"/>
                  </a:lnTo>
                  <a:lnTo>
                    <a:pt x="2960707" y="252324"/>
                  </a:lnTo>
                  <a:lnTo>
                    <a:pt x="2966966" y="252207"/>
                  </a:lnTo>
                  <a:lnTo>
                    <a:pt x="2973226" y="252088"/>
                  </a:lnTo>
                  <a:lnTo>
                    <a:pt x="2979485" y="251970"/>
                  </a:lnTo>
                  <a:lnTo>
                    <a:pt x="2985744" y="251852"/>
                  </a:lnTo>
                  <a:lnTo>
                    <a:pt x="2992004" y="251738"/>
                  </a:lnTo>
                  <a:lnTo>
                    <a:pt x="2998263" y="251629"/>
                  </a:lnTo>
                  <a:lnTo>
                    <a:pt x="3004523" y="251526"/>
                  </a:lnTo>
                  <a:lnTo>
                    <a:pt x="3010782" y="251434"/>
                  </a:lnTo>
                  <a:lnTo>
                    <a:pt x="3017042" y="251351"/>
                  </a:lnTo>
                  <a:lnTo>
                    <a:pt x="3023301" y="251280"/>
                  </a:lnTo>
                  <a:lnTo>
                    <a:pt x="3029560" y="251220"/>
                  </a:lnTo>
                  <a:lnTo>
                    <a:pt x="3035820" y="251174"/>
                  </a:lnTo>
                  <a:lnTo>
                    <a:pt x="3042079" y="251140"/>
                  </a:lnTo>
                  <a:lnTo>
                    <a:pt x="3048339" y="251120"/>
                  </a:lnTo>
                  <a:lnTo>
                    <a:pt x="3054598" y="251114"/>
                  </a:lnTo>
                  <a:lnTo>
                    <a:pt x="3060858" y="251122"/>
                  </a:lnTo>
                  <a:lnTo>
                    <a:pt x="3067117" y="251143"/>
                  </a:lnTo>
                  <a:lnTo>
                    <a:pt x="3073376" y="251174"/>
                  </a:lnTo>
                  <a:lnTo>
                    <a:pt x="3079636" y="251217"/>
                  </a:lnTo>
                  <a:lnTo>
                    <a:pt x="3085895" y="251268"/>
                  </a:lnTo>
                  <a:lnTo>
                    <a:pt x="3092155" y="251329"/>
                  </a:lnTo>
                  <a:lnTo>
                    <a:pt x="3098414" y="251397"/>
                  </a:lnTo>
                  <a:lnTo>
                    <a:pt x="3104674" y="251474"/>
                  </a:lnTo>
                  <a:lnTo>
                    <a:pt x="3110933" y="251555"/>
                  </a:lnTo>
                  <a:lnTo>
                    <a:pt x="3117192" y="251641"/>
                  </a:lnTo>
                  <a:lnTo>
                    <a:pt x="3123452" y="251731"/>
                  </a:lnTo>
                  <a:lnTo>
                    <a:pt x="3129711" y="251824"/>
                  </a:lnTo>
                  <a:lnTo>
                    <a:pt x="3135971" y="251919"/>
                  </a:lnTo>
                  <a:lnTo>
                    <a:pt x="3142230" y="252015"/>
                  </a:lnTo>
                  <a:lnTo>
                    <a:pt x="3148489" y="252112"/>
                  </a:lnTo>
                  <a:lnTo>
                    <a:pt x="3154749" y="252209"/>
                  </a:lnTo>
                  <a:lnTo>
                    <a:pt x="3161008" y="252305"/>
                  </a:lnTo>
                  <a:lnTo>
                    <a:pt x="3167268" y="252399"/>
                  </a:lnTo>
                  <a:lnTo>
                    <a:pt x="3173527" y="252491"/>
                  </a:lnTo>
                  <a:lnTo>
                    <a:pt x="3179787" y="252580"/>
                  </a:lnTo>
                  <a:lnTo>
                    <a:pt x="3186046" y="252665"/>
                  </a:lnTo>
                  <a:lnTo>
                    <a:pt x="3192305" y="252747"/>
                  </a:lnTo>
                  <a:lnTo>
                    <a:pt x="3198565" y="252823"/>
                  </a:lnTo>
                </a:path>
              </a:pathLst>
            </a:custGeom>
            <a:ln w="27101" cap="flat">
              <a:solidFill>
                <a:srgbClr val="CCF3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589870" y="4971736"/>
              <a:ext cx="3518421" cy="0"/>
            </a:xfrm>
            <a:custGeom>
              <a:avLst/>
              <a:pathLst>
                <a:path w="3518421" h="0">
                  <a:moveTo>
                    <a:pt x="0" y="0"/>
                  </a:moveTo>
                  <a:lnTo>
                    <a:pt x="35184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749798" y="49717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815987" y="49717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882175" y="49717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948364" y="49717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3718721" y="50326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784909" y="5034093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820020" y="50326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886208" y="50326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306414" y="5183460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68" name="rc68"/>
            <p:cNvSpPr/>
            <p:nvPr/>
          </p:nvSpPr>
          <p:spPr>
            <a:xfrm>
              <a:off x="3520281" y="5381625"/>
              <a:ext cx="3657600" cy="1600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589870" y="5678903"/>
              <a:ext cx="3518421" cy="893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3749798" y="6246716"/>
              <a:ext cx="3198565" cy="284627"/>
            </a:xfrm>
            <a:custGeom>
              <a:avLst/>
              <a:pathLst>
                <a:path w="3198565" h="284627">
                  <a:moveTo>
                    <a:pt x="0" y="284627"/>
                  </a:moveTo>
                  <a:lnTo>
                    <a:pt x="6259" y="284627"/>
                  </a:lnTo>
                  <a:lnTo>
                    <a:pt x="12518" y="284627"/>
                  </a:lnTo>
                  <a:lnTo>
                    <a:pt x="18778" y="284627"/>
                  </a:lnTo>
                  <a:lnTo>
                    <a:pt x="25037" y="284627"/>
                  </a:lnTo>
                  <a:lnTo>
                    <a:pt x="31297" y="284627"/>
                  </a:lnTo>
                  <a:lnTo>
                    <a:pt x="37556" y="284627"/>
                  </a:lnTo>
                  <a:lnTo>
                    <a:pt x="43815" y="284627"/>
                  </a:lnTo>
                  <a:lnTo>
                    <a:pt x="50075" y="284627"/>
                  </a:lnTo>
                  <a:lnTo>
                    <a:pt x="56334" y="284627"/>
                  </a:lnTo>
                  <a:lnTo>
                    <a:pt x="62594" y="284627"/>
                  </a:lnTo>
                  <a:lnTo>
                    <a:pt x="68853" y="284626"/>
                  </a:lnTo>
                  <a:lnTo>
                    <a:pt x="75113" y="284625"/>
                  </a:lnTo>
                  <a:lnTo>
                    <a:pt x="81372" y="284623"/>
                  </a:lnTo>
                  <a:lnTo>
                    <a:pt x="87631" y="284618"/>
                  </a:lnTo>
                  <a:lnTo>
                    <a:pt x="93891" y="284606"/>
                  </a:lnTo>
                  <a:lnTo>
                    <a:pt x="100150" y="284581"/>
                  </a:lnTo>
                  <a:lnTo>
                    <a:pt x="106410" y="284531"/>
                  </a:lnTo>
                  <a:lnTo>
                    <a:pt x="112669" y="284430"/>
                  </a:lnTo>
                  <a:lnTo>
                    <a:pt x="118929" y="284242"/>
                  </a:lnTo>
                  <a:lnTo>
                    <a:pt x="125188" y="283901"/>
                  </a:lnTo>
                  <a:lnTo>
                    <a:pt x="131447" y="283277"/>
                  </a:lnTo>
                  <a:lnTo>
                    <a:pt x="137707" y="282206"/>
                  </a:lnTo>
                  <a:lnTo>
                    <a:pt x="143966" y="280460"/>
                  </a:lnTo>
                  <a:lnTo>
                    <a:pt x="150226" y="277734"/>
                  </a:lnTo>
                  <a:lnTo>
                    <a:pt x="156485" y="273659"/>
                  </a:lnTo>
                  <a:lnTo>
                    <a:pt x="162745" y="267820"/>
                  </a:lnTo>
                  <a:lnTo>
                    <a:pt x="169004" y="259791"/>
                  </a:lnTo>
                  <a:lnTo>
                    <a:pt x="175263" y="249187"/>
                  </a:lnTo>
                  <a:lnTo>
                    <a:pt x="181523" y="235726"/>
                  </a:lnTo>
                  <a:lnTo>
                    <a:pt x="187782" y="219291"/>
                  </a:lnTo>
                  <a:lnTo>
                    <a:pt x="194042" y="199980"/>
                  </a:lnTo>
                  <a:lnTo>
                    <a:pt x="200301" y="178138"/>
                  </a:lnTo>
                  <a:lnTo>
                    <a:pt x="206560" y="154361"/>
                  </a:lnTo>
                  <a:lnTo>
                    <a:pt x="212820" y="129462"/>
                  </a:lnTo>
                  <a:lnTo>
                    <a:pt x="219079" y="104501"/>
                  </a:lnTo>
                  <a:lnTo>
                    <a:pt x="225339" y="80619"/>
                  </a:lnTo>
                  <a:lnTo>
                    <a:pt x="231598" y="58802"/>
                  </a:lnTo>
                  <a:lnTo>
                    <a:pt x="237858" y="39887"/>
                  </a:lnTo>
                  <a:lnTo>
                    <a:pt x="244117" y="24489"/>
                  </a:lnTo>
                  <a:lnTo>
                    <a:pt x="250376" y="12940"/>
                  </a:lnTo>
                  <a:lnTo>
                    <a:pt x="256636" y="5255"/>
                  </a:lnTo>
                  <a:lnTo>
                    <a:pt x="262895" y="1135"/>
                  </a:lnTo>
                  <a:lnTo>
                    <a:pt x="269155" y="0"/>
                  </a:lnTo>
                  <a:lnTo>
                    <a:pt x="275414" y="1066"/>
                  </a:lnTo>
                  <a:lnTo>
                    <a:pt x="281674" y="3461"/>
                  </a:lnTo>
                  <a:lnTo>
                    <a:pt x="287933" y="6358"/>
                  </a:lnTo>
                  <a:lnTo>
                    <a:pt x="294192" y="9110"/>
                  </a:lnTo>
                  <a:lnTo>
                    <a:pt x="300452" y="11360"/>
                  </a:lnTo>
                  <a:lnTo>
                    <a:pt x="306711" y="13136"/>
                  </a:lnTo>
                  <a:lnTo>
                    <a:pt x="312971" y="14933"/>
                  </a:lnTo>
                  <a:lnTo>
                    <a:pt x="319230" y="17454"/>
                  </a:lnTo>
                  <a:lnTo>
                    <a:pt x="325490" y="21497"/>
                  </a:lnTo>
                  <a:lnTo>
                    <a:pt x="331749" y="27800"/>
                  </a:lnTo>
                  <a:lnTo>
                    <a:pt x="338008" y="36898"/>
                  </a:lnTo>
                  <a:lnTo>
                    <a:pt x="344268" y="49025"/>
                  </a:lnTo>
                  <a:lnTo>
                    <a:pt x="350527" y="64064"/>
                  </a:lnTo>
                  <a:lnTo>
                    <a:pt x="356787" y="81572"/>
                  </a:lnTo>
                  <a:lnTo>
                    <a:pt x="363046" y="100852"/>
                  </a:lnTo>
                  <a:lnTo>
                    <a:pt x="369305" y="121068"/>
                  </a:lnTo>
                  <a:lnTo>
                    <a:pt x="375565" y="141362"/>
                  </a:lnTo>
                  <a:lnTo>
                    <a:pt x="381824" y="160975"/>
                  </a:lnTo>
                  <a:lnTo>
                    <a:pt x="388084" y="179283"/>
                  </a:lnTo>
                  <a:lnTo>
                    <a:pt x="394343" y="195836"/>
                  </a:lnTo>
                  <a:lnTo>
                    <a:pt x="400603" y="210588"/>
                  </a:lnTo>
                  <a:lnTo>
                    <a:pt x="406862" y="223557"/>
                  </a:lnTo>
                  <a:lnTo>
                    <a:pt x="413121" y="234841"/>
                  </a:lnTo>
                  <a:lnTo>
                    <a:pt x="419381" y="244575"/>
                  </a:lnTo>
                  <a:lnTo>
                    <a:pt x="425640" y="252898"/>
                  </a:lnTo>
                  <a:lnTo>
                    <a:pt x="431900" y="259937"/>
                  </a:lnTo>
                  <a:lnTo>
                    <a:pt x="438159" y="265805"/>
                  </a:lnTo>
                  <a:lnTo>
                    <a:pt x="444419" y="270604"/>
                  </a:lnTo>
                  <a:lnTo>
                    <a:pt x="450678" y="274438"/>
                  </a:lnTo>
                  <a:lnTo>
                    <a:pt x="456937" y="277415"/>
                  </a:lnTo>
                  <a:lnTo>
                    <a:pt x="463197" y="279652"/>
                  </a:lnTo>
                  <a:lnTo>
                    <a:pt x="469456" y="281267"/>
                  </a:lnTo>
                  <a:lnTo>
                    <a:pt x="475716" y="282363"/>
                  </a:lnTo>
                  <a:lnTo>
                    <a:pt x="481975" y="283054"/>
                  </a:lnTo>
                  <a:lnTo>
                    <a:pt x="488235" y="283451"/>
                  </a:lnTo>
                  <a:lnTo>
                    <a:pt x="494494" y="283622"/>
                  </a:lnTo>
                  <a:lnTo>
                    <a:pt x="500753" y="283616"/>
                  </a:lnTo>
                  <a:lnTo>
                    <a:pt x="507013" y="283465"/>
                  </a:lnTo>
                  <a:lnTo>
                    <a:pt x="513272" y="283186"/>
                  </a:lnTo>
                  <a:lnTo>
                    <a:pt x="519532" y="282785"/>
                  </a:lnTo>
                  <a:lnTo>
                    <a:pt x="525791" y="282260"/>
                  </a:lnTo>
                  <a:lnTo>
                    <a:pt x="532050" y="281600"/>
                  </a:lnTo>
                  <a:lnTo>
                    <a:pt x="538310" y="280792"/>
                  </a:lnTo>
                  <a:lnTo>
                    <a:pt x="544569" y="279823"/>
                  </a:lnTo>
                  <a:lnTo>
                    <a:pt x="550829" y="278681"/>
                  </a:lnTo>
                  <a:lnTo>
                    <a:pt x="557088" y="277363"/>
                  </a:lnTo>
                  <a:lnTo>
                    <a:pt x="563348" y="275866"/>
                  </a:lnTo>
                  <a:lnTo>
                    <a:pt x="569607" y="274220"/>
                  </a:lnTo>
                  <a:lnTo>
                    <a:pt x="575866" y="272472"/>
                  </a:lnTo>
                  <a:lnTo>
                    <a:pt x="582126" y="270679"/>
                  </a:lnTo>
                  <a:lnTo>
                    <a:pt x="588385" y="268909"/>
                  </a:lnTo>
                  <a:lnTo>
                    <a:pt x="594645" y="267233"/>
                  </a:lnTo>
                  <a:lnTo>
                    <a:pt x="600904" y="265725"/>
                  </a:lnTo>
                  <a:lnTo>
                    <a:pt x="607164" y="264447"/>
                  </a:lnTo>
                  <a:lnTo>
                    <a:pt x="613423" y="263451"/>
                  </a:lnTo>
                  <a:lnTo>
                    <a:pt x="619682" y="262777"/>
                  </a:lnTo>
                  <a:lnTo>
                    <a:pt x="625942" y="262448"/>
                  </a:lnTo>
                  <a:lnTo>
                    <a:pt x="632201" y="262479"/>
                  </a:lnTo>
                  <a:lnTo>
                    <a:pt x="638461" y="262874"/>
                  </a:lnTo>
                  <a:lnTo>
                    <a:pt x="644720" y="263629"/>
                  </a:lnTo>
                  <a:lnTo>
                    <a:pt x="650980" y="264746"/>
                  </a:lnTo>
                  <a:lnTo>
                    <a:pt x="657239" y="266174"/>
                  </a:lnTo>
                  <a:lnTo>
                    <a:pt x="663498" y="267849"/>
                  </a:lnTo>
                  <a:lnTo>
                    <a:pt x="669758" y="269700"/>
                  </a:lnTo>
                  <a:lnTo>
                    <a:pt x="676017" y="271641"/>
                  </a:lnTo>
                  <a:lnTo>
                    <a:pt x="682277" y="273580"/>
                  </a:lnTo>
                  <a:lnTo>
                    <a:pt x="688536" y="275432"/>
                  </a:lnTo>
                  <a:lnTo>
                    <a:pt x="694796" y="277123"/>
                  </a:lnTo>
                  <a:lnTo>
                    <a:pt x="701055" y="278600"/>
                  </a:lnTo>
                  <a:lnTo>
                    <a:pt x="707314" y="279836"/>
                  </a:lnTo>
                  <a:lnTo>
                    <a:pt x="713574" y="280824"/>
                  </a:lnTo>
                  <a:lnTo>
                    <a:pt x="719833" y="281581"/>
                  </a:lnTo>
                  <a:lnTo>
                    <a:pt x="726093" y="282135"/>
                  </a:lnTo>
                  <a:lnTo>
                    <a:pt x="732352" y="282524"/>
                  </a:lnTo>
                  <a:lnTo>
                    <a:pt x="738611" y="282783"/>
                  </a:lnTo>
                  <a:lnTo>
                    <a:pt x="744871" y="282959"/>
                  </a:lnTo>
                  <a:lnTo>
                    <a:pt x="751130" y="283085"/>
                  </a:lnTo>
                  <a:lnTo>
                    <a:pt x="757390" y="283185"/>
                  </a:lnTo>
                  <a:lnTo>
                    <a:pt x="763649" y="283276"/>
                  </a:lnTo>
                  <a:lnTo>
                    <a:pt x="769909" y="283369"/>
                  </a:lnTo>
                  <a:lnTo>
                    <a:pt x="776168" y="283470"/>
                  </a:lnTo>
                  <a:lnTo>
                    <a:pt x="782427" y="283580"/>
                  </a:lnTo>
                  <a:lnTo>
                    <a:pt x="788687" y="283695"/>
                  </a:lnTo>
                  <a:lnTo>
                    <a:pt x="794946" y="283808"/>
                  </a:lnTo>
                  <a:lnTo>
                    <a:pt x="801206" y="283912"/>
                  </a:lnTo>
                  <a:lnTo>
                    <a:pt x="807465" y="283997"/>
                  </a:lnTo>
                  <a:lnTo>
                    <a:pt x="813725" y="284054"/>
                  </a:lnTo>
                  <a:lnTo>
                    <a:pt x="819984" y="284075"/>
                  </a:lnTo>
                  <a:lnTo>
                    <a:pt x="826243" y="284052"/>
                  </a:lnTo>
                  <a:lnTo>
                    <a:pt x="832503" y="283985"/>
                  </a:lnTo>
                  <a:lnTo>
                    <a:pt x="838762" y="283876"/>
                  </a:lnTo>
                  <a:lnTo>
                    <a:pt x="845022" y="283729"/>
                  </a:lnTo>
                  <a:lnTo>
                    <a:pt x="851281" y="283554"/>
                  </a:lnTo>
                  <a:lnTo>
                    <a:pt x="857541" y="283358"/>
                  </a:lnTo>
                  <a:lnTo>
                    <a:pt x="863800" y="283152"/>
                  </a:lnTo>
                  <a:lnTo>
                    <a:pt x="870059" y="282946"/>
                  </a:lnTo>
                  <a:lnTo>
                    <a:pt x="876319" y="282748"/>
                  </a:lnTo>
                  <a:lnTo>
                    <a:pt x="882578" y="282565"/>
                  </a:lnTo>
                  <a:lnTo>
                    <a:pt x="888838" y="282404"/>
                  </a:lnTo>
                  <a:lnTo>
                    <a:pt x="895097" y="282266"/>
                  </a:lnTo>
                  <a:lnTo>
                    <a:pt x="901356" y="282158"/>
                  </a:lnTo>
                  <a:lnTo>
                    <a:pt x="907616" y="282081"/>
                  </a:lnTo>
                  <a:lnTo>
                    <a:pt x="913875" y="282043"/>
                  </a:lnTo>
                  <a:lnTo>
                    <a:pt x="920135" y="282044"/>
                  </a:lnTo>
                  <a:lnTo>
                    <a:pt x="926394" y="282085"/>
                  </a:lnTo>
                  <a:lnTo>
                    <a:pt x="932654" y="282166"/>
                  </a:lnTo>
                  <a:lnTo>
                    <a:pt x="938913" y="282283"/>
                  </a:lnTo>
                  <a:lnTo>
                    <a:pt x="945172" y="282431"/>
                  </a:lnTo>
                  <a:lnTo>
                    <a:pt x="951432" y="282603"/>
                  </a:lnTo>
                  <a:lnTo>
                    <a:pt x="957691" y="282790"/>
                  </a:lnTo>
                  <a:lnTo>
                    <a:pt x="963951" y="282986"/>
                  </a:lnTo>
                  <a:lnTo>
                    <a:pt x="970210" y="283183"/>
                  </a:lnTo>
                  <a:lnTo>
                    <a:pt x="976470" y="283376"/>
                  </a:lnTo>
                  <a:lnTo>
                    <a:pt x="982729" y="283560"/>
                  </a:lnTo>
                  <a:lnTo>
                    <a:pt x="988988" y="283731"/>
                  </a:lnTo>
                  <a:lnTo>
                    <a:pt x="995248" y="283884"/>
                  </a:lnTo>
                  <a:lnTo>
                    <a:pt x="1001507" y="284014"/>
                  </a:lnTo>
                  <a:lnTo>
                    <a:pt x="1007767" y="284119"/>
                  </a:lnTo>
                  <a:lnTo>
                    <a:pt x="1014026" y="284196"/>
                  </a:lnTo>
                  <a:lnTo>
                    <a:pt x="1020286" y="284243"/>
                  </a:lnTo>
                  <a:lnTo>
                    <a:pt x="1026545" y="284260"/>
                  </a:lnTo>
                  <a:lnTo>
                    <a:pt x="1032804" y="284249"/>
                  </a:lnTo>
                  <a:lnTo>
                    <a:pt x="1039064" y="284216"/>
                  </a:lnTo>
                  <a:lnTo>
                    <a:pt x="1045323" y="284166"/>
                  </a:lnTo>
                  <a:lnTo>
                    <a:pt x="1051583" y="284107"/>
                  </a:lnTo>
                  <a:lnTo>
                    <a:pt x="1057842" y="284050"/>
                  </a:lnTo>
                  <a:lnTo>
                    <a:pt x="1064101" y="284002"/>
                  </a:lnTo>
                  <a:lnTo>
                    <a:pt x="1070361" y="283971"/>
                  </a:lnTo>
                  <a:lnTo>
                    <a:pt x="1076620" y="283963"/>
                  </a:lnTo>
                  <a:lnTo>
                    <a:pt x="1082880" y="283981"/>
                  </a:lnTo>
                  <a:lnTo>
                    <a:pt x="1089139" y="284024"/>
                  </a:lnTo>
                  <a:lnTo>
                    <a:pt x="1095399" y="284085"/>
                  </a:lnTo>
                  <a:lnTo>
                    <a:pt x="1101658" y="284158"/>
                  </a:lnTo>
                  <a:lnTo>
                    <a:pt x="1107917" y="284237"/>
                  </a:lnTo>
                  <a:lnTo>
                    <a:pt x="1114177" y="284315"/>
                  </a:lnTo>
                  <a:lnTo>
                    <a:pt x="1120436" y="284387"/>
                  </a:lnTo>
                  <a:lnTo>
                    <a:pt x="1126696" y="284449"/>
                  </a:lnTo>
                  <a:lnTo>
                    <a:pt x="1132955" y="284499"/>
                  </a:lnTo>
                  <a:lnTo>
                    <a:pt x="1139215" y="284536"/>
                  </a:lnTo>
                  <a:lnTo>
                    <a:pt x="1145474" y="284561"/>
                  </a:lnTo>
                  <a:lnTo>
                    <a:pt x="1151733" y="284575"/>
                  </a:lnTo>
                  <a:lnTo>
                    <a:pt x="1157993" y="284577"/>
                  </a:lnTo>
                  <a:lnTo>
                    <a:pt x="1164252" y="284568"/>
                  </a:lnTo>
                  <a:lnTo>
                    <a:pt x="1170512" y="284547"/>
                  </a:lnTo>
                  <a:lnTo>
                    <a:pt x="1176771" y="284514"/>
                  </a:lnTo>
                  <a:lnTo>
                    <a:pt x="1183031" y="284468"/>
                  </a:lnTo>
                  <a:lnTo>
                    <a:pt x="1189290" y="284411"/>
                  </a:lnTo>
                  <a:lnTo>
                    <a:pt x="1195549" y="284342"/>
                  </a:lnTo>
                  <a:lnTo>
                    <a:pt x="1201809" y="284266"/>
                  </a:lnTo>
                  <a:lnTo>
                    <a:pt x="1208068" y="284187"/>
                  </a:lnTo>
                  <a:lnTo>
                    <a:pt x="1214328" y="284112"/>
                  </a:lnTo>
                  <a:lnTo>
                    <a:pt x="1220587" y="284047"/>
                  </a:lnTo>
                  <a:lnTo>
                    <a:pt x="1226846" y="283999"/>
                  </a:lnTo>
                  <a:lnTo>
                    <a:pt x="1233106" y="283973"/>
                  </a:lnTo>
                  <a:lnTo>
                    <a:pt x="1239365" y="283973"/>
                  </a:lnTo>
                  <a:lnTo>
                    <a:pt x="1245625" y="283997"/>
                  </a:lnTo>
                  <a:lnTo>
                    <a:pt x="1251884" y="284045"/>
                  </a:lnTo>
                  <a:lnTo>
                    <a:pt x="1258144" y="284111"/>
                  </a:lnTo>
                  <a:lnTo>
                    <a:pt x="1264403" y="284187"/>
                  </a:lnTo>
                  <a:lnTo>
                    <a:pt x="1270662" y="284267"/>
                  </a:lnTo>
                  <a:lnTo>
                    <a:pt x="1276922" y="284343"/>
                  </a:lnTo>
                  <a:lnTo>
                    <a:pt x="1283181" y="284411"/>
                  </a:lnTo>
                  <a:lnTo>
                    <a:pt x="1289441" y="284470"/>
                  </a:lnTo>
                  <a:lnTo>
                    <a:pt x="1295700" y="284517"/>
                  </a:lnTo>
                  <a:lnTo>
                    <a:pt x="1301960" y="284553"/>
                  </a:lnTo>
                  <a:lnTo>
                    <a:pt x="1308219" y="284579"/>
                  </a:lnTo>
                  <a:lnTo>
                    <a:pt x="1314478" y="284597"/>
                  </a:lnTo>
                  <a:lnTo>
                    <a:pt x="1320738" y="284609"/>
                  </a:lnTo>
                  <a:lnTo>
                    <a:pt x="1326997" y="284616"/>
                  </a:lnTo>
                  <a:lnTo>
                    <a:pt x="1333257" y="284619"/>
                  </a:lnTo>
                  <a:lnTo>
                    <a:pt x="1339516" y="284620"/>
                  </a:lnTo>
                  <a:lnTo>
                    <a:pt x="1345776" y="284618"/>
                  </a:lnTo>
                  <a:lnTo>
                    <a:pt x="1352035" y="284612"/>
                  </a:lnTo>
                  <a:lnTo>
                    <a:pt x="1358294" y="284603"/>
                  </a:lnTo>
                  <a:lnTo>
                    <a:pt x="1364554" y="284588"/>
                  </a:lnTo>
                  <a:lnTo>
                    <a:pt x="1370813" y="284565"/>
                  </a:lnTo>
                  <a:lnTo>
                    <a:pt x="1377073" y="284534"/>
                  </a:lnTo>
                  <a:lnTo>
                    <a:pt x="1383332" y="284492"/>
                  </a:lnTo>
                  <a:lnTo>
                    <a:pt x="1389592" y="284438"/>
                  </a:lnTo>
                  <a:lnTo>
                    <a:pt x="1395851" y="284374"/>
                  </a:lnTo>
                  <a:lnTo>
                    <a:pt x="1402110" y="284300"/>
                  </a:lnTo>
                  <a:lnTo>
                    <a:pt x="1408370" y="284222"/>
                  </a:lnTo>
                  <a:lnTo>
                    <a:pt x="1414629" y="284143"/>
                  </a:lnTo>
                  <a:lnTo>
                    <a:pt x="1420889" y="284072"/>
                  </a:lnTo>
                  <a:lnTo>
                    <a:pt x="1427148" y="284015"/>
                  </a:lnTo>
                  <a:lnTo>
                    <a:pt x="1433407" y="283979"/>
                  </a:lnTo>
                  <a:lnTo>
                    <a:pt x="1439667" y="283969"/>
                  </a:lnTo>
                  <a:lnTo>
                    <a:pt x="1445926" y="283984"/>
                  </a:lnTo>
                  <a:lnTo>
                    <a:pt x="1452186" y="284023"/>
                  </a:lnTo>
                  <a:lnTo>
                    <a:pt x="1458445" y="284082"/>
                  </a:lnTo>
                  <a:lnTo>
                    <a:pt x="1464705" y="284154"/>
                  </a:lnTo>
                  <a:lnTo>
                    <a:pt x="1470964" y="284232"/>
                  </a:lnTo>
                  <a:lnTo>
                    <a:pt x="1477223" y="284310"/>
                  </a:lnTo>
                  <a:lnTo>
                    <a:pt x="1483483" y="284383"/>
                  </a:lnTo>
                  <a:lnTo>
                    <a:pt x="1489742" y="284446"/>
                  </a:lnTo>
                  <a:lnTo>
                    <a:pt x="1496002" y="284499"/>
                  </a:lnTo>
                  <a:lnTo>
                    <a:pt x="1502261" y="284540"/>
                  </a:lnTo>
                  <a:lnTo>
                    <a:pt x="1508521" y="284570"/>
                  </a:lnTo>
                  <a:lnTo>
                    <a:pt x="1514780" y="284591"/>
                  </a:lnTo>
                  <a:lnTo>
                    <a:pt x="1521039" y="284605"/>
                  </a:lnTo>
                  <a:lnTo>
                    <a:pt x="1527299" y="284614"/>
                  </a:lnTo>
                  <a:lnTo>
                    <a:pt x="1533558" y="284620"/>
                  </a:lnTo>
                  <a:lnTo>
                    <a:pt x="1539818" y="284623"/>
                  </a:lnTo>
                  <a:lnTo>
                    <a:pt x="1546077" y="284625"/>
                  </a:lnTo>
                  <a:lnTo>
                    <a:pt x="1552337" y="284626"/>
                  </a:lnTo>
                  <a:lnTo>
                    <a:pt x="1558596" y="284626"/>
                  </a:lnTo>
                  <a:lnTo>
                    <a:pt x="1564855" y="284627"/>
                  </a:lnTo>
                  <a:lnTo>
                    <a:pt x="1571115" y="284627"/>
                  </a:lnTo>
                  <a:lnTo>
                    <a:pt x="1577374" y="284627"/>
                  </a:lnTo>
                  <a:lnTo>
                    <a:pt x="1583634" y="284627"/>
                  </a:lnTo>
                  <a:lnTo>
                    <a:pt x="1589893" y="284627"/>
                  </a:lnTo>
                  <a:lnTo>
                    <a:pt x="1596152" y="284627"/>
                  </a:lnTo>
                  <a:lnTo>
                    <a:pt x="1602412" y="284627"/>
                  </a:lnTo>
                  <a:lnTo>
                    <a:pt x="1608671" y="284627"/>
                  </a:lnTo>
                  <a:lnTo>
                    <a:pt x="1614931" y="284627"/>
                  </a:lnTo>
                  <a:lnTo>
                    <a:pt x="1621190" y="284627"/>
                  </a:lnTo>
                  <a:lnTo>
                    <a:pt x="1627450" y="284627"/>
                  </a:lnTo>
                  <a:lnTo>
                    <a:pt x="1633709" y="284627"/>
                  </a:lnTo>
                  <a:lnTo>
                    <a:pt x="1639968" y="284627"/>
                  </a:lnTo>
                  <a:lnTo>
                    <a:pt x="1646228" y="284627"/>
                  </a:lnTo>
                  <a:lnTo>
                    <a:pt x="1652487" y="284627"/>
                  </a:lnTo>
                  <a:lnTo>
                    <a:pt x="1658747" y="284627"/>
                  </a:lnTo>
                  <a:lnTo>
                    <a:pt x="1665006" y="284627"/>
                  </a:lnTo>
                  <a:lnTo>
                    <a:pt x="1671266" y="284627"/>
                  </a:lnTo>
                  <a:lnTo>
                    <a:pt x="1677525" y="284627"/>
                  </a:lnTo>
                  <a:lnTo>
                    <a:pt x="1683784" y="284627"/>
                  </a:lnTo>
                  <a:lnTo>
                    <a:pt x="1690044" y="284627"/>
                  </a:lnTo>
                  <a:lnTo>
                    <a:pt x="1696303" y="284627"/>
                  </a:lnTo>
                  <a:lnTo>
                    <a:pt x="1702563" y="284627"/>
                  </a:lnTo>
                  <a:lnTo>
                    <a:pt x="1708822" y="284627"/>
                  </a:lnTo>
                  <a:lnTo>
                    <a:pt x="1715082" y="284627"/>
                  </a:lnTo>
                  <a:lnTo>
                    <a:pt x="1721341" y="284627"/>
                  </a:lnTo>
                  <a:lnTo>
                    <a:pt x="1727600" y="284627"/>
                  </a:lnTo>
                  <a:lnTo>
                    <a:pt x="1733860" y="284627"/>
                  </a:lnTo>
                  <a:lnTo>
                    <a:pt x="1740119" y="284627"/>
                  </a:lnTo>
                  <a:lnTo>
                    <a:pt x="1746379" y="284627"/>
                  </a:lnTo>
                  <a:lnTo>
                    <a:pt x="1752638" y="284627"/>
                  </a:lnTo>
                  <a:lnTo>
                    <a:pt x="1758897" y="284627"/>
                  </a:lnTo>
                  <a:lnTo>
                    <a:pt x="1765157" y="284627"/>
                  </a:lnTo>
                  <a:lnTo>
                    <a:pt x="1771416" y="284627"/>
                  </a:lnTo>
                  <a:lnTo>
                    <a:pt x="1777676" y="284627"/>
                  </a:lnTo>
                  <a:lnTo>
                    <a:pt x="1783935" y="284627"/>
                  </a:lnTo>
                  <a:lnTo>
                    <a:pt x="1790195" y="284627"/>
                  </a:lnTo>
                  <a:lnTo>
                    <a:pt x="1796454" y="284627"/>
                  </a:lnTo>
                  <a:lnTo>
                    <a:pt x="1802713" y="284627"/>
                  </a:lnTo>
                  <a:lnTo>
                    <a:pt x="1808973" y="284627"/>
                  </a:lnTo>
                  <a:lnTo>
                    <a:pt x="1815232" y="284627"/>
                  </a:lnTo>
                  <a:lnTo>
                    <a:pt x="1821492" y="284627"/>
                  </a:lnTo>
                  <a:lnTo>
                    <a:pt x="1827751" y="284627"/>
                  </a:lnTo>
                  <a:lnTo>
                    <a:pt x="1834011" y="284627"/>
                  </a:lnTo>
                  <a:lnTo>
                    <a:pt x="1840270" y="284627"/>
                  </a:lnTo>
                  <a:lnTo>
                    <a:pt x="1846529" y="284627"/>
                  </a:lnTo>
                  <a:lnTo>
                    <a:pt x="1852789" y="284627"/>
                  </a:lnTo>
                  <a:lnTo>
                    <a:pt x="1859048" y="284627"/>
                  </a:lnTo>
                  <a:lnTo>
                    <a:pt x="1865308" y="284627"/>
                  </a:lnTo>
                  <a:lnTo>
                    <a:pt x="1871567" y="284627"/>
                  </a:lnTo>
                  <a:lnTo>
                    <a:pt x="1877827" y="284627"/>
                  </a:lnTo>
                  <a:lnTo>
                    <a:pt x="1884086" y="284627"/>
                  </a:lnTo>
                  <a:lnTo>
                    <a:pt x="1890345" y="284627"/>
                  </a:lnTo>
                  <a:lnTo>
                    <a:pt x="1896605" y="284627"/>
                  </a:lnTo>
                  <a:lnTo>
                    <a:pt x="1902864" y="284627"/>
                  </a:lnTo>
                  <a:lnTo>
                    <a:pt x="1909124" y="284627"/>
                  </a:lnTo>
                  <a:lnTo>
                    <a:pt x="1915383" y="284627"/>
                  </a:lnTo>
                  <a:lnTo>
                    <a:pt x="1921642" y="284627"/>
                  </a:lnTo>
                  <a:lnTo>
                    <a:pt x="1927902" y="284627"/>
                  </a:lnTo>
                  <a:lnTo>
                    <a:pt x="1934161" y="284627"/>
                  </a:lnTo>
                  <a:lnTo>
                    <a:pt x="1940421" y="284627"/>
                  </a:lnTo>
                  <a:lnTo>
                    <a:pt x="1946680" y="284627"/>
                  </a:lnTo>
                  <a:lnTo>
                    <a:pt x="1952940" y="284627"/>
                  </a:lnTo>
                  <a:lnTo>
                    <a:pt x="1959199" y="284627"/>
                  </a:lnTo>
                  <a:lnTo>
                    <a:pt x="1965458" y="284627"/>
                  </a:lnTo>
                  <a:lnTo>
                    <a:pt x="1971718" y="284627"/>
                  </a:lnTo>
                  <a:lnTo>
                    <a:pt x="1977977" y="284627"/>
                  </a:lnTo>
                  <a:lnTo>
                    <a:pt x="1984237" y="284627"/>
                  </a:lnTo>
                  <a:lnTo>
                    <a:pt x="1990496" y="284627"/>
                  </a:lnTo>
                  <a:lnTo>
                    <a:pt x="1996756" y="284627"/>
                  </a:lnTo>
                  <a:lnTo>
                    <a:pt x="2003015" y="284627"/>
                  </a:lnTo>
                  <a:lnTo>
                    <a:pt x="2009274" y="284627"/>
                  </a:lnTo>
                  <a:lnTo>
                    <a:pt x="2015534" y="284627"/>
                  </a:lnTo>
                  <a:lnTo>
                    <a:pt x="2021793" y="284627"/>
                  </a:lnTo>
                  <a:lnTo>
                    <a:pt x="2028053" y="284627"/>
                  </a:lnTo>
                  <a:lnTo>
                    <a:pt x="2034312" y="284627"/>
                  </a:lnTo>
                  <a:lnTo>
                    <a:pt x="2040572" y="284627"/>
                  </a:lnTo>
                  <a:lnTo>
                    <a:pt x="2046831" y="284627"/>
                  </a:lnTo>
                  <a:lnTo>
                    <a:pt x="2053090" y="284627"/>
                  </a:lnTo>
                  <a:lnTo>
                    <a:pt x="2059350" y="284627"/>
                  </a:lnTo>
                  <a:lnTo>
                    <a:pt x="2065609" y="284627"/>
                  </a:lnTo>
                  <a:lnTo>
                    <a:pt x="2071869" y="284627"/>
                  </a:lnTo>
                  <a:lnTo>
                    <a:pt x="2078128" y="284627"/>
                  </a:lnTo>
                  <a:lnTo>
                    <a:pt x="2084388" y="284627"/>
                  </a:lnTo>
                  <a:lnTo>
                    <a:pt x="2090647" y="284627"/>
                  </a:lnTo>
                  <a:lnTo>
                    <a:pt x="2096906" y="284627"/>
                  </a:lnTo>
                  <a:lnTo>
                    <a:pt x="2103166" y="284627"/>
                  </a:lnTo>
                  <a:lnTo>
                    <a:pt x="2109425" y="284627"/>
                  </a:lnTo>
                  <a:lnTo>
                    <a:pt x="2115685" y="284627"/>
                  </a:lnTo>
                  <a:lnTo>
                    <a:pt x="2121944" y="284627"/>
                  </a:lnTo>
                  <a:lnTo>
                    <a:pt x="2128203" y="284627"/>
                  </a:lnTo>
                  <a:lnTo>
                    <a:pt x="2134463" y="284627"/>
                  </a:lnTo>
                  <a:lnTo>
                    <a:pt x="2140722" y="284627"/>
                  </a:lnTo>
                  <a:lnTo>
                    <a:pt x="2146982" y="284627"/>
                  </a:lnTo>
                  <a:lnTo>
                    <a:pt x="2153241" y="284627"/>
                  </a:lnTo>
                  <a:lnTo>
                    <a:pt x="2159501" y="284627"/>
                  </a:lnTo>
                  <a:lnTo>
                    <a:pt x="2165760" y="284627"/>
                  </a:lnTo>
                  <a:lnTo>
                    <a:pt x="2172019" y="284627"/>
                  </a:lnTo>
                  <a:lnTo>
                    <a:pt x="2178279" y="284627"/>
                  </a:lnTo>
                  <a:lnTo>
                    <a:pt x="2184538" y="284627"/>
                  </a:lnTo>
                  <a:lnTo>
                    <a:pt x="2190798" y="284627"/>
                  </a:lnTo>
                  <a:lnTo>
                    <a:pt x="2197057" y="284627"/>
                  </a:lnTo>
                  <a:lnTo>
                    <a:pt x="2203317" y="284627"/>
                  </a:lnTo>
                  <a:lnTo>
                    <a:pt x="2209576" y="284627"/>
                  </a:lnTo>
                  <a:lnTo>
                    <a:pt x="2215835" y="284627"/>
                  </a:lnTo>
                  <a:lnTo>
                    <a:pt x="2222095" y="284627"/>
                  </a:lnTo>
                  <a:lnTo>
                    <a:pt x="2228354" y="284627"/>
                  </a:lnTo>
                  <a:lnTo>
                    <a:pt x="2234614" y="284627"/>
                  </a:lnTo>
                  <a:lnTo>
                    <a:pt x="2240873" y="284627"/>
                  </a:lnTo>
                  <a:lnTo>
                    <a:pt x="2247133" y="284627"/>
                  </a:lnTo>
                  <a:lnTo>
                    <a:pt x="2253392" y="284627"/>
                  </a:lnTo>
                  <a:lnTo>
                    <a:pt x="2259651" y="284627"/>
                  </a:lnTo>
                  <a:lnTo>
                    <a:pt x="2265911" y="284627"/>
                  </a:lnTo>
                  <a:lnTo>
                    <a:pt x="2272170" y="284627"/>
                  </a:lnTo>
                  <a:lnTo>
                    <a:pt x="2278430" y="284627"/>
                  </a:lnTo>
                  <a:lnTo>
                    <a:pt x="2284689" y="284627"/>
                  </a:lnTo>
                  <a:lnTo>
                    <a:pt x="2290948" y="284627"/>
                  </a:lnTo>
                  <a:lnTo>
                    <a:pt x="2297208" y="284627"/>
                  </a:lnTo>
                  <a:lnTo>
                    <a:pt x="2303467" y="284627"/>
                  </a:lnTo>
                  <a:lnTo>
                    <a:pt x="2309727" y="284627"/>
                  </a:lnTo>
                  <a:lnTo>
                    <a:pt x="2315986" y="284627"/>
                  </a:lnTo>
                  <a:lnTo>
                    <a:pt x="2322246" y="284627"/>
                  </a:lnTo>
                  <a:lnTo>
                    <a:pt x="2328505" y="284627"/>
                  </a:lnTo>
                  <a:lnTo>
                    <a:pt x="2334764" y="284627"/>
                  </a:lnTo>
                  <a:lnTo>
                    <a:pt x="2341024" y="284627"/>
                  </a:lnTo>
                  <a:lnTo>
                    <a:pt x="2347283" y="284627"/>
                  </a:lnTo>
                  <a:lnTo>
                    <a:pt x="2353543" y="284627"/>
                  </a:lnTo>
                  <a:lnTo>
                    <a:pt x="2359802" y="284627"/>
                  </a:lnTo>
                  <a:lnTo>
                    <a:pt x="2366062" y="284627"/>
                  </a:lnTo>
                  <a:lnTo>
                    <a:pt x="2372321" y="284627"/>
                  </a:lnTo>
                  <a:lnTo>
                    <a:pt x="2378580" y="284627"/>
                  </a:lnTo>
                  <a:lnTo>
                    <a:pt x="2384840" y="284627"/>
                  </a:lnTo>
                  <a:lnTo>
                    <a:pt x="2391099" y="284627"/>
                  </a:lnTo>
                  <a:lnTo>
                    <a:pt x="2397359" y="284627"/>
                  </a:lnTo>
                  <a:lnTo>
                    <a:pt x="2403618" y="284627"/>
                  </a:lnTo>
                  <a:lnTo>
                    <a:pt x="2409878" y="284627"/>
                  </a:lnTo>
                  <a:lnTo>
                    <a:pt x="2416137" y="284627"/>
                  </a:lnTo>
                  <a:lnTo>
                    <a:pt x="2422396" y="284627"/>
                  </a:lnTo>
                  <a:lnTo>
                    <a:pt x="2428656" y="284627"/>
                  </a:lnTo>
                  <a:lnTo>
                    <a:pt x="2434915" y="284627"/>
                  </a:lnTo>
                  <a:lnTo>
                    <a:pt x="2441175" y="284627"/>
                  </a:lnTo>
                  <a:lnTo>
                    <a:pt x="2447434" y="284627"/>
                  </a:lnTo>
                  <a:lnTo>
                    <a:pt x="2453693" y="284627"/>
                  </a:lnTo>
                  <a:lnTo>
                    <a:pt x="2459953" y="284627"/>
                  </a:lnTo>
                  <a:lnTo>
                    <a:pt x="2466212" y="284627"/>
                  </a:lnTo>
                  <a:lnTo>
                    <a:pt x="2472472" y="284627"/>
                  </a:lnTo>
                  <a:lnTo>
                    <a:pt x="2478731" y="284627"/>
                  </a:lnTo>
                  <a:lnTo>
                    <a:pt x="2484991" y="284627"/>
                  </a:lnTo>
                  <a:lnTo>
                    <a:pt x="2491250" y="284627"/>
                  </a:lnTo>
                  <a:lnTo>
                    <a:pt x="2497509" y="284627"/>
                  </a:lnTo>
                  <a:lnTo>
                    <a:pt x="2503769" y="284627"/>
                  </a:lnTo>
                  <a:lnTo>
                    <a:pt x="2510028" y="284627"/>
                  </a:lnTo>
                  <a:lnTo>
                    <a:pt x="2516288" y="284627"/>
                  </a:lnTo>
                  <a:lnTo>
                    <a:pt x="2522547" y="284627"/>
                  </a:lnTo>
                  <a:lnTo>
                    <a:pt x="2528807" y="284627"/>
                  </a:lnTo>
                  <a:lnTo>
                    <a:pt x="2535066" y="284627"/>
                  </a:lnTo>
                  <a:lnTo>
                    <a:pt x="2541325" y="284627"/>
                  </a:lnTo>
                  <a:lnTo>
                    <a:pt x="2547585" y="284627"/>
                  </a:lnTo>
                  <a:lnTo>
                    <a:pt x="2553844" y="284627"/>
                  </a:lnTo>
                  <a:lnTo>
                    <a:pt x="2560104" y="284627"/>
                  </a:lnTo>
                  <a:lnTo>
                    <a:pt x="2566363" y="284627"/>
                  </a:lnTo>
                  <a:lnTo>
                    <a:pt x="2572623" y="284627"/>
                  </a:lnTo>
                  <a:lnTo>
                    <a:pt x="2578882" y="284627"/>
                  </a:lnTo>
                  <a:lnTo>
                    <a:pt x="2585141" y="284627"/>
                  </a:lnTo>
                  <a:lnTo>
                    <a:pt x="2591401" y="284627"/>
                  </a:lnTo>
                  <a:lnTo>
                    <a:pt x="2597660" y="284627"/>
                  </a:lnTo>
                  <a:lnTo>
                    <a:pt x="2603920" y="284627"/>
                  </a:lnTo>
                  <a:lnTo>
                    <a:pt x="2610179" y="284627"/>
                  </a:lnTo>
                  <a:lnTo>
                    <a:pt x="2616438" y="284627"/>
                  </a:lnTo>
                  <a:lnTo>
                    <a:pt x="2622698" y="284627"/>
                  </a:lnTo>
                  <a:lnTo>
                    <a:pt x="2628957" y="284627"/>
                  </a:lnTo>
                  <a:lnTo>
                    <a:pt x="2635217" y="284627"/>
                  </a:lnTo>
                  <a:lnTo>
                    <a:pt x="2641476" y="284627"/>
                  </a:lnTo>
                  <a:lnTo>
                    <a:pt x="2647736" y="284627"/>
                  </a:lnTo>
                  <a:lnTo>
                    <a:pt x="2653995" y="284627"/>
                  </a:lnTo>
                  <a:lnTo>
                    <a:pt x="2660254" y="284627"/>
                  </a:lnTo>
                  <a:lnTo>
                    <a:pt x="2666514" y="284627"/>
                  </a:lnTo>
                  <a:lnTo>
                    <a:pt x="2672773" y="284627"/>
                  </a:lnTo>
                  <a:lnTo>
                    <a:pt x="2679033" y="284627"/>
                  </a:lnTo>
                  <a:lnTo>
                    <a:pt x="2685292" y="284627"/>
                  </a:lnTo>
                  <a:lnTo>
                    <a:pt x="2691552" y="284627"/>
                  </a:lnTo>
                  <a:lnTo>
                    <a:pt x="2697811" y="284627"/>
                  </a:lnTo>
                  <a:lnTo>
                    <a:pt x="2704070" y="284627"/>
                  </a:lnTo>
                  <a:lnTo>
                    <a:pt x="2710330" y="284627"/>
                  </a:lnTo>
                  <a:lnTo>
                    <a:pt x="2716589" y="284627"/>
                  </a:lnTo>
                  <a:lnTo>
                    <a:pt x="2722849" y="284627"/>
                  </a:lnTo>
                  <a:lnTo>
                    <a:pt x="2729108" y="284627"/>
                  </a:lnTo>
                  <a:lnTo>
                    <a:pt x="2735368" y="284627"/>
                  </a:lnTo>
                  <a:lnTo>
                    <a:pt x="2741627" y="284627"/>
                  </a:lnTo>
                  <a:lnTo>
                    <a:pt x="2747886" y="284627"/>
                  </a:lnTo>
                  <a:lnTo>
                    <a:pt x="2754146" y="284627"/>
                  </a:lnTo>
                  <a:lnTo>
                    <a:pt x="2760405" y="284627"/>
                  </a:lnTo>
                  <a:lnTo>
                    <a:pt x="2766665" y="284627"/>
                  </a:lnTo>
                  <a:lnTo>
                    <a:pt x="2772924" y="284627"/>
                  </a:lnTo>
                  <a:lnTo>
                    <a:pt x="2779184" y="284627"/>
                  </a:lnTo>
                  <a:lnTo>
                    <a:pt x="2785443" y="284627"/>
                  </a:lnTo>
                  <a:lnTo>
                    <a:pt x="2791702" y="284627"/>
                  </a:lnTo>
                  <a:lnTo>
                    <a:pt x="2797962" y="284627"/>
                  </a:lnTo>
                  <a:lnTo>
                    <a:pt x="2804221" y="284627"/>
                  </a:lnTo>
                  <a:lnTo>
                    <a:pt x="2810481" y="284627"/>
                  </a:lnTo>
                  <a:lnTo>
                    <a:pt x="2816740" y="284627"/>
                  </a:lnTo>
                  <a:lnTo>
                    <a:pt x="2822999" y="284627"/>
                  </a:lnTo>
                  <a:lnTo>
                    <a:pt x="2829259" y="284627"/>
                  </a:lnTo>
                  <a:lnTo>
                    <a:pt x="2835518" y="284627"/>
                  </a:lnTo>
                  <a:lnTo>
                    <a:pt x="2841778" y="284627"/>
                  </a:lnTo>
                  <a:lnTo>
                    <a:pt x="2848037" y="284627"/>
                  </a:lnTo>
                  <a:lnTo>
                    <a:pt x="2854297" y="284627"/>
                  </a:lnTo>
                  <a:lnTo>
                    <a:pt x="2860556" y="284627"/>
                  </a:lnTo>
                  <a:lnTo>
                    <a:pt x="2866815" y="284627"/>
                  </a:lnTo>
                  <a:lnTo>
                    <a:pt x="2873075" y="284627"/>
                  </a:lnTo>
                  <a:lnTo>
                    <a:pt x="2879334" y="284627"/>
                  </a:lnTo>
                  <a:lnTo>
                    <a:pt x="2885594" y="284627"/>
                  </a:lnTo>
                  <a:lnTo>
                    <a:pt x="2891853" y="284627"/>
                  </a:lnTo>
                  <a:lnTo>
                    <a:pt x="2898113" y="284627"/>
                  </a:lnTo>
                  <a:lnTo>
                    <a:pt x="2904372" y="284627"/>
                  </a:lnTo>
                  <a:lnTo>
                    <a:pt x="2910631" y="284627"/>
                  </a:lnTo>
                  <a:lnTo>
                    <a:pt x="2916891" y="284627"/>
                  </a:lnTo>
                  <a:lnTo>
                    <a:pt x="2923150" y="284627"/>
                  </a:lnTo>
                  <a:lnTo>
                    <a:pt x="2929410" y="284627"/>
                  </a:lnTo>
                  <a:lnTo>
                    <a:pt x="2935669" y="284627"/>
                  </a:lnTo>
                  <a:lnTo>
                    <a:pt x="2941929" y="284627"/>
                  </a:lnTo>
                  <a:lnTo>
                    <a:pt x="2948188" y="284627"/>
                  </a:lnTo>
                  <a:lnTo>
                    <a:pt x="2954447" y="284627"/>
                  </a:lnTo>
                  <a:lnTo>
                    <a:pt x="2960707" y="284627"/>
                  </a:lnTo>
                  <a:lnTo>
                    <a:pt x="2966966" y="284627"/>
                  </a:lnTo>
                  <a:lnTo>
                    <a:pt x="2973226" y="284627"/>
                  </a:lnTo>
                  <a:lnTo>
                    <a:pt x="2979485" y="284627"/>
                  </a:lnTo>
                  <a:lnTo>
                    <a:pt x="2985744" y="284627"/>
                  </a:lnTo>
                  <a:lnTo>
                    <a:pt x="2992004" y="284627"/>
                  </a:lnTo>
                  <a:lnTo>
                    <a:pt x="2998263" y="284627"/>
                  </a:lnTo>
                  <a:lnTo>
                    <a:pt x="3004523" y="284627"/>
                  </a:lnTo>
                  <a:lnTo>
                    <a:pt x="3010782" y="284627"/>
                  </a:lnTo>
                  <a:lnTo>
                    <a:pt x="3017042" y="284627"/>
                  </a:lnTo>
                  <a:lnTo>
                    <a:pt x="3023301" y="284627"/>
                  </a:lnTo>
                  <a:lnTo>
                    <a:pt x="3029560" y="284627"/>
                  </a:lnTo>
                  <a:lnTo>
                    <a:pt x="3035820" y="284627"/>
                  </a:lnTo>
                  <a:lnTo>
                    <a:pt x="3042079" y="284627"/>
                  </a:lnTo>
                  <a:lnTo>
                    <a:pt x="3048339" y="284627"/>
                  </a:lnTo>
                  <a:lnTo>
                    <a:pt x="3054598" y="284627"/>
                  </a:lnTo>
                  <a:lnTo>
                    <a:pt x="3060858" y="284627"/>
                  </a:lnTo>
                  <a:lnTo>
                    <a:pt x="3067117" y="284627"/>
                  </a:lnTo>
                  <a:lnTo>
                    <a:pt x="3073376" y="284627"/>
                  </a:lnTo>
                  <a:lnTo>
                    <a:pt x="3079636" y="284627"/>
                  </a:lnTo>
                  <a:lnTo>
                    <a:pt x="3085895" y="284627"/>
                  </a:lnTo>
                  <a:lnTo>
                    <a:pt x="3092155" y="284627"/>
                  </a:lnTo>
                  <a:lnTo>
                    <a:pt x="3098414" y="284627"/>
                  </a:lnTo>
                  <a:lnTo>
                    <a:pt x="3104674" y="284627"/>
                  </a:lnTo>
                  <a:lnTo>
                    <a:pt x="3110933" y="284627"/>
                  </a:lnTo>
                  <a:lnTo>
                    <a:pt x="3117192" y="284627"/>
                  </a:lnTo>
                  <a:lnTo>
                    <a:pt x="3123452" y="284627"/>
                  </a:lnTo>
                  <a:lnTo>
                    <a:pt x="3129711" y="284627"/>
                  </a:lnTo>
                  <a:lnTo>
                    <a:pt x="3135971" y="284627"/>
                  </a:lnTo>
                  <a:lnTo>
                    <a:pt x="3142230" y="284627"/>
                  </a:lnTo>
                  <a:lnTo>
                    <a:pt x="3148489" y="284627"/>
                  </a:lnTo>
                  <a:lnTo>
                    <a:pt x="3154749" y="284627"/>
                  </a:lnTo>
                  <a:lnTo>
                    <a:pt x="3161008" y="284627"/>
                  </a:lnTo>
                  <a:lnTo>
                    <a:pt x="3167268" y="284627"/>
                  </a:lnTo>
                  <a:lnTo>
                    <a:pt x="3173527" y="284627"/>
                  </a:lnTo>
                  <a:lnTo>
                    <a:pt x="3179787" y="284627"/>
                  </a:lnTo>
                  <a:lnTo>
                    <a:pt x="3186046" y="284627"/>
                  </a:lnTo>
                  <a:lnTo>
                    <a:pt x="3192305" y="284627"/>
                  </a:lnTo>
                  <a:lnTo>
                    <a:pt x="3198565" y="284627"/>
                  </a:lnTo>
                  <a:lnTo>
                    <a:pt x="3192305" y="284627"/>
                  </a:lnTo>
                  <a:lnTo>
                    <a:pt x="3186046" y="284627"/>
                  </a:lnTo>
                  <a:lnTo>
                    <a:pt x="3179787" y="284627"/>
                  </a:lnTo>
                  <a:lnTo>
                    <a:pt x="3173527" y="284627"/>
                  </a:lnTo>
                  <a:lnTo>
                    <a:pt x="3167268" y="284627"/>
                  </a:lnTo>
                  <a:lnTo>
                    <a:pt x="3161008" y="284627"/>
                  </a:lnTo>
                  <a:lnTo>
                    <a:pt x="3154749" y="284627"/>
                  </a:lnTo>
                  <a:lnTo>
                    <a:pt x="3148489" y="284627"/>
                  </a:lnTo>
                  <a:lnTo>
                    <a:pt x="3142230" y="284627"/>
                  </a:lnTo>
                  <a:lnTo>
                    <a:pt x="3135971" y="284627"/>
                  </a:lnTo>
                  <a:lnTo>
                    <a:pt x="3129711" y="284627"/>
                  </a:lnTo>
                  <a:lnTo>
                    <a:pt x="3123452" y="284627"/>
                  </a:lnTo>
                  <a:lnTo>
                    <a:pt x="3117192" y="284627"/>
                  </a:lnTo>
                  <a:lnTo>
                    <a:pt x="3110933" y="284627"/>
                  </a:lnTo>
                  <a:lnTo>
                    <a:pt x="3104674" y="284627"/>
                  </a:lnTo>
                  <a:lnTo>
                    <a:pt x="3098414" y="284627"/>
                  </a:lnTo>
                  <a:lnTo>
                    <a:pt x="3092155" y="284627"/>
                  </a:lnTo>
                  <a:lnTo>
                    <a:pt x="3085895" y="284627"/>
                  </a:lnTo>
                  <a:lnTo>
                    <a:pt x="3079636" y="284627"/>
                  </a:lnTo>
                  <a:lnTo>
                    <a:pt x="3073376" y="284627"/>
                  </a:lnTo>
                  <a:lnTo>
                    <a:pt x="3067117" y="284627"/>
                  </a:lnTo>
                  <a:lnTo>
                    <a:pt x="3060858" y="284627"/>
                  </a:lnTo>
                  <a:lnTo>
                    <a:pt x="3054598" y="284627"/>
                  </a:lnTo>
                  <a:lnTo>
                    <a:pt x="3048339" y="284627"/>
                  </a:lnTo>
                  <a:lnTo>
                    <a:pt x="3042079" y="284627"/>
                  </a:lnTo>
                  <a:lnTo>
                    <a:pt x="3035820" y="284627"/>
                  </a:lnTo>
                  <a:lnTo>
                    <a:pt x="3029560" y="284627"/>
                  </a:lnTo>
                  <a:lnTo>
                    <a:pt x="3023301" y="284627"/>
                  </a:lnTo>
                  <a:lnTo>
                    <a:pt x="3017042" y="284627"/>
                  </a:lnTo>
                  <a:lnTo>
                    <a:pt x="3010782" y="284627"/>
                  </a:lnTo>
                  <a:lnTo>
                    <a:pt x="3004523" y="284627"/>
                  </a:lnTo>
                  <a:lnTo>
                    <a:pt x="2998263" y="284627"/>
                  </a:lnTo>
                  <a:lnTo>
                    <a:pt x="2992004" y="284627"/>
                  </a:lnTo>
                  <a:lnTo>
                    <a:pt x="2985744" y="284627"/>
                  </a:lnTo>
                  <a:lnTo>
                    <a:pt x="2979485" y="284627"/>
                  </a:lnTo>
                  <a:lnTo>
                    <a:pt x="2973226" y="284627"/>
                  </a:lnTo>
                  <a:lnTo>
                    <a:pt x="2966966" y="284627"/>
                  </a:lnTo>
                  <a:lnTo>
                    <a:pt x="2960707" y="284627"/>
                  </a:lnTo>
                  <a:lnTo>
                    <a:pt x="2954447" y="284627"/>
                  </a:lnTo>
                  <a:lnTo>
                    <a:pt x="2948188" y="284627"/>
                  </a:lnTo>
                  <a:lnTo>
                    <a:pt x="2941929" y="284627"/>
                  </a:lnTo>
                  <a:lnTo>
                    <a:pt x="2935669" y="284627"/>
                  </a:lnTo>
                  <a:lnTo>
                    <a:pt x="2929410" y="284627"/>
                  </a:lnTo>
                  <a:lnTo>
                    <a:pt x="2923150" y="284627"/>
                  </a:lnTo>
                  <a:lnTo>
                    <a:pt x="2916891" y="284627"/>
                  </a:lnTo>
                  <a:lnTo>
                    <a:pt x="2910631" y="284627"/>
                  </a:lnTo>
                  <a:lnTo>
                    <a:pt x="2904372" y="284627"/>
                  </a:lnTo>
                  <a:lnTo>
                    <a:pt x="2898113" y="284627"/>
                  </a:lnTo>
                  <a:lnTo>
                    <a:pt x="2891853" y="284627"/>
                  </a:lnTo>
                  <a:lnTo>
                    <a:pt x="2885594" y="284627"/>
                  </a:lnTo>
                  <a:lnTo>
                    <a:pt x="2879334" y="284627"/>
                  </a:lnTo>
                  <a:lnTo>
                    <a:pt x="2873075" y="284627"/>
                  </a:lnTo>
                  <a:lnTo>
                    <a:pt x="2866815" y="284627"/>
                  </a:lnTo>
                  <a:lnTo>
                    <a:pt x="2860556" y="284627"/>
                  </a:lnTo>
                  <a:lnTo>
                    <a:pt x="2854297" y="284627"/>
                  </a:lnTo>
                  <a:lnTo>
                    <a:pt x="2848037" y="284627"/>
                  </a:lnTo>
                  <a:lnTo>
                    <a:pt x="2841778" y="284627"/>
                  </a:lnTo>
                  <a:lnTo>
                    <a:pt x="2835518" y="284627"/>
                  </a:lnTo>
                  <a:lnTo>
                    <a:pt x="2829259" y="284627"/>
                  </a:lnTo>
                  <a:lnTo>
                    <a:pt x="2822999" y="284627"/>
                  </a:lnTo>
                  <a:lnTo>
                    <a:pt x="2816740" y="284627"/>
                  </a:lnTo>
                  <a:lnTo>
                    <a:pt x="2810481" y="284627"/>
                  </a:lnTo>
                  <a:lnTo>
                    <a:pt x="2804221" y="284627"/>
                  </a:lnTo>
                  <a:lnTo>
                    <a:pt x="2797962" y="284627"/>
                  </a:lnTo>
                  <a:lnTo>
                    <a:pt x="2791702" y="284627"/>
                  </a:lnTo>
                  <a:lnTo>
                    <a:pt x="2785443" y="284627"/>
                  </a:lnTo>
                  <a:lnTo>
                    <a:pt x="2779184" y="284627"/>
                  </a:lnTo>
                  <a:lnTo>
                    <a:pt x="2772924" y="284627"/>
                  </a:lnTo>
                  <a:lnTo>
                    <a:pt x="2766665" y="284627"/>
                  </a:lnTo>
                  <a:lnTo>
                    <a:pt x="2760405" y="284627"/>
                  </a:lnTo>
                  <a:lnTo>
                    <a:pt x="2754146" y="284627"/>
                  </a:lnTo>
                  <a:lnTo>
                    <a:pt x="2747886" y="284627"/>
                  </a:lnTo>
                  <a:lnTo>
                    <a:pt x="2741627" y="284627"/>
                  </a:lnTo>
                  <a:lnTo>
                    <a:pt x="2735368" y="284627"/>
                  </a:lnTo>
                  <a:lnTo>
                    <a:pt x="2729108" y="284627"/>
                  </a:lnTo>
                  <a:lnTo>
                    <a:pt x="2722849" y="284627"/>
                  </a:lnTo>
                  <a:lnTo>
                    <a:pt x="2716589" y="284627"/>
                  </a:lnTo>
                  <a:lnTo>
                    <a:pt x="2710330" y="284627"/>
                  </a:lnTo>
                  <a:lnTo>
                    <a:pt x="2704070" y="284627"/>
                  </a:lnTo>
                  <a:lnTo>
                    <a:pt x="2697811" y="284627"/>
                  </a:lnTo>
                  <a:lnTo>
                    <a:pt x="2691552" y="284627"/>
                  </a:lnTo>
                  <a:lnTo>
                    <a:pt x="2685292" y="284627"/>
                  </a:lnTo>
                  <a:lnTo>
                    <a:pt x="2679033" y="284627"/>
                  </a:lnTo>
                  <a:lnTo>
                    <a:pt x="2672773" y="284627"/>
                  </a:lnTo>
                  <a:lnTo>
                    <a:pt x="2666514" y="284627"/>
                  </a:lnTo>
                  <a:lnTo>
                    <a:pt x="2660254" y="284627"/>
                  </a:lnTo>
                  <a:lnTo>
                    <a:pt x="2653995" y="284627"/>
                  </a:lnTo>
                  <a:lnTo>
                    <a:pt x="2647736" y="284627"/>
                  </a:lnTo>
                  <a:lnTo>
                    <a:pt x="2641476" y="284627"/>
                  </a:lnTo>
                  <a:lnTo>
                    <a:pt x="2635217" y="284627"/>
                  </a:lnTo>
                  <a:lnTo>
                    <a:pt x="2628957" y="284627"/>
                  </a:lnTo>
                  <a:lnTo>
                    <a:pt x="2622698" y="284627"/>
                  </a:lnTo>
                  <a:lnTo>
                    <a:pt x="2616438" y="284627"/>
                  </a:lnTo>
                  <a:lnTo>
                    <a:pt x="2610179" y="284627"/>
                  </a:lnTo>
                  <a:lnTo>
                    <a:pt x="2603920" y="284627"/>
                  </a:lnTo>
                  <a:lnTo>
                    <a:pt x="2597660" y="284627"/>
                  </a:lnTo>
                  <a:lnTo>
                    <a:pt x="2591401" y="284627"/>
                  </a:lnTo>
                  <a:lnTo>
                    <a:pt x="2585141" y="284627"/>
                  </a:lnTo>
                  <a:lnTo>
                    <a:pt x="2578882" y="284627"/>
                  </a:lnTo>
                  <a:lnTo>
                    <a:pt x="2572623" y="284627"/>
                  </a:lnTo>
                  <a:lnTo>
                    <a:pt x="2566363" y="284627"/>
                  </a:lnTo>
                  <a:lnTo>
                    <a:pt x="2560104" y="284627"/>
                  </a:lnTo>
                  <a:lnTo>
                    <a:pt x="2553844" y="284627"/>
                  </a:lnTo>
                  <a:lnTo>
                    <a:pt x="2547585" y="284627"/>
                  </a:lnTo>
                  <a:lnTo>
                    <a:pt x="2541325" y="284627"/>
                  </a:lnTo>
                  <a:lnTo>
                    <a:pt x="2535066" y="284627"/>
                  </a:lnTo>
                  <a:lnTo>
                    <a:pt x="2528807" y="284627"/>
                  </a:lnTo>
                  <a:lnTo>
                    <a:pt x="2522547" y="284627"/>
                  </a:lnTo>
                  <a:lnTo>
                    <a:pt x="2516288" y="284627"/>
                  </a:lnTo>
                  <a:lnTo>
                    <a:pt x="2510028" y="284627"/>
                  </a:lnTo>
                  <a:lnTo>
                    <a:pt x="2503769" y="284627"/>
                  </a:lnTo>
                  <a:lnTo>
                    <a:pt x="2497509" y="284627"/>
                  </a:lnTo>
                  <a:lnTo>
                    <a:pt x="2491250" y="284627"/>
                  </a:lnTo>
                  <a:lnTo>
                    <a:pt x="2484991" y="284627"/>
                  </a:lnTo>
                  <a:lnTo>
                    <a:pt x="2478731" y="284627"/>
                  </a:lnTo>
                  <a:lnTo>
                    <a:pt x="2472472" y="284627"/>
                  </a:lnTo>
                  <a:lnTo>
                    <a:pt x="2466212" y="284627"/>
                  </a:lnTo>
                  <a:lnTo>
                    <a:pt x="2459953" y="284627"/>
                  </a:lnTo>
                  <a:lnTo>
                    <a:pt x="2453693" y="284627"/>
                  </a:lnTo>
                  <a:lnTo>
                    <a:pt x="2447434" y="284627"/>
                  </a:lnTo>
                  <a:lnTo>
                    <a:pt x="2441175" y="284627"/>
                  </a:lnTo>
                  <a:lnTo>
                    <a:pt x="2434915" y="284627"/>
                  </a:lnTo>
                  <a:lnTo>
                    <a:pt x="2428656" y="284627"/>
                  </a:lnTo>
                  <a:lnTo>
                    <a:pt x="2422396" y="284627"/>
                  </a:lnTo>
                  <a:lnTo>
                    <a:pt x="2416137" y="284627"/>
                  </a:lnTo>
                  <a:lnTo>
                    <a:pt x="2409878" y="284627"/>
                  </a:lnTo>
                  <a:lnTo>
                    <a:pt x="2403618" y="284627"/>
                  </a:lnTo>
                  <a:lnTo>
                    <a:pt x="2397359" y="284627"/>
                  </a:lnTo>
                  <a:lnTo>
                    <a:pt x="2391099" y="284627"/>
                  </a:lnTo>
                  <a:lnTo>
                    <a:pt x="2384840" y="284627"/>
                  </a:lnTo>
                  <a:lnTo>
                    <a:pt x="2378580" y="284627"/>
                  </a:lnTo>
                  <a:lnTo>
                    <a:pt x="2372321" y="284627"/>
                  </a:lnTo>
                  <a:lnTo>
                    <a:pt x="2366062" y="284627"/>
                  </a:lnTo>
                  <a:lnTo>
                    <a:pt x="2359802" y="284627"/>
                  </a:lnTo>
                  <a:lnTo>
                    <a:pt x="2353543" y="284627"/>
                  </a:lnTo>
                  <a:lnTo>
                    <a:pt x="2347283" y="284627"/>
                  </a:lnTo>
                  <a:lnTo>
                    <a:pt x="2341024" y="284627"/>
                  </a:lnTo>
                  <a:lnTo>
                    <a:pt x="2334764" y="284627"/>
                  </a:lnTo>
                  <a:lnTo>
                    <a:pt x="2328505" y="284627"/>
                  </a:lnTo>
                  <a:lnTo>
                    <a:pt x="2322246" y="284627"/>
                  </a:lnTo>
                  <a:lnTo>
                    <a:pt x="2315986" y="284627"/>
                  </a:lnTo>
                  <a:lnTo>
                    <a:pt x="2309727" y="284627"/>
                  </a:lnTo>
                  <a:lnTo>
                    <a:pt x="2303467" y="284627"/>
                  </a:lnTo>
                  <a:lnTo>
                    <a:pt x="2297208" y="284627"/>
                  </a:lnTo>
                  <a:lnTo>
                    <a:pt x="2290948" y="284627"/>
                  </a:lnTo>
                  <a:lnTo>
                    <a:pt x="2284689" y="284627"/>
                  </a:lnTo>
                  <a:lnTo>
                    <a:pt x="2278430" y="284627"/>
                  </a:lnTo>
                  <a:lnTo>
                    <a:pt x="2272170" y="284627"/>
                  </a:lnTo>
                  <a:lnTo>
                    <a:pt x="2265911" y="284627"/>
                  </a:lnTo>
                  <a:lnTo>
                    <a:pt x="2259651" y="284627"/>
                  </a:lnTo>
                  <a:lnTo>
                    <a:pt x="2253392" y="284627"/>
                  </a:lnTo>
                  <a:lnTo>
                    <a:pt x="2247133" y="284627"/>
                  </a:lnTo>
                  <a:lnTo>
                    <a:pt x="2240873" y="284627"/>
                  </a:lnTo>
                  <a:lnTo>
                    <a:pt x="2234614" y="284627"/>
                  </a:lnTo>
                  <a:lnTo>
                    <a:pt x="2228354" y="284627"/>
                  </a:lnTo>
                  <a:lnTo>
                    <a:pt x="2222095" y="284627"/>
                  </a:lnTo>
                  <a:lnTo>
                    <a:pt x="2215835" y="284627"/>
                  </a:lnTo>
                  <a:lnTo>
                    <a:pt x="2209576" y="284627"/>
                  </a:lnTo>
                  <a:lnTo>
                    <a:pt x="2203317" y="284627"/>
                  </a:lnTo>
                  <a:lnTo>
                    <a:pt x="2197057" y="284627"/>
                  </a:lnTo>
                  <a:lnTo>
                    <a:pt x="2190798" y="284627"/>
                  </a:lnTo>
                  <a:lnTo>
                    <a:pt x="2184538" y="284627"/>
                  </a:lnTo>
                  <a:lnTo>
                    <a:pt x="2178279" y="284627"/>
                  </a:lnTo>
                  <a:lnTo>
                    <a:pt x="2172019" y="284627"/>
                  </a:lnTo>
                  <a:lnTo>
                    <a:pt x="2165760" y="284627"/>
                  </a:lnTo>
                  <a:lnTo>
                    <a:pt x="2159501" y="284627"/>
                  </a:lnTo>
                  <a:lnTo>
                    <a:pt x="2153241" y="284627"/>
                  </a:lnTo>
                  <a:lnTo>
                    <a:pt x="2146982" y="284627"/>
                  </a:lnTo>
                  <a:lnTo>
                    <a:pt x="2140722" y="284627"/>
                  </a:lnTo>
                  <a:lnTo>
                    <a:pt x="2134463" y="284627"/>
                  </a:lnTo>
                  <a:lnTo>
                    <a:pt x="2128203" y="284627"/>
                  </a:lnTo>
                  <a:lnTo>
                    <a:pt x="2121944" y="284627"/>
                  </a:lnTo>
                  <a:lnTo>
                    <a:pt x="2115685" y="284627"/>
                  </a:lnTo>
                  <a:lnTo>
                    <a:pt x="2109425" y="284627"/>
                  </a:lnTo>
                  <a:lnTo>
                    <a:pt x="2103166" y="284627"/>
                  </a:lnTo>
                  <a:lnTo>
                    <a:pt x="2096906" y="284627"/>
                  </a:lnTo>
                  <a:lnTo>
                    <a:pt x="2090647" y="284627"/>
                  </a:lnTo>
                  <a:lnTo>
                    <a:pt x="2084388" y="284627"/>
                  </a:lnTo>
                  <a:lnTo>
                    <a:pt x="2078128" y="284627"/>
                  </a:lnTo>
                  <a:lnTo>
                    <a:pt x="2071869" y="284627"/>
                  </a:lnTo>
                  <a:lnTo>
                    <a:pt x="2065609" y="284627"/>
                  </a:lnTo>
                  <a:lnTo>
                    <a:pt x="2059350" y="284627"/>
                  </a:lnTo>
                  <a:lnTo>
                    <a:pt x="2053090" y="284627"/>
                  </a:lnTo>
                  <a:lnTo>
                    <a:pt x="2046831" y="284627"/>
                  </a:lnTo>
                  <a:lnTo>
                    <a:pt x="2040572" y="284627"/>
                  </a:lnTo>
                  <a:lnTo>
                    <a:pt x="2034312" y="284627"/>
                  </a:lnTo>
                  <a:lnTo>
                    <a:pt x="2028053" y="284627"/>
                  </a:lnTo>
                  <a:lnTo>
                    <a:pt x="2021793" y="284627"/>
                  </a:lnTo>
                  <a:lnTo>
                    <a:pt x="2015534" y="284627"/>
                  </a:lnTo>
                  <a:lnTo>
                    <a:pt x="2009274" y="284627"/>
                  </a:lnTo>
                  <a:lnTo>
                    <a:pt x="2003015" y="284627"/>
                  </a:lnTo>
                  <a:lnTo>
                    <a:pt x="1996756" y="284627"/>
                  </a:lnTo>
                  <a:lnTo>
                    <a:pt x="1990496" y="284627"/>
                  </a:lnTo>
                  <a:lnTo>
                    <a:pt x="1984237" y="284627"/>
                  </a:lnTo>
                  <a:lnTo>
                    <a:pt x="1977977" y="284627"/>
                  </a:lnTo>
                  <a:lnTo>
                    <a:pt x="1971718" y="284627"/>
                  </a:lnTo>
                  <a:lnTo>
                    <a:pt x="1965458" y="284627"/>
                  </a:lnTo>
                  <a:lnTo>
                    <a:pt x="1959199" y="284627"/>
                  </a:lnTo>
                  <a:lnTo>
                    <a:pt x="1952940" y="284627"/>
                  </a:lnTo>
                  <a:lnTo>
                    <a:pt x="1946680" y="284627"/>
                  </a:lnTo>
                  <a:lnTo>
                    <a:pt x="1940421" y="284627"/>
                  </a:lnTo>
                  <a:lnTo>
                    <a:pt x="1934161" y="284627"/>
                  </a:lnTo>
                  <a:lnTo>
                    <a:pt x="1927902" y="284627"/>
                  </a:lnTo>
                  <a:lnTo>
                    <a:pt x="1921642" y="284627"/>
                  </a:lnTo>
                  <a:lnTo>
                    <a:pt x="1915383" y="284627"/>
                  </a:lnTo>
                  <a:lnTo>
                    <a:pt x="1909124" y="284627"/>
                  </a:lnTo>
                  <a:lnTo>
                    <a:pt x="1902864" y="284627"/>
                  </a:lnTo>
                  <a:lnTo>
                    <a:pt x="1896605" y="284627"/>
                  </a:lnTo>
                  <a:lnTo>
                    <a:pt x="1890345" y="284627"/>
                  </a:lnTo>
                  <a:lnTo>
                    <a:pt x="1884086" y="284627"/>
                  </a:lnTo>
                  <a:lnTo>
                    <a:pt x="1877827" y="284627"/>
                  </a:lnTo>
                  <a:lnTo>
                    <a:pt x="1871567" y="284627"/>
                  </a:lnTo>
                  <a:lnTo>
                    <a:pt x="1865308" y="284627"/>
                  </a:lnTo>
                  <a:lnTo>
                    <a:pt x="1859048" y="284627"/>
                  </a:lnTo>
                  <a:lnTo>
                    <a:pt x="1852789" y="284627"/>
                  </a:lnTo>
                  <a:lnTo>
                    <a:pt x="1846529" y="284627"/>
                  </a:lnTo>
                  <a:lnTo>
                    <a:pt x="1840270" y="284627"/>
                  </a:lnTo>
                  <a:lnTo>
                    <a:pt x="1834011" y="284627"/>
                  </a:lnTo>
                  <a:lnTo>
                    <a:pt x="1827751" y="284627"/>
                  </a:lnTo>
                  <a:lnTo>
                    <a:pt x="1821492" y="284627"/>
                  </a:lnTo>
                  <a:lnTo>
                    <a:pt x="1815232" y="284627"/>
                  </a:lnTo>
                  <a:lnTo>
                    <a:pt x="1808973" y="284627"/>
                  </a:lnTo>
                  <a:lnTo>
                    <a:pt x="1802713" y="284627"/>
                  </a:lnTo>
                  <a:lnTo>
                    <a:pt x="1796454" y="284627"/>
                  </a:lnTo>
                  <a:lnTo>
                    <a:pt x="1790195" y="284627"/>
                  </a:lnTo>
                  <a:lnTo>
                    <a:pt x="1783935" y="284627"/>
                  </a:lnTo>
                  <a:lnTo>
                    <a:pt x="1777676" y="284627"/>
                  </a:lnTo>
                  <a:lnTo>
                    <a:pt x="1771416" y="284627"/>
                  </a:lnTo>
                  <a:lnTo>
                    <a:pt x="1765157" y="284627"/>
                  </a:lnTo>
                  <a:lnTo>
                    <a:pt x="1758897" y="284627"/>
                  </a:lnTo>
                  <a:lnTo>
                    <a:pt x="1752638" y="284627"/>
                  </a:lnTo>
                  <a:lnTo>
                    <a:pt x="1746379" y="284627"/>
                  </a:lnTo>
                  <a:lnTo>
                    <a:pt x="1740119" y="284627"/>
                  </a:lnTo>
                  <a:lnTo>
                    <a:pt x="1733860" y="284627"/>
                  </a:lnTo>
                  <a:lnTo>
                    <a:pt x="1727600" y="284627"/>
                  </a:lnTo>
                  <a:lnTo>
                    <a:pt x="1721341" y="284627"/>
                  </a:lnTo>
                  <a:lnTo>
                    <a:pt x="1715082" y="284627"/>
                  </a:lnTo>
                  <a:lnTo>
                    <a:pt x="1708822" y="284627"/>
                  </a:lnTo>
                  <a:lnTo>
                    <a:pt x="1702563" y="284627"/>
                  </a:lnTo>
                  <a:lnTo>
                    <a:pt x="1696303" y="284627"/>
                  </a:lnTo>
                  <a:lnTo>
                    <a:pt x="1690044" y="284627"/>
                  </a:lnTo>
                  <a:lnTo>
                    <a:pt x="1683784" y="284627"/>
                  </a:lnTo>
                  <a:lnTo>
                    <a:pt x="1677525" y="284627"/>
                  </a:lnTo>
                  <a:lnTo>
                    <a:pt x="1671266" y="284627"/>
                  </a:lnTo>
                  <a:lnTo>
                    <a:pt x="1665006" y="284627"/>
                  </a:lnTo>
                  <a:lnTo>
                    <a:pt x="1658747" y="284627"/>
                  </a:lnTo>
                  <a:lnTo>
                    <a:pt x="1652487" y="284627"/>
                  </a:lnTo>
                  <a:lnTo>
                    <a:pt x="1646228" y="284627"/>
                  </a:lnTo>
                  <a:lnTo>
                    <a:pt x="1639968" y="284627"/>
                  </a:lnTo>
                  <a:lnTo>
                    <a:pt x="1633709" y="284627"/>
                  </a:lnTo>
                  <a:lnTo>
                    <a:pt x="1627450" y="284627"/>
                  </a:lnTo>
                  <a:lnTo>
                    <a:pt x="1621190" y="284627"/>
                  </a:lnTo>
                  <a:lnTo>
                    <a:pt x="1614931" y="284627"/>
                  </a:lnTo>
                  <a:lnTo>
                    <a:pt x="1608671" y="284627"/>
                  </a:lnTo>
                  <a:lnTo>
                    <a:pt x="1602412" y="284627"/>
                  </a:lnTo>
                  <a:lnTo>
                    <a:pt x="1596152" y="284627"/>
                  </a:lnTo>
                  <a:lnTo>
                    <a:pt x="1589893" y="284627"/>
                  </a:lnTo>
                  <a:lnTo>
                    <a:pt x="1583634" y="284627"/>
                  </a:lnTo>
                  <a:lnTo>
                    <a:pt x="1577374" y="284627"/>
                  </a:lnTo>
                  <a:lnTo>
                    <a:pt x="1571115" y="284627"/>
                  </a:lnTo>
                  <a:lnTo>
                    <a:pt x="1564855" y="284627"/>
                  </a:lnTo>
                  <a:lnTo>
                    <a:pt x="1558596" y="284627"/>
                  </a:lnTo>
                  <a:lnTo>
                    <a:pt x="1552337" y="284627"/>
                  </a:lnTo>
                  <a:lnTo>
                    <a:pt x="1546077" y="284627"/>
                  </a:lnTo>
                  <a:lnTo>
                    <a:pt x="1539818" y="284627"/>
                  </a:lnTo>
                  <a:lnTo>
                    <a:pt x="1533558" y="284627"/>
                  </a:lnTo>
                  <a:lnTo>
                    <a:pt x="1527299" y="284627"/>
                  </a:lnTo>
                  <a:lnTo>
                    <a:pt x="1521039" y="284627"/>
                  </a:lnTo>
                  <a:lnTo>
                    <a:pt x="1514780" y="284627"/>
                  </a:lnTo>
                  <a:lnTo>
                    <a:pt x="1508521" y="284627"/>
                  </a:lnTo>
                  <a:lnTo>
                    <a:pt x="1502261" y="284627"/>
                  </a:lnTo>
                  <a:lnTo>
                    <a:pt x="1496002" y="284627"/>
                  </a:lnTo>
                  <a:lnTo>
                    <a:pt x="1489742" y="284627"/>
                  </a:lnTo>
                  <a:lnTo>
                    <a:pt x="1483483" y="284627"/>
                  </a:lnTo>
                  <a:lnTo>
                    <a:pt x="1477223" y="284627"/>
                  </a:lnTo>
                  <a:lnTo>
                    <a:pt x="1470964" y="284627"/>
                  </a:lnTo>
                  <a:lnTo>
                    <a:pt x="1464705" y="284627"/>
                  </a:lnTo>
                  <a:lnTo>
                    <a:pt x="1458445" y="284627"/>
                  </a:lnTo>
                  <a:lnTo>
                    <a:pt x="1452186" y="284627"/>
                  </a:lnTo>
                  <a:lnTo>
                    <a:pt x="1445926" y="284627"/>
                  </a:lnTo>
                  <a:lnTo>
                    <a:pt x="1439667" y="284627"/>
                  </a:lnTo>
                  <a:lnTo>
                    <a:pt x="1433407" y="284627"/>
                  </a:lnTo>
                  <a:lnTo>
                    <a:pt x="1427148" y="284627"/>
                  </a:lnTo>
                  <a:lnTo>
                    <a:pt x="1420889" y="284627"/>
                  </a:lnTo>
                  <a:lnTo>
                    <a:pt x="1414629" y="284627"/>
                  </a:lnTo>
                  <a:lnTo>
                    <a:pt x="1408370" y="284627"/>
                  </a:lnTo>
                  <a:lnTo>
                    <a:pt x="1402110" y="284627"/>
                  </a:lnTo>
                  <a:lnTo>
                    <a:pt x="1395851" y="284627"/>
                  </a:lnTo>
                  <a:lnTo>
                    <a:pt x="1389592" y="284627"/>
                  </a:lnTo>
                  <a:lnTo>
                    <a:pt x="1383332" y="284627"/>
                  </a:lnTo>
                  <a:lnTo>
                    <a:pt x="1377073" y="284627"/>
                  </a:lnTo>
                  <a:lnTo>
                    <a:pt x="1370813" y="284627"/>
                  </a:lnTo>
                  <a:lnTo>
                    <a:pt x="1364554" y="284627"/>
                  </a:lnTo>
                  <a:lnTo>
                    <a:pt x="1358294" y="284627"/>
                  </a:lnTo>
                  <a:lnTo>
                    <a:pt x="1352035" y="284627"/>
                  </a:lnTo>
                  <a:lnTo>
                    <a:pt x="1345776" y="284627"/>
                  </a:lnTo>
                  <a:lnTo>
                    <a:pt x="1339516" y="284627"/>
                  </a:lnTo>
                  <a:lnTo>
                    <a:pt x="1333257" y="284627"/>
                  </a:lnTo>
                  <a:lnTo>
                    <a:pt x="1326997" y="284627"/>
                  </a:lnTo>
                  <a:lnTo>
                    <a:pt x="1320738" y="284627"/>
                  </a:lnTo>
                  <a:lnTo>
                    <a:pt x="1314478" y="284627"/>
                  </a:lnTo>
                  <a:lnTo>
                    <a:pt x="1308219" y="284627"/>
                  </a:lnTo>
                  <a:lnTo>
                    <a:pt x="1301960" y="284627"/>
                  </a:lnTo>
                  <a:lnTo>
                    <a:pt x="1295700" y="284627"/>
                  </a:lnTo>
                  <a:lnTo>
                    <a:pt x="1289441" y="284627"/>
                  </a:lnTo>
                  <a:lnTo>
                    <a:pt x="1283181" y="284627"/>
                  </a:lnTo>
                  <a:lnTo>
                    <a:pt x="1276922" y="284627"/>
                  </a:lnTo>
                  <a:lnTo>
                    <a:pt x="1270662" y="284627"/>
                  </a:lnTo>
                  <a:lnTo>
                    <a:pt x="1264403" y="284627"/>
                  </a:lnTo>
                  <a:lnTo>
                    <a:pt x="1258144" y="284627"/>
                  </a:lnTo>
                  <a:lnTo>
                    <a:pt x="1251884" y="284627"/>
                  </a:lnTo>
                  <a:lnTo>
                    <a:pt x="1245625" y="284627"/>
                  </a:lnTo>
                  <a:lnTo>
                    <a:pt x="1239365" y="284627"/>
                  </a:lnTo>
                  <a:lnTo>
                    <a:pt x="1233106" y="284627"/>
                  </a:lnTo>
                  <a:lnTo>
                    <a:pt x="1226846" y="284627"/>
                  </a:lnTo>
                  <a:lnTo>
                    <a:pt x="1220587" y="284627"/>
                  </a:lnTo>
                  <a:lnTo>
                    <a:pt x="1214328" y="284627"/>
                  </a:lnTo>
                  <a:lnTo>
                    <a:pt x="1208068" y="284627"/>
                  </a:lnTo>
                  <a:lnTo>
                    <a:pt x="1201809" y="284627"/>
                  </a:lnTo>
                  <a:lnTo>
                    <a:pt x="1195549" y="284627"/>
                  </a:lnTo>
                  <a:lnTo>
                    <a:pt x="1189290" y="284627"/>
                  </a:lnTo>
                  <a:lnTo>
                    <a:pt x="1183031" y="284627"/>
                  </a:lnTo>
                  <a:lnTo>
                    <a:pt x="1176771" y="284627"/>
                  </a:lnTo>
                  <a:lnTo>
                    <a:pt x="1170512" y="284627"/>
                  </a:lnTo>
                  <a:lnTo>
                    <a:pt x="1164252" y="284627"/>
                  </a:lnTo>
                  <a:lnTo>
                    <a:pt x="1157993" y="284627"/>
                  </a:lnTo>
                  <a:lnTo>
                    <a:pt x="1151733" y="284627"/>
                  </a:lnTo>
                  <a:lnTo>
                    <a:pt x="1145474" y="284627"/>
                  </a:lnTo>
                  <a:lnTo>
                    <a:pt x="1139215" y="284627"/>
                  </a:lnTo>
                  <a:lnTo>
                    <a:pt x="1132955" y="284627"/>
                  </a:lnTo>
                  <a:lnTo>
                    <a:pt x="1126696" y="284627"/>
                  </a:lnTo>
                  <a:lnTo>
                    <a:pt x="1120436" y="284627"/>
                  </a:lnTo>
                  <a:lnTo>
                    <a:pt x="1114177" y="284627"/>
                  </a:lnTo>
                  <a:lnTo>
                    <a:pt x="1107917" y="284627"/>
                  </a:lnTo>
                  <a:lnTo>
                    <a:pt x="1101658" y="284627"/>
                  </a:lnTo>
                  <a:lnTo>
                    <a:pt x="1095399" y="284627"/>
                  </a:lnTo>
                  <a:lnTo>
                    <a:pt x="1089139" y="284627"/>
                  </a:lnTo>
                  <a:lnTo>
                    <a:pt x="1082880" y="284627"/>
                  </a:lnTo>
                  <a:lnTo>
                    <a:pt x="1076620" y="284627"/>
                  </a:lnTo>
                  <a:lnTo>
                    <a:pt x="1070361" y="284627"/>
                  </a:lnTo>
                  <a:lnTo>
                    <a:pt x="1064101" y="284627"/>
                  </a:lnTo>
                  <a:lnTo>
                    <a:pt x="1057842" y="284627"/>
                  </a:lnTo>
                  <a:lnTo>
                    <a:pt x="1051583" y="284627"/>
                  </a:lnTo>
                  <a:lnTo>
                    <a:pt x="1045323" y="284627"/>
                  </a:lnTo>
                  <a:lnTo>
                    <a:pt x="1039064" y="284627"/>
                  </a:lnTo>
                  <a:lnTo>
                    <a:pt x="1032804" y="284627"/>
                  </a:lnTo>
                  <a:lnTo>
                    <a:pt x="1026545" y="284627"/>
                  </a:lnTo>
                  <a:lnTo>
                    <a:pt x="1020286" y="284627"/>
                  </a:lnTo>
                  <a:lnTo>
                    <a:pt x="1014026" y="284627"/>
                  </a:lnTo>
                  <a:lnTo>
                    <a:pt x="1007767" y="284627"/>
                  </a:lnTo>
                  <a:lnTo>
                    <a:pt x="1001507" y="284627"/>
                  </a:lnTo>
                  <a:lnTo>
                    <a:pt x="995248" y="284627"/>
                  </a:lnTo>
                  <a:lnTo>
                    <a:pt x="988988" y="284627"/>
                  </a:lnTo>
                  <a:lnTo>
                    <a:pt x="982729" y="284627"/>
                  </a:lnTo>
                  <a:lnTo>
                    <a:pt x="976470" y="284627"/>
                  </a:lnTo>
                  <a:lnTo>
                    <a:pt x="970210" y="284627"/>
                  </a:lnTo>
                  <a:lnTo>
                    <a:pt x="963951" y="284627"/>
                  </a:lnTo>
                  <a:lnTo>
                    <a:pt x="957691" y="284627"/>
                  </a:lnTo>
                  <a:lnTo>
                    <a:pt x="951432" y="284627"/>
                  </a:lnTo>
                  <a:lnTo>
                    <a:pt x="945172" y="284627"/>
                  </a:lnTo>
                  <a:lnTo>
                    <a:pt x="938913" y="284627"/>
                  </a:lnTo>
                  <a:lnTo>
                    <a:pt x="932654" y="284627"/>
                  </a:lnTo>
                  <a:lnTo>
                    <a:pt x="926394" y="284627"/>
                  </a:lnTo>
                  <a:lnTo>
                    <a:pt x="920135" y="284627"/>
                  </a:lnTo>
                  <a:lnTo>
                    <a:pt x="913875" y="284627"/>
                  </a:lnTo>
                  <a:lnTo>
                    <a:pt x="907616" y="284627"/>
                  </a:lnTo>
                  <a:lnTo>
                    <a:pt x="901356" y="284627"/>
                  </a:lnTo>
                  <a:lnTo>
                    <a:pt x="895097" y="284627"/>
                  </a:lnTo>
                  <a:lnTo>
                    <a:pt x="888838" y="284627"/>
                  </a:lnTo>
                  <a:lnTo>
                    <a:pt x="882578" y="284627"/>
                  </a:lnTo>
                  <a:lnTo>
                    <a:pt x="876319" y="284627"/>
                  </a:lnTo>
                  <a:lnTo>
                    <a:pt x="870059" y="284627"/>
                  </a:lnTo>
                  <a:lnTo>
                    <a:pt x="863800" y="284627"/>
                  </a:lnTo>
                  <a:lnTo>
                    <a:pt x="857541" y="284627"/>
                  </a:lnTo>
                  <a:lnTo>
                    <a:pt x="851281" y="284627"/>
                  </a:lnTo>
                  <a:lnTo>
                    <a:pt x="845022" y="284627"/>
                  </a:lnTo>
                  <a:lnTo>
                    <a:pt x="838762" y="284627"/>
                  </a:lnTo>
                  <a:lnTo>
                    <a:pt x="832503" y="284627"/>
                  </a:lnTo>
                  <a:lnTo>
                    <a:pt x="826243" y="284627"/>
                  </a:lnTo>
                  <a:lnTo>
                    <a:pt x="819984" y="284627"/>
                  </a:lnTo>
                  <a:lnTo>
                    <a:pt x="813725" y="284627"/>
                  </a:lnTo>
                  <a:lnTo>
                    <a:pt x="807465" y="284627"/>
                  </a:lnTo>
                  <a:lnTo>
                    <a:pt x="801206" y="284627"/>
                  </a:lnTo>
                  <a:lnTo>
                    <a:pt x="794946" y="284627"/>
                  </a:lnTo>
                  <a:lnTo>
                    <a:pt x="788687" y="284627"/>
                  </a:lnTo>
                  <a:lnTo>
                    <a:pt x="782427" y="284627"/>
                  </a:lnTo>
                  <a:lnTo>
                    <a:pt x="776168" y="284627"/>
                  </a:lnTo>
                  <a:lnTo>
                    <a:pt x="769909" y="284627"/>
                  </a:lnTo>
                  <a:lnTo>
                    <a:pt x="763649" y="284627"/>
                  </a:lnTo>
                  <a:lnTo>
                    <a:pt x="757390" y="284627"/>
                  </a:lnTo>
                  <a:lnTo>
                    <a:pt x="751130" y="284627"/>
                  </a:lnTo>
                  <a:lnTo>
                    <a:pt x="744871" y="284627"/>
                  </a:lnTo>
                  <a:lnTo>
                    <a:pt x="738611" y="284627"/>
                  </a:lnTo>
                  <a:lnTo>
                    <a:pt x="732352" y="284627"/>
                  </a:lnTo>
                  <a:lnTo>
                    <a:pt x="726093" y="284627"/>
                  </a:lnTo>
                  <a:lnTo>
                    <a:pt x="719833" y="284627"/>
                  </a:lnTo>
                  <a:lnTo>
                    <a:pt x="713574" y="284627"/>
                  </a:lnTo>
                  <a:lnTo>
                    <a:pt x="707314" y="284627"/>
                  </a:lnTo>
                  <a:lnTo>
                    <a:pt x="701055" y="284627"/>
                  </a:lnTo>
                  <a:lnTo>
                    <a:pt x="694796" y="284627"/>
                  </a:lnTo>
                  <a:lnTo>
                    <a:pt x="688536" y="284627"/>
                  </a:lnTo>
                  <a:lnTo>
                    <a:pt x="682277" y="284627"/>
                  </a:lnTo>
                  <a:lnTo>
                    <a:pt x="676017" y="284627"/>
                  </a:lnTo>
                  <a:lnTo>
                    <a:pt x="669758" y="284627"/>
                  </a:lnTo>
                  <a:lnTo>
                    <a:pt x="663498" y="284627"/>
                  </a:lnTo>
                  <a:lnTo>
                    <a:pt x="657239" y="284627"/>
                  </a:lnTo>
                  <a:lnTo>
                    <a:pt x="650980" y="284627"/>
                  </a:lnTo>
                  <a:lnTo>
                    <a:pt x="644720" y="284627"/>
                  </a:lnTo>
                  <a:lnTo>
                    <a:pt x="638461" y="284627"/>
                  </a:lnTo>
                  <a:lnTo>
                    <a:pt x="632201" y="284627"/>
                  </a:lnTo>
                  <a:lnTo>
                    <a:pt x="625942" y="284627"/>
                  </a:lnTo>
                  <a:lnTo>
                    <a:pt x="619682" y="284627"/>
                  </a:lnTo>
                  <a:lnTo>
                    <a:pt x="613423" y="284627"/>
                  </a:lnTo>
                  <a:lnTo>
                    <a:pt x="607164" y="284627"/>
                  </a:lnTo>
                  <a:lnTo>
                    <a:pt x="600904" y="284627"/>
                  </a:lnTo>
                  <a:lnTo>
                    <a:pt x="594645" y="284627"/>
                  </a:lnTo>
                  <a:lnTo>
                    <a:pt x="588385" y="284627"/>
                  </a:lnTo>
                  <a:lnTo>
                    <a:pt x="582126" y="284627"/>
                  </a:lnTo>
                  <a:lnTo>
                    <a:pt x="575866" y="284627"/>
                  </a:lnTo>
                  <a:lnTo>
                    <a:pt x="569607" y="284627"/>
                  </a:lnTo>
                  <a:lnTo>
                    <a:pt x="563348" y="284627"/>
                  </a:lnTo>
                  <a:lnTo>
                    <a:pt x="557088" y="284627"/>
                  </a:lnTo>
                  <a:lnTo>
                    <a:pt x="550829" y="284627"/>
                  </a:lnTo>
                  <a:lnTo>
                    <a:pt x="544569" y="284627"/>
                  </a:lnTo>
                  <a:lnTo>
                    <a:pt x="538310" y="284627"/>
                  </a:lnTo>
                  <a:lnTo>
                    <a:pt x="532050" y="284627"/>
                  </a:lnTo>
                  <a:lnTo>
                    <a:pt x="525791" y="284627"/>
                  </a:lnTo>
                  <a:lnTo>
                    <a:pt x="519532" y="284627"/>
                  </a:lnTo>
                  <a:lnTo>
                    <a:pt x="513272" y="284627"/>
                  </a:lnTo>
                  <a:lnTo>
                    <a:pt x="507013" y="284627"/>
                  </a:lnTo>
                  <a:lnTo>
                    <a:pt x="500753" y="284627"/>
                  </a:lnTo>
                  <a:lnTo>
                    <a:pt x="494494" y="284627"/>
                  </a:lnTo>
                  <a:lnTo>
                    <a:pt x="488235" y="284627"/>
                  </a:lnTo>
                  <a:lnTo>
                    <a:pt x="481975" y="284627"/>
                  </a:lnTo>
                  <a:lnTo>
                    <a:pt x="475716" y="284627"/>
                  </a:lnTo>
                  <a:lnTo>
                    <a:pt x="469456" y="284627"/>
                  </a:lnTo>
                  <a:lnTo>
                    <a:pt x="463197" y="284627"/>
                  </a:lnTo>
                  <a:lnTo>
                    <a:pt x="456937" y="284627"/>
                  </a:lnTo>
                  <a:lnTo>
                    <a:pt x="450678" y="284627"/>
                  </a:lnTo>
                  <a:lnTo>
                    <a:pt x="444419" y="284627"/>
                  </a:lnTo>
                  <a:lnTo>
                    <a:pt x="438159" y="284627"/>
                  </a:lnTo>
                  <a:lnTo>
                    <a:pt x="431900" y="284627"/>
                  </a:lnTo>
                  <a:lnTo>
                    <a:pt x="425640" y="284627"/>
                  </a:lnTo>
                  <a:lnTo>
                    <a:pt x="419381" y="284627"/>
                  </a:lnTo>
                  <a:lnTo>
                    <a:pt x="413121" y="284627"/>
                  </a:lnTo>
                  <a:lnTo>
                    <a:pt x="406862" y="284627"/>
                  </a:lnTo>
                  <a:lnTo>
                    <a:pt x="400603" y="284627"/>
                  </a:lnTo>
                  <a:lnTo>
                    <a:pt x="394343" y="284627"/>
                  </a:lnTo>
                  <a:lnTo>
                    <a:pt x="388084" y="284627"/>
                  </a:lnTo>
                  <a:lnTo>
                    <a:pt x="381824" y="284627"/>
                  </a:lnTo>
                  <a:lnTo>
                    <a:pt x="375565" y="284627"/>
                  </a:lnTo>
                  <a:lnTo>
                    <a:pt x="369305" y="284627"/>
                  </a:lnTo>
                  <a:lnTo>
                    <a:pt x="363046" y="284627"/>
                  </a:lnTo>
                  <a:lnTo>
                    <a:pt x="356787" y="284627"/>
                  </a:lnTo>
                  <a:lnTo>
                    <a:pt x="350527" y="284627"/>
                  </a:lnTo>
                  <a:lnTo>
                    <a:pt x="344268" y="284627"/>
                  </a:lnTo>
                  <a:lnTo>
                    <a:pt x="338008" y="284627"/>
                  </a:lnTo>
                  <a:lnTo>
                    <a:pt x="331749" y="284627"/>
                  </a:lnTo>
                  <a:lnTo>
                    <a:pt x="325490" y="284627"/>
                  </a:lnTo>
                  <a:lnTo>
                    <a:pt x="319230" y="284627"/>
                  </a:lnTo>
                  <a:lnTo>
                    <a:pt x="312971" y="284627"/>
                  </a:lnTo>
                  <a:lnTo>
                    <a:pt x="306711" y="284627"/>
                  </a:lnTo>
                  <a:lnTo>
                    <a:pt x="300452" y="284627"/>
                  </a:lnTo>
                  <a:lnTo>
                    <a:pt x="294192" y="284627"/>
                  </a:lnTo>
                  <a:lnTo>
                    <a:pt x="287933" y="284627"/>
                  </a:lnTo>
                  <a:lnTo>
                    <a:pt x="281674" y="284627"/>
                  </a:lnTo>
                  <a:lnTo>
                    <a:pt x="275414" y="284627"/>
                  </a:lnTo>
                  <a:lnTo>
                    <a:pt x="269155" y="284627"/>
                  </a:lnTo>
                  <a:lnTo>
                    <a:pt x="262895" y="284627"/>
                  </a:lnTo>
                  <a:lnTo>
                    <a:pt x="256636" y="284627"/>
                  </a:lnTo>
                  <a:lnTo>
                    <a:pt x="250376" y="284627"/>
                  </a:lnTo>
                  <a:lnTo>
                    <a:pt x="244117" y="284627"/>
                  </a:lnTo>
                  <a:lnTo>
                    <a:pt x="237858" y="284627"/>
                  </a:lnTo>
                  <a:lnTo>
                    <a:pt x="231598" y="284627"/>
                  </a:lnTo>
                  <a:lnTo>
                    <a:pt x="225339" y="284627"/>
                  </a:lnTo>
                  <a:lnTo>
                    <a:pt x="219079" y="284627"/>
                  </a:lnTo>
                  <a:lnTo>
                    <a:pt x="212820" y="284627"/>
                  </a:lnTo>
                  <a:lnTo>
                    <a:pt x="206560" y="284627"/>
                  </a:lnTo>
                  <a:lnTo>
                    <a:pt x="200301" y="284627"/>
                  </a:lnTo>
                  <a:lnTo>
                    <a:pt x="194042" y="284627"/>
                  </a:lnTo>
                  <a:lnTo>
                    <a:pt x="187782" y="284627"/>
                  </a:lnTo>
                  <a:lnTo>
                    <a:pt x="181523" y="284627"/>
                  </a:lnTo>
                  <a:lnTo>
                    <a:pt x="175263" y="284627"/>
                  </a:lnTo>
                  <a:lnTo>
                    <a:pt x="169004" y="284627"/>
                  </a:lnTo>
                  <a:lnTo>
                    <a:pt x="162745" y="284627"/>
                  </a:lnTo>
                  <a:lnTo>
                    <a:pt x="156485" y="284627"/>
                  </a:lnTo>
                  <a:lnTo>
                    <a:pt x="150226" y="284627"/>
                  </a:lnTo>
                  <a:lnTo>
                    <a:pt x="143966" y="284627"/>
                  </a:lnTo>
                  <a:lnTo>
                    <a:pt x="137707" y="284627"/>
                  </a:lnTo>
                  <a:lnTo>
                    <a:pt x="131447" y="284627"/>
                  </a:lnTo>
                  <a:lnTo>
                    <a:pt x="125188" y="284627"/>
                  </a:lnTo>
                  <a:lnTo>
                    <a:pt x="118929" y="284627"/>
                  </a:lnTo>
                  <a:lnTo>
                    <a:pt x="112669" y="284627"/>
                  </a:lnTo>
                  <a:lnTo>
                    <a:pt x="106410" y="284627"/>
                  </a:lnTo>
                  <a:lnTo>
                    <a:pt x="100150" y="284627"/>
                  </a:lnTo>
                  <a:lnTo>
                    <a:pt x="93891" y="284627"/>
                  </a:lnTo>
                  <a:lnTo>
                    <a:pt x="87631" y="284627"/>
                  </a:lnTo>
                  <a:lnTo>
                    <a:pt x="81372" y="284627"/>
                  </a:lnTo>
                  <a:lnTo>
                    <a:pt x="75113" y="284627"/>
                  </a:lnTo>
                  <a:lnTo>
                    <a:pt x="68853" y="284627"/>
                  </a:lnTo>
                  <a:lnTo>
                    <a:pt x="62594" y="284627"/>
                  </a:lnTo>
                  <a:lnTo>
                    <a:pt x="56334" y="284627"/>
                  </a:lnTo>
                  <a:lnTo>
                    <a:pt x="50075" y="284627"/>
                  </a:lnTo>
                  <a:lnTo>
                    <a:pt x="43815" y="284627"/>
                  </a:lnTo>
                  <a:lnTo>
                    <a:pt x="37556" y="284627"/>
                  </a:lnTo>
                  <a:lnTo>
                    <a:pt x="31297" y="284627"/>
                  </a:lnTo>
                  <a:lnTo>
                    <a:pt x="25037" y="284627"/>
                  </a:lnTo>
                  <a:lnTo>
                    <a:pt x="18778" y="284627"/>
                  </a:lnTo>
                  <a:lnTo>
                    <a:pt x="12518" y="284627"/>
                  </a:lnTo>
                  <a:lnTo>
                    <a:pt x="6259" y="28462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749798" y="6246716"/>
              <a:ext cx="3198565" cy="284627"/>
            </a:xfrm>
            <a:custGeom>
              <a:avLst/>
              <a:pathLst>
                <a:path w="3198565" h="284627">
                  <a:moveTo>
                    <a:pt x="0" y="284627"/>
                  </a:moveTo>
                  <a:lnTo>
                    <a:pt x="6259" y="284627"/>
                  </a:lnTo>
                  <a:lnTo>
                    <a:pt x="12518" y="284627"/>
                  </a:lnTo>
                  <a:lnTo>
                    <a:pt x="18778" y="284627"/>
                  </a:lnTo>
                  <a:lnTo>
                    <a:pt x="25037" y="284627"/>
                  </a:lnTo>
                  <a:lnTo>
                    <a:pt x="31297" y="284627"/>
                  </a:lnTo>
                  <a:lnTo>
                    <a:pt x="37556" y="284627"/>
                  </a:lnTo>
                  <a:lnTo>
                    <a:pt x="43815" y="284627"/>
                  </a:lnTo>
                  <a:lnTo>
                    <a:pt x="50075" y="284627"/>
                  </a:lnTo>
                  <a:lnTo>
                    <a:pt x="56334" y="284627"/>
                  </a:lnTo>
                  <a:lnTo>
                    <a:pt x="62594" y="284627"/>
                  </a:lnTo>
                  <a:lnTo>
                    <a:pt x="68853" y="284626"/>
                  </a:lnTo>
                  <a:lnTo>
                    <a:pt x="75113" y="284625"/>
                  </a:lnTo>
                  <a:lnTo>
                    <a:pt x="81372" y="284623"/>
                  </a:lnTo>
                  <a:lnTo>
                    <a:pt x="87631" y="284618"/>
                  </a:lnTo>
                  <a:lnTo>
                    <a:pt x="93891" y="284606"/>
                  </a:lnTo>
                  <a:lnTo>
                    <a:pt x="100150" y="284581"/>
                  </a:lnTo>
                  <a:lnTo>
                    <a:pt x="106410" y="284531"/>
                  </a:lnTo>
                  <a:lnTo>
                    <a:pt x="112669" y="284430"/>
                  </a:lnTo>
                  <a:lnTo>
                    <a:pt x="118929" y="284242"/>
                  </a:lnTo>
                  <a:lnTo>
                    <a:pt x="125188" y="283901"/>
                  </a:lnTo>
                  <a:lnTo>
                    <a:pt x="131447" y="283277"/>
                  </a:lnTo>
                  <a:lnTo>
                    <a:pt x="137707" y="282206"/>
                  </a:lnTo>
                  <a:lnTo>
                    <a:pt x="143966" y="280460"/>
                  </a:lnTo>
                  <a:lnTo>
                    <a:pt x="150226" y="277734"/>
                  </a:lnTo>
                  <a:lnTo>
                    <a:pt x="156485" y="273659"/>
                  </a:lnTo>
                  <a:lnTo>
                    <a:pt x="162745" y="267820"/>
                  </a:lnTo>
                  <a:lnTo>
                    <a:pt x="169004" y="259791"/>
                  </a:lnTo>
                  <a:lnTo>
                    <a:pt x="175263" y="249187"/>
                  </a:lnTo>
                  <a:lnTo>
                    <a:pt x="181523" y="235726"/>
                  </a:lnTo>
                  <a:lnTo>
                    <a:pt x="187782" y="219291"/>
                  </a:lnTo>
                  <a:lnTo>
                    <a:pt x="194042" y="199980"/>
                  </a:lnTo>
                  <a:lnTo>
                    <a:pt x="200301" y="178138"/>
                  </a:lnTo>
                  <a:lnTo>
                    <a:pt x="206560" y="154361"/>
                  </a:lnTo>
                  <a:lnTo>
                    <a:pt x="212820" y="129462"/>
                  </a:lnTo>
                  <a:lnTo>
                    <a:pt x="219079" y="104501"/>
                  </a:lnTo>
                  <a:lnTo>
                    <a:pt x="225339" y="80619"/>
                  </a:lnTo>
                  <a:lnTo>
                    <a:pt x="231598" y="58802"/>
                  </a:lnTo>
                  <a:lnTo>
                    <a:pt x="237858" y="39887"/>
                  </a:lnTo>
                  <a:lnTo>
                    <a:pt x="244117" y="24489"/>
                  </a:lnTo>
                  <a:lnTo>
                    <a:pt x="250376" y="12940"/>
                  </a:lnTo>
                  <a:lnTo>
                    <a:pt x="256636" y="5255"/>
                  </a:lnTo>
                  <a:lnTo>
                    <a:pt x="262895" y="1135"/>
                  </a:lnTo>
                  <a:lnTo>
                    <a:pt x="269155" y="0"/>
                  </a:lnTo>
                  <a:lnTo>
                    <a:pt x="275414" y="1066"/>
                  </a:lnTo>
                  <a:lnTo>
                    <a:pt x="281674" y="3461"/>
                  </a:lnTo>
                  <a:lnTo>
                    <a:pt x="287933" y="6358"/>
                  </a:lnTo>
                  <a:lnTo>
                    <a:pt x="294192" y="9110"/>
                  </a:lnTo>
                  <a:lnTo>
                    <a:pt x="300452" y="11360"/>
                  </a:lnTo>
                  <a:lnTo>
                    <a:pt x="306711" y="13136"/>
                  </a:lnTo>
                  <a:lnTo>
                    <a:pt x="312971" y="14933"/>
                  </a:lnTo>
                  <a:lnTo>
                    <a:pt x="319230" y="17454"/>
                  </a:lnTo>
                  <a:lnTo>
                    <a:pt x="325490" y="21497"/>
                  </a:lnTo>
                  <a:lnTo>
                    <a:pt x="331749" y="27800"/>
                  </a:lnTo>
                  <a:lnTo>
                    <a:pt x="338008" y="36898"/>
                  </a:lnTo>
                  <a:lnTo>
                    <a:pt x="344268" y="49025"/>
                  </a:lnTo>
                  <a:lnTo>
                    <a:pt x="350527" y="64064"/>
                  </a:lnTo>
                  <a:lnTo>
                    <a:pt x="356787" y="81572"/>
                  </a:lnTo>
                  <a:lnTo>
                    <a:pt x="363046" y="100852"/>
                  </a:lnTo>
                  <a:lnTo>
                    <a:pt x="369305" y="121068"/>
                  </a:lnTo>
                  <a:lnTo>
                    <a:pt x="375565" y="141362"/>
                  </a:lnTo>
                  <a:lnTo>
                    <a:pt x="381824" y="160975"/>
                  </a:lnTo>
                  <a:lnTo>
                    <a:pt x="388084" y="179283"/>
                  </a:lnTo>
                  <a:lnTo>
                    <a:pt x="394343" y="195836"/>
                  </a:lnTo>
                  <a:lnTo>
                    <a:pt x="400603" y="210588"/>
                  </a:lnTo>
                  <a:lnTo>
                    <a:pt x="406862" y="223557"/>
                  </a:lnTo>
                  <a:lnTo>
                    <a:pt x="413121" y="234841"/>
                  </a:lnTo>
                  <a:lnTo>
                    <a:pt x="419381" y="244575"/>
                  </a:lnTo>
                  <a:lnTo>
                    <a:pt x="425640" y="252898"/>
                  </a:lnTo>
                  <a:lnTo>
                    <a:pt x="431900" y="259937"/>
                  </a:lnTo>
                  <a:lnTo>
                    <a:pt x="438159" y="265805"/>
                  </a:lnTo>
                  <a:lnTo>
                    <a:pt x="444419" y="270604"/>
                  </a:lnTo>
                  <a:lnTo>
                    <a:pt x="450678" y="274438"/>
                  </a:lnTo>
                  <a:lnTo>
                    <a:pt x="456937" y="277415"/>
                  </a:lnTo>
                  <a:lnTo>
                    <a:pt x="463197" y="279652"/>
                  </a:lnTo>
                  <a:lnTo>
                    <a:pt x="469456" y="281267"/>
                  </a:lnTo>
                  <a:lnTo>
                    <a:pt x="475716" y="282363"/>
                  </a:lnTo>
                  <a:lnTo>
                    <a:pt x="481975" y="283054"/>
                  </a:lnTo>
                  <a:lnTo>
                    <a:pt x="488235" y="283451"/>
                  </a:lnTo>
                  <a:lnTo>
                    <a:pt x="494494" y="283622"/>
                  </a:lnTo>
                  <a:lnTo>
                    <a:pt x="500753" y="283616"/>
                  </a:lnTo>
                  <a:lnTo>
                    <a:pt x="507013" y="283465"/>
                  </a:lnTo>
                  <a:lnTo>
                    <a:pt x="513272" y="283186"/>
                  </a:lnTo>
                  <a:lnTo>
                    <a:pt x="519532" y="282785"/>
                  </a:lnTo>
                  <a:lnTo>
                    <a:pt x="525791" y="282260"/>
                  </a:lnTo>
                  <a:lnTo>
                    <a:pt x="532050" y="281600"/>
                  </a:lnTo>
                  <a:lnTo>
                    <a:pt x="538310" y="280792"/>
                  </a:lnTo>
                  <a:lnTo>
                    <a:pt x="544569" y="279823"/>
                  </a:lnTo>
                  <a:lnTo>
                    <a:pt x="550829" y="278681"/>
                  </a:lnTo>
                  <a:lnTo>
                    <a:pt x="557088" y="277363"/>
                  </a:lnTo>
                  <a:lnTo>
                    <a:pt x="563348" y="275866"/>
                  </a:lnTo>
                  <a:lnTo>
                    <a:pt x="569607" y="274220"/>
                  </a:lnTo>
                  <a:lnTo>
                    <a:pt x="575866" y="272472"/>
                  </a:lnTo>
                  <a:lnTo>
                    <a:pt x="582126" y="270679"/>
                  </a:lnTo>
                  <a:lnTo>
                    <a:pt x="588385" y="268909"/>
                  </a:lnTo>
                  <a:lnTo>
                    <a:pt x="594645" y="267233"/>
                  </a:lnTo>
                  <a:lnTo>
                    <a:pt x="600904" y="265725"/>
                  </a:lnTo>
                  <a:lnTo>
                    <a:pt x="607164" y="264447"/>
                  </a:lnTo>
                  <a:lnTo>
                    <a:pt x="613423" y="263451"/>
                  </a:lnTo>
                  <a:lnTo>
                    <a:pt x="619682" y="262777"/>
                  </a:lnTo>
                  <a:lnTo>
                    <a:pt x="625942" y="262448"/>
                  </a:lnTo>
                  <a:lnTo>
                    <a:pt x="632201" y="262479"/>
                  </a:lnTo>
                  <a:lnTo>
                    <a:pt x="638461" y="262874"/>
                  </a:lnTo>
                  <a:lnTo>
                    <a:pt x="644720" y="263629"/>
                  </a:lnTo>
                  <a:lnTo>
                    <a:pt x="650980" y="264746"/>
                  </a:lnTo>
                  <a:lnTo>
                    <a:pt x="657239" y="266174"/>
                  </a:lnTo>
                  <a:lnTo>
                    <a:pt x="663498" y="267849"/>
                  </a:lnTo>
                  <a:lnTo>
                    <a:pt x="669758" y="269700"/>
                  </a:lnTo>
                  <a:lnTo>
                    <a:pt x="676017" y="271641"/>
                  </a:lnTo>
                  <a:lnTo>
                    <a:pt x="682277" y="273580"/>
                  </a:lnTo>
                  <a:lnTo>
                    <a:pt x="688536" y="275432"/>
                  </a:lnTo>
                  <a:lnTo>
                    <a:pt x="694796" y="277123"/>
                  </a:lnTo>
                  <a:lnTo>
                    <a:pt x="701055" y="278600"/>
                  </a:lnTo>
                  <a:lnTo>
                    <a:pt x="707314" y="279836"/>
                  </a:lnTo>
                  <a:lnTo>
                    <a:pt x="713574" y="280824"/>
                  </a:lnTo>
                  <a:lnTo>
                    <a:pt x="719833" y="281581"/>
                  </a:lnTo>
                  <a:lnTo>
                    <a:pt x="726093" y="282135"/>
                  </a:lnTo>
                  <a:lnTo>
                    <a:pt x="732352" y="282524"/>
                  </a:lnTo>
                  <a:lnTo>
                    <a:pt x="738611" y="282783"/>
                  </a:lnTo>
                  <a:lnTo>
                    <a:pt x="744871" y="282959"/>
                  </a:lnTo>
                  <a:lnTo>
                    <a:pt x="751130" y="283085"/>
                  </a:lnTo>
                  <a:lnTo>
                    <a:pt x="757390" y="283185"/>
                  </a:lnTo>
                  <a:lnTo>
                    <a:pt x="763649" y="283276"/>
                  </a:lnTo>
                  <a:lnTo>
                    <a:pt x="769909" y="283369"/>
                  </a:lnTo>
                  <a:lnTo>
                    <a:pt x="776168" y="283470"/>
                  </a:lnTo>
                  <a:lnTo>
                    <a:pt x="782427" y="283580"/>
                  </a:lnTo>
                  <a:lnTo>
                    <a:pt x="788687" y="283695"/>
                  </a:lnTo>
                  <a:lnTo>
                    <a:pt x="794946" y="283808"/>
                  </a:lnTo>
                  <a:lnTo>
                    <a:pt x="801206" y="283912"/>
                  </a:lnTo>
                  <a:lnTo>
                    <a:pt x="807465" y="283997"/>
                  </a:lnTo>
                  <a:lnTo>
                    <a:pt x="813725" y="284054"/>
                  </a:lnTo>
                  <a:lnTo>
                    <a:pt x="819984" y="284075"/>
                  </a:lnTo>
                  <a:lnTo>
                    <a:pt x="826243" y="284052"/>
                  </a:lnTo>
                  <a:lnTo>
                    <a:pt x="832503" y="283985"/>
                  </a:lnTo>
                  <a:lnTo>
                    <a:pt x="838762" y="283876"/>
                  </a:lnTo>
                  <a:lnTo>
                    <a:pt x="845022" y="283729"/>
                  </a:lnTo>
                  <a:lnTo>
                    <a:pt x="851281" y="283554"/>
                  </a:lnTo>
                  <a:lnTo>
                    <a:pt x="857541" y="283358"/>
                  </a:lnTo>
                  <a:lnTo>
                    <a:pt x="863800" y="283152"/>
                  </a:lnTo>
                  <a:lnTo>
                    <a:pt x="870059" y="282946"/>
                  </a:lnTo>
                  <a:lnTo>
                    <a:pt x="876319" y="282748"/>
                  </a:lnTo>
                  <a:lnTo>
                    <a:pt x="882578" y="282565"/>
                  </a:lnTo>
                  <a:lnTo>
                    <a:pt x="888838" y="282404"/>
                  </a:lnTo>
                  <a:lnTo>
                    <a:pt x="895097" y="282266"/>
                  </a:lnTo>
                  <a:lnTo>
                    <a:pt x="901356" y="282158"/>
                  </a:lnTo>
                  <a:lnTo>
                    <a:pt x="907616" y="282081"/>
                  </a:lnTo>
                  <a:lnTo>
                    <a:pt x="913875" y="282043"/>
                  </a:lnTo>
                  <a:lnTo>
                    <a:pt x="920135" y="282044"/>
                  </a:lnTo>
                  <a:lnTo>
                    <a:pt x="926394" y="282085"/>
                  </a:lnTo>
                  <a:lnTo>
                    <a:pt x="932654" y="282166"/>
                  </a:lnTo>
                  <a:lnTo>
                    <a:pt x="938913" y="282283"/>
                  </a:lnTo>
                  <a:lnTo>
                    <a:pt x="945172" y="282431"/>
                  </a:lnTo>
                  <a:lnTo>
                    <a:pt x="951432" y="282603"/>
                  </a:lnTo>
                  <a:lnTo>
                    <a:pt x="957691" y="282790"/>
                  </a:lnTo>
                  <a:lnTo>
                    <a:pt x="963951" y="282986"/>
                  </a:lnTo>
                  <a:lnTo>
                    <a:pt x="970210" y="283183"/>
                  </a:lnTo>
                  <a:lnTo>
                    <a:pt x="976470" y="283376"/>
                  </a:lnTo>
                  <a:lnTo>
                    <a:pt x="982729" y="283560"/>
                  </a:lnTo>
                  <a:lnTo>
                    <a:pt x="988988" y="283731"/>
                  </a:lnTo>
                  <a:lnTo>
                    <a:pt x="995248" y="283884"/>
                  </a:lnTo>
                  <a:lnTo>
                    <a:pt x="1001507" y="284014"/>
                  </a:lnTo>
                  <a:lnTo>
                    <a:pt x="1007767" y="284119"/>
                  </a:lnTo>
                  <a:lnTo>
                    <a:pt x="1014026" y="284196"/>
                  </a:lnTo>
                  <a:lnTo>
                    <a:pt x="1020286" y="284243"/>
                  </a:lnTo>
                  <a:lnTo>
                    <a:pt x="1026545" y="284260"/>
                  </a:lnTo>
                  <a:lnTo>
                    <a:pt x="1032804" y="284249"/>
                  </a:lnTo>
                  <a:lnTo>
                    <a:pt x="1039064" y="284216"/>
                  </a:lnTo>
                  <a:lnTo>
                    <a:pt x="1045323" y="284166"/>
                  </a:lnTo>
                  <a:lnTo>
                    <a:pt x="1051583" y="284107"/>
                  </a:lnTo>
                  <a:lnTo>
                    <a:pt x="1057842" y="284050"/>
                  </a:lnTo>
                  <a:lnTo>
                    <a:pt x="1064101" y="284002"/>
                  </a:lnTo>
                  <a:lnTo>
                    <a:pt x="1070361" y="283971"/>
                  </a:lnTo>
                  <a:lnTo>
                    <a:pt x="1076620" y="283963"/>
                  </a:lnTo>
                  <a:lnTo>
                    <a:pt x="1082880" y="283981"/>
                  </a:lnTo>
                  <a:lnTo>
                    <a:pt x="1089139" y="284024"/>
                  </a:lnTo>
                  <a:lnTo>
                    <a:pt x="1095399" y="284085"/>
                  </a:lnTo>
                  <a:lnTo>
                    <a:pt x="1101658" y="284158"/>
                  </a:lnTo>
                  <a:lnTo>
                    <a:pt x="1107917" y="284237"/>
                  </a:lnTo>
                  <a:lnTo>
                    <a:pt x="1114177" y="284315"/>
                  </a:lnTo>
                  <a:lnTo>
                    <a:pt x="1120436" y="284387"/>
                  </a:lnTo>
                  <a:lnTo>
                    <a:pt x="1126696" y="284449"/>
                  </a:lnTo>
                  <a:lnTo>
                    <a:pt x="1132955" y="284499"/>
                  </a:lnTo>
                  <a:lnTo>
                    <a:pt x="1139215" y="284536"/>
                  </a:lnTo>
                  <a:lnTo>
                    <a:pt x="1145474" y="284561"/>
                  </a:lnTo>
                  <a:lnTo>
                    <a:pt x="1151733" y="284575"/>
                  </a:lnTo>
                  <a:lnTo>
                    <a:pt x="1157993" y="284577"/>
                  </a:lnTo>
                  <a:lnTo>
                    <a:pt x="1164252" y="284568"/>
                  </a:lnTo>
                  <a:lnTo>
                    <a:pt x="1170512" y="284547"/>
                  </a:lnTo>
                  <a:lnTo>
                    <a:pt x="1176771" y="284514"/>
                  </a:lnTo>
                  <a:lnTo>
                    <a:pt x="1183031" y="284468"/>
                  </a:lnTo>
                  <a:lnTo>
                    <a:pt x="1189290" y="284411"/>
                  </a:lnTo>
                  <a:lnTo>
                    <a:pt x="1195549" y="284342"/>
                  </a:lnTo>
                  <a:lnTo>
                    <a:pt x="1201809" y="284266"/>
                  </a:lnTo>
                  <a:lnTo>
                    <a:pt x="1208068" y="284187"/>
                  </a:lnTo>
                  <a:lnTo>
                    <a:pt x="1214328" y="284112"/>
                  </a:lnTo>
                  <a:lnTo>
                    <a:pt x="1220587" y="284047"/>
                  </a:lnTo>
                  <a:lnTo>
                    <a:pt x="1226846" y="283999"/>
                  </a:lnTo>
                  <a:lnTo>
                    <a:pt x="1233106" y="283973"/>
                  </a:lnTo>
                  <a:lnTo>
                    <a:pt x="1239365" y="283973"/>
                  </a:lnTo>
                  <a:lnTo>
                    <a:pt x="1245625" y="283997"/>
                  </a:lnTo>
                  <a:lnTo>
                    <a:pt x="1251884" y="284045"/>
                  </a:lnTo>
                  <a:lnTo>
                    <a:pt x="1258144" y="284111"/>
                  </a:lnTo>
                  <a:lnTo>
                    <a:pt x="1264403" y="284187"/>
                  </a:lnTo>
                  <a:lnTo>
                    <a:pt x="1270662" y="284267"/>
                  </a:lnTo>
                  <a:lnTo>
                    <a:pt x="1276922" y="284343"/>
                  </a:lnTo>
                  <a:lnTo>
                    <a:pt x="1283181" y="284411"/>
                  </a:lnTo>
                  <a:lnTo>
                    <a:pt x="1289441" y="284470"/>
                  </a:lnTo>
                  <a:lnTo>
                    <a:pt x="1295700" y="284517"/>
                  </a:lnTo>
                  <a:lnTo>
                    <a:pt x="1301960" y="284553"/>
                  </a:lnTo>
                  <a:lnTo>
                    <a:pt x="1308219" y="284579"/>
                  </a:lnTo>
                  <a:lnTo>
                    <a:pt x="1314478" y="284597"/>
                  </a:lnTo>
                  <a:lnTo>
                    <a:pt x="1320738" y="284609"/>
                  </a:lnTo>
                  <a:lnTo>
                    <a:pt x="1326997" y="284616"/>
                  </a:lnTo>
                  <a:lnTo>
                    <a:pt x="1333257" y="284619"/>
                  </a:lnTo>
                  <a:lnTo>
                    <a:pt x="1339516" y="284620"/>
                  </a:lnTo>
                  <a:lnTo>
                    <a:pt x="1345776" y="284618"/>
                  </a:lnTo>
                  <a:lnTo>
                    <a:pt x="1352035" y="284612"/>
                  </a:lnTo>
                  <a:lnTo>
                    <a:pt x="1358294" y="284603"/>
                  </a:lnTo>
                  <a:lnTo>
                    <a:pt x="1364554" y="284588"/>
                  </a:lnTo>
                  <a:lnTo>
                    <a:pt x="1370813" y="284565"/>
                  </a:lnTo>
                  <a:lnTo>
                    <a:pt x="1377073" y="284534"/>
                  </a:lnTo>
                  <a:lnTo>
                    <a:pt x="1383332" y="284492"/>
                  </a:lnTo>
                  <a:lnTo>
                    <a:pt x="1389592" y="284438"/>
                  </a:lnTo>
                  <a:lnTo>
                    <a:pt x="1395851" y="284374"/>
                  </a:lnTo>
                  <a:lnTo>
                    <a:pt x="1402110" y="284300"/>
                  </a:lnTo>
                  <a:lnTo>
                    <a:pt x="1408370" y="284222"/>
                  </a:lnTo>
                  <a:lnTo>
                    <a:pt x="1414629" y="284143"/>
                  </a:lnTo>
                  <a:lnTo>
                    <a:pt x="1420889" y="284072"/>
                  </a:lnTo>
                  <a:lnTo>
                    <a:pt x="1427148" y="284015"/>
                  </a:lnTo>
                  <a:lnTo>
                    <a:pt x="1433407" y="283979"/>
                  </a:lnTo>
                  <a:lnTo>
                    <a:pt x="1439667" y="283969"/>
                  </a:lnTo>
                  <a:lnTo>
                    <a:pt x="1445926" y="283984"/>
                  </a:lnTo>
                  <a:lnTo>
                    <a:pt x="1452186" y="284023"/>
                  </a:lnTo>
                  <a:lnTo>
                    <a:pt x="1458445" y="284082"/>
                  </a:lnTo>
                  <a:lnTo>
                    <a:pt x="1464705" y="284154"/>
                  </a:lnTo>
                  <a:lnTo>
                    <a:pt x="1470964" y="284232"/>
                  </a:lnTo>
                  <a:lnTo>
                    <a:pt x="1477223" y="284310"/>
                  </a:lnTo>
                  <a:lnTo>
                    <a:pt x="1483483" y="284383"/>
                  </a:lnTo>
                  <a:lnTo>
                    <a:pt x="1489742" y="284446"/>
                  </a:lnTo>
                  <a:lnTo>
                    <a:pt x="1496002" y="284499"/>
                  </a:lnTo>
                  <a:lnTo>
                    <a:pt x="1502261" y="284540"/>
                  </a:lnTo>
                  <a:lnTo>
                    <a:pt x="1508521" y="284570"/>
                  </a:lnTo>
                  <a:lnTo>
                    <a:pt x="1514780" y="284591"/>
                  </a:lnTo>
                  <a:lnTo>
                    <a:pt x="1521039" y="284605"/>
                  </a:lnTo>
                  <a:lnTo>
                    <a:pt x="1527299" y="284614"/>
                  </a:lnTo>
                  <a:lnTo>
                    <a:pt x="1533558" y="284620"/>
                  </a:lnTo>
                  <a:lnTo>
                    <a:pt x="1539818" y="284623"/>
                  </a:lnTo>
                  <a:lnTo>
                    <a:pt x="1546077" y="284625"/>
                  </a:lnTo>
                  <a:lnTo>
                    <a:pt x="1552337" y="284626"/>
                  </a:lnTo>
                  <a:lnTo>
                    <a:pt x="1558596" y="284626"/>
                  </a:lnTo>
                  <a:lnTo>
                    <a:pt x="1564855" y="284627"/>
                  </a:lnTo>
                  <a:lnTo>
                    <a:pt x="1571115" y="284627"/>
                  </a:lnTo>
                  <a:lnTo>
                    <a:pt x="1577374" y="284627"/>
                  </a:lnTo>
                  <a:lnTo>
                    <a:pt x="1583634" y="284627"/>
                  </a:lnTo>
                  <a:lnTo>
                    <a:pt x="1589893" y="284627"/>
                  </a:lnTo>
                  <a:lnTo>
                    <a:pt x="1596152" y="284627"/>
                  </a:lnTo>
                  <a:lnTo>
                    <a:pt x="1602412" y="284627"/>
                  </a:lnTo>
                  <a:lnTo>
                    <a:pt x="1608671" y="284627"/>
                  </a:lnTo>
                  <a:lnTo>
                    <a:pt x="1614931" y="284627"/>
                  </a:lnTo>
                  <a:lnTo>
                    <a:pt x="1621190" y="284627"/>
                  </a:lnTo>
                  <a:lnTo>
                    <a:pt x="1627450" y="284627"/>
                  </a:lnTo>
                  <a:lnTo>
                    <a:pt x="1633709" y="284627"/>
                  </a:lnTo>
                  <a:lnTo>
                    <a:pt x="1639968" y="284627"/>
                  </a:lnTo>
                  <a:lnTo>
                    <a:pt x="1646228" y="284627"/>
                  </a:lnTo>
                  <a:lnTo>
                    <a:pt x="1652487" y="284627"/>
                  </a:lnTo>
                  <a:lnTo>
                    <a:pt x="1658747" y="284627"/>
                  </a:lnTo>
                  <a:lnTo>
                    <a:pt x="1665006" y="284627"/>
                  </a:lnTo>
                  <a:lnTo>
                    <a:pt x="1671266" y="284627"/>
                  </a:lnTo>
                  <a:lnTo>
                    <a:pt x="1677525" y="284627"/>
                  </a:lnTo>
                  <a:lnTo>
                    <a:pt x="1683784" y="284627"/>
                  </a:lnTo>
                  <a:lnTo>
                    <a:pt x="1690044" y="284627"/>
                  </a:lnTo>
                  <a:lnTo>
                    <a:pt x="1696303" y="284627"/>
                  </a:lnTo>
                  <a:lnTo>
                    <a:pt x="1702563" y="284627"/>
                  </a:lnTo>
                  <a:lnTo>
                    <a:pt x="1708822" y="284627"/>
                  </a:lnTo>
                  <a:lnTo>
                    <a:pt x="1715082" y="284627"/>
                  </a:lnTo>
                  <a:lnTo>
                    <a:pt x="1721341" y="284627"/>
                  </a:lnTo>
                  <a:lnTo>
                    <a:pt x="1727600" y="284627"/>
                  </a:lnTo>
                  <a:lnTo>
                    <a:pt x="1733860" y="284627"/>
                  </a:lnTo>
                  <a:lnTo>
                    <a:pt x="1740119" y="284627"/>
                  </a:lnTo>
                  <a:lnTo>
                    <a:pt x="1746379" y="284627"/>
                  </a:lnTo>
                  <a:lnTo>
                    <a:pt x="1752638" y="284627"/>
                  </a:lnTo>
                  <a:lnTo>
                    <a:pt x="1758897" y="284627"/>
                  </a:lnTo>
                  <a:lnTo>
                    <a:pt x="1765157" y="284627"/>
                  </a:lnTo>
                  <a:lnTo>
                    <a:pt x="1771416" y="284627"/>
                  </a:lnTo>
                  <a:lnTo>
                    <a:pt x="1777676" y="284627"/>
                  </a:lnTo>
                  <a:lnTo>
                    <a:pt x="1783935" y="284627"/>
                  </a:lnTo>
                  <a:lnTo>
                    <a:pt x="1790195" y="284627"/>
                  </a:lnTo>
                  <a:lnTo>
                    <a:pt x="1796454" y="284627"/>
                  </a:lnTo>
                  <a:lnTo>
                    <a:pt x="1802713" y="284627"/>
                  </a:lnTo>
                  <a:lnTo>
                    <a:pt x="1808973" y="284627"/>
                  </a:lnTo>
                  <a:lnTo>
                    <a:pt x="1815232" y="284627"/>
                  </a:lnTo>
                  <a:lnTo>
                    <a:pt x="1821492" y="284627"/>
                  </a:lnTo>
                  <a:lnTo>
                    <a:pt x="1827751" y="284627"/>
                  </a:lnTo>
                  <a:lnTo>
                    <a:pt x="1834011" y="284627"/>
                  </a:lnTo>
                  <a:lnTo>
                    <a:pt x="1840270" y="284627"/>
                  </a:lnTo>
                  <a:lnTo>
                    <a:pt x="1846529" y="284627"/>
                  </a:lnTo>
                  <a:lnTo>
                    <a:pt x="1852789" y="284627"/>
                  </a:lnTo>
                  <a:lnTo>
                    <a:pt x="1859048" y="284627"/>
                  </a:lnTo>
                  <a:lnTo>
                    <a:pt x="1865308" y="284627"/>
                  </a:lnTo>
                  <a:lnTo>
                    <a:pt x="1871567" y="284627"/>
                  </a:lnTo>
                  <a:lnTo>
                    <a:pt x="1877827" y="284627"/>
                  </a:lnTo>
                  <a:lnTo>
                    <a:pt x="1884086" y="284627"/>
                  </a:lnTo>
                  <a:lnTo>
                    <a:pt x="1890345" y="284627"/>
                  </a:lnTo>
                  <a:lnTo>
                    <a:pt x="1896605" y="284627"/>
                  </a:lnTo>
                  <a:lnTo>
                    <a:pt x="1902864" y="284627"/>
                  </a:lnTo>
                  <a:lnTo>
                    <a:pt x="1909124" y="284627"/>
                  </a:lnTo>
                  <a:lnTo>
                    <a:pt x="1915383" y="284627"/>
                  </a:lnTo>
                  <a:lnTo>
                    <a:pt x="1921642" y="284627"/>
                  </a:lnTo>
                  <a:lnTo>
                    <a:pt x="1927902" y="284627"/>
                  </a:lnTo>
                  <a:lnTo>
                    <a:pt x="1934161" y="284627"/>
                  </a:lnTo>
                  <a:lnTo>
                    <a:pt x="1940421" y="284627"/>
                  </a:lnTo>
                  <a:lnTo>
                    <a:pt x="1946680" y="284627"/>
                  </a:lnTo>
                  <a:lnTo>
                    <a:pt x="1952940" y="284627"/>
                  </a:lnTo>
                  <a:lnTo>
                    <a:pt x="1959199" y="284627"/>
                  </a:lnTo>
                  <a:lnTo>
                    <a:pt x="1965458" y="284627"/>
                  </a:lnTo>
                  <a:lnTo>
                    <a:pt x="1971718" y="284627"/>
                  </a:lnTo>
                  <a:lnTo>
                    <a:pt x="1977977" y="284627"/>
                  </a:lnTo>
                  <a:lnTo>
                    <a:pt x="1984237" y="284627"/>
                  </a:lnTo>
                  <a:lnTo>
                    <a:pt x="1990496" y="284627"/>
                  </a:lnTo>
                  <a:lnTo>
                    <a:pt x="1996756" y="284627"/>
                  </a:lnTo>
                  <a:lnTo>
                    <a:pt x="2003015" y="284627"/>
                  </a:lnTo>
                  <a:lnTo>
                    <a:pt x="2009274" y="284627"/>
                  </a:lnTo>
                  <a:lnTo>
                    <a:pt x="2015534" y="284627"/>
                  </a:lnTo>
                  <a:lnTo>
                    <a:pt x="2021793" y="284627"/>
                  </a:lnTo>
                  <a:lnTo>
                    <a:pt x="2028053" y="284627"/>
                  </a:lnTo>
                  <a:lnTo>
                    <a:pt x="2034312" y="284627"/>
                  </a:lnTo>
                  <a:lnTo>
                    <a:pt x="2040572" y="284627"/>
                  </a:lnTo>
                  <a:lnTo>
                    <a:pt x="2046831" y="284627"/>
                  </a:lnTo>
                  <a:lnTo>
                    <a:pt x="2053090" y="284627"/>
                  </a:lnTo>
                  <a:lnTo>
                    <a:pt x="2059350" y="284627"/>
                  </a:lnTo>
                  <a:lnTo>
                    <a:pt x="2065609" y="284627"/>
                  </a:lnTo>
                  <a:lnTo>
                    <a:pt x="2071869" y="284627"/>
                  </a:lnTo>
                  <a:lnTo>
                    <a:pt x="2078128" y="284627"/>
                  </a:lnTo>
                  <a:lnTo>
                    <a:pt x="2084388" y="284627"/>
                  </a:lnTo>
                  <a:lnTo>
                    <a:pt x="2090647" y="284627"/>
                  </a:lnTo>
                  <a:lnTo>
                    <a:pt x="2096906" y="284627"/>
                  </a:lnTo>
                  <a:lnTo>
                    <a:pt x="2103166" y="284627"/>
                  </a:lnTo>
                  <a:lnTo>
                    <a:pt x="2109425" y="284627"/>
                  </a:lnTo>
                  <a:lnTo>
                    <a:pt x="2115685" y="284627"/>
                  </a:lnTo>
                  <a:lnTo>
                    <a:pt x="2121944" y="284627"/>
                  </a:lnTo>
                  <a:lnTo>
                    <a:pt x="2128203" y="284627"/>
                  </a:lnTo>
                  <a:lnTo>
                    <a:pt x="2134463" y="284627"/>
                  </a:lnTo>
                  <a:lnTo>
                    <a:pt x="2140722" y="284627"/>
                  </a:lnTo>
                  <a:lnTo>
                    <a:pt x="2146982" y="284627"/>
                  </a:lnTo>
                  <a:lnTo>
                    <a:pt x="2153241" y="284627"/>
                  </a:lnTo>
                  <a:lnTo>
                    <a:pt x="2159501" y="284627"/>
                  </a:lnTo>
                  <a:lnTo>
                    <a:pt x="2165760" y="284627"/>
                  </a:lnTo>
                  <a:lnTo>
                    <a:pt x="2172019" y="284627"/>
                  </a:lnTo>
                  <a:lnTo>
                    <a:pt x="2178279" y="284627"/>
                  </a:lnTo>
                  <a:lnTo>
                    <a:pt x="2184538" y="284627"/>
                  </a:lnTo>
                  <a:lnTo>
                    <a:pt x="2190798" y="284627"/>
                  </a:lnTo>
                  <a:lnTo>
                    <a:pt x="2197057" y="284627"/>
                  </a:lnTo>
                  <a:lnTo>
                    <a:pt x="2203317" y="284627"/>
                  </a:lnTo>
                  <a:lnTo>
                    <a:pt x="2209576" y="284627"/>
                  </a:lnTo>
                  <a:lnTo>
                    <a:pt x="2215835" y="284627"/>
                  </a:lnTo>
                  <a:lnTo>
                    <a:pt x="2222095" y="284627"/>
                  </a:lnTo>
                  <a:lnTo>
                    <a:pt x="2228354" y="284627"/>
                  </a:lnTo>
                  <a:lnTo>
                    <a:pt x="2234614" y="284627"/>
                  </a:lnTo>
                  <a:lnTo>
                    <a:pt x="2240873" y="284627"/>
                  </a:lnTo>
                  <a:lnTo>
                    <a:pt x="2247133" y="284627"/>
                  </a:lnTo>
                  <a:lnTo>
                    <a:pt x="2253392" y="284627"/>
                  </a:lnTo>
                  <a:lnTo>
                    <a:pt x="2259651" y="284627"/>
                  </a:lnTo>
                  <a:lnTo>
                    <a:pt x="2265911" y="284627"/>
                  </a:lnTo>
                  <a:lnTo>
                    <a:pt x="2272170" y="284627"/>
                  </a:lnTo>
                  <a:lnTo>
                    <a:pt x="2278430" y="284627"/>
                  </a:lnTo>
                  <a:lnTo>
                    <a:pt x="2284689" y="284627"/>
                  </a:lnTo>
                  <a:lnTo>
                    <a:pt x="2290948" y="284627"/>
                  </a:lnTo>
                  <a:lnTo>
                    <a:pt x="2297208" y="284627"/>
                  </a:lnTo>
                  <a:lnTo>
                    <a:pt x="2303467" y="284627"/>
                  </a:lnTo>
                  <a:lnTo>
                    <a:pt x="2309727" y="284627"/>
                  </a:lnTo>
                  <a:lnTo>
                    <a:pt x="2315986" y="284627"/>
                  </a:lnTo>
                  <a:lnTo>
                    <a:pt x="2322246" y="284627"/>
                  </a:lnTo>
                  <a:lnTo>
                    <a:pt x="2328505" y="284627"/>
                  </a:lnTo>
                  <a:lnTo>
                    <a:pt x="2334764" y="284627"/>
                  </a:lnTo>
                  <a:lnTo>
                    <a:pt x="2341024" y="284627"/>
                  </a:lnTo>
                  <a:lnTo>
                    <a:pt x="2347283" y="284627"/>
                  </a:lnTo>
                  <a:lnTo>
                    <a:pt x="2353543" y="284627"/>
                  </a:lnTo>
                  <a:lnTo>
                    <a:pt x="2359802" y="284627"/>
                  </a:lnTo>
                  <a:lnTo>
                    <a:pt x="2366062" y="284627"/>
                  </a:lnTo>
                  <a:lnTo>
                    <a:pt x="2372321" y="284627"/>
                  </a:lnTo>
                  <a:lnTo>
                    <a:pt x="2378580" y="284627"/>
                  </a:lnTo>
                  <a:lnTo>
                    <a:pt x="2384840" y="284627"/>
                  </a:lnTo>
                  <a:lnTo>
                    <a:pt x="2391099" y="284627"/>
                  </a:lnTo>
                  <a:lnTo>
                    <a:pt x="2397359" y="284627"/>
                  </a:lnTo>
                  <a:lnTo>
                    <a:pt x="2403618" y="284627"/>
                  </a:lnTo>
                  <a:lnTo>
                    <a:pt x="2409878" y="284627"/>
                  </a:lnTo>
                  <a:lnTo>
                    <a:pt x="2416137" y="284627"/>
                  </a:lnTo>
                  <a:lnTo>
                    <a:pt x="2422396" y="284627"/>
                  </a:lnTo>
                  <a:lnTo>
                    <a:pt x="2428656" y="284627"/>
                  </a:lnTo>
                  <a:lnTo>
                    <a:pt x="2434915" y="284627"/>
                  </a:lnTo>
                  <a:lnTo>
                    <a:pt x="2441175" y="284627"/>
                  </a:lnTo>
                  <a:lnTo>
                    <a:pt x="2447434" y="284627"/>
                  </a:lnTo>
                  <a:lnTo>
                    <a:pt x="2453693" y="284627"/>
                  </a:lnTo>
                  <a:lnTo>
                    <a:pt x="2459953" y="284627"/>
                  </a:lnTo>
                  <a:lnTo>
                    <a:pt x="2466212" y="284627"/>
                  </a:lnTo>
                  <a:lnTo>
                    <a:pt x="2472472" y="284627"/>
                  </a:lnTo>
                  <a:lnTo>
                    <a:pt x="2478731" y="284627"/>
                  </a:lnTo>
                  <a:lnTo>
                    <a:pt x="2484991" y="284627"/>
                  </a:lnTo>
                  <a:lnTo>
                    <a:pt x="2491250" y="284627"/>
                  </a:lnTo>
                  <a:lnTo>
                    <a:pt x="2497509" y="284627"/>
                  </a:lnTo>
                  <a:lnTo>
                    <a:pt x="2503769" y="284627"/>
                  </a:lnTo>
                  <a:lnTo>
                    <a:pt x="2510028" y="284627"/>
                  </a:lnTo>
                  <a:lnTo>
                    <a:pt x="2516288" y="284627"/>
                  </a:lnTo>
                  <a:lnTo>
                    <a:pt x="2522547" y="284627"/>
                  </a:lnTo>
                  <a:lnTo>
                    <a:pt x="2528807" y="284627"/>
                  </a:lnTo>
                  <a:lnTo>
                    <a:pt x="2535066" y="284627"/>
                  </a:lnTo>
                  <a:lnTo>
                    <a:pt x="2541325" y="284627"/>
                  </a:lnTo>
                  <a:lnTo>
                    <a:pt x="2547585" y="284627"/>
                  </a:lnTo>
                  <a:lnTo>
                    <a:pt x="2553844" y="284627"/>
                  </a:lnTo>
                  <a:lnTo>
                    <a:pt x="2560104" y="284627"/>
                  </a:lnTo>
                  <a:lnTo>
                    <a:pt x="2566363" y="284627"/>
                  </a:lnTo>
                  <a:lnTo>
                    <a:pt x="2572623" y="284627"/>
                  </a:lnTo>
                  <a:lnTo>
                    <a:pt x="2578882" y="284627"/>
                  </a:lnTo>
                  <a:lnTo>
                    <a:pt x="2585141" y="284627"/>
                  </a:lnTo>
                  <a:lnTo>
                    <a:pt x="2591401" y="284627"/>
                  </a:lnTo>
                  <a:lnTo>
                    <a:pt x="2597660" y="284627"/>
                  </a:lnTo>
                  <a:lnTo>
                    <a:pt x="2603920" y="284627"/>
                  </a:lnTo>
                  <a:lnTo>
                    <a:pt x="2610179" y="284627"/>
                  </a:lnTo>
                  <a:lnTo>
                    <a:pt x="2616438" y="284627"/>
                  </a:lnTo>
                  <a:lnTo>
                    <a:pt x="2622698" y="284627"/>
                  </a:lnTo>
                  <a:lnTo>
                    <a:pt x="2628957" y="284627"/>
                  </a:lnTo>
                  <a:lnTo>
                    <a:pt x="2635217" y="284627"/>
                  </a:lnTo>
                  <a:lnTo>
                    <a:pt x="2641476" y="284627"/>
                  </a:lnTo>
                  <a:lnTo>
                    <a:pt x="2647736" y="284627"/>
                  </a:lnTo>
                  <a:lnTo>
                    <a:pt x="2653995" y="284627"/>
                  </a:lnTo>
                  <a:lnTo>
                    <a:pt x="2660254" y="284627"/>
                  </a:lnTo>
                  <a:lnTo>
                    <a:pt x="2666514" y="284627"/>
                  </a:lnTo>
                  <a:lnTo>
                    <a:pt x="2672773" y="284627"/>
                  </a:lnTo>
                  <a:lnTo>
                    <a:pt x="2679033" y="284627"/>
                  </a:lnTo>
                  <a:lnTo>
                    <a:pt x="2685292" y="284627"/>
                  </a:lnTo>
                  <a:lnTo>
                    <a:pt x="2691552" y="284627"/>
                  </a:lnTo>
                  <a:lnTo>
                    <a:pt x="2697811" y="284627"/>
                  </a:lnTo>
                  <a:lnTo>
                    <a:pt x="2704070" y="284627"/>
                  </a:lnTo>
                  <a:lnTo>
                    <a:pt x="2710330" y="284627"/>
                  </a:lnTo>
                  <a:lnTo>
                    <a:pt x="2716589" y="284627"/>
                  </a:lnTo>
                  <a:lnTo>
                    <a:pt x="2722849" y="284627"/>
                  </a:lnTo>
                  <a:lnTo>
                    <a:pt x="2729108" y="284627"/>
                  </a:lnTo>
                  <a:lnTo>
                    <a:pt x="2735368" y="284627"/>
                  </a:lnTo>
                  <a:lnTo>
                    <a:pt x="2741627" y="284627"/>
                  </a:lnTo>
                  <a:lnTo>
                    <a:pt x="2747886" y="284627"/>
                  </a:lnTo>
                  <a:lnTo>
                    <a:pt x="2754146" y="284627"/>
                  </a:lnTo>
                  <a:lnTo>
                    <a:pt x="2760405" y="284627"/>
                  </a:lnTo>
                  <a:lnTo>
                    <a:pt x="2766665" y="284627"/>
                  </a:lnTo>
                  <a:lnTo>
                    <a:pt x="2772924" y="284627"/>
                  </a:lnTo>
                  <a:lnTo>
                    <a:pt x="2779184" y="284627"/>
                  </a:lnTo>
                  <a:lnTo>
                    <a:pt x="2785443" y="284627"/>
                  </a:lnTo>
                  <a:lnTo>
                    <a:pt x="2791702" y="284627"/>
                  </a:lnTo>
                  <a:lnTo>
                    <a:pt x="2797962" y="284627"/>
                  </a:lnTo>
                  <a:lnTo>
                    <a:pt x="2804221" y="284627"/>
                  </a:lnTo>
                  <a:lnTo>
                    <a:pt x="2810481" y="284627"/>
                  </a:lnTo>
                  <a:lnTo>
                    <a:pt x="2816740" y="284627"/>
                  </a:lnTo>
                  <a:lnTo>
                    <a:pt x="2822999" y="284627"/>
                  </a:lnTo>
                  <a:lnTo>
                    <a:pt x="2829259" y="284627"/>
                  </a:lnTo>
                  <a:lnTo>
                    <a:pt x="2835518" y="284627"/>
                  </a:lnTo>
                  <a:lnTo>
                    <a:pt x="2841778" y="284627"/>
                  </a:lnTo>
                  <a:lnTo>
                    <a:pt x="2848037" y="284627"/>
                  </a:lnTo>
                  <a:lnTo>
                    <a:pt x="2854297" y="284627"/>
                  </a:lnTo>
                  <a:lnTo>
                    <a:pt x="2860556" y="284627"/>
                  </a:lnTo>
                  <a:lnTo>
                    <a:pt x="2866815" y="284627"/>
                  </a:lnTo>
                  <a:lnTo>
                    <a:pt x="2873075" y="284627"/>
                  </a:lnTo>
                  <a:lnTo>
                    <a:pt x="2879334" y="284627"/>
                  </a:lnTo>
                  <a:lnTo>
                    <a:pt x="2885594" y="284627"/>
                  </a:lnTo>
                  <a:lnTo>
                    <a:pt x="2891853" y="284627"/>
                  </a:lnTo>
                  <a:lnTo>
                    <a:pt x="2898113" y="284627"/>
                  </a:lnTo>
                  <a:lnTo>
                    <a:pt x="2904372" y="284627"/>
                  </a:lnTo>
                  <a:lnTo>
                    <a:pt x="2910631" y="284627"/>
                  </a:lnTo>
                  <a:lnTo>
                    <a:pt x="2916891" y="284627"/>
                  </a:lnTo>
                  <a:lnTo>
                    <a:pt x="2923150" y="284627"/>
                  </a:lnTo>
                  <a:lnTo>
                    <a:pt x="2929410" y="284627"/>
                  </a:lnTo>
                  <a:lnTo>
                    <a:pt x="2935669" y="284627"/>
                  </a:lnTo>
                  <a:lnTo>
                    <a:pt x="2941929" y="284627"/>
                  </a:lnTo>
                  <a:lnTo>
                    <a:pt x="2948188" y="284627"/>
                  </a:lnTo>
                  <a:lnTo>
                    <a:pt x="2954447" y="284627"/>
                  </a:lnTo>
                  <a:lnTo>
                    <a:pt x="2960707" y="284627"/>
                  </a:lnTo>
                  <a:lnTo>
                    <a:pt x="2966966" y="284627"/>
                  </a:lnTo>
                  <a:lnTo>
                    <a:pt x="2973226" y="284627"/>
                  </a:lnTo>
                  <a:lnTo>
                    <a:pt x="2979485" y="284627"/>
                  </a:lnTo>
                  <a:lnTo>
                    <a:pt x="2985744" y="284627"/>
                  </a:lnTo>
                  <a:lnTo>
                    <a:pt x="2992004" y="284627"/>
                  </a:lnTo>
                  <a:lnTo>
                    <a:pt x="2998263" y="284627"/>
                  </a:lnTo>
                  <a:lnTo>
                    <a:pt x="3004523" y="284627"/>
                  </a:lnTo>
                  <a:lnTo>
                    <a:pt x="3010782" y="284627"/>
                  </a:lnTo>
                  <a:lnTo>
                    <a:pt x="3017042" y="284627"/>
                  </a:lnTo>
                  <a:lnTo>
                    <a:pt x="3023301" y="284627"/>
                  </a:lnTo>
                  <a:lnTo>
                    <a:pt x="3029560" y="284627"/>
                  </a:lnTo>
                  <a:lnTo>
                    <a:pt x="3035820" y="284627"/>
                  </a:lnTo>
                  <a:lnTo>
                    <a:pt x="3042079" y="284627"/>
                  </a:lnTo>
                  <a:lnTo>
                    <a:pt x="3048339" y="284627"/>
                  </a:lnTo>
                  <a:lnTo>
                    <a:pt x="3054598" y="284627"/>
                  </a:lnTo>
                  <a:lnTo>
                    <a:pt x="3060858" y="284627"/>
                  </a:lnTo>
                  <a:lnTo>
                    <a:pt x="3067117" y="284627"/>
                  </a:lnTo>
                  <a:lnTo>
                    <a:pt x="3073376" y="284627"/>
                  </a:lnTo>
                  <a:lnTo>
                    <a:pt x="3079636" y="284627"/>
                  </a:lnTo>
                  <a:lnTo>
                    <a:pt x="3085895" y="284627"/>
                  </a:lnTo>
                  <a:lnTo>
                    <a:pt x="3092155" y="284627"/>
                  </a:lnTo>
                  <a:lnTo>
                    <a:pt x="3098414" y="284627"/>
                  </a:lnTo>
                  <a:lnTo>
                    <a:pt x="3104674" y="284627"/>
                  </a:lnTo>
                  <a:lnTo>
                    <a:pt x="3110933" y="284627"/>
                  </a:lnTo>
                  <a:lnTo>
                    <a:pt x="3117192" y="284627"/>
                  </a:lnTo>
                  <a:lnTo>
                    <a:pt x="3123452" y="284627"/>
                  </a:lnTo>
                  <a:lnTo>
                    <a:pt x="3129711" y="284627"/>
                  </a:lnTo>
                  <a:lnTo>
                    <a:pt x="3135971" y="284627"/>
                  </a:lnTo>
                  <a:lnTo>
                    <a:pt x="3142230" y="284627"/>
                  </a:lnTo>
                  <a:lnTo>
                    <a:pt x="3148489" y="284627"/>
                  </a:lnTo>
                  <a:lnTo>
                    <a:pt x="3154749" y="284627"/>
                  </a:lnTo>
                  <a:lnTo>
                    <a:pt x="3161008" y="284627"/>
                  </a:lnTo>
                  <a:lnTo>
                    <a:pt x="3167268" y="284627"/>
                  </a:lnTo>
                  <a:lnTo>
                    <a:pt x="3173527" y="284627"/>
                  </a:lnTo>
                  <a:lnTo>
                    <a:pt x="3179787" y="284627"/>
                  </a:lnTo>
                  <a:lnTo>
                    <a:pt x="3186046" y="284627"/>
                  </a:lnTo>
                  <a:lnTo>
                    <a:pt x="3192305" y="284627"/>
                  </a:lnTo>
                  <a:lnTo>
                    <a:pt x="3198565" y="284627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3749798" y="5719495"/>
              <a:ext cx="3198565" cy="811848"/>
            </a:xfrm>
            <a:custGeom>
              <a:avLst/>
              <a:pathLst>
                <a:path w="3198565" h="811848">
                  <a:moveTo>
                    <a:pt x="0" y="811848"/>
                  </a:moveTo>
                  <a:lnTo>
                    <a:pt x="6259" y="811848"/>
                  </a:lnTo>
                  <a:lnTo>
                    <a:pt x="12518" y="811848"/>
                  </a:lnTo>
                  <a:lnTo>
                    <a:pt x="18778" y="811848"/>
                  </a:lnTo>
                  <a:lnTo>
                    <a:pt x="25037" y="811848"/>
                  </a:lnTo>
                  <a:lnTo>
                    <a:pt x="31297" y="811848"/>
                  </a:lnTo>
                  <a:lnTo>
                    <a:pt x="37556" y="811848"/>
                  </a:lnTo>
                  <a:lnTo>
                    <a:pt x="43815" y="811848"/>
                  </a:lnTo>
                  <a:lnTo>
                    <a:pt x="50075" y="811848"/>
                  </a:lnTo>
                  <a:lnTo>
                    <a:pt x="56334" y="811848"/>
                  </a:lnTo>
                  <a:lnTo>
                    <a:pt x="62594" y="811848"/>
                  </a:lnTo>
                  <a:lnTo>
                    <a:pt x="68853" y="811848"/>
                  </a:lnTo>
                  <a:lnTo>
                    <a:pt x="75113" y="811848"/>
                  </a:lnTo>
                  <a:lnTo>
                    <a:pt x="81372" y="811848"/>
                  </a:lnTo>
                  <a:lnTo>
                    <a:pt x="87631" y="811848"/>
                  </a:lnTo>
                  <a:lnTo>
                    <a:pt x="93891" y="811848"/>
                  </a:lnTo>
                  <a:lnTo>
                    <a:pt x="100150" y="811848"/>
                  </a:lnTo>
                  <a:lnTo>
                    <a:pt x="106410" y="811848"/>
                  </a:lnTo>
                  <a:lnTo>
                    <a:pt x="112669" y="811848"/>
                  </a:lnTo>
                  <a:lnTo>
                    <a:pt x="118929" y="811848"/>
                  </a:lnTo>
                  <a:lnTo>
                    <a:pt x="125188" y="811848"/>
                  </a:lnTo>
                  <a:lnTo>
                    <a:pt x="131447" y="811848"/>
                  </a:lnTo>
                  <a:lnTo>
                    <a:pt x="137707" y="811848"/>
                  </a:lnTo>
                  <a:lnTo>
                    <a:pt x="143966" y="811848"/>
                  </a:lnTo>
                  <a:lnTo>
                    <a:pt x="150226" y="811848"/>
                  </a:lnTo>
                  <a:lnTo>
                    <a:pt x="156485" y="811848"/>
                  </a:lnTo>
                  <a:lnTo>
                    <a:pt x="162745" y="811848"/>
                  </a:lnTo>
                  <a:lnTo>
                    <a:pt x="169004" y="811848"/>
                  </a:lnTo>
                  <a:lnTo>
                    <a:pt x="175263" y="811848"/>
                  </a:lnTo>
                  <a:lnTo>
                    <a:pt x="181523" y="811848"/>
                  </a:lnTo>
                  <a:lnTo>
                    <a:pt x="187782" y="811848"/>
                  </a:lnTo>
                  <a:lnTo>
                    <a:pt x="194042" y="811848"/>
                  </a:lnTo>
                  <a:lnTo>
                    <a:pt x="200301" y="811848"/>
                  </a:lnTo>
                  <a:lnTo>
                    <a:pt x="206560" y="811848"/>
                  </a:lnTo>
                  <a:lnTo>
                    <a:pt x="212820" y="811848"/>
                  </a:lnTo>
                  <a:lnTo>
                    <a:pt x="219079" y="811848"/>
                  </a:lnTo>
                  <a:lnTo>
                    <a:pt x="225339" y="811848"/>
                  </a:lnTo>
                  <a:lnTo>
                    <a:pt x="231598" y="811848"/>
                  </a:lnTo>
                  <a:lnTo>
                    <a:pt x="237858" y="811848"/>
                  </a:lnTo>
                  <a:lnTo>
                    <a:pt x="244117" y="811848"/>
                  </a:lnTo>
                  <a:lnTo>
                    <a:pt x="250376" y="811847"/>
                  </a:lnTo>
                  <a:lnTo>
                    <a:pt x="256636" y="811846"/>
                  </a:lnTo>
                  <a:lnTo>
                    <a:pt x="262895" y="811838"/>
                  </a:lnTo>
                  <a:lnTo>
                    <a:pt x="269155" y="811806"/>
                  </a:lnTo>
                  <a:lnTo>
                    <a:pt x="275414" y="811702"/>
                  </a:lnTo>
                  <a:lnTo>
                    <a:pt x="281674" y="811450"/>
                  </a:lnTo>
                  <a:lnTo>
                    <a:pt x="287933" y="811007"/>
                  </a:lnTo>
                  <a:lnTo>
                    <a:pt x="294192" y="810488"/>
                  </a:lnTo>
                  <a:lnTo>
                    <a:pt x="300452" y="810176"/>
                  </a:lnTo>
                  <a:lnTo>
                    <a:pt x="306711" y="810273"/>
                  </a:lnTo>
                  <a:lnTo>
                    <a:pt x="312971" y="810698"/>
                  </a:lnTo>
                  <a:lnTo>
                    <a:pt x="319230" y="811171"/>
                  </a:lnTo>
                  <a:lnTo>
                    <a:pt x="325490" y="811450"/>
                  </a:lnTo>
                  <a:lnTo>
                    <a:pt x="331749" y="811415"/>
                  </a:lnTo>
                  <a:lnTo>
                    <a:pt x="338008" y="811020"/>
                  </a:lnTo>
                  <a:lnTo>
                    <a:pt x="344268" y="810264"/>
                  </a:lnTo>
                  <a:lnTo>
                    <a:pt x="350527" y="809185"/>
                  </a:lnTo>
                  <a:lnTo>
                    <a:pt x="356787" y="807854"/>
                  </a:lnTo>
                  <a:lnTo>
                    <a:pt x="363046" y="806428"/>
                  </a:lnTo>
                  <a:lnTo>
                    <a:pt x="369305" y="805202"/>
                  </a:lnTo>
                  <a:lnTo>
                    <a:pt x="375565" y="804404"/>
                  </a:lnTo>
                  <a:lnTo>
                    <a:pt x="381824" y="803857"/>
                  </a:lnTo>
                  <a:lnTo>
                    <a:pt x="388084" y="803041"/>
                  </a:lnTo>
                  <a:lnTo>
                    <a:pt x="394343" y="801666"/>
                  </a:lnTo>
                  <a:lnTo>
                    <a:pt x="400603" y="800115"/>
                  </a:lnTo>
                  <a:lnTo>
                    <a:pt x="406862" y="799120"/>
                  </a:lnTo>
                  <a:lnTo>
                    <a:pt x="413121" y="799012"/>
                  </a:lnTo>
                  <a:lnTo>
                    <a:pt x="419381" y="799339"/>
                  </a:lnTo>
                  <a:lnTo>
                    <a:pt x="425640" y="799150"/>
                  </a:lnTo>
                  <a:lnTo>
                    <a:pt x="431900" y="797543"/>
                  </a:lnTo>
                  <a:lnTo>
                    <a:pt x="438159" y="793957"/>
                  </a:lnTo>
                  <a:lnTo>
                    <a:pt x="444419" y="787963"/>
                  </a:lnTo>
                  <a:lnTo>
                    <a:pt x="450678" y="778410"/>
                  </a:lnTo>
                  <a:lnTo>
                    <a:pt x="456937" y="762247"/>
                  </a:lnTo>
                  <a:lnTo>
                    <a:pt x="463197" y="734625"/>
                  </a:lnTo>
                  <a:lnTo>
                    <a:pt x="469456" y="691803"/>
                  </a:lnTo>
                  <a:lnTo>
                    <a:pt x="475716" y="634662"/>
                  </a:lnTo>
                  <a:lnTo>
                    <a:pt x="481975" y="568661"/>
                  </a:lnTo>
                  <a:lnTo>
                    <a:pt x="488235" y="501261"/>
                  </a:lnTo>
                  <a:lnTo>
                    <a:pt x="494494" y="440926"/>
                  </a:lnTo>
                  <a:lnTo>
                    <a:pt x="500753" y="395292"/>
                  </a:lnTo>
                  <a:lnTo>
                    <a:pt x="507013" y="362891"/>
                  </a:lnTo>
                  <a:lnTo>
                    <a:pt x="513272" y="322642"/>
                  </a:lnTo>
                  <a:lnTo>
                    <a:pt x="519532" y="245731"/>
                  </a:lnTo>
                  <a:lnTo>
                    <a:pt x="525791" y="131502"/>
                  </a:lnTo>
                  <a:lnTo>
                    <a:pt x="532050" y="27687"/>
                  </a:lnTo>
                  <a:lnTo>
                    <a:pt x="538310" y="0"/>
                  </a:lnTo>
                  <a:lnTo>
                    <a:pt x="544569" y="78312"/>
                  </a:lnTo>
                  <a:lnTo>
                    <a:pt x="550829" y="238344"/>
                  </a:lnTo>
                  <a:lnTo>
                    <a:pt x="557088" y="425982"/>
                  </a:lnTo>
                  <a:lnTo>
                    <a:pt x="563348" y="589890"/>
                  </a:lnTo>
                  <a:lnTo>
                    <a:pt x="569607" y="702351"/>
                  </a:lnTo>
                  <a:lnTo>
                    <a:pt x="575866" y="763409"/>
                  </a:lnTo>
                  <a:lnTo>
                    <a:pt x="582126" y="789002"/>
                  </a:lnTo>
                  <a:lnTo>
                    <a:pt x="588385" y="795270"/>
                  </a:lnTo>
                  <a:lnTo>
                    <a:pt x="594645" y="792149"/>
                  </a:lnTo>
                  <a:lnTo>
                    <a:pt x="600904" y="785907"/>
                  </a:lnTo>
                  <a:lnTo>
                    <a:pt x="607164" y="781787"/>
                  </a:lnTo>
                  <a:lnTo>
                    <a:pt x="613423" y="782560"/>
                  </a:lnTo>
                  <a:lnTo>
                    <a:pt x="619682" y="786691"/>
                  </a:lnTo>
                  <a:lnTo>
                    <a:pt x="625942" y="790249"/>
                  </a:lnTo>
                  <a:lnTo>
                    <a:pt x="632201" y="790792"/>
                  </a:lnTo>
                  <a:lnTo>
                    <a:pt x="638461" y="788762"/>
                  </a:lnTo>
                  <a:lnTo>
                    <a:pt x="644720" y="785912"/>
                  </a:lnTo>
                  <a:lnTo>
                    <a:pt x="650980" y="783906"/>
                  </a:lnTo>
                  <a:lnTo>
                    <a:pt x="657239" y="784280"/>
                  </a:lnTo>
                  <a:lnTo>
                    <a:pt x="663498" y="788020"/>
                  </a:lnTo>
                  <a:lnTo>
                    <a:pt x="669758" y="794429"/>
                  </a:lnTo>
                  <a:lnTo>
                    <a:pt x="676017" y="801259"/>
                  </a:lnTo>
                  <a:lnTo>
                    <a:pt x="682277" y="806476"/>
                  </a:lnTo>
                  <a:lnTo>
                    <a:pt x="688536" y="809533"/>
                  </a:lnTo>
                  <a:lnTo>
                    <a:pt x="694796" y="810986"/>
                  </a:lnTo>
                  <a:lnTo>
                    <a:pt x="701055" y="811572"/>
                  </a:lnTo>
                  <a:lnTo>
                    <a:pt x="707314" y="811773"/>
                  </a:lnTo>
                  <a:lnTo>
                    <a:pt x="713574" y="811831"/>
                  </a:lnTo>
                  <a:lnTo>
                    <a:pt x="719833" y="811845"/>
                  </a:lnTo>
                  <a:lnTo>
                    <a:pt x="726093" y="811847"/>
                  </a:lnTo>
                  <a:lnTo>
                    <a:pt x="732352" y="811848"/>
                  </a:lnTo>
                  <a:lnTo>
                    <a:pt x="738611" y="811848"/>
                  </a:lnTo>
                  <a:lnTo>
                    <a:pt x="744871" y="811848"/>
                  </a:lnTo>
                  <a:lnTo>
                    <a:pt x="751130" y="811848"/>
                  </a:lnTo>
                  <a:lnTo>
                    <a:pt x="757390" y="811848"/>
                  </a:lnTo>
                  <a:lnTo>
                    <a:pt x="763649" y="811848"/>
                  </a:lnTo>
                  <a:lnTo>
                    <a:pt x="769909" y="811848"/>
                  </a:lnTo>
                  <a:lnTo>
                    <a:pt x="776168" y="811848"/>
                  </a:lnTo>
                  <a:lnTo>
                    <a:pt x="782427" y="811848"/>
                  </a:lnTo>
                  <a:lnTo>
                    <a:pt x="788687" y="811848"/>
                  </a:lnTo>
                  <a:lnTo>
                    <a:pt x="794946" y="811848"/>
                  </a:lnTo>
                  <a:lnTo>
                    <a:pt x="801206" y="811848"/>
                  </a:lnTo>
                  <a:lnTo>
                    <a:pt x="807465" y="811848"/>
                  </a:lnTo>
                  <a:lnTo>
                    <a:pt x="813725" y="811848"/>
                  </a:lnTo>
                  <a:lnTo>
                    <a:pt x="819984" y="811848"/>
                  </a:lnTo>
                  <a:lnTo>
                    <a:pt x="826243" y="811848"/>
                  </a:lnTo>
                  <a:lnTo>
                    <a:pt x="832503" y="811848"/>
                  </a:lnTo>
                  <a:lnTo>
                    <a:pt x="838762" y="811848"/>
                  </a:lnTo>
                  <a:lnTo>
                    <a:pt x="845022" y="811848"/>
                  </a:lnTo>
                  <a:lnTo>
                    <a:pt x="851281" y="811848"/>
                  </a:lnTo>
                  <a:lnTo>
                    <a:pt x="857541" y="811848"/>
                  </a:lnTo>
                  <a:lnTo>
                    <a:pt x="863800" y="811848"/>
                  </a:lnTo>
                  <a:lnTo>
                    <a:pt x="870059" y="811848"/>
                  </a:lnTo>
                  <a:lnTo>
                    <a:pt x="876319" y="811848"/>
                  </a:lnTo>
                  <a:lnTo>
                    <a:pt x="882578" y="811848"/>
                  </a:lnTo>
                  <a:lnTo>
                    <a:pt x="888838" y="811848"/>
                  </a:lnTo>
                  <a:lnTo>
                    <a:pt x="895097" y="811848"/>
                  </a:lnTo>
                  <a:lnTo>
                    <a:pt x="901356" y="811848"/>
                  </a:lnTo>
                  <a:lnTo>
                    <a:pt x="907616" y="811848"/>
                  </a:lnTo>
                  <a:lnTo>
                    <a:pt x="913875" y="811848"/>
                  </a:lnTo>
                  <a:lnTo>
                    <a:pt x="920135" y="811848"/>
                  </a:lnTo>
                  <a:lnTo>
                    <a:pt x="926394" y="811848"/>
                  </a:lnTo>
                  <a:lnTo>
                    <a:pt x="932654" y="811848"/>
                  </a:lnTo>
                  <a:lnTo>
                    <a:pt x="938913" y="811848"/>
                  </a:lnTo>
                  <a:lnTo>
                    <a:pt x="945172" y="811848"/>
                  </a:lnTo>
                  <a:lnTo>
                    <a:pt x="951432" y="811848"/>
                  </a:lnTo>
                  <a:lnTo>
                    <a:pt x="957691" y="811848"/>
                  </a:lnTo>
                  <a:lnTo>
                    <a:pt x="963951" y="811848"/>
                  </a:lnTo>
                  <a:lnTo>
                    <a:pt x="970210" y="811848"/>
                  </a:lnTo>
                  <a:lnTo>
                    <a:pt x="976470" y="811848"/>
                  </a:lnTo>
                  <a:lnTo>
                    <a:pt x="982729" y="811848"/>
                  </a:lnTo>
                  <a:lnTo>
                    <a:pt x="988988" y="811848"/>
                  </a:lnTo>
                  <a:lnTo>
                    <a:pt x="995248" y="811848"/>
                  </a:lnTo>
                  <a:lnTo>
                    <a:pt x="1001507" y="811848"/>
                  </a:lnTo>
                  <a:lnTo>
                    <a:pt x="1007767" y="811848"/>
                  </a:lnTo>
                  <a:lnTo>
                    <a:pt x="1014026" y="811848"/>
                  </a:lnTo>
                  <a:lnTo>
                    <a:pt x="1020286" y="811848"/>
                  </a:lnTo>
                  <a:lnTo>
                    <a:pt x="1026545" y="811848"/>
                  </a:lnTo>
                  <a:lnTo>
                    <a:pt x="1032804" y="811848"/>
                  </a:lnTo>
                  <a:lnTo>
                    <a:pt x="1039064" y="811848"/>
                  </a:lnTo>
                  <a:lnTo>
                    <a:pt x="1045323" y="811848"/>
                  </a:lnTo>
                  <a:lnTo>
                    <a:pt x="1051583" y="811848"/>
                  </a:lnTo>
                  <a:lnTo>
                    <a:pt x="1057842" y="811848"/>
                  </a:lnTo>
                  <a:lnTo>
                    <a:pt x="1064101" y="811848"/>
                  </a:lnTo>
                  <a:lnTo>
                    <a:pt x="1070361" y="811848"/>
                  </a:lnTo>
                  <a:lnTo>
                    <a:pt x="1076620" y="811848"/>
                  </a:lnTo>
                  <a:lnTo>
                    <a:pt x="1082880" y="811848"/>
                  </a:lnTo>
                  <a:lnTo>
                    <a:pt x="1089139" y="811848"/>
                  </a:lnTo>
                  <a:lnTo>
                    <a:pt x="1095399" y="811848"/>
                  </a:lnTo>
                  <a:lnTo>
                    <a:pt x="1101658" y="811848"/>
                  </a:lnTo>
                  <a:lnTo>
                    <a:pt x="1107917" y="811848"/>
                  </a:lnTo>
                  <a:lnTo>
                    <a:pt x="1114177" y="811848"/>
                  </a:lnTo>
                  <a:lnTo>
                    <a:pt x="1120436" y="811848"/>
                  </a:lnTo>
                  <a:lnTo>
                    <a:pt x="1126696" y="811848"/>
                  </a:lnTo>
                  <a:lnTo>
                    <a:pt x="1132955" y="811848"/>
                  </a:lnTo>
                  <a:lnTo>
                    <a:pt x="1139215" y="811848"/>
                  </a:lnTo>
                  <a:lnTo>
                    <a:pt x="1145474" y="811848"/>
                  </a:lnTo>
                  <a:lnTo>
                    <a:pt x="1151733" y="811848"/>
                  </a:lnTo>
                  <a:lnTo>
                    <a:pt x="1157993" y="811848"/>
                  </a:lnTo>
                  <a:lnTo>
                    <a:pt x="1164252" y="811848"/>
                  </a:lnTo>
                  <a:lnTo>
                    <a:pt x="1170512" y="811848"/>
                  </a:lnTo>
                  <a:lnTo>
                    <a:pt x="1176771" y="811848"/>
                  </a:lnTo>
                  <a:lnTo>
                    <a:pt x="1183031" y="811848"/>
                  </a:lnTo>
                  <a:lnTo>
                    <a:pt x="1189290" y="811848"/>
                  </a:lnTo>
                  <a:lnTo>
                    <a:pt x="1195549" y="811848"/>
                  </a:lnTo>
                  <a:lnTo>
                    <a:pt x="1201809" y="811848"/>
                  </a:lnTo>
                  <a:lnTo>
                    <a:pt x="1208068" y="811848"/>
                  </a:lnTo>
                  <a:lnTo>
                    <a:pt x="1214328" y="811848"/>
                  </a:lnTo>
                  <a:lnTo>
                    <a:pt x="1220587" y="811848"/>
                  </a:lnTo>
                  <a:lnTo>
                    <a:pt x="1226846" y="811848"/>
                  </a:lnTo>
                  <a:lnTo>
                    <a:pt x="1233106" y="811848"/>
                  </a:lnTo>
                  <a:lnTo>
                    <a:pt x="1239365" y="811848"/>
                  </a:lnTo>
                  <a:lnTo>
                    <a:pt x="1245625" y="811848"/>
                  </a:lnTo>
                  <a:lnTo>
                    <a:pt x="1251884" y="811848"/>
                  </a:lnTo>
                  <a:lnTo>
                    <a:pt x="1258144" y="811848"/>
                  </a:lnTo>
                  <a:lnTo>
                    <a:pt x="1264403" y="811848"/>
                  </a:lnTo>
                  <a:lnTo>
                    <a:pt x="1270662" y="811848"/>
                  </a:lnTo>
                  <a:lnTo>
                    <a:pt x="1276922" y="811848"/>
                  </a:lnTo>
                  <a:lnTo>
                    <a:pt x="1283181" y="811848"/>
                  </a:lnTo>
                  <a:lnTo>
                    <a:pt x="1289441" y="811848"/>
                  </a:lnTo>
                  <a:lnTo>
                    <a:pt x="1295700" y="811848"/>
                  </a:lnTo>
                  <a:lnTo>
                    <a:pt x="1301960" y="811848"/>
                  </a:lnTo>
                  <a:lnTo>
                    <a:pt x="1308219" y="811848"/>
                  </a:lnTo>
                  <a:lnTo>
                    <a:pt x="1314478" y="811848"/>
                  </a:lnTo>
                  <a:lnTo>
                    <a:pt x="1320738" y="811848"/>
                  </a:lnTo>
                  <a:lnTo>
                    <a:pt x="1326997" y="811848"/>
                  </a:lnTo>
                  <a:lnTo>
                    <a:pt x="1333257" y="811848"/>
                  </a:lnTo>
                  <a:lnTo>
                    <a:pt x="1339516" y="811848"/>
                  </a:lnTo>
                  <a:lnTo>
                    <a:pt x="1345776" y="811848"/>
                  </a:lnTo>
                  <a:lnTo>
                    <a:pt x="1352035" y="811848"/>
                  </a:lnTo>
                  <a:lnTo>
                    <a:pt x="1358294" y="811848"/>
                  </a:lnTo>
                  <a:lnTo>
                    <a:pt x="1364554" y="811848"/>
                  </a:lnTo>
                  <a:lnTo>
                    <a:pt x="1370813" y="811848"/>
                  </a:lnTo>
                  <a:lnTo>
                    <a:pt x="1377073" y="811848"/>
                  </a:lnTo>
                  <a:lnTo>
                    <a:pt x="1383332" y="811848"/>
                  </a:lnTo>
                  <a:lnTo>
                    <a:pt x="1389592" y="811848"/>
                  </a:lnTo>
                  <a:lnTo>
                    <a:pt x="1395851" y="811848"/>
                  </a:lnTo>
                  <a:lnTo>
                    <a:pt x="1402110" y="811848"/>
                  </a:lnTo>
                  <a:lnTo>
                    <a:pt x="1408370" y="811848"/>
                  </a:lnTo>
                  <a:lnTo>
                    <a:pt x="1414629" y="811848"/>
                  </a:lnTo>
                  <a:lnTo>
                    <a:pt x="1420889" y="811848"/>
                  </a:lnTo>
                  <a:lnTo>
                    <a:pt x="1427148" y="811848"/>
                  </a:lnTo>
                  <a:lnTo>
                    <a:pt x="1433407" y="811848"/>
                  </a:lnTo>
                  <a:lnTo>
                    <a:pt x="1439667" y="811848"/>
                  </a:lnTo>
                  <a:lnTo>
                    <a:pt x="1445926" y="811848"/>
                  </a:lnTo>
                  <a:lnTo>
                    <a:pt x="1452186" y="811848"/>
                  </a:lnTo>
                  <a:lnTo>
                    <a:pt x="1458445" y="811848"/>
                  </a:lnTo>
                  <a:lnTo>
                    <a:pt x="1464705" y="811848"/>
                  </a:lnTo>
                  <a:lnTo>
                    <a:pt x="1470964" y="811848"/>
                  </a:lnTo>
                  <a:lnTo>
                    <a:pt x="1477223" y="811848"/>
                  </a:lnTo>
                  <a:lnTo>
                    <a:pt x="1483483" y="811848"/>
                  </a:lnTo>
                  <a:lnTo>
                    <a:pt x="1489742" y="811848"/>
                  </a:lnTo>
                  <a:lnTo>
                    <a:pt x="1496002" y="811848"/>
                  </a:lnTo>
                  <a:lnTo>
                    <a:pt x="1502261" y="811848"/>
                  </a:lnTo>
                  <a:lnTo>
                    <a:pt x="1508521" y="811848"/>
                  </a:lnTo>
                  <a:lnTo>
                    <a:pt x="1514780" y="811848"/>
                  </a:lnTo>
                  <a:lnTo>
                    <a:pt x="1521039" y="811848"/>
                  </a:lnTo>
                  <a:lnTo>
                    <a:pt x="1527299" y="811848"/>
                  </a:lnTo>
                  <a:lnTo>
                    <a:pt x="1533558" y="811848"/>
                  </a:lnTo>
                  <a:lnTo>
                    <a:pt x="1539818" y="811848"/>
                  </a:lnTo>
                  <a:lnTo>
                    <a:pt x="1546077" y="811848"/>
                  </a:lnTo>
                  <a:lnTo>
                    <a:pt x="1552337" y="811848"/>
                  </a:lnTo>
                  <a:lnTo>
                    <a:pt x="1558596" y="811848"/>
                  </a:lnTo>
                  <a:lnTo>
                    <a:pt x="1564855" y="811848"/>
                  </a:lnTo>
                  <a:lnTo>
                    <a:pt x="1571115" y="811848"/>
                  </a:lnTo>
                  <a:lnTo>
                    <a:pt x="1577374" y="811848"/>
                  </a:lnTo>
                  <a:lnTo>
                    <a:pt x="1583634" y="811848"/>
                  </a:lnTo>
                  <a:lnTo>
                    <a:pt x="1589893" y="811848"/>
                  </a:lnTo>
                  <a:lnTo>
                    <a:pt x="1596152" y="811848"/>
                  </a:lnTo>
                  <a:lnTo>
                    <a:pt x="1602412" y="811848"/>
                  </a:lnTo>
                  <a:lnTo>
                    <a:pt x="1608671" y="811848"/>
                  </a:lnTo>
                  <a:lnTo>
                    <a:pt x="1614931" y="811848"/>
                  </a:lnTo>
                  <a:lnTo>
                    <a:pt x="1621190" y="811848"/>
                  </a:lnTo>
                  <a:lnTo>
                    <a:pt x="1627450" y="811848"/>
                  </a:lnTo>
                  <a:lnTo>
                    <a:pt x="1633709" y="811848"/>
                  </a:lnTo>
                  <a:lnTo>
                    <a:pt x="1639968" y="811848"/>
                  </a:lnTo>
                  <a:lnTo>
                    <a:pt x="1646228" y="811848"/>
                  </a:lnTo>
                  <a:lnTo>
                    <a:pt x="1652487" y="811848"/>
                  </a:lnTo>
                  <a:lnTo>
                    <a:pt x="1658747" y="811848"/>
                  </a:lnTo>
                  <a:lnTo>
                    <a:pt x="1665006" y="811848"/>
                  </a:lnTo>
                  <a:lnTo>
                    <a:pt x="1671266" y="811848"/>
                  </a:lnTo>
                  <a:lnTo>
                    <a:pt x="1677525" y="811848"/>
                  </a:lnTo>
                  <a:lnTo>
                    <a:pt x="1683784" y="811848"/>
                  </a:lnTo>
                  <a:lnTo>
                    <a:pt x="1690044" y="811848"/>
                  </a:lnTo>
                  <a:lnTo>
                    <a:pt x="1696303" y="811848"/>
                  </a:lnTo>
                  <a:lnTo>
                    <a:pt x="1702563" y="811848"/>
                  </a:lnTo>
                  <a:lnTo>
                    <a:pt x="1708822" y="811848"/>
                  </a:lnTo>
                  <a:lnTo>
                    <a:pt x="1715082" y="811848"/>
                  </a:lnTo>
                  <a:lnTo>
                    <a:pt x="1721341" y="811848"/>
                  </a:lnTo>
                  <a:lnTo>
                    <a:pt x="1727600" y="811848"/>
                  </a:lnTo>
                  <a:lnTo>
                    <a:pt x="1733860" y="811848"/>
                  </a:lnTo>
                  <a:lnTo>
                    <a:pt x="1740119" y="811848"/>
                  </a:lnTo>
                  <a:lnTo>
                    <a:pt x="1746379" y="811848"/>
                  </a:lnTo>
                  <a:lnTo>
                    <a:pt x="1752638" y="811848"/>
                  </a:lnTo>
                  <a:lnTo>
                    <a:pt x="1758897" y="811848"/>
                  </a:lnTo>
                  <a:lnTo>
                    <a:pt x="1765157" y="811848"/>
                  </a:lnTo>
                  <a:lnTo>
                    <a:pt x="1771416" y="811848"/>
                  </a:lnTo>
                  <a:lnTo>
                    <a:pt x="1777676" y="811848"/>
                  </a:lnTo>
                  <a:lnTo>
                    <a:pt x="1783935" y="811848"/>
                  </a:lnTo>
                  <a:lnTo>
                    <a:pt x="1790195" y="811848"/>
                  </a:lnTo>
                  <a:lnTo>
                    <a:pt x="1796454" y="811848"/>
                  </a:lnTo>
                  <a:lnTo>
                    <a:pt x="1802713" y="811848"/>
                  </a:lnTo>
                  <a:lnTo>
                    <a:pt x="1808973" y="811848"/>
                  </a:lnTo>
                  <a:lnTo>
                    <a:pt x="1815232" y="811848"/>
                  </a:lnTo>
                  <a:lnTo>
                    <a:pt x="1821492" y="811848"/>
                  </a:lnTo>
                  <a:lnTo>
                    <a:pt x="1827751" y="811848"/>
                  </a:lnTo>
                  <a:lnTo>
                    <a:pt x="1834011" y="811848"/>
                  </a:lnTo>
                  <a:lnTo>
                    <a:pt x="1840270" y="811848"/>
                  </a:lnTo>
                  <a:lnTo>
                    <a:pt x="1846529" y="811848"/>
                  </a:lnTo>
                  <a:lnTo>
                    <a:pt x="1852789" y="811848"/>
                  </a:lnTo>
                  <a:lnTo>
                    <a:pt x="1859048" y="811848"/>
                  </a:lnTo>
                  <a:lnTo>
                    <a:pt x="1865308" y="811848"/>
                  </a:lnTo>
                  <a:lnTo>
                    <a:pt x="1871567" y="811848"/>
                  </a:lnTo>
                  <a:lnTo>
                    <a:pt x="1877827" y="811848"/>
                  </a:lnTo>
                  <a:lnTo>
                    <a:pt x="1884086" y="811848"/>
                  </a:lnTo>
                  <a:lnTo>
                    <a:pt x="1890345" y="811848"/>
                  </a:lnTo>
                  <a:lnTo>
                    <a:pt x="1896605" y="811848"/>
                  </a:lnTo>
                  <a:lnTo>
                    <a:pt x="1902864" y="811848"/>
                  </a:lnTo>
                  <a:lnTo>
                    <a:pt x="1909124" y="811848"/>
                  </a:lnTo>
                  <a:lnTo>
                    <a:pt x="1915383" y="811848"/>
                  </a:lnTo>
                  <a:lnTo>
                    <a:pt x="1921642" y="811848"/>
                  </a:lnTo>
                  <a:lnTo>
                    <a:pt x="1927902" y="811848"/>
                  </a:lnTo>
                  <a:lnTo>
                    <a:pt x="1934161" y="811848"/>
                  </a:lnTo>
                  <a:lnTo>
                    <a:pt x="1940421" y="811848"/>
                  </a:lnTo>
                  <a:lnTo>
                    <a:pt x="1946680" y="811848"/>
                  </a:lnTo>
                  <a:lnTo>
                    <a:pt x="1952940" y="811848"/>
                  </a:lnTo>
                  <a:lnTo>
                    <a:pt x="1959199" y="811848"/>
                  </a:lnTo>
                  <a:lnTo>
                    <a:pt x="1965458" y="811848"/>
                  </a:lnTo>
                  <a:lnTo>
                    <a:pt x="1971718" y="811848"/>
                  </a:lnTo>
                  <a:lnTo>
                    <a:pt x="1977977" y="811848"/>
                  </a:lnTo>
                  <a:lnTo>
                    <a:pt x="1984237" y="811848"/>
                  </a:lnTo>
                  <a:lnTo>
                    <a:pt x="1990496" y="811848"/>
                  </a:lnTo>
                  <a:lnTo>
                    <a:pt x="1996756" y="811848"/>
                  </a:lnTo>
                  <a:lnTo>
                    <a:pt x="2003015" y="811848"/>
                  </a:lnTo>
                  <a:lnTo>
                    <a:pt x="2009274" y="811848"/>
                  </a:lnTo>
                  <a:lnTo>
                    <a:pt x="2015534" y="811848"/>
                  </a:lnTo>
                  <a:lnTo>
                    <a:pt x="2021793" y="811848"/>
                  </a:lnTo>
                  <a:lnTo>
                    <a:pt x="2028053" y="811848"/>
                  </a:lnTo>
                  <a:lnTo>
                    <a:pt x="2034312" y="811848"/>
                  </a:lnTo>
                  <a:lnTo>
                    <a:pt x="2040572" y="811848"/>
                  </a:lnTo>
                  <a:lnTo>
                    <a:pt x="2046831" y="811848"/>
                  </a:lnTo>
                  <a:lnTo>
                    <a:pt x="2053090" y="811848"/>
                  </a:lnTo>
                  <a:lnTo>
                    <a:pt x="2059350" y="811848"/>
                  </a:lnTo>
                  <a:lnTo>
                    <a:pt x="2065609" y="811848"/>
                  </a:lnTo>
                  <a:lnTo>
                    <a:pt x="2071869" y="811848"/>
                  </a:lnTo>
                  <a:lnTo>
                    <a:pt x="2078128" y="811848"/>
                  </a:lnTo>
                  <a:lnTo>
                    <a:pt x="2084388" y="811848"/>
                  </a:lnTo>
                  <a:lnTo>
                    <a:pt x="2090647" y="811848"/>
                  </a:lnTo>
                  <a:lnTo>
                    <a:pt x="2096906" y="811848"/>
                  </a:lnTo>
                  <a:lnTo>
                    <a:pt x="2103166" y="811848"/>
                  </a:lnTo>
                  <a:lnTo>
                    <a:pt x="2109425" y="811848"/>
                  </a:lnTo>
                  <a:lnTo>
                    <a:pt x="2115685" y="811848"/>
                  </a:lnTo>
                  <a:lnTo>
                    <a:pt x="2121944" y="811848"/>
                  </a:lnTo>
                  <a:lnTo>
                    <a:pt x="2128203" y="811848"/>
                  </a:lnTo>
                  <a:lnTo>
                    <a:pt x="2134463" y="811848"/>
                  </a:lnTo>
                  <a:lnTo>
                    <a:pt x="2140722" y="811848"/>
                  </a:lnTo>
                  <a:lnTo>
                    <a:pt x="2146982" y="811848"/>
                  </a:lnTo>
                  <a:lnTo>
                    <a:pt x="2153241" y="811848"/>
                  </a:lnTo>
                  <a:lnTo>
                    <a:pt x="2159501" y="811848"/>
                  </a:lnTo>
                  <a:lnTo>
                    <a:pt x="2165760" y="811848"/>
                  </a:lnTo>
                  <a:lnTo>
                    <a:pt x="2172019" y="811848"/>
                  </a:lnTo>
                  <a:lnTo>
                    <a:pt x="2178279" y="811848"/>
                  </a:lnTo>
                  <a:lnTo>
                    <a:pt x="2184538" y="811848"/>
                  </a:lnTo>
                  <a:lnTo>
                    <a:pt x="2190798" y="811848"/>
                  </a:lnTo>
                  <a:lnTo>
                    <a:pt x="2197057" y="811848"/>
                  </a:lnTo>
                  <a:lnTo>
                    <a:pt x="2203317" y="811848"/>
                  </a:lnTo>
                  <a:lnTo>
                    <a:pt x="2209576" y="811848"/>
                  </a:lnTo>
                  <a:lnTo>
                    <a:pt x="2215835" y="811848"/>
                  </a:lnTo>
                  <a:lnTo>
                    <a:pt x="2222095" y="811848"/>
                  </a:lnTo>
                  <a:lnTo>
                    <a:pt x="2228354" y="811848"/>
                  </a:lnTo>
                  <a:lnTo>
                    <a:pt x="2234614" y="811848"/>
                  </a:lnTo>
                  <a:lnTo>
                    <a:pt x="2240873" y="811848"/>
                  </a:lnTo>
                  <a:lnTo>
                    <a:pt x="2247133" y="811848"/>
                  </a:lnTo>
                  <a:lnTo>
                    <a:pt x="2253392" y="811848"/>
                  </a:lnTo>
                  <a:lnTo>
                    <a:pt x="2259651" y="811848"/>
                  </a:lnTo>
                  <a:lnTo>
                    <a:pt x="2265911" y="811848"/>
                  </a:lnTo>
                  <a:lnTo>
                    <a:pt x="2272170" y="811848"/>
                  </a:lnTo>
                  <a:lnTo>
                    <a:pt x="2278430" y="811848"/>
                  </a:lnTo>
                  <a:lnTo>
                    <a:pt x="2284689" y="811848"/>
                  </a:lnTo>
                  <a:lnTo>
                    <a:pt x="2290948" y="811848"/>
                  </a:lnTo>
                  <a:lnTo>
                    <a:pt x="2297208" y="811848"/>
                  </a:lnTo>
                  <a:lnTo>
                    <a:pt x="2303467" y="811848"/>
                  </a:lnTo>
                  <a:lnTo>
                    <a:pt x="2309727" y="811848"/>
                  </a:lnTo>
                  <a:lnTo>
                    <a:pt x="2315986" y="811848"/>
                  </a:lnTo>
                  <a:lnTo>
                    <a:pt x="2322246" y="811848"/>
                  </a:lnTo>
                  <a:lnTo>
                    <a:pt x="2328505" y="811848"/>
                  </a:lnTo>
                  <a:lnTo>
                    <a:pt x="2334764" y="811848"/>
                  </a:lnTo>
                  <a:lnTo>
                    <a:pt x="2341024" y="811848"/>
                  </a:lnTo>
                  <a:lnTo>
                    <a:pt x="2347283" y="811848"/>
                  </a:lnTo>
                  <a:lnTo>
                    <a:pt x="2353543" y="811848"/>
                  </a:lnTo>
                  <a:lnTo>
                    <a:pt x="2359802" y="811848"/>
                  </a:lnTo>
                  <a:lnTo>
                    <a:pt x="2366062" y="811848"/>
                  </a:lnTo>
                  <a:lnTo>
                    <a:pt x="2372321" y="811848"/>
                  </a:lnTo>
                  <a:lnTo>
                    <a:pt x="2378580" y="811848"/>
                  </a:lnTo>
                  <a:lnTo>
                    <a:pt x="2384840" y="811848"/>
                  </a:lnTo>
                  <a:lnTo>
                    <a:pt x="2391099" y="811848"/>
                  </a:lnTo>
                  <a:lnTo>
                    <a:pt x="2397359" y="811848"/>
                  </a:lnTo>
                  <a:lnTo>
                    <a:pt x="2403618" y="811848"/>
                  </a:lnTo>
                  <a:lnTo>
                    <a:pt x="2409878" y="811848"/>
                  </a:lnTo>
                  <a:lnTo>
                    <a:pt x="2416137" y="811848"/>
                  </a:lnTo>
                  <a:lnTo>
                    <a:pt x="2422396" y="811848"/>
                  </a:lnTo>
                  <a:lnTo>
                    <a:pt x="2428656" y="811848"/>
                  </a:lnTo>
                  <a:lnTo>
                    <a:pt x="2434915" y="811848"/>
                  </a:lnTo>
                  <a:lnTo>
                    <a:pt x="2441175" y="811848"/>
                  </a:lnTo>
                  <a:lnTo>
                    <a:pt x="2447434" y="811848"/>
                  </a:lnTo>
                  <a:lnTo>
                    <a:pt x="2453693" y="811848"/>
                  </a:lnTo>
                  <a:lnTo>
                    <a:pt x="2459953" y="811848"/>
                  </a:lnTo>
                  <a:lnTo>
                    <a:pt x="2466212" y="811848"/>
                  </a:lnTo>
                  <a:lnTo>
                    <a:pt x="2472472" y="811848"/>
                  </a:lnTo>
                  <a:lnTo>
                    <a:pt x="2478731" y="811848"/>
                  </a:lnTo>
                  <a:lnTo>
                    <a:pt x="2484991" y="811848"/>
                  </a:lnTo>
                  <a:lnTo>
                    <a:pt x="2491250" y="811848"/>
                  </a:lnTo>
                  <a:lnTo>
                    <a:pt x="2497509" y="811848"/>
                  </a:lnTo>
                  <a:lnTo>
                    <a:pt x="2503769" y="811848"/>
                  </a:lnTo>
                  <a:lnTo>
                    <a:pt x="2510028" y="811848"/>
                  </a:lnTo>
                  <a:lnTo>
                    <a:pt x="2516288" y="811848"/>
                  </a:lnTo>
                  <a:lnTo>
                    <a:pt x="2522547" y="811848"/>
                  </a:lnTo>
                  <a:lnTo>
                    <a:pt x="2528807" y="811848"/>
                  </a:lnTo>
                  <a:lnTo>
                    <a:pt x="2535066" y="811848"/>
                  </a:lnTo>
                  <a:lnTo>
                    <a:pt x="2541325" y="811848"/>
                  </a:lnTo>
                  <a:lnTo>
                    <a:pt x="2547585" y="811848"/>
                  </a:lnTo>
                  <a:lnTo>
                    <a:pt x="2553844" y="811848"/>
                  </a:lnTo>
                  <a:lnTo>
                    <a:pt x="2560104" y="811848"/>
                  </a:lnTo>
                  <a:lnTo>
                    <a:pt x="2566363" y="811848"/>
                  </a:lnTo>
                  <a:lnTo>
                    <a:pt x="2572623" y="811848"/>
                  </a:lnTo>
                  <a:lnTo>
                    <a:pt x="2578882" y="811848"/>
                  </a:lnTo>
                  <a:lnTo>
                    <a:pt x="2585141" y="811848"/>
                  </a:lnTo>
                  <a:lnTo>
                    <a:pt x="2591401" y="811848"/>
                  </a:lnTo>
                  <a:lnTo>
                    <a:pt x="2597660" y="811848"/>
                  </a:lnTo>
                  <a:lnTo>
                    <a:pt x="2603920" y="811848"/>
                  </a:lnTo>
                  <a:lnTo>
                    <a:pt x="2610179" y="811848"/>
                  </a:lnTo>
                  <a:lnTo>
                    <a:pt x="2616438" y="811848"/>
                  </a:lnTo>
                  <a:lnTo>
                    <a:pt x="2622698" y="811848"/>
                  </a:lnTo>
                  <a:lnTo>
                    <a:pt x="2628957" y="811848"/>
                  </a:lnTo>
                  <a:lnTo>
                    <a:pt x="2635217" y="811848"/>
                  </a:lnTo>
                  <a:lnTo>
                    <a:pt x="2641476" y="811848"/>
                  </a:lnTo>
                  <a:lnTo>
                    <a:pt x="2647736" y="811848"/>
                  </a:lnTo>
                  <a:lnTo>
                    <a:pt x="2653995" y="811848"/>
                  </a:lnTo>
                  <a:lnTo>
                    <a:pt x="2660254" y="811848"/>
                  </a:lnTo>
                  <a:lnTo>
                    <a:pt x="2666514" y="811848"/>
                  </a:lnTo>
                  <a:lnTo>
                    <a:pt x="2672773" y="811848"/>
                  </a:lnTo>
                  <a:lnTo>
                    <a:pt x="2679033" y="811848"/>
                  </a:lnTo>
                  <a:lnTo>
                    <a:pt x="2685292" y="811848"/>
                  </a:lnTo>
                  <a:lnTo>
                    <a:pt x="2691552" y="811848"/>
                  </a:lnTo>
                  <a:lnTo>
                    <a:pt x="2697811" y="811848"/>
                  </a:lnTo>
                  <a:lnTo>
                    <a:pt x="2704070" y="811848"/>
                  </a:lnTo>
                  <a:lnTo>
                    <a:pt x="2710330" y="811848"/>
                  </a:lnTo>
                  <a:lnTo>
                    <a:pt x="2716589" y="811848"/>
                  </a:lnTo>
                  <a:lnTo>
                    <a:pt x="2722849" y="811848"/>
                  </a:lnTo>
                  <a:lnTo>
                    <a:pt x="2729108" y="811848"/>
                  </a:lnTo>
                  <a:lnTo>
                    <a:pt x="2735368" y="811848"/>
                  </a:lnTo>
                  <a:lnTo>
                    <a:pt x="2741627" y="811847"/>
                  </a:lnTo>
                  <a:lnTo>
                    <a:pt x="2747886" y="811846"/>
                  </a:lnTo>
                  <a:lnTo>
                    <a:pt x="2754146" y="811838"/>
                  </a:lnTo>
                  <a:lnTo>
                    <a:pt x="2760405" y="811806"/>
                  </a:lnTo>
                  <a:lnTo>
                    <a:pt x="2766665" y="811700"/>
                  </a:lnTo>
                  <a:lnTo>
                    <a:pt x="2772924" y="811451"/>
                  </a:lnTo>
                  <a:lnTo>
                    <a:pt x="2779184" y="811025"/>
                  </a:lnTo>
                  <a:lnTo>
                    <a:pt x="2785443" y="810531"/>
                  </a:lnTo>
                  <a:lnTo>
                    <a:pt x="2791702" y="810213"/>
                  </a:lnTo>
                  <a:lnTo>
                    <a:pt x="2797962" y="810273"/>
                  </a:lnTo>
                  <a:lnTo>
                    <a:pt x="2804221" y="810670"/>
                  </a:lnTo>
                  <a:lnTo>
                    <a:pt x="2810481" y="811167"/>
                  </a:lnTo>
                  <a:lnTo>
                    <a:pt x="2816740" y="811546"/>
                  </a:lnTo>
                  <a:lnTo>
                    <a:pt x="2822999" y="811745"/>
                  </a:lnTo>
                  <a:lnTo>
                    <a:pt x="2829259" y="811821"/>
                  </a:lnTo>
                  <a:lnTo>
                    <a:pt x="2835518" y="811843"/>
                  </a:lnTo>
                  <a:lnTo>
                    <a:pt x="2841778" y="811847"/>
                  </a:lnTo>
                  <a:lnTo>
                    <a:pt x="2848037" y="811848"/>
                  </a:lnTo>
                  <a:lnTo>
                    <a:pt x="2854297" y="811848"/>
                  </a:lnTo>
                  <a:lnTo>
                    <a:pt x="2860556" y="811848"/>
                  </a:lnTo>
                  <a:lnTo>
                    <a:pt x="2866815" y="811848"/>
                  </a:lnTo>
                  <a:lnTo>
                    <a:pt x="2873075" y="811848"/>
                  </a:lnTo>
                  <a:lnTo>
                    <a:pt x="2879334" y="811848"/>
                  </a:lnTo>
                  <a:lnTo>
                    <a:pt x="2885594" y="811848"/>
                  </a:lnTo>
                  <a:lnTo>
                    <a:pt x="2891853" y="811848"/>
                  </a:lnTo>
                  <a:lnTo>
                    <a:pt x="2898113" y="811848"/>
                  </a:lnTo>
                  <a:lnTo>
                    <a:pt x="2904372" y="811848"/>
                  </a:lnTo>
                  <a:lnTo>
                    <a:pt x="2910631" y="811848"/>
                  </a:lnTo>
                  <a:lnTo>
                    <a:pt x="2916891" y="811848"/>
                  </a:lnTo>
                  <a:lnTo>
                    <a:pt x="2923150" y="811848"/>
                  </a:lnTo>
                  <a:lnTo>
                    <a:pt x="2929410" y="811848"/>
                  </a:lnTo>
                  <a:lnTo>
                    <a:pt x="2935669" y="811848"/>
                  </a:lnTo>
                  <a:lnTo>
                    <a:pt x="2941929" y="811848"/>
                  </a:lnTo>
                  <a:lnTo>
                    <a:pt x="2948188" y="811848"/>
                  </a:lnTo>
                  <a:lnTo>
                    <a:pt x="2954447" y="811848"/>
                  </a:lnTo>
                  <a:lnTo>
                    <a:pt x="2960707" y="811848"/>
                  </a:lnTo>
                  <a:lnTo>
                    <a:pt x="2966966" y="811848"/>
                  </a:lnTo>
                  <a:lnTo>
                    <a:pt x="2973226" y="811848"/>
                  </a:lnTo>
                  <a:lnTo>
                    <a:pt x="2979485" y="811848"/>
                  </a:lnTo>
                  <a:lnTo>
                    <a:pt x="2985744" y="811848"/>
                  </a:lnTo>
                  <a:lnTo>
                    <a:pt x="2992004" y="811848"/>
                  </a:lnTo>
                  <a:lnTo>
                    <a:pt x="2998263" y="811848"/>
                  </a:lnTo>
                  <a:lnTo>
                    <a:pt x="3004523" y="811848"/>
                  </a:lnTo>
                  <a:lnTo>
                    <a:pt x="3010782" y="811848"/>
                  </a:lnTo>
                  <a:lnTo>
                    <a:pt x="3017042" y="811848"/>
                  </a:lnTo>
                  <a:lnTo>
                    <a:pt x="3023301" y="811848"/>
                  </a:lnTo>
                  <a:lnTo>
                    <a:pt x="3029560" y="811848"/>
                  </a:lnTo>
                  <a:lnTo>
                    <a:pt x="3035820" y="811848"/>
                  </a:lnTo>
                  <a:lnTo>
                    <a:pt x="3042079" y="811848"/>
                  </a:lnTo>
                  <a:lnTo>
                    <a:pt x="3048339" y="811848"/>
                  </a:lnTo>
                  <a:lnTo>
                    <a:pt x="3054598" y="811848"/>
                  </a:lnTo>
                  <a:lnTo>
                    <a:pt x="3060858" y="811848"/>
                  </a:lnTo>
                  <a:lnTo>
                    <a:pt x="3067117" y="811848"/>
                  </a:lnTo>
                  <a:lnTo>
                    <a:pt x="3073376" y="811848"/>
                  </a:lnTo>
                  <a:lnTo>
                    <a:pt x="3079636" y="811848"/>
                  </a:lnTo>
                  <a:lnTo>
                    <a:pt x="3085895" y="811848"/>
                  </a:lnTo>
                  <a:lnTo>
                    <a:pt x="3092155" y="811848"/>
                  </a:lnTo>
                  <a:lnTo>
                    <a:pt x="3098414" y="811848"/>
                  </a:lnTo>
                  <a:lnTo>
                    <a:pt x="3104674" y="811848"/>
                  </a:lnTo>
                  <a:lnTo>
                    <a:pt x="3110933" y="811848"/>
                  </a:lnTo>
                  <a:lnTo>
                    <a:pt x="3117192" y="811848"/>
                  </a:lnTo>
                  <a:lnTo>
                    <a:pt x="3123452" y="811848"/>
                  </a:lnTo>
                  <a:lnTo>
                    <a:pt x="3129711" y="811848"/>
                  </a:lnTo>
                  <a:lnTo>
                    <a:pt x="3135971" y="811848"/>
                  </a:lnTo>
                  <a:lnTo>
                    <a:pt x="3142230" y="811848"/>
                  </a:lnTo>
                  <a:lnTo>
                    <a:pt x="3148489" y="811848"/>
                  </a:lnTo>
                  <a:lnTo>
                    <a:pt x="3154749" y="811848"/>
                  </a:lnTo>
                  <a:lnTo>
                    <a:pt x="3161008" y="811848"/>
                  </a:lnTo>
                  <a:lnTo>
                    <a:pt x="3167268" y="811848"/>
                  </a:lnTo>
                  <a:lnTo>
                    <a:pt x="3173527" y="811848"/>
                  </a:lnTo>
                  <a:lnTo>
                    <a:pt x="3179787" y="811848"/>
                  </a:lnTo>
                  <a:lnTo>
                    <a:pt x="3186046" y="811848"/>
                  </a:lnTo>
                  <a:lnTo>
                    <a:pt x="3192305" y="811848"/>
                  </a:lnTo>
                  <a:lnTo>
                    <a:pt x="3198565" y="811848"/>
                  </a:lnTo>
                  <a:lnTo>
                    <a:pt x="3192305" y="811848"/>
                  </a:lnTo>
                  <a:lnTo>
                    <a:pt x="3186046" y="811848"/>
                  </a:lnTo>
                  <a:lnTo>
                    <a:pt x="3179787" y="811848"/>
                  </a:lnTo>
                  <a:lnTo>
                    <a:pt x="3173527" y="811848"/>
                  </a:lnTo>
                  <a:lnTo>
                    <a:pt x="3167268" y="811848"/>
                  </a:lnTo>
                  <a:lnTo>
                    <a:pt x="3161008" y="811848"/>
                  </a:lnTo>
                  <a:lnTo>
                    <a:pt x="3154749" y="811848"/>
                  </a:lnTo>
                  <a:lnTo>
                    <a:pt x="3148489" y="811848"/>
                  </a:lnTo>
                  <a:lnTo>
                    <a:pt x="3142230" y="811848"/>
                  </a:lnTo>
                  <a:lnTo>
                    <a:pt x="3135971" y="811848"/>
                  </a:lnTo>
                  <a:lnTo>
                    <a:pt x="3129711" y="811848"/>
                  </a:lnTo>
                  <a:lnTo>
                    <a:pt x="3123452" y="811848"/>
                  </a:lnTo>
                  <a:lnTo>
                    <a:pt x="3117192" y="811848"/>
                  </a:lnTo>
                  <a:lnTo>
                    <a:pt x="3110933" y="811848"/>
                  </a:lnTo>
                  <a:lnTo>
                    <a:pt x="3104674" y="811848"/>
                  </a:lnTo>
                  <a:lnTo>
                    <a:pt x="3098414" y="811848"/>
                  </a:lnTo>
                  <a:lnTo>
                    <a:pt x="3092155" y="811848"/>
                  </a:lnTo>
                  <a:lnTo>
                    <a:pt x="3085895" y="811848"/>
                  </a:lnTo>
                  <a:lnTo>
                    <a:pt x="3079636" y="811848"/>
                  </a:lnTo>
                  <a:lnTo>
                    <a:pt x="3073376" y="811848"/>
                  </a:lnTo>
                  <a:lnTo>
                    <a:pt x="3067117" y="811848"/>
                  </a:lnTo>
                  <a:lnTo>
                    <a:pt x="3060858" y="811848"/>
                  </a:lnTo>
                  <a:lnTo>
                    <a:pt x="3054598" y="811848"/>
                  </a:lnTo>
                  <a:lnTo>
                    <a:pt x="3048339" y="811848"/>
                  </a:lnTo>
                  <a:lnTo>
                    <a:pt x="3042079" y="811848"/>
                  </a:lnTo>
                  <a:lnTo>
                    <a:pt x="3035820" y="811848"/>
                  </a:lnTo>
                  <a:lnTo>
                    <a:pt x="3029560" y="811848"/>
                  </a:lnTo>
                  <a:lnTo>
                    <a:pt x="3023301" y="811848"/>
                  </a:lnTo>
                  <a:lnTo>
                    <a:pt x="3017042" y="811848"/>
                  </a:lnTo>
                  <a:lnTo>
                    <a:pt x="3010782" y="811848"/>
                  </a:lnTo>
                  <a:lnTo>
                    <a:pt x="3004523" y="811848"/>
                  </a:lnTo>
                  <a:lnTo>
                    <a:pt x="2998263" y="811848"/>
                  </a:lnTo>
                  <a:lnTo>
                    <a:pt x="2992004" y="811848"/>
                  </a:lnTo>
                  <a:lnTo>
                    <a:pt x="2985744" y="811848"/>
                  </a:lnTo>
                  <a:lnTo>
                    <a:pt x="2979485" y="811848"/>
                  </a:lnTo>
                  <a:lnTo>
                    <a:pt x="2973226" y="811848"/>
                  </a:lnTo>
                  <a:lnTo>
                    <a:pt x="2966966" y="811848"/>
                  </a:lnTo>
                  <a:lnTo>
                    <a:pt x="2960707" y="811848"/>
                  </a:lnTo>
                  <a:lnTo>
                    <a:pt x="2954447" y="811848"/>
                  </a:lnTo>
                  <a:lnTo>
                    <a:pt x="2948188" y="811848"/>
                  </a:lnTo>
                  <a:lnTo>
                    <a:pt x="2941929" y="811848"/>
                  </a:lnTo>
                  <a:lnTo>
                    <a:pt x="2935669" y="811848"/>
                  </a:lnTo>
                  <a:lnTo>
                    <a:pt x="2929410" y="811848"/>
                  </a:lnTo>
                  <a:lnTo>
                    <a:pt x="2923150" y="811848"/>
                  </a:lnTo>
                  <a:lnTo>
                    <a:pt x="2916891" y="811848"/>
                  </a:lnTo>
                  <a:lnTo>
                    <a:pt x="2910631" y="811848"/>
                  </a:lnTo>
                  <a:lnTo>
                    <a:pt x="2904372" y="811848"/>
                  </a:lnTo>
                  <a:lnTo>
                    <a:pt x="2898113" y="811848"/>
                  </a:lnTo>
                  <a:lnTo>
                    <a:pt x="2891853" y="811848"/>
                  </a:lnTo>
                  <a:lnTo>
                    <a:pt x="2885594" y="811848"/>
                  </a:lnTo>
                  <a:lnTo>
                    <a:pt x="2879334" y="811848"/>
                  </a:lnTo>
                  <a:lnTo>
                    <a:pt x="2873075" y="811848"/>
                  </a:lnTo>
                  <a:lnTo>
                    <a:pt x="2866815" y="811848"/>
                  </a:lnTo>
                  <a:lnTo>
                    <a:pt x="2860556" y="811848"/>
                  </a:lnTo>
                  <a:lnTo>
                    <a:pt x="2854297" y="811848"/>
                  </a:lnTo>
                  <a:lnTo>
                    <a:pt x="2848037" y="811848"/>
                  </a:lnTo>
                  <a:lnTo>
                    <a:pt x="2841778" y="811848"/>
                  </a:lnTo>
                  <a:lnTo>
                    <a:pt x="2835518" y="811848"/>
                  </a:lnTo>
                  <a:lnTo>
                    <a:pt x="2829259" y="811848"/>
                  </a:lnTo>
                  <a:lnTo>
                    <a:pt x="2822999" y="811848"/>
                  </a:lnTo>
                  <a:lnTo>
                    <a:pt x="2816740" y="811848"/>
                  </a:lnTo>
                  <a:lnTo>
                    <a:pt x="2810481" y="811848"/>
                  </a:lnTo>
                  <a:lnTo>
                    <a:pt x="2804221" y="811848"/>
                  </a:lnTo>
                  <a:lnTo>
                    <a:pt x="2797962" y="811848"/>
                  </a:lnTo>
                  <a:lnTo>
                    <a:pt x="2791702" y="811848"/>
                  </a:lnTo>
                  <a:lnTo>
                    <a:pt x="2785443" y="811848"/>
                  </a:lnTo>
                  <a:lnTo>
                    <a:pt x="2779184" y="811848"/>
                  </a:lnTo>
                  <a:lnTo>
                    <a:pt x="2772924" y="811848"/>
                  </a:lnTo>
                  <a:lnTo>
                    <a:pt x="2766665" y="811848"/>
                  </a:lnTo>
                  <a:lnTo>
                    <a:pt x="2760405" y="811848"/>
                  </a:lnTo>
                  <a:lnTo>
                    <a:pt x="2754146" y="811848"/>
                  </a:lnTo>
                  <a:lnTo>
                    <a:pt x="2747886" y="811848"/>
                  </a:lnTo>
                  <a:lnTo>
                    <a:pt x="2741627" y="811848"/>
                  </a:lnTo>
                  <a:lnTo>
                    <a:pt x="2735368" y="811848"/>
                  </a:lnTo>
                  <a:lnTo>
                    <a:pt x="2729108" y="811848"/>
                  </a:lnTo>
                  <a:lnTo>
                    <a:pt x="2722849" y="811848"/>
                  </a:lnTo>
                  <a:lnTo>
                    <a:pt x="2716589" y="811848"/>
                  </a:lnTo>
                  <a:lnTo>
                    <a:pt x="2710330" y="811848"/>
                  </a:lnTo>
                  <a:lnTo>
                    <a:pt x="2704070" y="811848"/>
                  </a:lnTo>
                  <a:lnTo>
                    <a:pt x="2697811" y="811848"/>
                  </a:lnTo>
                  <a:lnTo>
                    <a:pt x="2691552" y="811848"/>
                  </a:lnTo>
                  <a:lnTo>
                    <a:pt x="2685292" y="811848"/>
                  </a:lnTo>
                  <a:lnTo>
                    <a:pt x="2679033" y="811848"/>
                  </a:lnTo>
                  <a:lnTo>
                    <a:pt x="2672773" y="811848"/>
                  </a:lnTo>
                  <a:lnTo>
                    <a:pt x="2666514" y="811848"/>
                  </a:lnTo>
                  <a:lnTo>
                    <a:pt x="2660254" y="811848"/>
                  </a:lnTo>
                  <a:lnTo>
                    <a:pt x="2653995" y="811848"/>
                  </a:lnTo>
                  <a:lnTo>
                    <a:pt x="2647736" y="811848"/>
                  </a:lnTo>
                  <a:lnTo>
                    <a:pt x="2641476" y="811848"/>
                  </a:lnTo>
                  <a:lnTo>
                    <a:pt x="2635217" y="811848"/>
                  </a:lnTo>
                  <a:lnTo>
                    <a:pt x="2628957" y="811848"/>
                  </a:lnTo>
                  <a:lnTo>
                    <a:pt x="2622698" y="811848"/>
                  </a:lnTo>
                  <a:lnTo>
                    <a:pt x="2616438" y="811848"/>
                  </a:lnTo>
                  <a:lnTo>
                    <a:pt x="2610179" y="811848"/>
                  </a:lnTo>
                  <a:lnTo>
                    <a:pt x="2603920" y="811848"/>
                  </a:lnTo>
                  <a:lnTo>
                    <a:pt x="2597660" y="811848"/>
                  </a:lnTo>
                  <a:lnTo>
                    <a:pt x="2591401" y="811848"/>
                  </a:lnTo>
                  <a:lnTo>
                    <a:pt x="2585141" y="811848"/>
                  </a:lnTo>
                  <a:lnTo>
                    <a:pt x="2578882" y="811848"/>
                  </a:lnTo>
                  <a:lnTo>
                    <a:pt x="2572623" y="811848"/>
                  </a:lnTo>
                  <a:lnTo>
                    <a:pt x="2566363" y="811848"/>
                  </a:lnTo>
                  <a:lnTo>
                    <a:pt x="2560104" y="811848"/>
                  </a:lnTo>
                  <a:lnTo>
                    <a:pt x="2553844" y="811848"/>
                  </a:lnTo>
                  <a:lnTo>
                    <a:pt x="2547585" y="811848"/>
                  </a:lnTo>
                  <a:lnTo>
                    <a:pt x="2541325" y="811848"/>
                  </a:lnTo>
                  <a:lnTo>
                    <a:pt x="2535066" y="811848"/>
                  </a:lnTo>
                  <a:lnTo>
                    <a:pt x="2528807" y="811848"/>
                  </a:lnTo>
                  <a:lnTo>
                    <a:pt x="2522547" y="811848"/>
                  </a:lnTo>
                  <a:lnTo>
                    <a:pt x="2516288" y="811848"/>
                  </a:lnTo>
                  <a:lnTo>
                    <a:pt x="2510028" y="811848"/>
                  </a:lnTo>
                  <a:lnTo>
                    <a:pt x="2503769" y="811848"/>
                  </a:lnTo>
                  <a:lnTo>
                    <a:pt x="2497509" y="811848"/>
                  </a:lnTo>
                  <a:lnTo>
                    <a:pt x="2491250" y="811848"/>
                  </a:lnTo>
                  <a:lnTo>
                    <a:pt x="2484991" y="811848"/>
                  </a:lnTo>
                  <a:lnTo>
                    <a:pt x="2478731" y="811848"/>
                  </a:lnTo>
                  <a:lnTo>
                    <a:pt x="2472472" y="811848"/>
                  </a:lnTo>
                  <a:lnTo>
                    <a:pt x="2466212" y="811848"/>
                  </a:lnTo>
                  <a:lnTo>
                    <a:pt x="2459953" y="811848"/>
                  </a:lnTo>
                  <a:lnTo>
                    <a:pt x="2453693" y="811848"/>
                  </a:lnTo>
                  <a:lnTo>
                    <a:pt x="2447434" y="811848"/>
                  </a:lnTo>
                  <a:lnTo>
                    <a:pt x="2441175" y="811848"/>
                  </a:lnTo>
                  <a:lnTo>
                    <a:pt x="2434915" y="811848"/>
                  </a:lnTo>
                  <a:lnTo>
                    <a:pt x="2428656" y="811848"/>
                  </a:lnTo>
                  <a:lnTo>
                    <a:pt x="2422396" y="811848"/>
                  </a:lnTo>
                  <a:lnTo>
                    <a:pt x="2416137" y="811848"/>
                  </a:lnTo>
                  <a:lnTo>
                    <a:pt x="2409878" y="811848"/>
                  </a:lnTo>
                  <a:lnTo>
                    <a:pt x="2403618" y="811848"/>
                  </a:lnTo>
                  <a:lnTo>
                    <a:pt x="2397359" y="811848"/>
                  </a:lnTo>
                  <a:lnTo>
                    <a:pt x="2391099" y="811848"/>
                  </a:lnTo>
                  <a:lnTo>
                    <a:pt x="2384840" y="811848"/>
                  </a:lnTo>
                  <a:lnTo>
                    <a:pt x="2378580" y="811848"/>
                  </a:lnTo>
                  <a:lnTo>
                    <a:pt x="2372321" y="811848"/>
                  </a:lnTo>
                  <a:lnTo>
                    <a:pt x="2366062" y="811848"/>
                  </a:lnTo>
                  <a:lnTo>
                    <a:pt x="2359802" y="811848"/>
                  </a:lnTo>
                  <a:lnTo>
                    <a:pt x="2353543" y="811848"/>
                  </a:lnTo>
                  <a:lnTo>
                    <a:pt x="2347283" y="811848"/>
                  </a:lnTo>
                  <a:lnTo>
                    <a:pt x="2341024" y="811848"/>
                  </a:lnTo>
                  <a:lnTo>
                    <a:pt x="2334764" y="811848"/>
                  </a:lnTo>
                  <a:lnTo>
                    <a:pt x="2328505" y="811848"/>
                  </a:lnTo>
                  <a:lnTo>
                    <a:pt x="2322246" y="811848"/>
                  </a:lnTo>
                  <a:lnTo>
                    <a:pt x="2315986" y="811848"/>
                  </a:lnTo>
                  <a:lnTo>
                    <a:pt x="2309727" y="811848"/>
                  </a:lnTo>
                  <a:lnTo>
                    <a:pt x="2303467" y="811848"/>
                  </a:lnTo>
                  <a:lnTo>
                    <a:pt x="2297208" y="811848"/>
                  </a:lnTo>
                  <a:lnTo>
                    <a:pt x="2290948" y="811848"/>
                  </a:lnTo>
                  <a:lnTo>
                    <a:pt x="2284689" y="811848"/>
                  </a:lnTo>
                  <a:lnTo>
                    <a:pt x="2278430" y="811848"/>
                  </a:lnTo>
                  <a:lnTo>
                    <a:pt x="2272170" y="811848"/>
                  </a:lnTo>
                  <a:lnTo>
                    <a:pt x="2265911" y="811848"/>
                  </a:lnTo>
                  <a:lnTo>
                    <a:pt x="2259651" y="811848"/>
                  </a:lnTo>
                  <a:lnTo>
                    <a:pt x="2253392" y="811848"/>
                  </a:lnTo>
                  <a:lnTo>
                    <a:pt x="2247133" y="811848"/>
                  </a:lnTo>
                  <a:lnTo>
                    <a:pt x="2240873" y="811848"/>
                  </a:lnTo>
                  <a:lnTo>
                    <a:pt x="2234614" y="811848"/>
                  </a:lnTo>
                  <a:lnTo>
                    <a:pt x="2228354" y="811848"/>
                  </a:lnTo>
                  <a:lnTo>
                    <a:pt x="2222095" y="811848"/>
                  </a:lnTo>
                  <a:lnTo>
                    <a:pt x="2215835" y="811848"/>
                  </a:lnTo>
                  <a:lnTo>
                    <a:pt x="2209576" y="811848"/>
                  </a:lnTo>
                  <a:lnTo>
                    <a:pt x="2203317" y="811848"/>
                  </a:lnTo>
                  <a:lnTo>
                    <a:pt x="2197057" y="811848"/>
                  </a:lnTo>
                  <a:lnTo>
                    <a:pt x="2190798" y="811848"/>
                  </a:lnTo>
                  <a:lnTo>
                    <a:pt x="2184538" y="811848"/>
                  </a:lnTo>
                  <a:lnTo>
                    <a:pt x="2178279" y="811848"/>
                  </a:lnTo>
                  <a:lnTo>
                    <a:pt x="2172019" y="811848"/>
                  </a:lnTo>
                  <a:lnTo>
                    <a:pt x="2165760" y="811848"/>
                  </a:lnTo>
                  <a:lnTo>
                    <a:pt x="2159501" y="811848"/>
                  </a:lnTo>
                  <a:lnTo>
                    <a:pt x="2153241" y="811848"/>
                  </a:lnTo>
                  <a:lnTo>
                    <a:pt x="2146982" y="811848"/>
                  </a:lnTo>
                  <a:lnTo>
                    <a:pt x="2140722" y="811848"/>
                  </a:lnTo>
                  <a:lnTo>
                    <a:pt x="2134463" y="811848"/>
                  </a:lnTo>
                  <a:lnTo>
                    <a:pt x="2128203" y="811848"/>
                  </a:lnTo>
                  <a:lnTo>
                    <a:pt x="2121944" y="811848"/>
                  </a:lnTo>
                  <a:lnTo>
                    <a:pt x="2115685" y="811848"/>
                  </a:lnTo>
                  <a:lnTo>
                    <a:pt x="2109425" y="811848"/>
                  </a:lnTo>
                  <a:lnTo>
                    <a:pt x="2103166" y="811848"/>
                  </a:lnTo>
                  <a:lnTo>
                    <a:pt x="2096906" y="811848"/>
                  </a:lnTo>
                  <a:lnTo>
                    <a:pt x="2090647" y="811848"/>
                  </a:lnTo>
                  <a:lnTo>
                    <a:pt x="2084388" y="811848"/>
                  </a:lnTo>
                  <a:lnTo>
                    <a:pt x="2078128" y="811848"/>
                  </a:lnTo>
                  <a:lnTo>
                    <a:pt x="2071869" y="811848"/>
                  </a:lnTo>
                  <a:lnTo>
                    <a:pt x="2065609" y="811848"/>
                  </a:lnTo>
                  <a:lnTo>
                    <a:pt x="2059350" y="811848"/>
                  </a:lnTo>
                  <a:lnTo>
                    <a:pt x="2053090" y="811848"/>
                  </a:lnTo>
                  <a:lnTo>
                    <a:pt x="2046831" y="811848"/>
                  </a:lnTo>
                  <a:lnTo>
                    <a:pt x="2040572" y="811848"/>
                  </a:lnTo>
                  <a:lnTo>
                    <a:pt x="2034312" y="811848"/>
                  </a:lnTo>
                  <a:lnTo>
                    <a:pt x="2028053" y="811848"/>
                  </a:lnTo>
                  <a:lnTo>
                    <a:pt x="2021793" y="811848"/>
                  </a:lnTo>
                  <a:lnTo>
                    <a:pt x="2015534" y="811848"/>
                  </a:lnTo>
                  <a:lnTo>
                    <a:pt x="2009274" y="811848"/>
                  </a:lnTo>
                  <a:lnTo>
                    <a:pt x="2003015" y="811848"/>
                  </a:lnTo>
                  <a:lnTo>
                    <a:pt x="1996756" y="811848"/>
                  </a:lnTo>
                  <a:lnTo>
                    <a:pt x="1990496" y="811848"/>
                  </a:lnTo>
                  <a:lnTo>
                    <a:pt x="1984237" y="811848"/>
                  </a:lnTo>
                  <a:lnTo>
                    <a:pt x="1977977" y="811848"/>
                  </a:lnTo>
                  <a:lnTo>
                    <a:pt x="1971718" y="811848"/>
                  </a:lnTo>
                  <a:lnTo>
                    <a:pt x="1965458" y="811848"/>
                  </a:lnTo>
                  <a:lnTo>
                    <a:pt x="1959199" y="811848"/>
                  </a:lnTo>
                  <a:lnTo>
                    <a:pt x="1952940" y="811848"/>
                  </a:lnTo>
                  <a:lnTo>
                    <a:pt x="1946680" y="811848"/>
                  </a:lnTo>
                  <a:lnTo>
                    <a:pt x="1940421" y="811848"/>
                  </a:lnTo>
                  <a:lnTo>
                    <a:pt x="1934161" y="811848"/>
                  </a:lnTo>
                  <a:lnTo>
                    <a:pt x="1927902" y="811848"/>
                  </a:lnTo>
                  <a:lnTo>
                    <a:pt x="1921642" y="811848"/>
                  </a:lnTo>
                  <a:lnTo>
                    <a:pt x="1915383" y="811848"/>
                  </a:lnTo>
                  <a:lnTo>
                    <a:pt x="1909124" y="811848"/>
                  </a:lnTo>
                  <a:lnTo>
                    <a:pt x="1902864" y="811848"/>
                  </a:lnTo>
                  <a:lnTo>
                    <a:pt x="1896605" y="811848"/>
                  </a:lnTo>
                  <a:lnTo>
                    <a:pt x="1890345" y="811848"/>
                  </a:lnTo>
                  <a:lnTo>
                    <a:pt x="1884086" y="811848"/>
                  </a:lnTo>
                  <a:lnTo>
                    <a:pt x="1877827" y="811848"/>
                  </a:lnTo>
                  <a:lnTo>
                    <a:pt x="1871567" y="811848"/>
                  </a:lnTo>
                  <a:lnTo>
                    <a:pt x="1865308" y="811848"/>
                  </a:lnTo>
                  <a:lnTo>
                    <a:pt x="1859048" y="811848"/>
                  </a:lnTo>
                  <a:lnTo>
                    <a:pt x="1852789" y="811848"/>
                  </a:lnTo>
                  <a:lnTo>
                    <a:pt x="1846529" y="811848"/>
                  </a:lnTo>
                  <a:lnTo>
                    <a:pt x="1840270" y="811848"/>
                  </a:lnTo>
                  <a:lnTo>
                    <a:pt x="1834011" y="811848"/>
                  </a:lnTo>
                  <a:lnTo>
                    <a:pt x="1827751" y="811848"/>
                  </a:lnTo>
                  <a:lnTo>
                    <a:pt x="1821492" y="811848"/>
                  </a:lnTo>
                  <a:lnTo>
                    <a:pt x="1815232" y="811848"/>
                  </a:lnTo>
                  <a:lnTo>
                    <a:pt x="1808973" y="811848"/>
                  </a:lnTo>
                  <a:lnTo>
                    <a:pt x="1802713" y="811848"/>
                  </a:lnTo>
                  <a:lnTo>
                    <a:pt x="1796454" y="811848"/>
                  </a:lnTo>
                  <a:lnTo>
                    <a:pt x="1790195" y="811848"/>
                  </a:lnTo>
                  <a:lnTo>
                    <a:pt x="1783935" y="811848"/>
                  </a:lnTo>
                  <a:lnTo>
                    <a:pt x="1777676" y="811848"/>
                  </a:lnTo>
                  <a:lnTo>
                    <a:pt x="1771416" y="811848"/>
                  </a:lnTo>
                  <a:lnTo>
                    <a:pt x="1765157" y="811848"/>
                  </a:lnTo>
                  <a:lnTo>
                    <a:pt x="1758897" y="811848"/>
                  </a:lnTo>
                  <a:lnTo>
                    <a:pt x="1752638" y="811848"/>
                  </a:lnTo>
                  <a:lnTo>
                    <a:pt x="1746379" y="811848"/>
                  </a:lnTo>
                  <a:lnTo>
                    <a:pt x="1740119" y="811848"/>
                  </a:lnTo>
                  <a:lnTo>
                    <a:pt x="1733860" y="811848"/>
                  </a:lnTo>
                  <a:lnTo>
                    <a:pt x="1727600" y="811848"/>
                  </a:lnTo>
                  <a:lnTo>
                    <a:pt x="1721341" y="811848"/>
                  </a:lnTo>
                  <a:lnTo>
                    <a:pt x="1715082" y="811848"/>
                  </a:lnTo>
                  <a:lnTo>
                    <a:pt x="1708822" y="811848"/>
                  </a:lnTo>
                  <a:lnTo>
                    <a:pt x="1702563" y="811848"/>
                  </a:lnTo>
                  <a:lnTo>
                    <a:pt x="1696303" y="811848"/>
                  </a:lnTo>
                  <a:lnTo>
                    <a:pt x="1690044" y="811848"/>
                  </a:lnTo>
                  <a:lnTo>
                    <a:pt x="1683784" y="811848"/>
                  </a:lnTo>
                  <a:lnTo>
                    <a:pt x="1677525" y="811848"/>
                  </a:lnTo>
                  <a:lnTo>
                    <a:pt x="1671266" y="811848"/>
                  </a:lnTo>
                  <a:lnTo>
                    <a:pt x="1665006" y="811848"/>
                  </a:lnTo>
                  <a:lnTo>
                    <a:pt x="1658747" y="811848"/>
                  </a:lnTo>
                  <a:lnTo>
                    <a:pt x="1652487" y="811848"/>
                  </a:lnTo>
                  <a:lnTo>
                    <a:pt x="1646228" y="811848"/>
                  </a:lnTo>
                  <a:lnTo>
                    <a:pt x="1639968" y="811848"/>
                  </a:lnTo>
                  <a:lnTo>
                    <a:pt x="1633709" y="811848"/>
                  </a:lnTo>
                  <a:lnTo>
                    <a:pt x="1627450" y="811848"/>
                  </a:lnTo>
                  <a:lnTo>
                    <a:pt x="1621190" y="811848"/>
                  </a:lnTo>
                  <a:lnTo>
                    <a:pt x="1614931" y="811848"/>
                  </a:lnTo>
                  <a:lnTo>
                    <a:pt x="1608671" y="811848"/>
                  </a:lnTo>
                  <a:lnTo>
                    <a:pt x="1602412" y="811848"/>
                  </a:lnTo>
                  <a:lnTo>
                    <a:pt x="1596152" y="811848"/>
                  </a:lnTo>
                  <a:lnTo>
                    <a:pt x="1589893" y="811848"/>
                  </a:lnTo>
                  <a:lnTo>
                    <a:pt x="1583634" y="811848"/>
                  </a:lnTo>
                  <a:lnTo>
                    <a:pt x="1577374" y="811848"/>
                  </a:lnTo>
                  <a:lnTo>
                    <a:pt x="1571115" y="811848"/>
                  </a:lnTo>
                  <a:lnTo>
                    <a:pt x="1564855" y="811848"/>
                  </a:lnTo>
                  <a:lnTo>
                    <a:pt x="1558596" y="811848"/>
                  </a:lnTo>
                  <a:lnTo>
                    <a:pt x="1552337" y="811848"/>
                  </a:lnTo>
                  <a:lnTo>
                    <a:pt x="1546077" y="811848"/>
                  </a:lnTo>
                  <a:lnTo>
                    <a:pt x="1539818" y="811848"/>
                  </a:lnTo>
                  <a:lnTo>
                    <a:pt x="1533558" y="811848"/>
                  </a:lnTo>
                  <a:lnTo>
                    <a:pt x="1527299" y="811848"/>
                  </a:lnTo>
                  <a:lnTo>
                    <a:pt x="1521039" y="811848"/>
                  </a:lnTo>
                  <a:lnTo>
                    <a:pt x="1514780" y="811848"/>
                  </a:lnTo>
                  <a:lnTo>
                    <a:pt x="1508521" y="811848"/>
                  </a:lnTo>
                  <a:lnTo>
                    <a:pt x="1502261" y="811848"/>
                  </a:lnTo>
                  <a:lnTo>
                    <a:pt x="1496002" y="811848"/>
                  </a:lnTo>
                  <a:lnTo>
                    <a:pt x="1489742" y="811848"/>
                  </a:lnTo>
                  <a:lnTo>
                    <a:pt x="1483483" y="811848"/>
                  </a:lnTo>
                  <a:lnTo>
                    <a:pt x="1477223" y="811848"/>
                  </a:lnTo>
                  <a:lnTo>
                    <a:pt x="1470964" y="811848"/>
                  </a:lnTo>
                  <a:lnTo>
                    <a:pt x="1464705" y="811848"/>
                  </a:lnTo>
                  <a:lnTo>
                    <a:pt x="1458445" y="811848"/>
                  </a:lnTo>
                  <a:lnTo>
                    <a:pt x="1452186" y="811848"/>
                  </a:lnTo>
                  <a:lnTo>
                    <a:pt x="1445926" y="811848"/>
                  </a:lnTo>
                  <a:lnTo>
                    <a:pt x="1439667" y="811848"/>
                  </a:lnTo>
                  <a:lnTo>
                    <a:pt x="1433407" y="811848"/>
                  </a:lnTo>
                  <a:lnTo>
                    <a:pt x="1427148" y="811848"/>
                  </a:lnTo>
                  <a:lnTo>
                    <a:pt x="1420889" y="811848"/>
                  </a:lnTo>
                  <a:lnTo>
                    <a:pt x="1414629" y="811848"/>
                  </a:lnTo>
                  <a:lnTo>
                    <a:pt x="1408370" y="811848"/>
                  </a:lnTo>
                  <a:lnTo>
                    <a:pt x="1402110" y="811848"/>
                  </a:lnTo>
                  <a:lnTo>
                    <a:pt x="1395851" y="811848"/>
                  </a:lnTo>
                  <a:lnTo>
                    <a:pt x="1389592" y="811848"/>
                  </a:lnTo>
                  <a:lnTo>
                    <a:pt x="1383332" y="811848"/>
                  </a:lnTo>
                  <a:lnTo>
                    <a:pt x="1377073" y="811848"/>
                  </a:lnTo>
                  <a:lnTo>
                    <a:pt x="1370813" y="811848"/>
                  </a:lnTo>
                  <a:lnTo>
                    <a:pt x="1364554" y="811848"/>
                  </a:lnTo>
                  <a:lnTo>
                    <a:pt x="1358294" y="811848"/>
                  </a:lnTo>
                  <a:lnTo>
                    <a:pt x="1352035" y="811848"/>
                  </a:lnTo>
                  <a:lnTo>
                    <a:pt x="1345776" y="811848"/>
                  </a:lnTo>
                  <a:lnTo>
                    <a:pt x="1339516" y="811848"/>
                  </a:lnTo>
                  <a:lnTo>
                    <a:pt x="1333257" y="811848"/>
                  </a:lnTo>
                  <a:lnTo>
                    <a:pt x="1326997" y="811848"/>
                  </a:lnTo>
                  <a:lnTo>
                    <a:pt x="1320738" y="811848"/>
                  </a:lnTo>
                  <a:lnTo>
                    <a:pt x="1314478" y="811848"/>
                  </a:lnTo>
                  <a:lnTo>
                    <a:pt x="1308219" y="811848"/>
                  </a:lnTo>
                  <a:lnTo>
                    <a:pt x="1301960" y="811848"/>
                  </a:lnTo>
                  <a:lnTo>
                    <a:pt x="1295700" y="811848"/>
                  </a:lnTo>
                  <a:lnTo>
                    <a:pt x="1289441" y="811848"/>
                  </a:lnTo>
                  <a:lnTo>
                    <a:pt x="1283181" y="811848"/>
                  </a:lnTo>
                  <a:lnTo>
                    <a:pt x="1276922" y="811848"/>
                  </a:lnTo>
                  <a:lnTo>
                    <a:pt x="1270662" y="811848"/>
                  </a:lnTo>
                  <a:lnTo>
                    <a:pt x="1264403" y="811848"/>
                  </a:lnTo>
                  <a:lnTo>
                    <a:pt x="1258144" y="811848"/>
                  </a:lnTo>
                  <a:lnTo>
                    <a:pt x="1251884" y="811848"/>
                  </a:lnTo>
                  <a:lnTo>
                    <a:pt x="1245625" y="811848"/>
                  </a:lnTo>
                  <a:lnTo>
                    <a:pt x="1239365" y="811848"/>
                  </a:lnTo>
                  <a:lnTo>
                    <a:pt x="1233106" y="811848"/>
                  </a:lnTo>
                  <a:lnTo>
                    <a:pt x="1226846" y="811848"/>
                  </a:lnTo>
                  <a:lnTo>
                    <a:pt x="1220587" y="811848"/>
                  </a:lnTo>
                  <a:lnTo>
                    <a:pt x="1214328" y="811848"/>
                  </a:lnTo>
                  <a:lnTo>
                    <a:pt x="1208068" y="811848"/>
                  </a:lnTo>
                  <a:lnTo>
                    <a:pt x="1201809" y="811848"/>
                  </a:lnTo>
                  <a:lnTo>
                    <a:pt x="1195549" y="811848"/>
                  </a:lnTo>
                  <a:lnTo>
                    <a:pt x="1189290" y="811848"/>
                  </a:lnTo>
                  <a:lnTo>
                    <a:pt x="1183031" y="811848"/>
                  </a:lnTo>
                  <a:lnTo>
                    <a:pt x="1176771" y="811848"/>
                  </a:lnTo>
                  <a:lnTo>
                    <a:pt x="1170512" y="811848"/>
                  </a:lnTo>
                  <a:lnTo>
                    <a:pt x="1164252" y="811848"/>
                  </a:lnTo>
                  <a:lnTo>
                    <a:pt x="1157993" y="811848"/>
                  </a:lnTo>
                  <a:lnTo>
                    <a:pt x="1151733" y="811848"/>
                  </a:lnTo>
                  <a:lnTo>
                    <a:pt x="1145474" y="811848"/>
                  </a:lnTo>
                  <a:lnTo>
                    <a:pt x="1139215" y="811848"/>
                  </a:lnTo>
                  <a:lnTo>
                    <a:pt x="1132955" y="811848"/>
                  </a:lnTo>
                  <a:lnTo>
                    <a:pt x="1126696" y="811848"/>
                  </a:lnTo>
                  <a:lnTo>
                    <a:pt x="1120436" y="811848"/>
                  </a:lnTo>
                  <a:lnTo>
                    <a:pt x="1114177" y="811848"/>
                  </a:lnTo>
                  <a:lnTo>
                    <a:pt x="1107917" y="811848"/>
                  </a:lnTo>
                  <a:lnTo>
                    <a:pt x="1101658" y="811848"/>
                  </a:lnTo>
                  <a:lnTo>
                    <a:pt x="1095399" y="811848"/>
                  </a:lnTo>
                  <a:lnTo>
                    <a:pt x="1089139" y="811848"/>
                  </a:lnTo>
                  <a:lnTo>
                    <a:pt x="1082880" y="811848"/>
                  </a:lnTo>
                  <a:lnTo>
                    <a:pt x="1076620" y="811848"/>
                  </a:lnTo>
                  <a:lnTo>
                    <a:pt x="1070361" y="811848"/>
                  </a:lnTo>
                  <a:lnTo>
                    <a:pt x="1064101" y="811848"/>
                  </a:lnTo>
                  <a:lnTo>
                    <a:pt x="1057842" y="811848"/>
                  </a:lnTo>
                  <a:lnTo>
                    <a:pt x="1051583" y="811848"/>
                  </a:lnTo>
                  <a:lnTo>
                    <a:pt x="1045323" y="811848"/>
                  </a:lnTo>
                  <a:lnTo>
                    <a:pt x="1039064" y="811848"/>
                  </a:lnTo>
                  <a:lnTo>
                    <a:pt x="1032804" y="811848"/>
                  </a:lnTo>
                  <a:lnTo>
                    <a:pt x="1026545" y="811848"/>
                  </a:lnTo>
                  <a:lnTo>
                    <a:pt x="1020286" y="811848"/>
                  </a:lnTo>
                  <a:lnTo>
                    <a:pt x="1014026" y="811848"/>
                  </a:lnTo>
                  <a:lnTo>
                    <a:pt x="1007767" y="811848"/>
                  </a:lnTo>
                  <a:lnTo>
                    <a:pt x="1001507" y="811848"/>
                  </a:lnTo>
                  <a:lnTo>
                    <a:pt x="995248" y="811848"/>
                  </a:lnTo>
                  <a:lnTo>
                    <a:pt x="988988" y="811848"/>
                  </a:lnTo>
                  <a:lnTo>
                    <a:pt x="982729" y="811848"/>
                  </a:lnTo>
                  <a:lnTo>
                    <a:pt x="976470" y="811848"/>
                  </a:lnTo>
                  <a:lnTo>
                    <a:pt x="970210" y="811848"/>
                  </a:lnTo>
                  <a:lnTo>
                    <a:pt x="963951" y="811848"/>
                  </a:lnTo>
                  <a:lnTo>
                    <a:pt x="957691" y="811848"/>
                  </a:lnTo>
                  <a:lnTo>
                    <a:pt x="951432" y="811848"/>
                  </a:lnTo>
                  <a:lnTo>
                    <a:pt x="945172" y="811848"/>
                  </a:lnTo>
                  <a:lnTo>
                    <a:pt x="938913" y="811848"/>
                  </a:lnTo>
                  <a:lnTo>
                    <a:pt x="932654" y="811848"/>
                  </a:lnTo>
                  <a:lnTo>
                    <a:pt x="926394" y="811848"/>
                  </a:lnTo>
                  <a:lnTo>
                    <a:pt x="920135" y="811848"/>
                  </a:lnTo>
                  <a:lnTo>
                    <a:pt x="913875" y="811848"/>
                  </a:lnTo>
                  <a:lnTo>
                    <a:pt x="907616" y="811848"/>
                  </a:lnTo>
                  <a:lnTo>
                    <a:pt x="901356" y="811848"/>
                  </a:lnTo>
                  <a:lnTo>
                    <a:pt x="895097" y="811848"/>
                  </a:lnTo>
                  <a:lnTo>
                    <a:pt x="888838" y="811848"/>
                  </a:lnTo>
                  <a:lnTo>
                    <a:pt x="882578" y="811848"/>
                  </a:lnTo>
                  <a:lnTo>
                    <a:pt x="876319" y="811848"/>
                  </a:lnTo>
                  <a:lnTo>
                    <a:pt x="870059" y="811848"/>
                  </a:lnTo>
                  <a:lnTo>
                    <a:pt x="863800" y="811848"/>
                  </a:lnTo>
                  <a:lnTo>
                    <a:pt x="857541" y="811848"/>
                  </a:lnTo>
                  <a:lnTo>
                    <a:pt x="851281" y="811848"/>
                  </a:lnTo>
                  <a:lnTo>
                    <a:pt x="845022" y="811848"/>
                  </a:lnTo>
                  <a:lnTo>
                    <a:pt x="838762" y="811848"/>
                  </a:lnTo>
                  <a:lnTo>
                    <a:pt x="832503" y="811848"/>
                  </a:lnTo>
                  <a:lnTo>
                    <a:pt x="826243" y="811848"/>
                  </a:lnTo>
                  <a:lnTo>
                    <a:pt x="819984" y="811848"/>
                  </a:lnTo>
                  <a:lnTo>
                    <a:pt x="813725" y="811848"/>
                  </a:lnTo>
                  <a:lnTo>
                    <a:pt x="807465" y="811848"/>
                  </a:lnTo>
                  <a:lnTo>
                    <a:pt x="801206" y="811848"/>
                  </a:lnTo>
                  <a:lnTo>
                    <a:pt x="794946" y="811848"/>
                  </a:lnTo>
                  <a:lnTo>
                    <a:pt x="788687" y="811848"/>
                  </a:lnTo>
                  <a:lnTo>
                    <a:pt x="782427" y="811848"/>
                  </a:lnTo>
                  <a:lnTo>
                    <a:pt x="776168" y="811848"/>
                  </a:lnTo>
                  <a:lnTo>
                    <a:pt x="769909" y="811848"/>
                  </a:lnTo>
                  <a:lnTo>
                    <a:pt x="763649" y="811848"/>
                  </a:lnTo>
                  <a:lnTo>
                    <a:pt x="757390" y="811848"/>
                  </a:lnTo>
                  <a:lnTo>
                    <a:pt x="751130" y="811848"/>
                  </a:lnTo>
                  <a:lnTo>
                    <a:pt x="744871" y="811848"/>
                  </a:lnTo>
                  <a:lnTo>
                    <a:pt x="738611" y="811848"/>
                  </a:lnTo>
                  <a:lnTo>
                    <a:pt x="732352" y="811848"/>
                  </a:lnTo>
                  <a:lnTo>
                    <a:pt x="726093" y="811848"/>
                  </a:lnTo>
                  <a:lnTo>
                    <a:pt x="719833" y="811848"/>
                  </a:lnTo>
                  <a:lnTo>
                    <a:pt x="713574" y="811848"/>
                  </a:lnTo>
                  <a:lnTo>
                    <a:pt x="707314" y="811848"/>
                  </a:lnTo>
                  <a:lnTo>
                    <a:pt x="701055" y="811848"/>
                  </a:lnTo>
                  <a:lnTo>
                    <a:pt x="694796" y="811848"/>
                  </a:lnTo>
                  <a:lnTo>
                    <a:pt x="688536" y="811848"/>
                  </a:lnTo>
                  <a:lnTo>
                    <a:pt x="682277" y="811848"/>
                  </a:lnTo>
                  <a:lnTo>
                    <a:pt x="676017" y="811848"/>
                  </a:lnTo>
                  <a:lnTo>
                    <a:pt x="669758" y="811848"/>
                  </a:lnTo>
                  <a:lnTo>
                    <a:pt x="663498" y="811848"/>
                  </a:lnTo>
                  <a:lnTo>
                    <a:pt x="657239" y="811848"/>
                  </a:lnTo>
                  <a:lnTo>
                    <a:pt x="650980" y="811848"/>
                  </a:lnTo>
                  <a:lnTo>
                    <a:pt x="644720" y="811848"/>
                  </a:lnTo>
                  <a:lnTo>
                    <a:pt x="638461" y="811848"/>
                  </a:lnTo>
                  <a:lnTo>
                    <a:pt x="632201" y="811848"/>
                  </a:lnTo>
                  <a:lnTo>
                    <a:pt x="625942" y="811848"/>
                  </a:lnTo>
                  <a:lnTo>
                    <a:pt x="619682" y="811848"/>
                  </a:lnTo>
                  <a:lnTo>
                    <a:pt x="613423" y="811848"/>
                  </a:lnTo>
                  <a:lnTo>
                    <a:pt x="607164" y="811848"/>
                  </a:lnTo>
                  <a:lnTo>
                    <a:pt x="600904" y="811848"/>
                  </a:lnTo>
                  <a:lnTo>
                    <a:pt x="594645" y="811848"/>
                  </a:lnTo>
                  <a:lnTo>
                    <a:pt x="588385" y="811848"/>
                  </a:lnTo>
                  <a:lnTo>
                    <a:pt x="582126" y="811848"/>
                  </a:lnTo>
                  <a:lnTo>
                    <a:pt x="575866" y="811848"/>
                  </a:lnTo>
                  <a:lnTo>
                    <a:pt x="569607" y="811848"/>
                  </a:lnTo>
                  <a:lnTo>
                    <a:pt x="563348" y="811848"/>
                  </a:lnTo>
                  <a:lnTo>
                    <a:pt x="557088" y="811848"/>
                  </a:lnTo>
                  <a:lnTo>
                    <a:pt x="550829" y="811848"/>
                  </a:lnTo>
                  <a:lnTo>
                    <a:pt x="544569" y="811848"/>
                  </a:lnTo>
                  <a:lnTo>
                    <a:pt x="538310" y="811848"/>
                  </a:lnTo>
                  <a:lnTo>
                    <a:pt x="532050" y="811848"/>
                  </a:lnTo>
                  <a:lnTo>
                    <a:pt x="525791" y="811848"/>
                  </a:lnTo>
                  <a:lnTo>
                    <a:pt x="519532" y="811848"/>
                  </a:lnTo>
                  <a:lnTo>
                    <a:pt x="513272" y="811848"/>
                  </a:lnTo>
                  <a:lnTo>
                    <a:pt x="507013" y="811848"/>
                  </a:lnTo>
                  <a:lnTo>
                    <a:pt x="500753" y="811848"/>
                  </a:lnTo>
                  <a:lnTo>
                    <a:pt x="494494" y="811848"/>
                  </a:lnTo>
                  <a:lnTo>
                    <a:pt x="488235" y="811848"/>
                  </a:lnTo>
                  <a:lnTo>
                    <a:pt x="481975" y="811848"/>
                  </a:lnTo>
                  <a:lnTo>
                    <a:pt x="475716" y="811848"/>
                  </a:lnTo>
                  <a:lnTo>
                    <a:pt x="469456" y="811848"/>
                  </a:lnTo>
                  <a:lnTo>
                    <a:pt x="463197" y="811848"/>
                  </a:lnTo>
                  <a:lnTo>
                    <a:pt x="456937" y="811848"/>
                  </a:lnTo>
                  <a:lnTo>
                    <a:pt x="450678" y="811848"/>
                  </a:lnTo>
                  <a:lnTo>
                    <a:pt x="444419" y="811848"/>
                  </a:lnTo>
                  <a:lnTo>
                    <a:pt x="438159" y="811848"/>
                  </a:lnTo>
                  <a:lnTo>
                    <a:pt x="431900" y="811848"/>
                  </a:lnTo>
                  <a:lnTo>
                    <a:pt x="425640" y="811848"/>
                  </a:lnTo>
                  <a:lnTo>
                    <a:pt x="419381" y="811848"/>
                  </a:lnTo>
                  <a:lnTo>
                    <a:pt x="413121" y="811848"/>
                  </a:lnTo>
                  <a:lnTo>
                    <a:pt x="406862" y="811848"/>
                  </a:lnTo>
                  <a:lnTo>
                    <a:pt x="400603" y="811848"/>
                  </a:lnTo>
                  <a:lnTo>
                    <a:pt x="394343" y="811848"/>
                  </a:lnTo>
                  <a:lnTo>
                    <a:pt x="388084" y="811848"/>
                  </a:lnTo>
                  <a:lnTo>
                    <a:pt x="381824" y="811848"/>
                  </a:lnTo>
                  <a:lnTo>
                    <a:pt x="375565" y="811848"/>
                  </a:lnTo>
                  <a:lnTo>
                    <a:pt x="369305" y="811848"/>
                  </a:lnTo>
                  <a:lnTo>
                    <a:pt x="363046" y="811848"/>
                  </a:lnTo>
                  <a:lnTo>
                    <a:pt x="356787" y="811848"/>
                  </a:lnTo>
                  <a:lnTo>
                    <a:pt x="350527" y="811848"/>
                  </a:lnTo>
                  <a:lnTo>
                    <a:pt x="344268" y="811848"/>
                  </a:lnTo>
                  <a:lnTo>
                    <a:pt x="338008" y="811848"/>
                  </a:lnTo>
                  <a:lnTo>
                    <a:pt x="331749" y="811848"/>
                  </a:lnTo>
                  <a:lnTo>
                    <a:pt x="325490" y="811848"/>
                  </a:lnTo>
                  <a:lnTo>
                    <a:pt x="319230" y="811848"/>
                  </a:lnTo>
                  <a:lnTo>
                    <a:pt x="312971" y="811848"/>
                  </a:lnTo>
                  <a:lnTo>
                    <a:pt x="306711" y="811848"/>
                  </a:lnTo>
                  <a:lnTo>
                    <a:pt x="300452" y="811848"/>
                  </a:lnTo>
                  <a:lnTo>
                    <a:pt x="294192" y="811848"/>
                  </a:lnTo>
                  <a:lnTo>
                    <a:pt x="287933" y="811848"/>
                  </a:lnTo>
                  <a:lnTo>
                    <a:pt x="281674" y="811848"/>
                  </a:lnTo>
                  <a:lnTo>
                    <a:pt x="275414" y="811848"/>
                  </a:lnTo>
                  <a:lnTo>
                    <a:pt x="269155" y="811848"/>
                  </a:lnTo>
                  <a:lnTo>
                    <a:pt x="262895" y="811848"/>
                  </a:lnTo>
                  <a:lnTo>
                    <a:pt x="256636" y="811848"/>
                  </a:lnTo>
                  <a:lnTo>
                    <a:pt x="250376" y="811848"/>
                  </a:lnTo>
                  <a:lnTo>
                    <a:pt x="244117" y="811848"/>
                  </a:lnTo>
                  <a:lnTo>
                    <a:pt x="237858" y="811848"/>
                  </a:lnTo>
                  <a:lnTo>
                    <a:pt x="231598" y="811848"/>
                  </a:lnTo>
                  <a:lnTo>
                    <a:pt x="225339" y="811848"/>
                  </a:lnTo>
                  <a:lnTo>
                    <a:pt x="219079" y="811848"/>
                  </a:lnTo>
                  <a:lnTo>
                    <a:pt x="212820" y="811848"/>
                  </a:lnTo>
                  <a:lnTo>
                    <a:pt x="206560" y="811848"/>
                  </a:lnTo>
                  <a:lnTo>
                    <a:pt x="200301" y="811848"/>
                  </a:lnTo>
                  <a:lnTo>
                    <a:pt x="194042" y="811848"/>
                  </a:lnTo>
                  <a:lnTo>
                    <a:pt x="187782" y="811848"/>
                  </a:lnTo>
                  <a:lnTo>
                    <a:pt x="181523" y="811848"/>
                  </a:lnTo>
                  <a:lnTo>
                    <a:pt x="175263" y="811848"/>
                  </a:lnTo>
                  <a:lnTo>
                    <a:pt x="169004" y="811848"/>
                  </a:lnTo>
                  <a:lnTo>
                    <a:pt x="162745" y="811848"/>
                  </a:lnTo>
                  <a:lnTo>
                    <a:pt x="156485" y="811848"/>
                  </a:lnTo>
                  <a:lnTo>
                    <a:pt x="150226" y="811848"/>
                  </a:lnTo>
                  <a:lnTo>
                    <a:pt x="143966" y="811848"/>
                  </a:lnTo>
                  <a:lnTo>
                    <a:pt x="137707" y="811848"/>
                  </a:lnTo>
                  <a:lnTo>
                    <a:pt x="131447" y="811848"/>
                  </a:lnTo>
                  <a:lnTo>
                    <a:pt x="125188" y="811848"/>
                  </a:lnTo>
                  <a:lnTo>
                    <a:pt x="118929" y="811848"/>
                  </a:lnTo>
                  <a:lnTo>
                    <a:pt x="112669" y="811848"/>
                  </a:lnTo>
                  <a:lnTo>
                    <a:pt x="106410" y="811848"/>
                  </a:lnTo>
                  <a:lnTo>
                    <a:pt x="100150" y="811848"/>
                  </a:lnTo>
                  <a:lnTo>
                    <a:pt x="93891" y="811848"/>
                  </a:lnTo>
                  <a:lnTo>
                    <a:pt x="87631" y="811848"/>
                  </a:lnTo>
                  <a:lnTo>
                    <a:pt x="81372" y="811848"/>
                  </a:lnTo>
                  <a:lnTo>
                    <a:pt x="75113" y="811848"/>
                  </a:lnTo>
                  <a:lnTo>
                    <a:pt x="68853" y="811848"/>
                  </a:lnTo>
                  <a:lnTo>
                    <a:pt x="62594" y="811848"/>
                  </a:lnTo>
                  <a:lnTo>
                    <a:pt x="56334" y="811848"/>
                  </a:lnTo>
                  <a:lnTo>
                    <a:pt x="50075" y="811848"/>
                  </a:lnTo>
                  <a:lnTo>
                    <a:pt x="43815" y="811848"/>
                  </a:lnTo>
                  <a:lnTo>
                    <a:pt x="37556" y="811848"/>
                  </a:lnTo>
                  <a:lnTo>
                    <a:pt x="31297" y="811848"/>
                  </a:lnTo>
                  <a:lnTo>
                    <a:pt x="25037" y="811848"/>
                  </a:lnTo>
                  <a:lnTo>
                    <a:pt x="18778" y="811848"/>
                  </a:lnTo>
                  <a:lnTo>
                    <a:pt x="12518" y="811848"/>
                  </a:lnTo>
                  <a:lnTo>
                    <a:pt x="6259" y="81184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749798" y="5719495"/>
              <a:ext cx="3198565" cy="811848"/>
            </a:xfrm>
            <a:custGeom>
              <a:avLst/>
              <a:pathLst>
                <a:path w="3198565" h="811848">
                  <a:moveTo>
                    <a:pt x="0" y="811848"/>
                  </a:moveTo>
                  <a:lnTo>
                    <a:pt x="6259" y="811848"/>
                  </a:lnTo>
                  <a:lnTo>
                    <a:pt x="12518" y="811848"/>
                  </a:lnTo>
                  <a:lnTo>
                    <a:pt x="18778" y="811848"/>
                  </a:lnTo>
                  <a:lnTo>
                    <a:pt x="25037" y="811848"/>
                  </a:lnTo>
                  <a:lnTo>
                    <a:pt x="31297" y="811848"/>
                  </a:lnTo>
                  <a:lnTo>
                    <a:pt x="37556" y="811848"/>
                  </a:lnTo>
                  <a:lnTo>
                    <a:pt x="43815" y="811848"/>
                  </a:lnTo>
                  <a:lnTo>
                    <a:pt x="50075" y="811848"/>
                  </a:lnTo>
                  <a:lnTo>
                    <a:pt x="56334" y="811848"/>
                  </a:lnTo>
                  <a:lnTo>
                    <a:pt x="62594" y="811848"/>
                  </a:lnTo>
                  <a:lnTo>
                    <a:pt x="68853" y="811848"/>
                  </a:lnTo>
                  <a:lnTo>
                    <a:pt x="75113" y="811848"/>
                  </a:lnTo>
                  <a:lnTo>
                    <a:pt x="81372" y="811848"/>
                  </a:lnTo>
                  <a:lnTo>
                    <a:pt x="87631" y="811848"/>
                  </a:lnTo>
                  <a:lnTo>
                    <a:pt x="93891" y="811848"/>
                  </a:lnTo>
                  <a:lnTo>
                    <a:pt x="100150" y="811848"/>
                  </a:lnTo>
                  <a:lnTo>
                    <a:pt x="106410" y="811848"/>
                  </a:lnTo>
                  <a:lnTo>
                    <a:pt x="112669" y="811848"/>
                  </a:lnTo>
                  <a:lnTo>
                    <a:pt x="118929" y="811848"/>
                  </a:lnTo>
                  <a:lnTo>
                    <a:pt x="125188" y="811848"/>
                  </a:lnTo>
                  <a:lnTo>
                    <a:pt x="131447" y="811848"/>
                  </a:lnTo>
                  <a:lnTo>
                    <a:pt x="137707" y="811848"/>
                  </a:lnTo>
                  <a:lnTo>
                    <a:pt x="143966" y="811848"/>
                  </a:lnTo>
                  <a:lnTo>
                    <a:pt x="150226" y="811848"/>
                  </a:lnTo>
                  <a:lnTo>
                    <a:pt x="156485" y="811848"/>
                  </a:lnTo>
                  <a:lnTo>
                    <a:pt x="162745" y="811848"/>
                  </a:lnTo>
                  <a:lnTo>
                    <a:pt x="169004" y="811848"/>
                  </a:lnTo>
                  <a:lnTo>
                    <a:pt x="175263" y="811848"/>
                  </a:lnTo>
                  <a:lnTo>
                    <a:pt x="181523" y="811848"/>
                  </a:lnTo>
                  <a:lnTo>
                    <a:pt x="187782" y="811848"/>
                  </a:lnTo>
                  <a:lnTo>
                    <a:pt x="194042" y="811848"/>
                  </a:lnTo>
                  <a:lnTo>
                    <a:pt x="200301" y="811848"/>
                  </a:lnTo>
                  <a:lnTo>
                    <a:pt x="206560" y="811848"/>
                  </a:lnTo>
                  <a:lnTo>
                    <a:pt x="212820" y="811848"/>
                  </a:lnTo>
                  <a:lnTo>
                    <a:pt x="219079" y="811848"/>
                  </a:lnTo>
                  <a:lnTo>
                    <a:pt x="225339" y="811848"/>
                  </a:lnTo>
                  <a:lnTo>
                    <a:pt x="231598" y="811848"/>
                  </a:lnTo>
                  <a:lnTo>
                    <a:pt x="237858" y="811848"/>
                  </a:lnTo>
                  <a:lnTo>
                    <a:pt x="244117" y="811848"/>
                  </a:lnTo>
                  <a:lnTo>
                    <a:pt x="250376" y="811847"/>
                  </a:lnTo>
                  <a:lnTo>
                    <a:pt x="256636" y="811846"/>
                  </a:lnTo>
                  <a:lnTo>
                    <a:pt x="262895" y="811838"/>
                  </a:lnTo>
                  <a:lnTo>
                    <a:pt x="269155" y="811806"/>
                  </a:lnTo>
                  <a:lnTo>
                    <a:pt x="275414" y="811702"/>
                  </a:lnTo>
                  <a:lnTo>
                    <a:pt x="281674" y="811450"/>
                  </a:lnTo>
                  <a:lnTo>
                    <a:pt x="287933" y="811007"/>
                  </a:lnTo>
                  <a:lnTo>
                    <a:pt x="294192" y="810488"/>
                  </a:lnTo>
                  <a:lnTo>
                    <a:pt x="300452" y="810176"/>
                  </a:lnTo>
                  <a:lnTo>
                    <a:pt x="306711" y="810273"/>
                  </a:lnTo>
                  <a:lnTo>
                    <a:pt x="312971" y="810698"/>
                  </a:lnTo>
                  <a:lnTo>
                    <a:pt x="319230" y="811171"/>
                  </a:lnTo>
                  <a:lnTo>
                    <a:pt x="325490" y="811450"/>
                  </a:lnTo>
                  <a:lnTo>
                    <a:pt x="331749" y="811415"/>
                  </a:lnTo>
                  <a:lnTo>
                    <a:pt x="338008" y="811020"/>
                  </a:lnTo>
                  <a:lnTo>
                    <a:pt x="344268" y="810264"/>
                  </a:lnTo>
                  <a:lnTo>
                    <a:pt x="350527" y="809185"/>
                  </a:lnTo>
                  <a:lnTo>
                    <a:pt x="356787" y="807854"/>
                  </a:lnTo>
                  <a:lnTo>
                    <a:pt x="363046" y="806428"/>
                  </a:lnTo>
                  <a:lnTo>
                    <a:pt x="369305" y="805202"/>
                  </a:lnTo>
                  <a:lnTo>
                    <a:pt x="375565" y="804404"/>
                  </a:lnTo>
                  <a:lnTo>
                    <a:pt x="381824" y="803857"/>
                  </a:lnTo>
                  <a:lnTo>
                    <a:pt x="388084" y="803041"/>
                  </a:lnTo>
                  <a:lnTo>
                    <a:pt x="394343" y="801666"/>
                  </a:lnTo>
                  <a:lnTo>
                    <a:pt x="400603" y="800115"/>
                  </a:lnTo>
                  <a:lnTo>
                    <a:pt x="406862" y="799120"/>
                  </a:lnTo>
                  <a:lnTo>
                    <a:pt x="413121" y="799012"/>
                  </a:lnTo>
                  <a:lnTo>
                    <a:pt x="419381" y="799339"/>
                  </a:lnTo>
                  <a:lnTo>
                    <a:pt x="425640" y="799150"/>
                  </a:lnTo>
                  <a:lnTo>
                    <a:pt x="431900" y="797543"/>
                  </a:lnTo>
                  <a:lnTo>
                    <a:pt x="438159" y="793957"/>
                  </a:lnTo>
                  <a:lnTo>
                    <a:pt x="444419" y="787963"/>
                  </a:lnTo>
                  <a:lnTo>
                    <a:pt x="450678" y="778410"/>
                  </a:lnTo>
                  <a:lnTo>
                    <a:pt x="456937" y="762247"/>
                  </a:lnTo>
                  <a:lnTo>
                    <a:pt x="463197" y="734625"/>
                  </a:lnTo>
                  <a:lnTo>
                    <a:pt x="469456" y="691803"/>
                  </a:lnTo>
                  <a:lnTo>
                    <a:pt x="475716" y="634662"/>
                  </a:lnTo>
                  <a:lnTo>
                    <a:pt x="481975" y="568661"/>
                  </a:lnTo>
                  <a:lnTo>
                    <a:pt x="488235" y="501261"/>
                  </a:lnTo>
                  <a:lnTo>
                    <a:pt x="494494" y="440926"/>
                  </a:lnTo>
                  <a:lnTo>
                    <a:pt x="500753" y="395292"/>
                  </a:lnTo>
                  <a:lnTo>
                    <a:pt x="507013" y="362891"/>
                  </a:lnTo>
                  <a:lnTo>
                    <a:pt x="513272" y="322642"/>
                  </a:lnTo>
                  <a:lnTo>
                    <a:pt x="519532" y="245731"/>
                  </a:lnTo>
                  <a:lnTo>
                    <a:pt x="525791" y="131502"/>
                  </a:lnTo>
                  <a:lnTo>
                    <a:pt x="532050" y="27687"/>
                  </a:lnTo>
                  <a:lnTo>
                    <a:pt x="538310" y="0"/>
                  </a:lnTo>
                  <a:lnTo>
                    <a:pt x="544569" y="78312"/>
                  </a:lnTo>
                  <a:lnTo>
                    <a:pt x="550829" y="238344"/>
                  </a:lnTo>
                  <a:lnTo>
                    <a:pt x="557088" y="425982"/>
                  </a:lnTo>
                  <a:lnTo>
                    <a:pt x="563348" y="589890"/>
                  </a:lnTo>
                  <a:lnTo>
                    <a:pt x="569607" y="702351"/>
                  </a:lnTo>
                  <a:lnTo>
                    <a:pt x="575866" y="763409"/>
                  </a:lnTo>
                  <a:lnTo>
                    <a:pt x="582126" y="789002"/>
                  </a:lnTo>
                  <a:lnTo>
                    <a:pt x="588385" y="795270"/>
                  </a:lnTo>
                  <a:lnTo>
                    <a:pt x="594645" y="792149"/>
                  </a:lnTo>
                  <a:lnTo>
                    <a:pt x="600904" y="785907"/>
                  </a:lnTo>
                  <a:lnTo>
                    <a:pt x="607164" y="781787"/>
                  </a:lnTo>
                  <a:lnTo>
                    <a:pt x="613423" y="782560"/>
                  </a:lnTo>
                  <a:lnTo>
                    <a:pt x="619682" y="786691"/>
                  </a:lnTo>
                  <a:lnTo>
                    <a:pt x="625942" y="790249"/>
                  </a:lnTo>
                  <a:lnTo>
                    <a:pt x="632201" y="790792"/>
                  </a:lnTo>
                  <a:lnTo>
                    <a:pt x="638461" y="788762"/>
                  </a:lnTo>
                  <a:lnTo>
                    <a:pt x="644720" y="785912"/>
                  </a:lnTo>
                  <a:lnTo>
                    <a:pt x="650980" y="783906"/>
                  </a:lnTo>
                  <a:lnTo>
                    <a:pt x="657239" y="784280"/>
                  </a:lnTo>
                  <a:lnTo>
                    <a:pt x="663498" y="788020"/>
                  </a:lnTo>
                  <a:lnTo>
                    <a:pt x="669758" y="794429"/>
                  </a:lnTo>
                  <a:lnTo>
                    <a:pt x="676017" y="801259"/>
                  </a:lnTo>
                  <a:lnTo>
                    <a:pt x="682277" y="806476"/>
                  </a:lnTo>
                  <a:lnTo>
                    <a:pt x="688536" y="809533"/>
                  </a:lnTo>
                  <a:lnTo>
                    <a:pt x="694796" y="810986"/>
                  </a:lnTo>
                  <a:lnTo>
                    <a:pt x="701055" y="811572"/>
                  </a:lnTo>
                  <a:lnTo>
                    <a:pt x="707314" y="811773"/>
                  </a:lnTo>
                  <a:lnTo>
                    <a:pt x="713574" y="811831"/>
                  </a:lnTo>
                  <a:lnTo>
                    <a:pt x="719833" y="811845"/>
                  </a:lnTo>
                  <a:lnTo>
                    <a:pt x="726093" y="811847"/>
                  </a:lnTo>
                  <a:lnTo>
                    <a:pt x="732352" y="811848"/>
                  </a:lnTo>
                  <a:lnTo>
                    <a:pt x="738611" y="811848"/>
                  </a:lnTo>
                  <a:lnTo>
                    <a:pt x="744871" y="811848"/>
                  </a:lnTo>
                  <a:lnTo>
                    <a:pt x="751130" y="811848"/>
                  </a:lnTo>
                  <a:lnTo>
                    <a:pt x="757390" y="811848"/>
                  </a:lnTo>
                  <a:lnTo>
                    <a:pt x="763649" y="811848"/>
                  </a:lnTo>
                  <a:lnTo>
                    <a:pt x="769909" y="811848"/>
                  </a:lnTo>
                  <a:lnTo>
                    <a:pt x="776168" y="811848"/>
                  </a:lnTo>
                  <a:lnTo>
                    <a:pt x="782427" y="811848"/>
                  </a:lnTo>
                  <a:lnTo>
                    <a:pt x="788687" y="811848"/>
                  </a:lnTo>
                  <a:lnTo>
                    <a:pt x="794946" y="811848"/>
                  </a:lnTo>
                  <a:lnTo>
                    <a:pt x="801206" y="811848"/>
                  </a:lnTo>
                  <a:lnTo>
                    <a:pt x="807465" y="811848"/>
                  </a:lnTo>
                  <a:lnTo>
                    <a:pt x="813725" y="811848"/>
                  </a:lnTo>
                  <a:lnTo>
                    <a:pt x="819984" y="811848"/>
                  </a:lnTo>
                  <a:lnTo>
                    <a:pt x="826243" y="811848"/>
                  </a:lnTo>
                  <a:lnTo>
                    <a:pt x="832503" y="811848"/>
                  </a:lnTo>
                  <a:lnTo>
                    <a:pt x="838762" y="811848"/>
                  </a:lnTo>
                  <a:lnTo>
                    <a:pt x="845022" y="811848"/>
                  </a:lnTo>
                  <a:lnTo>
                    <a:pt x="851281" y="811848"/>
                  </a:lnTo>
                  <a:lnTo>
                    <a:pt x="857541" y="811848"/>
                  </a:lnTo>
                  <a:lnTo>
                    <a:pt x="863800" y="811848"/>
                  </a:lnTo>
                  <a:lnTo>
                    <a:pt x="870059" y="811848"/>
                  </a:lnTo>
                  <a:lnTo>
                    <a:pt x="876319" y="811848"/>
                  </a:lnTo>
                  <a:lnTo>
                    <a:pt x="882578" y="811848"/>
                  </a:lnTo>
                  <a:lnTo>
                    <a:pt x="888838" y="811848"/>
                  </a:lnTo>
                  <a:lnTo>
                    <a:pt x="895097" y="811848"/>
                  </a:lnTo>
                  <a:lnTo>
                    <a:pt x="901356" y="811848"/>
                  </a:lnTo>
                  <a:lnTo>
                    <a:pt x="907616" y="811848"/>
                  </a:lnTo>
                  <a:lnTo>
                    <a:pt x="913875" y="811848"/>
                  </a:lnTo>
                  <a:lnTo>
                    <a:pt x="920135" y="811848"/>
                  </a:lnTo>
                  <a:lnTo>
                    <a:pt x="926394" y="811848"/>
                  </a:lnTo>
                  <a:lnTo>
                    <a:pt x="932654" y="811848"/>
                  </a:lnTo>
                  <a:lnTo>
                    <a:pt x="938913" y="811848"/>
                  </a:lnTo>
                  <a:lnTo>
                    <a:pt x="945172" y="811848"/>
                  </a:lnTo>
                  <a:lnTo>
                    <a:pt x="951432" y="811848"/>
                  </a:lnTo>
                  <a:lnTo>
                    <a:pt x="957691" y="811848"/>
                  </a:lnTo>
                  <a:lnTo>
                    <a:pt x="963951" y="811848"/>
                  </a:lnTo>
                  <a:lnTo>
                    <a:pt x="970210" y="811848"/>
                  </a:lnTo>
                  <a:lnTo>
                    <a:pt x="976470" y="811848"/>
                  </a:lnTo>
                  <a:lnTo>
                    <a:pt x="982729" y="811848"/>
                  </a:lnTo>
                  <a:lnTo>
                    <a:pt x="988988" y="811848"/>
                  </a:lnTo>
                  <a:lnTo>
                    <a:pt x="995248" y="811848"/>
                  </a:lnTo>
                  <a:lnTo>
                    <a:pt x="1001507" y="811848"/>
                  </a:lnTo>
                  <a:lnTo>
                    <a:pt x="1007767" y="811848"/>
                  </a:lnTo>
                  <a:lnTo>
                    <a:pt x="1014026" y="811848"/>
                  </a:lnTo>
                  <a:lnTo>
                    <a:pt x="1020286" y="811848"/>
                  </a:lnTo>
                  <a:lnTo>
                    <a:pt x="1026545" y="811848"/>
                  </a:lnTo>
                  <a:lnTo>
                    <a:pt x="1032804" y="811848"/>
                  </a:lnTo>
                  <a:lnTo>
                    <a:pt x="1039064" y="811848"/>
                  </a:lnTo>
                  <a:lnTo>
                    <a:pt x="1045323" y="811848"/>
                  </a:lnTo>
                  <a:lnTo>
                    <a:pt x="1051583" y="811848"/>
                  </a:lnTo>
                  <a:lnTo>
                    <a:pt x="1057842" y="811848"/>
                  </a:lnTo>
                  <a:lnTo>
                    <a:pt x="1064101" y="811848"/>
                  </a:lnTo>
                  <a:lnTo>
                    <a:pt x="1070361" y="811848"/>
                  </a:lnTo>
                  <a:lnTo>
                    <a:pt x="1076620" y="811848"/>
                  </a:lnTo>
                  <a:lnTo>
                    <a:pt x="1082880" y="811848"/>
                  </a:lnTo>
                  <a:lnTo>
                    <a:pt x="1089139" y="811848"/>
                  </a:lnTo>
                  <a:lnTo>
                    <a:pt x="1095399" y="811848"/>
                  </a:lnTo>
                  <a:lnTo>
                    <a:pt x="1101658" y="811848"/>
                  </a:lnTo>
                  <a:lnTo>
                    <a:pt x="1107917" y="811848"/>
                  </a:lnTo>
                  <a:lnTo>
                    <a:pt x="1114177" y="811848"/>
                  </a:lnTo>
                  <a:lnTo>
                    <a:pt x="1120436" y="811848"/>
                  </a:lnTo>
                  <a:lnTo>
                    <a:pt x="1126696" y="811848"/>
                  </a:lnTo>
                  <a:lnTo>
                    <a:pt x="1132955" y="811848"/>
                  </a:lnTo>
                  <a:lnTo>
                    <a:pt x="1139215" y="811848"/>
                  </a:lnTo>
                  <a:lnTo>
                    <a:pt x="1145474" y="811848"/>
                  </a:lnTo>
                  <a:lnTo>
                    <a:pt x="1151733" y="811848"/>
                  </a:lnTo>
                  <a:lnTo>
                    <a:pt x="1157993" y="811848"/>
                  </a:lnTo>
                  <a:lnTo>
                    <a:pt x="1164252" y="811848"/>
                  </a:lnTo>
                  <a:lnTo>
                    <a:pt x="1170512" y="811848"/>
                  </a:lnTo>
                  <a:lnTo>
                    <a:pt x="1176771" y="811848"/>
                  </a:lnTo>
                  <a:lnTo>
                    <a:pt x="1183031" y="811848"/>
                  </a:lnTo>
                  <a:lnTo>
                    <a:pt x="1189290" y="811848"/>
                  </a:lnTo>
                  <a:lnTo>
                    <a:pt x="1195549" y="811848"/>
                  </a:lnTo>
                  <a:lnTo>
                    <a:pt x="1201809" y="811848"/>
                  </a:lnTo>
                  <a:lnTo>
                    <a:pt x="1208068" y="811848"/>
                  </a:lnTo>
                  <a:lnTo>
                    <a:pt x="1214328" y="811848"/>
                  </a:lnTo>
                  <a:lnTo>
                    <a:pt x="1220587" y="811848"/>
                  </a:lnTo>
                  <a:lnTo>
                    <a:pt x="1226846" y="811848"/>
                  </a:lnTo>
                  <a:lnTo>
                    <a:pt x="1233106" y="811848"/>
                  </a:lnTo>
                  <a:lnTo>
                    <a:pt x="1239365" y="811848"/>
                  </a:lnTo>
                  <a:lnTo>
                    <a:pt x="1245625" y="811848"/>
                  </a:lnTo>
                  <a:lnTo>
                    <a:pt x="1251884" y="811848"/>
                  </a:lnTo>
                  <a:lnTo>
                    <a:pt x="1258144" y="811848"/>
                  </a:lnTo>
                  <a:lnTo>
                    <a:pt x="1264403" y="811848"/>
                  </a:lnTo>
                  <a:lnTo>
                    <a:pt x="1270662" y="811848"/>
                  </a:lnTo>
                  <a:lnTo>
                    <a:pt x="1276922" y="811848"/>
                  </a:lnTo>
                  <a:lnTo>
                    <a:pt x="1283181" y="811848"/>
                  </a:lnTo>
                  <a:lnTo>
                    <a:pt x="1289441" y="811848"/>
                  </a:lnTo>
                  <a:lnTo>
                    <a:pt x="1295700" y="811848"/>
                  </a:lnTo>
                  <a:lnTo>
                    <a:pt x="1301960" y="811848"/>
                  </a:lnTo>
                  <a:lnTo>
                    <a:pt x="1308219" y="811848"/>
                  </a:lnTo>
                  <a:lnTo>
                    <a:pt x="1314478" y="811848"/>
                  </a:lnTo>
                  <a:lnTo>
                    <a:pt x="1320738" y="811848"/>
                  </a:lnTo>
                  <a:lnTo>
                    <a:pt x="1326997" y="811848"/>
                  </a:lnTo>
                  <a:lnTo>
                    <a:pt x="1333257" y="811848"/>
                  </a:lnTo>
                  <a:lnTo>
                    <a:pt x="1339516" y="811848"/>
                  </a:lnTo>
                  <a:lnTo>
                    <a:pt x="1345776" y="811848"/>
                  </a:lnTo>
                  <a:lnTo>
                    <a:pt x="1352035" y="811848"/>
                  </a:lnTo>
                  <a:lnTo>
                    <a:pt x="1358294" y="811848"/>
                  </a:lnTo>
                  <a:lnTo>
                    <a:pt x="1364554" y="811848"/>
                  </a:lnTo>
                  <a:lnTo>
                    <a:pt x="1370813" y="811848"/>
                  </a:lnTo>
                  <a:lnTo>
                    <a:pt x="1377073" y="811848"/>
                  </a:lnTo>
                  <a:lnTo>
                    <a:pt x="1383332" y="811848"/>
                  </a:lnTo>
                  <a:lnTo>
                    <a:pt x="1389592" y="811848"/>
                  </a:lnTo>
                  <a:lnTo>
                    <a:pt x="1395851" y="811848"/>
                  </a:lnTo>
                  <a:lnTo>
                    <a:pt x="1402110" y="811848"/>
                  </a:lnTo>
                  <a:lnTo>
                    <a:pt x="1408370" y="811848"/>
                  </a:lnTo>
                  <a:lnTo>
                    <a:pt x="1414629" y="811848"/>
                  </a:lnTo>
                  <a:lnTo>
                    <a:pt x="1420889" y="811848"/>
                  </a:lnTo>
                  <a:lnTo>
                    <a:pt x="1427148" y="811848"/>
                  </a:lnTo>
                  <a:lnTo>
                    <a:pt x="1433407" y="811848"/>
                  </a:lnTo>
                  <a:lnTo>
                    <a:pt x="1439667" y="811848"/>
                  </a:lnTo>
                  <a:lnTo>
                    <a:pt x="1445926" y="811848"/>
                  </a:lnTo>
                  <a:lnTo>
                    <a:pt x="1452186" y="811848"/>
                  </a:lnTo>
                  <a:lnTo>
                    <a:pt x="1458445" y="811848"/>
                  </a:lnTo>
                  <a:lnTo>
                    <a:pt x="1464705" y="811848"/>
                  </a:lnTo>
                  <a:lnTo>
                    <a:pt x="1470964" y="811848"/>
                  </a:lnTo>
                  <a:lnTo>
                    <a:pt x="1477223" y="811848"/>
                  </a:lnTo>
                  <a:lnTo>
                    <a:pt x="1483483" y="811848"/>
                  </a:lnTo>
                  <a:lnTo>
                    <a:pt x="1489742" y="811848"/>
                  </a:lnTo>
                  <a:lnTo>
                    <a:pt x="1496002" y="811848"/>
                  </a:lnTo>
                  <a:lnTo>
                    <a:pt x="1502261" y="811848"/>
                  </a:lnTo>
                  <a:lnTo>
                    <a:pt x="1508521" y="811848"/>
                  </a:lnTo>
                  <a:lnTo>
                    <a:pt x="1514780" y="811848"/>
                  </a:lnTo>
                  <a:lnTo>
                    <a:pt x="1521039" y="811848"/>
                  </a:lnTo>
                  <a:lnTo>
                    <a:pt x="1527299" y="811848"/>
                  </a:lnTo>
                  <a:lnTo>
                    <a:pt x="1533558" y="811848"/>
                  </a:lnTo>
                  <a:lnTo>
                    <a:pt x="1539818" y="811848"/>
                  </a:lnTo>
                  <a:lnTo>
                    <a:pt x="1546077" y="811848"/>
                  </a:lnTo>
                  <a:lnTo>
                    <a:pt x="1552337" y="811848"/>
                  </a:lnTo>
                  <a:lnTo>
                    <a:pt x="1558596" y="811848"/>
                  </a:lnTo>
                  <a:lnTo>
                    <a:pt x="1564855" y="811848"/>
                  </a:lnTo>
                  <a:lnTo>
                    <a:pt x="1571115" y="811848"/>
                  </a:lnTo>
                  <a:lnTo>
                    <a:pt x="1577374" y="811848"/>
                  </a:lnTo>
                  <a:lnTo>
                    <a:pt x="1583634" y="811848"/>
                  </a:lnTo>
                  <a:lnTo>
                    <a:pt x="1589893" y="811848"/>
                  </a:lnTo>
                  <a:lnTo>
                    <a:pt x="1596152" y="811848"/>
                  </a:lnTo>
                  <a:lnTo>
                    <a:pt x="1602412" y="811848"/>
                  </a:lnTo>
                  <a:lnTo>
                    <a:pt x="1608671" y="811848"/>
                  </a:lnTo>
                  <a:lnTo>
                    <a:pt x="1614931" y="811848"/>
                  </a:lnTo>
                  <a:lnTo>
                    <a:pt x="1621190" y="811848"/>
                  </a:lnTo>
                  <a:lnTo>
                    <a:pt x="1627450" y="811848"/>
                  </a:lnTo>
                  <a:lnTo>
                    <a:pt x="1633709" y="811848"/>
                  </a:lnTo>
                  <a:lnTo>
                    <a:pt x="1639968" y="811848"/>
                  </a:lnTo>
                  <a:lnTo>
                    <a:pt x="1646228" y="811848"/>
                  </a:lnTo>
                  <a:lnTo>
                    <a:pt x="1652487" y="811848"/>
                  </a:lnTo>
                  <a:lnTo>
                    <a:pt x="1658747" y="811848"/>
                  </a:lnTo>
                  <a:lnTo>
                    <a:pt x="1665006" y="811848"/>
                  </a:lnTo>
                  <a:lnTo>
                    <a:pt x="1671266" y="811848"/>
                  </a:lnTo>
                  <a:lnTo>
                    <a:pt x="1677525" y="811848"/>
                  </a:lnTo>
                  <a:lnTo>
                    <a:pt x="1683784" y="811848"/>
                  </a:lnTo>
                  <a:lnTo>
                    <a:pt x="1690044" y="811848"/>
                  </a:lnTo>
                  <a:lnTo>
                    <a:pt x="1696303" y="811848"/>
                  </a:lnTo>
                  <a:lnTo>
                    <a:pt x="1702563" y="811848"/>
                  </a:lnTo>
                  <a:lnTo>
                    <a:pt x="1708822" y="811848"/>
                  </a:lnTo>
                  <a:lnTo>
                    <a:pt x="1715082" y="811848"/>
                  </a:lnTo>
                  <a:lnTo>
                    <a:pt x="1721341" y="811848"/>
                  </a:lnTo>
                  <a:lnTo>
                    <a:pt x="1727600" y="811848"/>
                  </a:lnTo>
                  <a:lnTo>
                    <a:pt x="1733860" y="811848"/>
                  </a:lnTo>
                  <a:lnTo>
                    <a:pt x="1740119" y="811848"/>
                  </a:lnTo>
                  <a:lnTo>
                    <a:pt x="1746379" y="811848"/>
                  </a:lnTo>
                  <a:lnTo>
                    <a:pt x="1752638" y="811848"/>
                  </a:lnTo>
                  <a:lnTo>
                    <a:pt x="1758897" y="811848"/>
                  </a:lnTo>
                  <a:lnTo>
                    <a:pt x="1765157" y="811848"/>
                  </a:lnTo>
                  <a:lnTo>
                    <a:pt x="1771416" y="811848"/>
                  </a:lnTo>
                  <a:lnTo>
                    <a:pt x="1777676" y="811848"/>
                  </a:lnTo>
                  <a:lnTo>
                    <a:pt x="1783935" y="811848"/>
                  </a:lnTo>
                  <a:lnTo>
                    <a:pt x="1790195" y="811848"/>
                  </a:lnTo>
                  <a:lnTo>
                    <a:pt x="1796454" y="811848"/>
                  </a:lnTo>
                  <a:lnTo>
                    <a:pt x="1802713" y="811848"/>
                  </a:lnTo>
                  <a:lnTo>
                    <a:pt x="1808973" y="811848"/>
                  </a:lnTo>
                  <a:lnTo>
                    <a:pt x="1815232" y="811848"/>
                  </a:lnTo>
                  <a:lnTo>
                    <a:pt x="1821492" y="811848"/>
                  </a:lnTo>
                  <a:lnTo>
                    <a:pt x="1827751" y="811848"/>
                  </a:lnTo>
                  <a:lnTo>
                    <a:pt x="1834011" y="811848"/>
                  </a:lnTo>
                  <a:lnTo>
                    <a:pt x="1840270" y="811848"/>
                  </a:lnTo>
                  <a:lnTo>
                    <a:pt x="1846529" y="811848"/>
                  </a:lnTo>
                  <a:lnTo>
                    <a:pt x="1852789" y="811848"/>
                  </a:lnTo>
                  <a:lnTo>
                    <a:pt x="1859048" y="811848"/>
                  </a:lnTo>
                  <a:lnTo>
                    <a:pt x="1865308" y="811848"/>
                  </a:lnTo>
                  <a:lnTo>
                    <a:pt x="1871567" y="811848"/>
                  </a:lnTo>
                  <a:lnTo>
                    <a:pt x="1877827" y="811848"/>
                  </a:lnTo>
                  <a:lnTo>
                    <a:pt x="1884086" y="811848"/>
                  </a:lnTo>
                  <a:lnTo>
                    <a:pt x="1890345" y="811848"/>
                  </a:lnTo>
                  <a:lnTo>
                    <a:pt x="1896605" y="811848"/>
                  </a:lnTo>
                  <a:lnTo>
                    <a:pt x="1902864" y="811848"/>
                  </a:lnTo>
                  <a:lnTo>
                    <a:pt x="1909124" y="811848"/>
                  </a:lnTo>
                  <a:lnTo>
                    <a:pt x="1915383" y="811848"/>
                  </a:lnTo>
                  <a:lnTo>
                    <a:pt x="1921642" y="811848"/>
                  </a:lnTo>
                  <a:lnTo>
                    <a:pt x="1927902" y="811848"/>
                  </a:lnTo>
                  <a:lnTo>
                    <a:pt x="1934161" y="811848"/>
                  </a:lnTo>
                  <a:lnTo>
                    <a:pt x="1940421" y="811848"/>
                  </a:lnTo>
                  <a:lnTo>
                    <a:pt x="1946680" y="811848"/>
                  </a:lnTo>
                  <a:lnTo>
                    <a:pt x="1952940" y="811848"/>
                  </a:lnTo>
                  <a:lnTo>
                    <a:pt x="1959199" y="811848"/>
                  </a:lnTo>
                  <a:lnTo>
                    <a:pt x="1965458" y="811848"/>
                  </a:lnTo>
                  <a:lnTo>
                    <a:pt x="1971718" y="811848"/>
                  </a:lnTo>
                  <a:lnTo>
                    <a:pt x="1977977" y="811848"/>
                  </a:lnTo>
                  <a:lnTo>
                    <a:pt x="1984237" y="811848"/>
                  </a:lnTo>
                  <a:lnTo>
                    <a:pt x="1990496" y="811848"/>
                  </a:lnTo>
                  <a:lnTo>
                    <a:pt x="1996756" y="811848"/>
                  </a:lnTo>
                  <a:lnTo>
                    <a:pt x="2003015" y="811848"/>
                  </a:lnTo>
                  <a:lnTo>
                    <a:pt x="2009274" y="811848"/>
                  </a:lnTo>
                  <a:lnTo>
                    <a:pt x="2015534" y="811848"/>
                  </a:lnTo>
                  <a:lnTo>
                    <a:pt x="2021793" y="811848"/>
                  </a:lnTo>
                  <a:lnTo>
                    <a:pt x="2028053" y="811848"/>
                  </a:lnTo>
                  <a:lnTo>
                    <a:pt x="2034312" y="811848"/>
                  </a:lnTo>
                  <a:lnTo>
                    <a:pt x="2040572" y="811848"/>
                  </a:lnTo>
                  <a:lnTo>
                    <a:pt x="2046831" y="811848"/>
                  </a:lnTo>
                  <a:lnTo>
                    <a:pt x="2053090" y="811848"/>
                  </a:lnTo>
                  <a:lnTo>
                    <a:pt x="2059350" y="811848"/>
                  </a:lnTo>
                  <a:lnTo>
                    <a:pt x="2065609" y="811848"/>
                  </a:lnTo>
                  <a:lnTo>
                    <a:pt x="2071869" y="811848"/>
                  </a:lnTo>
                  <a:lnTo>
                    <a:pt x="2078128" y="811848"/>
                  </a:lnTo>
                  <a:lnTo>
                    <a:pt x="2084388" y="811848"/>
                  </a:lnTo>
                  <a:lnTo>
                    <a:pt x="2090647" y="811848"/>
                  </a:lnTo>
                  <a:lnTo>
                    <a:pt x="2096906" y="811848"/>
                  </a:lnTo>
                  <a:lnTo>
                    <a:pt x="2103166" y="811848"/>
                  </a:lnTo>
                  <a:lnTo>
                    <a:pt x="2109425" y="811848"/>
                  </a:lnTo>
                  <a:lnTo>
                    <a:pt x="2115685" y="811848"/>
                  </a:lnTo>
                  <a:lnTo>
                    <a:pt x="2121944" y="811848"/>
                  </a:lnTo>
                  <a:lnTo>
                    <a:pt x="2128203" y="811848"/>
                  </a:lnTo>
                  <a:lnTo>
                    <a:pt x="2134463" y="811848"/>
                  </a:lnTo>
                  <a:lnTo>
                    <a:pt x="2140722" y="811848"/>
                  </a:lnTo>
                  <a:lnTo>
                    <a:pt x="2146982" y="811848"/>
                  </a:lnTo>
                  <a:lnTo>
                    <a:pt x="2153241" y="811848"/>
                  </a:lnTo>
                  <a:lnTo>
                    <a:pt x="2159501" y="811848"/>
                  </a:lnTo>
                  <a:lnTo>
                    <a:pt x="2165760" y="811848"/>
                  </a:lnTo>
                  <a:lnTo>
                    <a:pt x="2172019" y="811848"/>
                  </a:lnTo>
                  <a:lnTo>
                    <a:pt x="2178279" y="811848"/>
                  </a:lnTo>
                  <a:lnTo>
                    <a:pt x="2184538" y="811848"/>
                  </a:lnTo>
                  <a:lnTo>
                    <a:pt x="2190798" y="811848"/>
                  </a:lnTo>
                  <a:lnTo>
                    <a:pt x="2197057" y="811848"/>
                  </a:lnTo>
                  <a:lnTo>
                    <a:pt x="2203317" y="811848"/>
                  </a:lnTo>
                  <a:lnTo>
                    <a:pt x="2209576" y="811848"/>
                  </a:lnTo>
                  <a:lnTo>
                    <a:pt x="2215835" y="811848"/>
                  </a:lnTo>
                  <a:lnTo>
                    <a:pt x="2222095" y="811848"/>
                  </a:lnTo>
                  <a:lnTo>
                    <a:pt x="2228354" y="811848"/>
                  </a:lnTo>
                  <a:lnTo>
                    <a:pt x="2234614" y="811848"/>
                  </a:lnTo>
                  <a:lnTo>
                    <a:pt x="2240873" y="811848"/>
                  </a:lnTo>
                  <a:lnTo>
                    <a:pt x="2247133" y="811848"/>
                  </a:lnTo>
                  <a:lnTo>
                    <a:pt x="2253392" y="811848"/>
                  </a:lnTo>
                  <a:lnTo>
                    <a:pt x="2259651" y="811848"/>
                  </a:lnTo>
                  <a:lnTo>
                    <a:pt x="2265911" y="811848"/>
                  </a:lnTo>
                  <a:lnTo>
                    <a:pt x="2272170" y="811848"/>
                  </a:lnTo>
                  <a:lnTo>
                    <a:pt x="2278430" y="811848"/>
                  </a:lnTo>
                  <a:lnTo>
                    <a:pt x="2284689" y="811848"/>
                  </a:lnTo>
                  <a:lnTo>
                    <a:pt x="2290948" y="811848"/>
                  </a:lnTo>
                  <a:lnTo>
                    <a:pt x="2297208" y="811848"/>
                  </a:lnTo>
                  <a:lnTo>
                    <a:pt x="2303467" y="811848"/>
                  </a:lnTo>
                  <a:lnTo>
                    <a:pt x="2309727" y="811848"/>
                  </a:lnTo>
                  <a:lnTo>
                    <a:pt x="2315986" y="811848"/>
                  </a:lnTo>
                  <a:lnTo>
                    <a:pt x="2322246" y="811848"/>
                  </a:lnTo>
                  <a:lnTo>
                    <a:pt x="2328505" y="811848"/>
                  </a:lnTo>
                  <a:lnTo>
                    <a:pt x="2334764" y="811848"/>
                  </a:lnTo>
                  <a:lnTo>
                    <a:pt x="2341024" y="811848"/>
                  </a:lnTo>
                  <a:lnTo>
                    <a:pt x="2347283" y="811848"/>
                  </a:lnTo>
                  <a:lnTo>
                    <a:pt x="2353543" y="811848"/>
                  </a:lnTo>
                  <a:lnTo>
                    <a:pt x="2359802" y="811848"/>
                  </a:lnTo>
                  <a:lnTo>
                    <a:pt x="2366062" y="811848"/>
                  </a:lnTo>
                  <a:lnTo>
                    <a:pt x="2372321" y="811848"/>
                  </a:lnTo>
                  <a:lnTo>
                    <a:pt x="2378580" y="811848"/>
                  </a:lnTo>
                  <a:lnTo>
                    <a:pt x="2384840" y="811848"/>
                  </a:lnTo>
                  <a:lnTo>
                    <a:pt x="2391099" y="811848"/>
                  </a:lnTo>
                  <a:lnTo>
                    <a:pt x="2397359" y="811848"/>
                  </a:lnTo>
                  <a:lnTo>
                    <a:pt x="2403618" y="811848"/>
                  </a:lnTo>
                  <a:lnTo>
                    <a:pt x="2409878" y="811848"/>
                  </a:lnTo>
                  <a:lnTo>
                    <a:pt x="2416137" y="811848"/>
                  </a:lnTo>
                  <a:lnTo>
                    <a:pt x="2422396" y="811848"/>
                  </a:lnTo>
                  <a:lnTo>
                    <a:pt x="2428656" y="811848"/>
                  </a:lnTo>
                  <a:lnTo>
                    <a:pt x="2434915" y="811848"/>
                  </a:lnTo>
                  <a:lnTo>
                    <a:pt x="2441175" y="811848"/>
                  </a:lnTo>
                  <a:lnTo>
                    <a:pt x="2447434" y="811848"/>
                  </a:lnTo>
                  <a:lnTo>
                    <a:pt x="2453693" y="811848"/>
                  </a:lnTo>
                  <a:lnTo>
                    <a:pt x="2459953" y="811848"/>
                  </a:lnTo>
                  <a:lnTo>
                    <a:pt x="2466212" y="811848"/>
                  </a:lnTo>
                  <a:lnTo>
                    <a:pt x="2472472" y="811848"/>
                  </a:lnTo>
                  <a:lnTo>
                    <a:pt x="2478731" y="811848"/>
                  </a:lnTo>
                  <a:lnTo>
                    <a:pt x="2484991" y="811848"/>
                  </a:lnTo>
                  <a:lnTo>
                    <a:pt x="2491250" y="811848"/>
                  </a:lnTo>
                  <a:lnTo>
                    <a:pt x="2497509" y="811848"/>
                  </a:lnTo>
                  <a:lnTo>
                    <a:pt x="2503769" y="811848"/>
                  </a:lnTo>
                  <a:lnTo>
                    <a:pt x="2510028" y="811848"/>
                  </a:lnTo>
                  <a:lnTo>
                    <a:pt x="2516288" y="811848"/>
                  </a:lnTo>
                  <a:lnTo>
                    <a:pt x="2522547" y="811848"/>
                  </a:lnTo>
                  <a:lnTo>
                    <a:pt x="2528807" y="811848"/>
                  </a:lnTo>
                  <a:lnTo>
                    <a:pt x="2535066" y="811848"/>
                  </a:lnTo>
                  <a:lnTo>
                    <a:pt x="2541325" y="811848"/>
                  </a:lnTo>
                  <a:lnTo>
                    <a:pt x="2547585" y="811848"/>
                  </a:lnTo>
                  <a:lnTo>
                    <a:pt x="2553844" y="811848"/>
                  </a:lnTo>
                  <a:lnTo>
                    <a:pt x="2560104" y="811848"/>
                  </a:lnTo>
                  <a:lnTo>
                    <a:pt x="2566363" y="811848"/>
                  </a:lnTo>
                  <a:lnTo>
                    <a:pt x="2572623" y="811848"/>
                  </a:lnTo>
                  <a:lnTo>
                    <a:pt x="2578882" y="811848"/>
                  </a:lnTo>
                  <a:lnTo>
                    <a:pt x="2585141" y="811848"/>
                  </a:lnTo>
                  <a:lnTo>
                    <a:pt x="2591401" y="811848"/>
                  </a:lnTo>
                  <a:lnTo>
                    <a:pt x="2597660" y="811848"/>
                  </a:lnTo>
                  <a:lnTo>
                    <a:pt x="2603920" y="811848"/>
                  </a:lnTo>
                  <a:lnTo>
                    <a:pt x="2610179" y="811848"/>
                  </a:lnTo>
                  <a:lnTo>
                    <a:pt x="2616438" y="811848"/>
                  </a:lnTo>
                  <a:lnTo>
                    <a:pt x="2622698" y="811848"/>
                  </a:lnTo>
                  <a:lnTo>
                    <a:pt x="2628957" y="811848"/>
                  </a:lnTo>
                  <a:lnTo>
                    <a:pt x="2635217" y="811848"/>
                  </a:lnTo>
                  <a:lnTo>
                    <a:pt x="2641476" y="811848"/>
                  </a:lnTo>
                  <a:lnTo>
                    <a:pt x="2647736" y="811848"/>
                  </a:lnTo>
                  <a:lnTo>
                    <a:pt x="2653995" y="811848"/>
                  </a:lnTo>
                  <a:lnTo>
                    <a:pt x="2660254" y="811848"/>
                  </a:lnTo>
                  <a:lnTo>
                    <a:pt x="2666514" y="811848"/>
                  </a:lnTo>
                  <a:lnTo>
                    <a:pt x="2672773" y="811848"/>
                  </a:lnTo>
                  <a:lnTo>
                    <a:pt x="2679033" y="811848"/>
                  </a:lnTo>
                  <a:lnTo>
                    <a:pt x="2685292" y="811848"/>
                  </a:lnTo>
                  <a:lnTo>
                    <a:pt x="2691552" y="811848"/>
                  </a:lnTo>
                  <a:lnTo>
                    <a:pt x="2697811" y="811848"/>
                  </a:lnTo>
                  <a:lnTo>
                    <a:pt x="2704070" y="811848"/>
                  </a:lnTo>
                  <a:lnTo>
                    <a:pt x="2710330" y="811848"/>
                  </a:lnTo>
                  <a:lnTo>
                    <a:pt x="2716589" y="811848"/>
                  </a:lnTo>
                  <a:lnTo>
                    <a:pt x="2722849" y="811848"/>
                  </a:lnTo>
                  <a:lnTo>
                    <a:pt x="2729108" y="811848"/>
                  </a:lnTo>
                  <a:lnTo>
                    <a:pt x="2735368" y="811848"/>
                  </a:lnTo>
                  <a:lnTo>
                    <a:pt x="2741627" y="811847"/>
                  </a:lnTo>
                  <a:lnTo>
                    <a:pt x="2747886" y="811846"/>
                  </a:lnTo>
                  <a:lnTo>
                    <a:pt x="2754146" y="811838"/>
                  </a:lnTo>
                  <a:lnTo>
                    <a:pt x="2760405" y="811806"/>
                  </a:lnTo>
                  <a:lnTo>
                    <a:pt x="2766665" y="811700"/>
                  </a:lnTo>
                  <a:lnTo>
                    <a:pt x="2772924" y="811451"/>
                  </a:lnTo>
                  <a:lnTo>
                    <a:pt x="2779184" y="811025"/>
                  </a:lnTo>
                  <a:lnTo>
                    <a:pt x="2785443" y="810531"/>
                  </a:lnTo>
                  <a:lnTo>
                    <a:pt x="2791702" y="810213"/>
                  </a:lnTo>
                  <a:lnTo>
                    <a:pt x="2797962" y="810273"/>
                  </a:lnTo>
                  <a:lnTo>
                    <a:pt x="2804221" y="810670"/>
                  </a:lnTo>
                  <a:lnTo>
                    <a:pt x="2810481" y="811167"/>
                  </a:lnTo>
                  <a:lnTo>
                    <a:pt x="2816740" y="811546"/>
                  </a:lnTo>
                  <a:lnTo>
                    <a:pt x="2822999" y="811745"/>
                  </a:lnTo>
                  <a:lnTo>
                    <a:pt x="2829259" y="811821"/>
                  </a:lnTo>
                  <a:lnTo>
                    <a:pt x="2835518" y="811843"/>
                  </a:lnTo>
                  <a:lnTo>
                    <a:pt x="2841778" y="811847"/>
                  </a:lnTo>
                  <a:lnTo>
                    <a:pt x="2848037" y="811848"/>
                  </a:lnTo>
                  <a:lnTo>
                    <a:pt x="2854297" y="811848"/>
                  </a:lnTo>
                  <a:lnTo>
                    <a:pt x="2860556" y="811848"/>
                  </a:lnTo>
                  <a:lnTo>
                    <a:pt x="2866815" y="811848"/>
                  </a:lnTo>
                  <a:lnTo>
                    <a:pt x="2873075" y="811848"/>
                  </a:lnTo>
                  <a:lnTo>
                    <a:pt x="2879334" y="811848"/>
                  </a:lnTo>
                  <a:lnTo>
                    <a:pt x="2885594" y="811848"/>
                  </a:lnTo>
                  <a:lnTo>
                    <a:pt x="2891853" y="811848"/>
                  </a:lnTo>
                  <a:lnTo>
                    <a:pt x="2898113" y="811848"/>
                  </a:lnTo>
                  <a:lnTo>
                    <a:pt x="2904372" y="811848"/>
                  </a:lnTo>
                  <a:lnTo>
                    <a:pt x="2910631" y="811848"/>
                  </a:lnTo>
                  <a:lnTo>
                    <a:pt x="2916891" y="811848"/>
                  </a:lnTo>
                  <a:lnTo>
                    <a:pt x="2923150" y="811848"/>
                  </a:lnTo>
                  <a:lnTo>
                    <a:pt x="2929410" y="811848"/>
                  </a:lnTo>
                  <a:lnTo>
                    <a:pt x="2935669" y="811848"/>
                  </a:lnTo>
                  <a:lnTo>
                    <a:pt x="2941929" y="811848"/>
                  </a:lnTo>
                  <a:lnTo>
                    <a:pt x="2948188" y="811848"/>
                  </a:lnTo>
                  <a:lnTo>
                    <a:pt x="2954447" y="811848"/>
                  </a:lnTo>
                  <a:lnTo>
                    <a:pt x="2960707" y="811848"/>
                  </a:lnTo>
                  <a:lnTo>
                    <a:pt x="2966966" y="811848"/>
                  </a:lnTo>
                  <a:lnTo>
                    <a:pt x="2973226" y="811848"/>
                  </a:lnTo>
                  <a:lnTo>
                    <a:pt x="2979485" y="811848"/>
                  </a:lnTo>
                  <a:lnTo>
                    <a:pt x="2985744" y="811848"/>
                  </a:lnTo>
                  <a:lnTo>
                    <a:pt x="2992004" y="811848"/>
                  </a:lnTo>
                  <a:lnTo>
                    <a:pt x="2998263" y="811848"/>
                  </a:lnTo>
                  <a:lnTo>
                    <a:pt x="3004523" y="811848"/>
                  </a:lnTo>
                  <a:lnTo>
                    <a:pt x="3010782" y="811848"/>
                  </a:lnTo>
                  <a:lnTo>
                    <a:pt x="3017042" y="811848"/>
                  </a:lnTo>
                  <a:lnTo>
                    <a:pt x="3023301" y="811848"/>
                  </a:lnTo>
                  <a:lnTo>
                    <a:pt x="3029560" y="811848"/>
                  </a:lnTo>
                  <a:lnTo>
                    <a:pt x="3035820" y="811848"/>
                  </a:lnTo>
                  <a:lnTo>
                    <a:pt x="3042079" y="811848"/>
                  </a:lnTo>
                  <a:lnTo>
                    <a:pt x="3048339" y="811848"/>
                  </a:lnTo>
                  <a:lnTo>
                    <a:pt x="3054598" y="811848"/>
                  </a:lnTo>
                  <a:lnTo>
                    <a:pt x="3060858" y="811848"/>
                  </a:lnTo>
                  <a:lnTo>
                    <a:pt x="3067117" y="811848"/>
                  </a:lnTo>
                  <a:lnTo>
                    <a:pt x="3073376" y="811848"/>
                  </a:lnTo>
                  <a:lnTo>
                    <a:pt x="3079636" y="811848"/>
                  </a:lnTo>
                  <a:lnTo>
                    <a:pt x="3085895" y="811848"/>
                  </a:lnTo>
                  <a:lnTo>
                    <a:pt x="3092155" y="811848"/>
                  </a:lnTo>
                  <a:lnTo>
                    <a:pt x="3098414" y="811848"/>
                  </a:lnTo>
                  <a:lnTo>
                    <a:pt x="3104674" y="811848"/>
                  </a:lnTo>
                  <a:lnTo>
                    <a:pt x="3110933" y="811848"/>
                  </a:lnTo>
                  <a:lnTo>
                    <a:pt x="3117192" y="811848"/>
                  </a:lnTo>
                  <a:lnTo>
                    <a:pt x="3123452" y="811848"/>
                  </a:lnTo>
                  <a:lnTo>
                    <a:pt x="3129711" y="811848"/>
                  </a:lnTo>
                  <a:lnTo>
                    <a:pt x="3135971" y="811848"/>
                  </a:lnTo>
                  <a:lnTo>
                    <a:pt x="3142230" y="811848"/>
                  </a:lnTo>
                  <a:lnTo>
                    <a:pt x="3148489" y="811848"/>
                  </a:lnTo>
                  <a:lnTo>
                    <a:pt x="3154749" y="811848"/>
                  </a:lnTo>
                  <a:lnTo>
                    <a:pt x="3161008" y="811848"/>
                  </a:lnTo>
                  <a:lnTo>
                    <a:pt x="3167268" y="811848"/>
                  </a:lnTo>
                  <a:lnTo>
                    <a:pt x="3173527" y="811848"/>
                  </a:lnTo>
                  <a:lnTo>
                    <a:pt x="3179787" y="811848"/>
                  </a:lnTo>
                  <a:lnTo>
                    <a:pt x="3186046" y="811848"/>
                  </a:lnTo>
                  <a:lnTo>
                    <a:pt x="3192305" y="811848"/>
                  </a:lnTo>
                  <a:lnTo>
                    <a:pt x="3198565" y="811848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749798" y="6151284"/>
              <a:ext cx="3198565" cy="380059"/>
            </a:xfrm>
            <a:custGeom>
              <a:avLst/>
              <a:pathLst>
                <a:path w="3198565" h="380059">
                  <a:moveTo>
                    <a:pt x="0" y="380059"/>
                  </a:moveTo>
                  <a:lnTo>
                    <a:pt x="6259" y="380059"/>
                  </a:lnTo>
                  <a:lnTo>
                    <a:pt x="12518" y="380059"/>
                  </a:lnTo>
                  <a:lnTo>
                    <a:pt x="18778" y="380059"/>
                  </a:lnTo>
                  <a:lnTo>
                    <a:pt x="25037" y="380059"/>
                  </a:lnTo>
                  <a:lnTo>
                    <a:pt x="31297" y="380059"/>
                  </a:lnTo>
                  <a:lnTo>
                    <a:pt x="37556" y="380059"/>
                  </a:lnTo>
                  <a:lnTo>
                    <a:pt x="43815" y="380059"/>
                  </a:lnTo>
                  <a:lnTo>
                    <a:pt x="50075" y="380059"/>
                  </a:lnTo>
                  <a:lnTo>
                    <a:pt x="56334" y="380059"/>
                  </a:lnTo>
                  <a:lnTo>
                    <a:pt x="62594" y="380059"/>
                  </a:lnTo>
                  <a:lnTo>
                    <a:pt x="68853" y="380059"/>
                  </a:lnTo>
                  <a:lnTo>
                    <a:pt x="75113" y="380059"/>
                  </a:lnTo>
                  <a:lnTo>
                    <a:pt x="81372" y="380059"/>
                  </a:lnTo>
                  <a:lnTo>
                    <a:pt x="87631" y="380059"/>
                  </a:lnTo>
                  <a:lnTo>
                    <a:pt x="93891" y="380059"/>
                  </a:lnTo>
                  <a:lnTo>
                    <a:pt x="100150" y="380059"/>
                  </a:lnTo>
                  <a:lnTo>
                    <a:pt x="106410" y="380059"/>
                  </a:lnTo>
                  <a:lnTo>
                    <a:pt x="112669" y="380059"/>
                  </a:lnTo>
                  <a:lnTo>
                    <a:pt x="118929" y="380059"/>
                  </a:lnTo>
                  <a:lnTo>
                    <a:pt x="125188" y="380059"/>
                  </a:lnTo>
                  <a:lnTo>
                    <a:pt x="131447" y="380059"/>
                  </a:lnTo>
                  <a:lnTo>
                    <a:pt x="137707" y="380059"/>
                  </a:lnTo>
                  <a:lnTo>
                    <a:pt x="143966" y="380059"/>
                  </a:lnTo>
                  <a:lnTo>
                    <a:pt x="150226" y="380059"/>
                  </a:lnTo>
                  <a:lnTo>
                    <a:pt x="156485" y="380059"/>
                  </a:lnTo>
                  <a:lnTo>
                    <a:pt x="162745" y="380059"/>
                  </a:lnTo>
                  <a:lnTo>
                    <a:pt x="169004" y="380059"/>
                  </a:lnTo>
                  <a:lnTo>
                    <a:pt x="175263" y="380059"/>
                  </a:lnTo>
                  <a:lnTo>
                    <a:pt x="181523" y="380059"/>
                  </a:lnTo>
                  <a:lnTo>
                    <a:pt x="187782" y="380059"/>
                  </a:lnTo>
                  <a:lnTo>
                    <a:pt x="194042" y="380059"/>
                  </a:lnTo>
                  <a:lnTo>
                    <a:pt x="200301" y="380059"/>
                  </a:lnTo>
                  <a:lnTo>
                    <a:pt x="206560" y="380059"/>
                  </a:lnTo>
                  <a:lnTo>
                    <a:pt x="212820" y="380059"/>
                  </a:lnTo>
                  <a:lnTo>
                    <a:pt x="219079" y="380059"/>
                  </a:lnTo>
                  <a:lnTo>
                    <a:pt x="225339" y="380059"/>
                  </a:lnTo>
                  <a:lnTo>
                    <a:pt x="231598" y="380059"/>
                  </a:lnTo>
                  <a:lnTo>
                    <a:pt x="237858" y="380059"/>
                  </a:lnTo>
                  <a:lnTo>
                    <a:pt x="244117" y="380059"/>
                  </a:lnTo>
                  <a:lnTo>
                    <a:pt x="250376" y="380059"/>
                  </a:lnTo>
                  <a:lnTo>
                    <a:pt x="256636" y="380059"/>
                  </a:lnTo>
                  <a:lnTo>
                    <a:pt x="262895" y="380059"/>
                  </a:lnTo>
                  <a:lnTo>
                    <a:pt x="269155" y="380059"/>
                  </a:lnTo>
                  <a:lnTo>
                    <a:pt x="275414" y="380059"/>
                  </a:lnTo>
                  <a:lnTo>
                    <a:pt x="281674" y="380059"/>
                  </a:lnTo>
                  <a:lnTo>
                    <a:pt x="287933" y="380059"/>
                  </a:lnTo>
                  <a:lnTo>
                    <a:pt x="294192" y="380059"/>
                  </a:lnTo>
                  <a:lnTo>
                    <a:pt x="300452" y="380059"/>
                  </a:lnTo>
                  <a:lnTo>
                    <a:pt x="306711" y="380059"/>
                  </a:lnTo>
                  <a:lnTo>
                    <a:pt x="312971" y="380059"/>
                  </a:lnTo>
                  <a:lnTo>
                    <a:pt x="319230" y="380059"/>
                  </a:lnTo>
                  <a:lnTo>
                    <a:pt x="325490" y="380059"/>
                  </a:lnTo>
                  <a:lnTo>
                    <a:pt x="331749" y="380059"/>
                  </a:lnTo>
                  <a:lnTo>
                    <a:pt x="338008" y="380059"/>
                  </a:lnTo>
                  <a:lnTo>
                    <a:pt x="344268" y="380059"/>
                  </a:lnTo>
                  <a:lnTo>
                    <a:pt x="350527" y="380059"/>
                  </a:lnTo>
                  <a:lnTo>
                    <a:pt x="356787" y="380059"/>
                  </a:lnTo>
                  <a:lnTo>
                    <a:pt x="363046" y="380059"/>
                  </a:lnTo>
                  <a:lnTo>
                    <a:pt x="369305" y="380059"/>
                  </a:lnTo>
                  <a:lnTo>
                    <a:pt x="375565" y="380059"/>
                  </a:lnTo>
                  <a:lnTo>
                    <a:pt x="381824" y="380059"/>
                  </a:lnTo>
                  <a:lnTo>
                    <a:pt x="388084" y="380059"/>
                  </a:lnTo>
                  <a:lnTo>
                    <a:pt x="394343" y="380059"/>
                  </a:lnTo>
                  <a:lnTo>
                    <a:pt x="400603" y="380059"/>
                  </a:lnTo>
                  <a:lnTo>
                    <a:pt x="406862" y="380059"/>
                  </a:lnTo>
                  <a:lnTo>
                    <a:pt x="413121" y="380059"/>
                  </a:lnTo>
                  <a:lnTo>
                    <a:pt x="419381" y="380059"/>
                  </a:lnTo>
                  <a:lnTo>
                    <a:pt x="425640" y="380059"/>
                  </a:lnTo>
                  <a:lnTo>
                    <a:pt x="431900" y="380059"/>
                  </a:lnTo>
                  <a:lnTo>
                    <a:pt x="438159" y="380059"/>
                  </a:lnTo>
                  <a:lnTo>
                    <a:pt x="444419" y="380059"/>
                  </a:lnTo>
                  <a:lnTo>
                    <a:pt x="450678" y="380059"/>
                  </a:lnTo>
                  <a:lnTo>
                    <a:pt x="456937" y="380059"/>
                  </a:lnTo>
                  <a:lnTo>
                    <a:pt x="463197" y="380059"/>
                  </a:lnTo>
                  <a:lnTo>
                    <a:pt x="469456" y="380059"/>
                  </a:lnTo>
                  <a:lnTo>
                    <a:pt x="475716" y="380059"/>
                  </a:lnTo>
                  <a:lnTo>
                    <a:pt x="481975" y="380058"/>
                  </a:lnTo>
                  <a:lnTo>
                    <a:pt x="488235" y="380058"/>
                  </a:lnTo>
                  <a:lnTo>
                    <a:pt x="494494" y="380056"/>
                  </a:lnTo>
                  <a:lnTo>
                    <a:pt x="500753" y="380052"/>
                  </a:lnTo>
                  <a:lnTo>
                    <a:pt x="507013" y="380040"/>
                  </a:lnTo>
                  <a:lnTo>
                    <a:pt x="513272" y="380014"/>
                  </a:lnTo>
                  <a:lnTo>
                    <a:pt x="519532" y="379959"/>
                  </a:lnTo>
                  <a:lnTo>
                    <a:pt x="525791" y="379856"/>
                  </a:lnTo>
                  <a:lnTo>
                    <a:pt x="532050" y="379676"/>
                  </a:lnTo>
                  <a:lnTo>
                    <a:pt x="538310" y="379392"/>
                  </a:lnTo>
                  <a:lnTo>
                    <a:pt x="544569" y="378979"/>
                  </a:lnTo>
                  <a:lnTo>
                    <a:pt x="550829" y="378425"/>
                  </a:lnTo>
                  <a:lnTo>
                    <a:pt x="557088" y="377735"/>
                  </a:lnTo>
                  <a:lnTo>
                    <a:pt x="563348" y="376929"/>
                  </a:lnTo>
                  <a:lnTo>
                    <a:pt x="569607" y="376039"/>
                  </a:lnTo>
                  <a:lnTo>
                    <a:pt x="575866" y="375106"/>
                  </a:lnTo>
                  <a:lnTo>
                    <a:pt x="582126" y="374177"/>
                  </a:lnTo>
                  <a:lnTo>
                    <a:pt x="588385" y="373313"/>
                  </a:lnTo>
                  <a:lnTo>
                    <a:pt x="594645" y="372592"/>
                  </a:lnTo>
                  <a:lnTo>
                    <a:pt x="600904" y="372087"/>
                  </a:lnTo>
                  <a:lnTo>
                    <a:pt x="607164" y="371843"/>
                  </a:lnTo>
                  <a:lnTo>
                    <a:pt x="613423" y="371833"/>
                  </a:lnTo>
                  <a:lnTo>
                    <a:pt x="619682" y="371942"/>
                  </a:lnTo>
                  <a:lnTo>
                    <a:pt x="625942" y="371986"/>
                  </a:lnTo>
                  <a:lnTo>
                    <a:pt x="632201" y="371784"/>
                  </a:lnTo>
                  <a:lnTo>
                    <a:pt x="638461" y="371268"/>
                  </a:lnTo>
                  <a:lnTo>
                    <a:pt x="644720" y="370493"/>
                  </a:lnTo>
                  <a:lnTo>
                    <a:pt x="650980" y="369622"/>
                  </a:lnTo>
                  <a:lnTo>
                    <a:pt x="657239" y="368849"/>
                  </a:lnTo>
                  <a:lnTo>
                    <a:pt x="663498" y="368326"/>
                  </a:lnTo>
                  <a:lnTo>
                    <a:pt x="669758" y="368109"/>
                  </a:lnTo>
                  <a:lnTo>
                    <a:pt x="676017" y="368150"/>
                  </a:lnTo>
                  <a:lnTo>
                    <a:pt x="682277" y="368333"/>
                  </a:lnTo>
                  <a:lnTo>
                    <a:pt x="688536" y="368526"/>
                  </a:lnTo>
                  <a:lnTo>
                    <a:pt x="694796" y="368632"/>
                  </a:lnTo>
                  <a:lnTo>
                    <a:pt x="701055" y="368621"/>
                  </a:lnTo>
                  <a:lnTo>
                    <a:pt x="707314" y="368526"/>
                  </a:lnTo>
                  <a:lnTo>
                    <a:pt x="713574" y="368420"/>
                  </a:lnTo>
                  <a:lnTo>
                    <a:pt x="719833" y="368390"/>
                  </a:lnTo>
                  <a:lnTo>
                    <a:pt x="726093" y="368498"/>
                  </a:lnTo>
                  <a:lnTo>
                    <a:pt x="732352" y="368772"/>
                  </a:lnTo>
                  <a:lnTo>
                    <a:pt x="738611" y="369198"/>
                  </a:lnTo>
                  <a:lnTo>
                    <a:pt x="744871" y="369735"/>
                  </a:lnTo>
                  <a:lnTo>
                    <a:pt x="751130" y="370334"/>
                  </a:lnTo>
                  <a:lnTo>
                    <a:pt x="757390" y="370949"/>
                  </a:lnTo>
                  <a:lnTo>
                    <a:pt x="763649" y="371554"/>
                  </a:lnTo>
                  <a:lnTo>
                    <a:pt x="769909" y="372143"/>
                  </a:lnTo>
                  <a:lnTo>
                    <a:pt x="776168" y="372728"/>
                  </a:lnTo>
                  <a:lnTo>
                    <a:pt x="782427" y="373327"/>
                  </a:lnTo>
                  <a:lnTo>
                    <a:pt x="788687" y="373958"/>
                  </a:lnTo>
                  <a:lnTo>
                    <a:pt x="794946" y="374621"/>
                  </a:lnTo>
                  <a:lnTo>
                    <a:pt x="801206" y="375291"/>
                  </a:lnTo>
                  <a:lnTo>
                    <a:pt x="807465" y="375925"/>
                  </a:lnTo>
                  <a:lnTo>
                    <a:pt x="813725" y="376472"/>
                  </a:lnTo>
                  <a:lnTo>
                    <a:pt x="819984" y="376893"/>
                  </a:lnTo>
                  <a:lnTo>
                    <a:pt x="826243" y="377176"/>
                  </a:lnTo>
                  <a:lnTo>
                    <a:pt x="832503" y="377339"/>
                  </a:lnTo>
                  <a:lnTo>
                    <a:pt x="838762" y="377427"/>
                  </a:lnTo>
                  <a:lnTo>
                    <a:pt x="845022" y="377494"/>
                  </a:lnTo>
                  <a:lnTo>
                    <a:pt x="851281" y="377582"/>
                  </a:lnTo>
                  <a:lnTo>
                    <a:pt x="857541" y="377709"/>
                  </a:lnTo>
                  <a:lnTo>
                    <a:pt x="863800" y="377855"/>
                  </a:lnTo>
                  <a:lnTo>
                    <a:pt x="870059" y="377968"/>
                  </a:lnTo>
                  <a:lnTo>
                    <a:pt x="876319" y="377982"/>
                  </a:lnTo>
                  <a:lnTo>
                    <a:pt x="882578" y="377845"/>
                  </a:lnTo>
                  <a:lnTo>
                    <a:pt x="888838" y="377534"/>
                  </a:lnTo>
                  <a:lnTo>
                    <a:pt x="895097" y="377046"/>
                  </a:lnTo>
                  <a:lnTo>
                    <a:pt x="901356" y="376391"/>
                  </a:lnTo>
                  <a:lnTo>
                    <a:pt x="907616" y="375565"/>
                  </a:lnTo>
                  <a:lnTo>
                    <a:pt x="913875" y="374535"/>
                  </a:lnTo>
                  <a:lnTo>
                    <a:pt x="920135" y="373225"/>
                  </a:lnTo>
                  <a:lnTo>
                    <a:pt x="926394" y="371515"/>
                  </a:lnTo>
                  <a:lnTo>
                    <a:pt x="932654" y="369245"/>
                  </a:lnTo>
                  <a:lnTo>
                    <a:pt x="938913" y="366230"/>
                  </a:lnTo>
                  <a:lnTo>
                    <a:pt x="945172" y="362262"/>
                  </a:lnTo>
                  <a:lnTo>
                    <a:pt x="951432" y="357121"/>
                  </a:lnTo>
                  <a:lnTo>
                    <a:pt x="957691" y="350572"/>
                  </a:lnTo>
                  <a:lnTo>
                    <a:pt x="963951" y="342373"/>
                  </a:lnTo>
                  <a:lnTo>
                    <a:pt x="970210" y="332283"/>
                  </a:lnTo>
                  <a:lnTo>
                    <a:pt x="976470" y="320082"/>
                  </a:lnTo>
                  <a:lnTo>
                    <a:pt x="982729" y="305593"/>
                  </a:lnTo>
                  <a:lnTo>
                    <a:pt x="988988" y="288687"/>
                  </a:lnTo>
                  <a:lnTo>
                    <a:pt x="995248" y="269180"/>
                  </a:lnTo>
                  <a:lnTo>
                    <a:pt x="1001507" y="247214"/>
                  </a:lnTo>
                  <a:lnTo>
                    <a:pt x="1007767" y="222865"/>
                  </a:lnTo>
                  <a:lnTo>
                    <a:pt x="1014026" y="196310"/>
                  </a:lnTo>
                  <a:lnTo>
                    <a:pt x="1020286" y="167886"/>
                  </a:lnTo>
                  <a:lnTo>
                    <a:pt x="1026545" y="138181"/>
                  </a:lnTo>
                  <a:lnTo>
                    <a:pt x="1032804" y="108096"/>
                  </a:lnTo>
                  <a:lnTo>
                    <a:pt x="1039064" y="78872"/>
                  </a:lnTo>
                  <a:lnTo>
                    <a:pt x="1045323" y="52025"/>
                  </a:lnTo>
                  <a:lnTo>
                    <a:pt x="1051583" y="29221"/>
                  </a:lnTo>
                  <a:lnTo>
                    <a:pt x="1057842" y="12088"/>
                  </a:lnTo>
                  <a:lnTo>
                    <a:pt x="1064101" y="2020"/>
                  </a:lnTo>
                  <a:lnTo>
                    <a:pt x="1070361" y="0"/>
                  </a:lnTo>
                  <a:lnTo>
                    <a:pt x="1076620" y="6470"/>
                  </a:lnTo>
                  <a:lnTo>
                    <a:pt x="1082880" y="21282"/>
                  </a:lnTo>
                  <a:lnTo>
                    <a:pt x="1089139" y="43696"/>
                  </a:lnTo>
                  <a:lnTo>
                    <a:pt x="1095399" y="72448"/>
                  </a:lnTo>
                  <a:lnTo>
                    <a:pt x="1101658" y="105848"/>
                  </a:lnTo>
                  <a:lnTo>
                    <a:pt x="1107917" y="141917"/>
                  </a:lnTo>
                  <a:lnTo>
                    <a:pt x="1114177" y="178497"/>
                  </a:lnTo>
                  <a:lnTo>
                    <a:pt x="1120436" y="213410"/>
                  </a:lnTo>
                  <a:lnTo>
                    <a:pt x="1126696" y="245006"/>
                  </a:lnTo>
                  <a:lnTo>
                    <a:pt x="1132955" y="272179"/>
                  </a:lnTo>
                  <a:lnTo>
                    <a:pt x="1139215" y="294421"/>
                  </a:lnTo>
                  <a:lnTo>
                    <a:pt x="1145474" y="311776"/>
                  </a:lnTo>
                  <a:lnTo>
                    <a:pt x="1151733" y="324672"/>
                  </a:lnTo>
                  <a:lnTo>
                    <a:pt x="1157993" y="333721"/>
                  </a:lnTo>
                  <a:lnTo>
                    <a:pt x="1164252" y="339545"/>
                  </a:lnTo>
                  <a:lnTo>
                    <a:pt x="1170512" y="342682"/>
                  </a:lnTo>
                  <a:lnTo>
                    <a:pt x="1176771" y="343584"/>
                  </a:lnTo>
                  <a:lnTo>
                    <a:pt x="1183031" y="342671"/>
                  </a:lnTo>
                  <a:lnTo>
                    <a:pt x="1189290" y="340383"/>
                  </a:lnTo>
                  <a:lnTo>
                    <a:pt x="1195549" y="337211"/>
                  </a:lnTo>
                  <a:lnTo>
                    <a:pt x="1201809" y="333661"/>
                  </a:lnTo>
                  <a:lnTo>
                    <a:pt x="1208068" y="330202"/>
                  </a:lnTo>
                  <a:lnTo>
                    <a:pt x="1214328" y="327196"/>
                  </a:lnTo>
                  <a:lnTo>
                    <a:pt x="1220587" y="324866"/>
                  </a:lnTo>
                  <a:lnTo>
                    <a:pt x="1226846" y="323310"/>
                  </a:lnTo>
                  <a:lnTo>
                    <a:pt x="1233106" y="322551"/>
                  </a:lnTo>
                  <a:lnTo>
                    <a:pt x="1239365" y="322623"/>
                  </a:lnTo>
                  <a:lnTo>
                    <a:pt x="1245625" y="323469"/>
                  </a:lnTo>
                  <a:lnTo>
                    <a:pt x="1251884" y="325050"/>
                  </a:lnTo>
                  <a:lnTo>
                    <a:pt x="1258144" y="327271"/>
                  </a:lnTo>
                  <a:lnTo>
                    <a:pt x="1264403" y="329973"/>
                  </a:lnTo>
                  <a:lnTo>
                    <a:pt x="1270662" y="332960"/>
                  </a:lnTo>
                  <a:lnTo>
                    <a:pt x="1276922" y="336052"/>
                  </a:lnTo>
                  <a:lnTo>
                    <a:pt x="1283181" y="339134"/>
                  </a:lnTo>
                  <a:lnTo>
                    <a:pt x="1289441" y="342179"/>
                  </a:lnTo>
                  <a:lnTo>
                    <a:pt x="1295700" y="345232"/>
                  </a:lnTo>
                  <a:lnTo>
                    <a:pt x="1301960" y="348365"/>
                  </a:lnTo>
                  <a:lnTo>
                    <a:pt x="1308219" y="351627"/>
                  </a:lnTo>
                  <a:lnTo>
                    <a:pt x="1314478" y="355012"/>
                  </a:lnTo>
                  <a:lnTo>
                    <a:pt x="1320738" y="358460"/>
                  </a:lnTo>
                  <a:lnTo>
                    <a:pt x="1326997" y="361873"/>
                  </a:lnTo>
                  <a:lnTo>
                    <a:pt x="1333257" y="365141"/>
                  </a:lnTo>
                  <a:lnTo>
                    <a:pt x="1339516" y="368165"/>
                  </a:lnTo>
                  <a:lnTo>
                    <a:pt x="1345776" y="370865"/>
                  </a:lnTo>
                  <a:lnTo>
                    <a:pt x="1352035" y="373189"/>
                  </a:lnTo>
                  <a:lnTo>
                    <a:pt x="1358294" y="375099"/>
                  </a:lnTo>
                  <a:lnTo>
                    <a:pt x="1364554" y="376603"/>
                  </a:lnTo>
                  <a:lnTo>
                    <a:pt x="1370813" y="377745"/>
                  </a:lnTo>
                  <a:lnTo>
                    <a:pt x="1377073" y="378574"/>
                  </a:lnTo>
                  <a:lnTo>
                    <a:pt x="1383332" y="379148"/>
                  </a:lnTo>
                  <a:lnTo>
                    <a:pt x="1389592" y="379527"/>
                  </a:lnTo>
                  <a:lnTo>
                    <a:pt x="1395851" y="379765"/>
                  </a:lnTo>
                  <a:lnTo>
                    <a:pt x="1402110" y="379905"/>
                  </a:lnTo>
                  <a:lnTo>
                    <a:pt x="1408370" y="379983"/>
                  </a:lnTo>
                  <a:lnTo>
                    <a:pt x="1414629" y="380024"/>
                  </a:lnTo>
                  <a:lnTo>
                    <a:pt x="1420889" y="380044"/>
                  </a:lnTo>
                  <a:lnTo>
                    <a:pt x="1427148" y="380053"/>
                  </a:lnTo>
                  <a:lnTo>
                    <a:pt x="1433407" y="380057"/>
                  </a:lnTo>
                  <a:lnTo>
                    <a:pt x="1439667" y="380058"/>
                  </a:lnTo>
                  <a:lnTo>
                    <a:pt x="1445926" y="380059"/>
                  </a:lnTo>
                  <a:lnTo>
                    <a:pt x="1452186" y="380059"/>
                  </a:lnTo>
                  <a:lnTo>
                    <a:pt x="1458445" y="380059"/>
                  </a:lnTo>
                  <a:lnTo>
                    <a:pt x="1464705" y="380059"/>
                  </a:lnTo>
                  <a:lnTo>
                    <a:pt x="1470964" y="380059"/>
                  </a:lnTo>
                  <a:lnTo>
                    <a:pt x="1477223" y="380059"/>
                  </a:lnTo>
                  <a:lnTo>
                    <a:pt x="1483483" y="380059"/>
                  </a:lnTo>
                  <a:lnTo>
                    <a:pt x="1489742" y="380059"/>
                  </a:lnTo>
                  <a:lnTo>
                    <a:pt x="1496002" y="380059"/>
                  </a:lnTo>
                  <a:lnTo>
                    <a:pt x="1502261" y="380059"/>
                  </a:lnTo>
                  <a:lnTo>
                    <a:pt x="1508521" y="380059"/>
                  </a:lnTo>
                  <a:lnTo>
                    <a:pt x="1514780" y="380059"/>
                  </a:lnTo>
                  <a:lnTo>
                    <a:pt x="1521039" y="380059"/>
                  </a:lnTo>
                  <a:lnTo>
                    <a:pt x="1527299" y="380059"/>
                  </a:lnTo>
                  <a:lnTo>
                    <a:pt x="1533558" y="380059"/>
                  </a:lnTo>
                  <a:lnTo>
                    <a:pt x="1539818" y="380059"/>
                  </a:lnTo>
                  <a:lnTo>
                    <a:pt x="1546077" y="380059"/>
                  </a:lnTo>
                  <a:lnTo>
                    <a:pt x="1552337" y="380059"/>
                  </a:lnTo>
                  <a:lnTo>
                    <a:pt x="1558596" y="380059"/>
                  </a:lnTo>
                  <a:lnTo>
                    <a:pt x="1564855" y="380059"/>
                  </a:lnTo>
                  <a:lnTo>
                    <a:pt x="1571115" y="380059"/>
                  </a:lnTo>
                  <a:lnTo>
                    <a:pt x="1577374" y="380059"/>
                  </a:lnTo>
                  <a:lnTo>
                    <a:pt x="1583634" y="380059"/>
                  </a:lnTo>
                  <a:lnTo>
                    <a:pt x="1589893" y="380059"/>
                  </a:lnTo>
                  <a:lnTo>
                    <a:pt x="1596152" y="380059"/>
                  </a:lnTo>
                  <a:lnTo>
                    <a:pt x="1602412" y="380059"/>
                  </a:lnTo>
                  <a:lnTo>
                    <a:pt x="1608671" y="380059"/>
                  </a:lnTo>
                  <a:lnTo>
                    <a:pt x="1614931" y="380059"/>
                  </a:lnTo>
                  <a:lnTo>
                    <a:pt x="1621190" y="380059"/>
                  </a:lnTo>
                  <a:lnTo>
                    <a:pt x="1627450" y="380059"/>
                  </a:lnTo>
                  <a:lnTo>
                    <a:pt x="1633709" y="380059"/>
                  </a:lnTo>
                  <a:lnTo>
                    <a:pt x="1639968" y="380059"/>
                  </a:lnTo>
                  <a:lnTo>
                    <a:pt x="1646228" y="380059"/>
                  </a:lnTo>
                  <a:lnTo>
                    <a:pt x="1652487" y="380059"/>
                  </a:lnTo>
                  <a:lnTo>
                    <a:pt x="1658747" y="380059"/>
                  </a:lnTo>
                  <a:lnTo>
                    <a:pt x="1665006" y="380059"/>
                  </a:lnTo>
                  <a:lnTo>
                    <a:pt x="1671266" y="380059"/>
                  </a:lnTo>
                  <a:lnTo>
                    <a:pt x="1677525" y="380059"/>
                  </a:lnTo>
                  <a:lnTo>
                    <a:pt x="1683784" y="380059"/>
                  </a:lnTo>
                  <a:lnTo>
                    <a:pt x="1690044" y="380059"/>
                  </a:lnTo>
                  <a:lnTo>
                    <a:pt x="1696303" y="380059"/>
                  </a:lnTo>
                  <a:lnTo>
                    <a:pt x="1702563" y="380059"/>
                  </a:lnTo>
                  <a:lnTo>
                    <a:pt x="1708822" y="380059"/>
                  </a:lnTo>
                  <a:lnTo>
                    <a:pt x="1715082" y="380059"/>
                  </a:lnTo>
                  <a:lnTo>
                    <a:pt x="1721341" y="380059"/>
                  </a:lnTo>
                  <a:lnTo>
                    <a:pt x="1727600" y="380059"/>
                  </a:lnTo>
                  <a:lnTo>
                    <a:pt x="1733860" y="380059"/>
                  </a:lnTo>
                  <a:lnTo>
                    <a:pt x="1740119" y="380059"/>
                  </a:lnTo>
                  <a:lnTo>
                    <a:pt x="1746379" y="380059"/>
                  </a:lnTo>
                  <a:lnTo>
                    <a:pt x="1752638" y="380059"/>
                  </a:lnTo>
                  <a:lnTo>
                    <a:pt x="1758897" y="380059"/>
                  </a:lnTo>
                  <a:lnTo>
                    <a:pt x="1765157" y="380059"/>
                  </a:lnTo>
                  <a:lnTo>
                    <a:pt x="1771416" y="380059"/>
                  </a:lnTo>
                  <a:lnTo>
                    <a:pt x="1777676" y="380059"/>
                  </a:lnTo>
                  <a:lnTo>
                    <a:pt x="1783935" y="380059"/>
                  </a:lnTo>
                  <a:lnTo>
                    <a:pt x="1790195" y="380059"/>
                  </a:lnTo>
                  <a:lnTo>
                    <a:pt x="1796454" y="380059"/>
                  </a:lnTo>
                  <a:lnTo>
                    <a:pt x="1802713" y="380059"/>
                  </a:lnTo>
                  <a:lnTo>
                    <a:pt x="1808973" y="380059"/>
                  </a:lnTo>
                  <a:lnTo>
                    <a:pt x="1815232" y="380059"/>
                  </a:lnTo>
                  <a:lnTo>
                    <a:pt x="1821492" y="380059"/>
                  </a:lnTo>
                  <a:lnTo>
                    <a:pt x="1827751" y="380059"/>
                  </a:lnTo>
                  <a:lnTo>
                    <a:pt x="1834011" y="380059"/>
                  </a:lnTo>
                  <a:lnTo>
                    <a:pt x="1840270" y="380059"/>
                  </a:lnTo>
                  <a:lnTo>
                    <a:pt x="1846529" y="380059"/>
                  </a:lnTo>
                  <a:lnTo>
                    <a:pt x="1852789" y="380059"/>
                  </a:lnTo>
                  <a:lnTo>
                    <a:pt x="1859048" y="380059"/>
                  </a:lnTo>
                  <a:lnTo>
                    <a:pt x="1865308" y="380059"/>
                  </a:lnTo>
                  <a:lnTo>
                    <a:pt x="1871567" y="380059"/>
                  </a:lnTo>
                  <a:lnTo>
                    <a:pt x="1877827" y="380059"/>
                  </a:lnTo>
                  <a:lnTo>
                    <a:pt x="1884086" y="380059"/>
                  </a:lnTo>
                  <a:lnTo>
                    <a:pt x="1890345" y="380059"/>
                  </a:lnTo>
                  <a:lnTo>
                    <a:pt x="1896605" y="380059"/>
                  </a:lnTo>
                  <a:lnTo>
                    <a:pt x="1902864" y="380059"/>
                  </a:lnTo>
                  <a:lnTo>
                    <a:pt x="1909124" y="380059"/>
                  </a:lnTo>
                  <a:lnTo>
                    <a:pt x="1915383" y="380059"/>
                  </a:lnTo>
                  <a:lnTo>
                    <a:pt x="1921642" y="380059"/>
                  </a:lnTo>
                  <a:lnTo>
                    <a:pt x="1927902" y="380059"/>
                  </a:lnTo>
                  <a:lnTo>
                    <a:pt x="1934161" y="380059"/>
                  </a:lnTo>
                  <a:lnTo>
                    <a:pt x="1940421" y="380059"/>
                  </a:lnTo>
                  <a:lnTo>
                    <a:pt x="1946680" y="380059"/>
                  </a:lnTo>
                  <a:lnTo>
                    <a:pt x="1952940" y="380059"/>
                  </a:lnTo>
                  <a:lnTo>
                    <a:pt x="1959199" y="380059"/>
                  </a:lnTo>
                  <a:lnTo>
                    <a:pt x="1965458" y="380059"/>
                  </a:lnTo>
                  <a:lnTo>
                    <a:pt x="1971718" y="380059"/>
                  </a:lnTo>
                  <a:lnTo>
                    <a:pt x="1977977" y="380059"/>
                  </a:lnTo>
                  <a:lnTo>
                    <a:pt x="1984237" y="380059"/>
                  </a:lnTo>
                  <a:lnTo>
                    <a:pt x="1990496" y="380059"/>
                  </a:lnTo>
                  <a:lnTo>
                    <a:pt x="1996756" y="380059"/>
                  </a:lnTo>
                  <a:lnTo>
                    <a:pt x="2003015" y="380059"/>
                  </a:lnTo>
                  <a:lnTo>
                    <a:pt x="2009274" y="380059"/>
                  </a:lnTo>
                  <a:lnTo>
                    <a:pt x="2015534" y="380059"/>
                  </a:lnTo>
                  <a:lnTo>
                    <a:pt x="2021793" y="380059"/>
                  </a:lnTo>
                  <a:lnTo>
                    <a:pt x="2028053" y="380059"/>
                  </a:lnTo>
                  <a:lnTo>
                    <a:pt x="2034312" y="380059"/>
                  </a:lnTo>
                  <a:lnTo>
                    <a:pt x="2040572" y="380059"/>
                  </a:lnTo>
                  <a:lnTo>
                    <a:pt x="2046831" y="380059"/>
                  </a:lnTo>
                  <a:lnTo>
                    <a:pt x="2053090" y="380059"/>
                  </a:lnTo>
                  <a:lnTo>
                    <a:pt x="2059350" y="380059"/>
                  </a:lnTo>
                  <a:lnTo>
                    <a:pt x="2065609" y="380059"/>
                  </a:lnTo>
                  <a:lnTo>
                    <a:pt x="2071869" y="380059"/>
                  </a:lnTo>
                  <a:lnTo>
                    <a:pt x="2078128" y="380059"/>
                  </a:lnTo>
                  <a:lnTo>
                    <a:pt x="2084388" y="380059"/>
                  </a:lnTo>
                  <a:lnTo>
                    <a:pt x="2090647" y="380059"/>
                  </a:lnTo>
                  <a:lnTo>
                    <a:pt x="2096906" y="380059"/>
                  </a:lnTo>
                  <a:lnTo>
                    <a:pt x="2103166" y="380059"/>
                  </a:lnTo>
                  <a:lnTo>
                    <a:pt x="2109425" y="380059"/>
                  </a:lnTo>
                  <a:lnTo>
                    <a:pt x="2115685" y="380059"/>
                  </a:lnTo>
                  <a:lnTo>
                    <a:pt x="2121944" y="380059"/>
                  </a:lnTo>
                  <a:lnTo>
                    <a:pt x="2128203" y="380059"/>
                  </a:lnTo>
                  <a:lnTo>
                    <a:pt x="2134463" y="380059"/>
                  </a:lnTo>
                  <a:lnTo>
                    <a:pt x="2140722" y="380059"/>
                  </a:lnTo>
                  <a:lnTo>
                    <a:pt x="2146982" y="380059"/>
                  </a:lnTo>
                  <a:lnTo>
                    <a:pt x="2153241" y="380059"/>
                  </a:lnTo>
                  <a:lnTo>
                    <a:pt x="2159501" y="380059"/>
                  </a:lnTo>
                  <a:lnTo>
                    <a:pt x="2165760" y="380059"/>
                  </a:lnTo>
                  <a:lnTo>
                    <a:pt x="2172019" y="380059"/>
                  </a:lnTo>
                  <a:lnTo>
                    <a:pt x="2178279" y="380059"/>
                  </a:lnTo>
                  <a:lnTo>
                    <a:pt x="2184538" y="380059"/>
                  </a:lnTo>
                  <a:lnTo>
                    <a:pt x="2190798" y="380059"/>
                  </a:lnTo>
                  <a:lnTo>
                    <a:pt x="2197057" y="380059"/>
                  </a:lnTo>
                  <a:lnTo>
                    <a:pt x="2203317" y="380059"/>
                  </a:lnTo>
                  <a:lnTo>
                    <a:pt x="2209576" y="380059"/>
                  </a:lnTo>
                  <a:lnTo>
                    <a:pt x="2215835" y="380059"/>
                  </a:lnTo>
                  <a:lnTo>
                    <a:pt x="2222095" y="380059"/>
                  </a:lnTo>
                  <a:lnTo>
                    <a:pt x="2228354" y="380059"/>
                  </a:lnTo>
                  <a:lnTo>
                    <a:pt x="2234614" y="380059"/>
                  </a:lnTo>
                  <a:lnTo>
                    <a:pt x="2240873" y="380059"/>
                  </a:lnTo>
                  <a:lnTo>
                    <a:pt x="2247133" y="380059"/>
                  </a:lnTo>
                  <a:lnTo>
                    <a:pt x="2253392" y="380059"/>
                  </a:lnTo>
                  <a:lnTo>
                    <a:pt x="2259651" y="380059"/>
                  </a:lnTo>
                  <a:lnTo>
                    <a:pt x="2265911" y="380059"/>
                  </a:lnTo>
                  <a:lnTo>
                    <a:pt x="2272170" y="380059"/>
                  </a:lnTo>
                  <a:lnTo>
                    <a:pt x="2278430" y="380059"/>
                  </a:lnTo>
                  <a:lnTo>
                    <a:pt x="2284689" y="380059"/>
                  </a:lnTo>
                  <a:lnTo>
                    <a:pt x="2290948" y="380059"/>
                  </a:lnTo>
                  <a:lnTo>
                    <a:pt x="2297208" y="380059"/>
                  </a:lnTo>
                  <a:lnTo>
                    <a:pt x="2303467" y="380059"/>
                  </a:lnTo>
                  <a:lnTo>
                    <a:pt x="2309727" y="380059"/>
                  </a:lnTo>
                  <a:lnTo>
                    <a:pt x="2315986" y="380059"/>
                  </a:lnTo>
                  <a:lnTo>
                    <a:pt x="2322246" y="380059"/>
                  </a:lnTo>
                  <a:lnTo>
                    <a:pt x="2328505" y="380059"/>
                  </a:lnTo>
                  <a:lnTo>
                    <a:pt x="2334764" y="380059"/>
                  </a:lnTo>
                  <a:lnTo>
                    <a:pt x="2341024" y="380059"/>
                  </a:lnTo>
                  <a:lnTo>
                    <a:pt x="2347283" y="380059"/>
                  </a:lnTo>
                  <a:lnTo>
                    <a:pt x="2353543" y="380059"/>
                  </a:lnTo>
                  <a:lnTo>
                    <a:pt x="2359802" y="380059"/>
                  </a:lnTo>
                  <a:lnTo>
                    <a:pt x="2366062" y="380059"/>
                  </a:lnTo>
                  <a:lnTo>
                    <a:pt x="2372321" y="380059"/>
                  </a:lnTo>
                  <a:lnTo>
                    <a:pt x="2378580" y="380059"/>
                  </a:lnTo>
                  <a:lnTo>
                    <a:pt x="2384840" y="380059"/>
                  </a:lnTo>
                  <a:lnTo>
                    <a:pt x="2391099" y="380059"/>
                  </a:lnTo>
                  <a:lnTo>
                    <a:pt x="2397359" y="380059"/>
                  </a:lnTo>
                  <a:lnTo>
                    <a:pt x="2403618" y="380059"/>
                  </a:lnTo>
                  <a:lnTo>
                    <a:pt x="2409878" y="380059"/>
                  </a:lnTo>
                  <a:lnTo>
                    <a:pt x="2416137" y="380059"/>
                  </a:lnTo>
                  <a:lnTo>
                    <a:pt x="2422396" y="380059"/>
                  </a:lnTo>
                  <a:lnTo>
                    <a:pt x="2428656" y="380059"/>
                  </a:lnTo>
                  <a:lnTo>
                    <a:pt x="2434915" y="380059"/>
                  </a:lnTo>
                  <a:lnTo>
                    <a:pt x="2441175" y="380059"/>
                  </a:lnTo>
                  <a:lnTo>
                    <a:pt x="2447434" y="380059"/>
                  </a:lnTo>
                  <a:lnTo>
                    <a:pt x="2453693" y="380059"/>
                  </a:lnTo>
                  <a:lnTo>
                    <a:pt x="2459953" y="380059"/>
                  </a:lnTo>
                  <a:lnTo>
                    <a:pt x="2466212" y="380059"/>
                  </a:lnTo>
                  <a:lnTo>
                    <a:pt x="2472472" y="380059"/>
                  </a:lnTo>
                  <a:lnTo>
                    <a:pt x="2478731" y="380059"/>
                  </a:lnTo>
                  <a:lnTo>
                    <a:pt x="2484991" y="380059"/>
                  </a:lnTo>
                  <a:lnTo>
                    <a:pt x="2491250" y="380059"/>
                  </a:lnTo>
                  <a:lnTo>
                    <a:pt x="2497509" y="380059"/>
                  </a:lnTo>
                  <a:lnTo>
                    <a:pt x="2503769" y="380059"/>
                  </a:lnTo>
                  <a:lnTo>
                    <a:pt x="2510028" y="380059"/>
                  </a:lnTo>
                  <a:lnTo>
                    <a:pt x="2516288" y="380059"/>
                  </a:lnTo>
                  <a:lnTo>
                    <a:pt x="2522547" y="380059"/>
                  </a:lnTo>
                  <a:lnTo>
                    <a:pt x="2528807" y="380059"/>
                  </a:lnTo>
                  <a:lnTo>
                    <a:pt x="2535066" y="380059"/>
                  </a:lnTo>
                  <a:lnTo>
                    <a:pt x="2541325" y="380059"/>
                  </a:lnTo>
                  <a:lnTo>
                    <a:pt x="2547585" y="380059"/>
                  </a:lnTo>
                  <a:lnTo>
                    <a:pt x="2553844" y="380059"/>
                  </a:lnTo>
                  <a:lnTo>
                    <a:pt x="2560104" y="380059"/>
                  </a:lnTo>
                  <a:lnTo>
                    <a:pt x="2566363" y="380059"/>
                  </a:lnTo>
                  <a:lnTo>
                    <a:pt x="2572623" y="380059"/>
                  </a:lnTo>
                  <a:lnTo>
                    <a:pt x="2578882" y="380059"/>
                  </a:lnTo>
                  <a:lnTo>
                    <a:pt x="2585141" y="380059"/>
                  </a:lnTo>
                  <a:lnTo>
                    <a:pt x="2591401" y="380059"/>
                  </a:lnTo>
                  <a:lnTo>
                    <a:pt x="2597660" y="380059"/>
                  </a:lnTo>
                  <a:lnTo>
                    <a:pt x="2603920" y="380059"/>
                  </a:lnTo>
                  <a:lnTo>
                    <a:pt x="2610179" y="380059"/>
                  </a:lnTo>
                  <a:lnTo>
                    <a:pt x="2616438" y="380059"/>
                  </a:lnTo>
                  <a:lnTo>
                    <a:pt x="2622698" y="380059"/>
                  </a:lnTo>
                  <a:lnTo>
                    <a:pt x="2628957" y="380059"/>
                  </a:lnTo>
                  <a:lnTo>
                    <a:pt x="2635217" y="380059"/>
                  </a:lnTo>
                  <a:lnTo>
                    <a:pt x="2641476" y="380059"/>
                  </a:lnTo>
                  <a:lnTo>
                    <a:pt x="2647736" y="380059"/>
                  </a:lnTo>
                  <a:lnTo>
                    <a:pt x="2653995" y="380059"/>
                  </a:lnTo>
                  <a:lnTo>
                    <a:pt x="2660254" y="380059"/>
                  </a:lnTo>
                  <a:lnTo>
                    <a:pt x="2666514" y="380059"/>
                  </a:lnTo>
                  <a:lnTo>
                    <a:pt x="2672773" y="380059"/>
                  </a:lnTo>
                  <a:lnTo>
                    <a:pt x="2679033" y="380059"/>
                  </a:lnTo>
                  <a:lnTo>
                    <a:pt x="2685292" y="380059"/>
                  </a:lnTo>
                  <a:lnTo>
                    <a:pt x="2691552" y="380059"/>
                  </a:lnTo>
                  <a:lnTo>
                    <a:pt x="2697811" y="380059"/>
                  </a:lnTo>
                  <a:lnTo>
                    <a:pt x="2704070" y="380059"/>
                  </a:lnTo>
                  <a:lnTo>
                    <a:pt x="2710330" y="380059"/>
                  </a:lnTo>
                  <a:lnTo>
                    <a:pt x="2716589" y="380059"/>
                  </a:lnTo>
                  <a:lnTo>
                    <a:pt x="2722849" y="380059"/>
                  </a:lnTo>
                  <a:lnTo>
                    <a:pt x="2729108" y="380059"/>
                  </a:lnTo>
                  <a:lnTo>
                    <a:pt x="2735368" y="380059"/>
                  </a:lnTo>
                  <a:lnTo>
                    <a:pt x="2741627" y="380059"/>
                  </a:lnTo>
                  <a:lnTo>
                    <a:pt x="2747886" y="380059"/>
                  </a:lnTo>
                  <a:lnTo>
                    <a:pt x="2754146" y="380059"/>
                  </a:lnTo>
                  <a:lnTo>
                    <a:pt x="2760405" y="380059"/>
                  </a:lnTo>
                  <a:lnTo>
                    <a:pt x="2766665" y="380059"/>
                  </a:lnTo>
                  <a:lnTo>
                    <a:pt x="2772924" y="380059"/>
                  </a:lnTo>
                  <a:lnTo>
                    <a:pt x="2779184" y="380059"/>
                  </a:lnTo>
                  <a:lnTo>
                    <a:pt x="2785443" y="380059"/>
                  </a:lnTo>
                  <a:lnTo>
                    <a:pt x="2791702" y="380059"/>
                  </a:lnTo>
                  <a:lnTo>
                    <a:pt x="2797962" y="380059"/>
                  </a:lnTo>
                  <a:lnTo>
                    <a:pt x="2804221" y="380059"/>
                  </a:lnTo>
                  <a:lnTo>
                    <a:pt x="2810481" y="380059"/>
                  </a:lnTo>
                  <a:lnTo>
                    <a:pt x="2816740" y="380059"/>
                  </a:lnTo>
                  <a:lnTo>
                    <a:pt x="2822999" y="380059"/>
                  </a:lnTo>
                  <a:lnTo>
                    <a:pt x="2829259" y="380059"/>
                  </a:lnTo>
                  <a:lnTo>
                    <a:pt x="2835518" y="380059"/>
                  </a:lnTo>
                  <a:lnTo>
                    <a:pt x="2841778" y="380059"/>
                  </a:lnTo>
                  <a:lnTo>
                    <a:pt x="2848037" y="380059"/>
                  </a:lnTo>
                  <a:lnTo>
                    <a:pt x="2854297" y="380059"/>
                  </a:lnTo>
                  <a:lnTo>
                    <a:pt x="2860556" y="380059"/>
                  </a:lnTo>
                  <a:lnTo>
                    <a:pt x="2866815" y="380059"/>
                  </a:lnTo>
                  <a:lnTo>
                    <a:pt x="2873075" y="380059"/>
                  </a:lnTo>
                  <a:lnTo>
                    <a:pt x="2879334" y="380059"/>
                  </a:lnTo>
                  <a:lnTo>
                    <a:pt x="2885594" y="380059"/>
                  </a:lnTo>
                  <a:lnTo>
                    <a:pt x="2891853" y="380059"/>
                  </a:lnTo>
                  <a:lnTo>
                    <a:pt x="2898113" y="380059"/>
                  </a:lnTo>
                  <a:lnTo>
                    <a:pt x="2904372" y="380059"/>
                  </a:lnTo>
                  <a:lnTo>
                    <a:pt x="2910631" y="380059"/>
                  </a:lnTo>
                  <a:lnTo>
                    <a:pt x="2916891" y="380059"/>
                  </a:lnTo>
                  <a:lnTo>
                    <a:pt x="2923150" y="380059"/>
                  </a:lnTo>
                  <a:lnTo>
                    <a:pt x="2929410" y="380059"/>
                  </a:lnTo>
                  <a:lnTo>
                    <a:pt x="2935669" y="380059"/>
                  </a:lnTo>
                  <a:lnTo>
                    <a:pt x="2941929" y="380059"/>
                  </a:lnTo>
                  <a:lnTo>
                    <a:pt x="2948188" y="380059"/>
                  </a:lnTo>
                  <a:lnTo>
                    <a:pt x="2954447" y="380059"/>
                  </a:lnTo>
                  <a:lnTo>
                    <a:pt x="2960707" y="380059"/>
                  </a:lnTo>
                  <a:lnTo>
                    <a:pt x="2966966" y="380059"/>
                  </a:lnTo>
                  <a:lnTo>
                    <a:pt x="2973226" y="380059"/>
                  </a:lnTo>
                  <a:lnTo>
                    <a:pt x="2979485" y="380059"/>
                  </a:lnTo>
                  <a:lnTo>
                    <a:pt x="2985744" y="380059"/>
                  </a:lnTo>
                  <a:lnTo>
                    <a:pt x="2992004" y="380059"/>
                  </a:lnTo>
                  <a:lnTo>
                    <a:pt x="2998263" y="380059"/>
                  </a:lnTo>
                  <a:lnTo>
                    <a:pt x="3004523" y="380059"/>
                  </a:lnTo>
                  <a:lnTo>
                    <a:pt x="3010782" y="380059"/>
                  </a:lnTo>
                  <a:lnTo>
                    <a:pt x="3017042" y="380059"/>
                  </a:lnTo>
                  <a:lnTo>
                    <a:pt x="3023301" y="380059"/>
                  </a:lnTo>
                  <a:lnTo>
                    <a:pt x="3029560" y="380059"/>
                  </a:lnTo>
                  <a:lnTo>
                    <a:pt x="3035820" y="380059"/>
                  </a:lnTo>
                  <a:lnTo>
                    <a:pt x="3042079" y="380059"/>
                  </a:lnTo>
                  <a:lnTo>
                    <a:pt x="3048339" y="380059"/>
                  </a:lnTo>
                  <a:lnTo>
                    <a:pt x="3054598" y="380059"/>
                  </a:lnTo>
                  <a:lnTo>
                    <a:pt x="3060858" y="380059"/>
                  </a:lnTo>
                  <a:lnTo>
                    <a:pt x="3067117" y="380059"/>
                  </a:lnTo>
                  <a:lnTo>
                    <a:pt x="3073376" y="380059"/>
                  </a:lnTo>
                  <a:lnTo>
                    <a:pt x="3079636" y="380059"/>
                  </a:lnTo>
                  <a:lnTo>
                    <a:pt x="3085895" y="380059"/>
                  </a:lnTo>
                  <a:lnTo>
                    <a:pt x="3092155" y="380059"/>
                  </a:lnTo>
                  <a:lnTo>
                    <a:pt x="3098414" y="380059"/>
                  </a:lnTo>
                  <a:lnTo>
                    <a:pt x="3104674" y="380059"/>
                  </a:lnTo>
                  <a:lnTo>
                    <a:pt x="3110933" y="380059"/>
                  </a:lnTo>
                  <a:lnTo>
                    <a:pt x="3117192" y="380059"/>
                  </a:lnTo>
                  <a:lnTo>
                    <a:pt x="3123452" y="380059"/>
                  </a:lnTo>
                  <a:lnTo>
                    <a:pt x="3129711" y="380059"/>
                  </a:lnTo>
                  <a:lnTo>
                    <a:pt x="3135971" y="380059"/>
                  </a:lnTo>
                  <a:lnTo>
                    <a:pt x="3142230" y="380059"/>
                  </a:lnTo>
                  <a:lnTo>
                    <a:pt x="3148489" y="380059"/>
                  </a:lnTo>
                  <a:lnTo>
                    <a:pt x="3154749" y="380059"/>
                  </a:lnTo>
                  <a:lnTo>
                    <a:pt x="3161008" y="380059"/>
                  </a:lnTo>
                  <a:lnTo>
                    <a:pt x="3167268" y="380059"/>
                  </a:lnTo>
                  <a:lnTo>
                    <a:pt x="3173527" y="380059"/>
                  </a:lnTo>
                  <a:lnTo>
                    <a:pt x="3179787" y="380059"/>
                  </a:lnTo>
                  <a:lnTo>
                    <a:pt x="3186046" y="380059"/>
                  </a:lnTo>
                  <a:lnTo>
                    <a:pt x="3192305" y="380059"/>
                  </a:lnTo>
                  <a:lnTo>
                    <a:pt x="3198565" y="380059"/>
                  </a:lnTo>
                  <a:lnTo>
                    <a:pt x="3192305" y="380059"/>
                  </a:lnTo>
                  <a:lnTo>
                    <a:pt x="3186046" y="380059"/>
                  </a:lnTo>
                  <a:lnTo>
                    <a:pt x="3179787" y="380059"/>
                  </a:lnTo>
                  <a:lnTo>
                    <a:pt x="3173527" y="380059"/>
                  </a:lnTo>
                  <a:lnTo>
                    <a:pt x="3167268" y="380059"/>
                  </a:lnTo>
                  <a:lnTo>
                    <a:pt x="3161008" y="380059"/>
                  </a:lnTo>
                  <a:lnTo>
                    <a:pt x="3154749" y="380059"/>
                  </a:lnTo>
                  <a:lnTo>
                    <a:pt x="3148489" y="380059"/>
                  </a:lnTo>
                  <a:lnTo>
                    <a:pt x="3142230" y="380059"/>
                  </a:lnTo>
                  <a:lnTo>
                    <a:pt x="3135971" y="380059"/>
                  </a:lnTo>
                  <a:lnTo>
                    <a:pt x="3129711" y="380059"/>
                  </a:lnTo>
                  <a:lnTo>
                    <a:pt x="3123452" y="380059"/>
                  </a:lnTo>
                  <a:lnTo>
                    <a:pt x="3117192" y="380059"/>
                  </a:lnTo>
                  <a:lnTo>
                    <a:pt x="3110933" y="380059"/>
                  </a:lnTo>
                  <a:lnTo>
                    <a:pt x="3104674" y="380059"/>
                  </a:lnTo>
                  <a:lnTo>
                    <a:pt x="3098414" y="380059"/>
                  </a:lnTo>
                  <a:lnTo>
                    <a:pt x="3092155" y="380059"/>
                  </a:lnTo>
                  <a:lnTo>
                    <a:pt x="3085895" y="380059"/>
                  </a:lnTo>
                  <a:lnTo>
                    <a:pt x="3079636" y="380059"/>
                  </a:lnTo>
                  <a:lnTo>
                    <a:pt x="3073376" y="380059"/>
                  </a:lnTo>
                  <a:lnTo>
                    <a:pt x="3067117" y="380059"/>
                  </a:lnTo>
                  <a:lnTo>
                    <a:pt x="3060858" y="380059"/>
                  </a:lnTo>
                  <a:lnTo>
                    <a:pt x="3054598" y="380059"/>
                  </a:lnTo>
                  <a:lnTo>
                    <a:pt x="3048339" y="380059"/>
                  </a:lnTo>
                  <a:lnTo>
                    <a:pt x="3042079" y="380059"/>
                  </a:lnTo>
                  <a:lnTo>
                    <a:pt x="3035820" y="380059"/>
                  </a:lnTo>
                  <a:lnTo>
                    <a:pt x="3029560" y="380059"/>
                  </a:lnTo>
                  <a:lnTo>
                    <a:pt x="3023301" y="380059"/>
                  </a:lnTo>
                  <a:lnTo>
                    <a:pt x="3017042" y="380059"/>
                  </a:lnTo>
                  <a:lnTo>
                    <a:pt x="3010782" y="380059"/>
                  </a:lnTo>
                  <a:lnTo>
                    <a:pt x="3004523" y="380059"/>
                  </a:lnTo>
                  <a:lnTo>
                    <a:pt x="2998263" y="380059"/>
                  </a:lnTo>
                  <a:lnTo>
                    <a:pt x="2992004" y="380059"/>
                  </a:lnTo>
                  <a:lnTo>
                    <a:pt x="2985744" y="380059"/>
                  </a:lnTo>
                  <a:lnTo>
                    <a:pt x="2979485" y="380059"/>
                  </a:lnTo>
                  <a:lnTo>
                    <a:pt x="2973226" y="380059"/>
                  </a:lnTo>
                  <a:lnTo>
                    <a:pt x="2966966" y="380059"/>
                  </a:lnTo>
                  <a:lnTo>
                    <a:pt x="2960707" y="380059"/>
                  </a:lnTo>
                  <a:lnTo>
                    <a:pt x="2954447" y="380059"/>
                  </a:lnTo>
                  <a:lnTo>
                    <a:pt x="2948188" y="380059"/>
                  </a:lnTo>
                  <a:lnTo>
                    <a:pt x="2941929" y="380059"/>
                  </a:lnTo>
                  <a:lnTo>
                    <a:pt x="2935669" y="380059"/>
                  </a:lnTo>
                  <a:lnTo>
                    <a:pt x="2929410" y="380059"/>
                  </a:lnTo>
                  <a:lnTo>
                    <a:pt x="2923150" y="380059"/>
                  </a:lnTo>
                  <a:lnTo>
                    <a:pt x="2916891" y="380059"/>
                  </a:lnTo>
                  <a:lnTo>
                    <a:pt x="2910631" y="380059"/>
                  </a:lnTo>
                  <a:lnTo>
                    <a:pt x="2904372" y="380059"/>
                  </a:lnTo>
                  <a:lnTo>
                    <a:pt x="2898113" y="380059"/>
                  </a:lnTo>
                  <a:lnTo>
                    <a:pt x="2891853" y="380059"/>
                  </a:lnTo>
                  <a:lnTo>
                    <a:pt x="2885594" y="380059"/>
                  </a:lnTo>
                  <a:lnTo>
                    <a:pt x="2879334" y="380059"/>
                  </a:lnTo>
                  <a:lnTo>
                    <a:pt x="2873075" y="380059"/>
                  </a:lnTo>
                  <a:lnTo>
                    <a:pt x="2866815" y="380059"/>
                  </a:lnTo>
                  <a:lnTo>
                    <a:pt x="2860556" y="380059"/>
                  </a:lnTo>
                  <a:lnTo>
                    <a:pt x="2854297" y="380059"/>
                  </a:lnTo>
                  <a:lnTo>
                    <a:pt x="2848037" y="380059"/>
                  </a:lnTo>
                  <a:lnTo>
                    <a:pt x="2841778" y="380059"/>
                  </a:lnTo>
                  <a:lnTo>
                    <a:pt x="2835518" y="380059"/>
                  </a:lnTo>
                  <a:lnTo>
                    <a:pt x="2829259" y="380059"/>
                  </a:lnTo>
                  <a:lnTo>
                    <a:pt x="2822999" y="380059"/>
                  </a:lnTo>
                  <a:lnTo>
                    <a:pt x="2816740" y="380059"/>
                  </a:lnTo>
                  <a:lnTo>
                    <a:pt x="2810481" y="380059"/>
                  </a:lnTo>
                  <a:lnTo>
                    <a:pt x="2804221" y="380059"/>
                  </a:lnTo>
                  <a:lnTo>
                    <a:pt x="2797962" y="380059"/>
                  </a:lnTo>
                  <a:lnTo>
                    <a:pt x="2791702" y="380059"/>
                  </a:lnTo>
                  <a:lnTo>
                    <a:pt x="2785443" y="380059"/>
                  </a:lnTo>
                  <a:lnTo>
                    <a:pt x="2779184" y="380059"/>
                  </a:lnTo>
                  <a:lnTo>
                    <a:pt x="2772924" y="380059"/>
                  </a:lnTo>
                  <a:lnTo>
                    <a:pt x="2766665" y="380059"/>
                  </a:lnTo>
                  <a:lnTo>
                    <a:pt x="2760405" y="380059"/>
                  </a:lnTo>
                  <a:lnTo>
                    <a:pt x="2754146" y="380059"/>
                  </a:lnTo>
                  <a:lnTo>
                    <a:pt x="2747886" y="380059"/>
                  </a:lnTo>
                  <a:lnTo>
                    <a:pt x="2741627" y="380059"/>
                  </a:lnTo>
                  <a:lnTo>
                    <a:pt x="2735368" y="380059"/>
                  </a:lnTo>
                  <a:lnTo>
                    <a:pt x="2729108" y="380059"/>
                  </a:lnTo>
                  <a:lnTo>
                    <a:pt x="2722849" y="380059"/>
                  </a:lnTo>
                  <a:lnTo>
                    <a:pt x="2716589" y="380059"/>
                  </a:lnTo>
                  <a:lnTo>
                    <a:pt x="2710330" y="380059"/>
                  </a:lnTo>
                  <a:lnTo>
                    <a:pt x="2704070" y="380059"/>
                  </a:lnTo>
                  <a:lnTo>
                    <a:pt x="2697811" y="380059"/>
                  </a:lnTo>
                  <a:lnTo>
                    <a:pt x="2691552" y="380059"/>
                  </a:lnTo>
                  <a:lnTo>
                    <a:pt x="2685292" y="380059"/>
                  </a:lnTo>
                  <a:lnTo>
                    <a:pt x="2679033" y="380059"/>
                  </a:lnTo>
                  <a:lnTo>
                    <a:pt x="2672773" y="380059"/>
                  </a:lnTo>
                  <a:lnTo>
                    <a:pt x="2666514" y="380059"/>
                  </a:lnTo>
                  <a:lnTo>
                    <a:pt x="2660254" y="380059"/>
                  </a:lnTo>
                  <a:lnTo>
                    <a:pt x="2653995" y="380059"/>
                  </a:lnTo>
                  <a:lnTo>
                    <a:pt x="2647736" y="380059"/>
                  </a:lnTo>
                  <a:lnTo>
                    <a:pt x="2641476" y="380059"/>
                  </a:lnTo>
                  <a:lnTo>
                    <a:pt x="2635217" y="380059"/>
                  </a:lnTo>
                  <a:lnTo>
                    <a:pt x="2628957" y="380059"/>
                  </a:lnTo>
                  <a:lnTo>
                    <a:pt x="2622698" y="380059"/>
                  </a:lnTo>
                  <a:lnTo>
                    <a:pt x="2616438" y="380059"/>
                  </a:lnTo>
                  <a:lnTo>
                    <a:pt x="2610179" y="380059"/>
                  </a:lnTo>
                  <a:lnTo>
                    <a:pt x="2603920" y="380059"/>
                  </a:lnTo>
                  <a:lnTo>
                    <a:pt x="2597660" y="380059"/>
                  </a:lnTo>
                  <a:lnTo>
                    <a:pt x="2591401" y="380059"/>
                  </a:lnTo>
                  <a:lnTo>
                    <a:pt x="2585141" y="380059"/>
                  </a:lnTo>
                  <a:lnTo>
                    <a:pt x="2578882" y="380059"/>
                  </a:lnTo>
                  <a:lnTo>
                    <a:pt x="2572623" y="380059"/>
                  </a:lnTo>
                  <a:lnTo>
                    <a:pt x="2566363" y="380059"/>
                  </a:lnTo>
                  <a:lnTo>
                    <a:pt x="2560104" y="380059"/>
                  </a:lnTo>
                  <a:lnTo>
                    <a:pt x="2553844" y="380059"/>
                  </a:lnTo>
                  <a:lnTo>
                    <a:pt x="2547585" y="380059"/>
                  </a:lnTo>
                  <a:lnTo>
                    <a:pt x="2541325" y="380059"/>
                  </a:lnTo>
                  <a:lnTo>
                    <a:pt x="2535066" y="380059"/>
                  </a:lnTo>
                  <a:lnTo>
                    <a:pt x="2528807" y="380059"/>
                  </a:lnTo>
                  <a:lnTo>
                    <a:pt x="2522547" y="380059"/>
                  </a:lnTo>
                  <a:lnTo>
                    <a:pt x="2516288" y="380059"/>
                  </a:lnTo>
                  <a:lnTo>
                    <a:pt x="2510028" y="380059"/>
                  </a:lnTo>
                  <a:lnTo>
                    <a:pt x="2503769" y="380059"/>
                  </a:lnTo>
                  <a:lnTo>
                    <a:pt x="2497509" y="380059"/>
                  </a:lnTo>
                  <a:lnTo>
                    <a:pt x="2491250" y="380059"/>
                  </a:lnTo>
                  <a:lnTo>
                    <a:pt x="2484991" y="380059"/>
                  </a:lnTo>
                  <a:lnTo>
                    <a:pt x="2478731" y="380059"/>
                  </a:lnTo>
                  <a:lnTo>
                    <a:pt x="2472472" y="380059"/>
                  </a:lnTo>
                  <a:lnTo>
                    <a:pt x="2466212" y="380059"/>
                  </a:lnTo>
                  <a:lnTo>
                    <a:pt x="2459953" y="380059"/>
                  </a:lnTo>
                  <a:lnTo>
                    <a:pt x="2453693" y="380059"/>
                  </a:lnTo>
                  <a:lnTo>
                    <a:pt x="2447434" y="380059"/>
                  </a:lnTo>
                  <a:lnTo>
                    <a:pt x="2441175" y="380059"/>
                  </a:lnTo>
                  <a:lnTo>
                    <a:pt x="2434915" y="380059"/>
                  </a:lnTo>
                  <a:lnTo>
                    <a:pt x="2428656" y="380059"/>
                  </a:lnTo>
                  <a:lnTo>
                    <a:pt x="2422396" y="380059"/>
                  </a:lnTo>
                  <a:lnTo>
                    <a:pt x="2416137" y="380059"/>
                  </a:lnTo>
                  <a:lnTo>
                    <a:pt x="2409878" y="380059"/>
                  </a:lnTo>
                  <a:lnTo>
                    <a:pt x="2403618" y="380059"/>
                  </a:lnTo>
                  <a:lnTo>
                    <a:pt x="2397359" y="380059"/>
                  </a:lnTo>
                  <a:lnTo>
                    <a:pt x="2391099" y="380059"/>
                  </a:lnTo>
                  <a:lnTo>
                    <a:pt x="2384840" y="380059"/>
                  </a:lnTo>
                  <a:lnTo>
                    <a:pt x="2378580" y="380059"/>
                  </a:lnTo>
                  <a:lnTo>
                    <a:pt x="2372321" y="380059"/>
                  </a:lnTo>
                  <a:lnTo>
                    <a:pt x="2366062" y="380059"/>
                  </a:lnTo>
                  <a:lnTo>
                    <a:pt x="2359802" y="380059"/>
                  </a:lnTo>
                  <a:lnTo>
                    <a:pt x="2353543" y="380059"/>
                  </a:lnTo>
                  <a:lnTo>
                    <a:pt x="2347283" y="380059"/>
                  </a:lnTo>
                  <a:lnTo>
                    <a:pt x="2341024" y="380059"/>
                  </a:lnTo>
                  <a:lnTo>
                    <a:pt x="2334764" y="380059"/>
                  </a:lnTo>
                  <a:lnTo>
                    <a:pt x="2328505" y="380059"/>
                  </a:lnTo>
                  <a:lnTo>
                    <a:pt x="2322246" y="380059"/>
                  </a:lnTo>
                  <a:lnTo>
                    <a:pt x="2315986" y="380059"/>
                  </a:lnTo>
                  <a:lnTo>
                    <a:pt x="2309727" y="380059"/>
                  </a:lnTo>
                  <a:lnTo>
                    <a:pt x="2303467" y="380059"/>
                  </a:lnTo>
                  <a:lnTo>
                    <a:pt x="2297208" y="380059"/>
                  </a:lnTo>
                  <a:lnTo>
                    <a:pt x="2290948" y="380059"/>
                  </a:lnTo>
                  <a:lnTo>
                    <a:pt x="2284689" y="380059"/>
                  </a:lnTo>
                  <a:lnTo>
                    <a:pt x="2278430" y="380059"/>
                  </a:lnTo>
                  <a:lnTo>
                    <a:pt x="2272170" y="380059"/>
                  </a:lnTo>
                  <a:lnTo>
                    <a:pt x="2265911" y="380059"/>
                  </a:lnTo>
                  <a:lnTo>
                    <a:pt x="2259651" y="380059"/>
                  </a:lnTo>
                  <a:lnTo>
                    <a:pt x="2253392" y="380059"/>
                  </a:lnTo>
                  <a:lnTo>
                    <a:pt x="2247133" y="380059"/>
                  </a:lnTo>
                  <a:lnTo>
                    <a:pt x="2240873" y="380059"/>
                  </a:lnTo>
                  <a:lnTo>
                    <a:pt x="2234614" y="380059"/>
                  </a:lnTo>
                  <a:lnTo>
                    <a:pt x="2228354" y="380059"/>
                  </a:lnTo>
                  <a:lnTo>
                    <a:pt x="2222095" y="380059"/>
                  </a:lnTo>
                  <a:lnTo>
                    <a:pt x="2215835" y="380059"/>
                  </a:lnTo>
                  <a:lnTo>
                    <a:pt x="2209576" y="380059"/>
                  </a:lnTo>
                  <a:lnTo>
                    <a:pt x="2203317" y="380059"/>
                  </a:lnTo>
                  <a:lnTo>
                    <a:pt x="2197057" y="380059"/>
                  </a:lnTo>
                  <a:lnTo>
                    <a:pt x="2190798" y="380059"/>
                  </a:lnTo>
                  <a:lnTo>
                    <a:pt x="2184538" y="380059"/>
                  </a:lnTo>
                  <a:lnTo>
                    <a:pt x="2178279" y="380059"/>
                  </a:lnTo>
                  <a:lnTo>
                    <a:pt x="2172019" y="380059"/>
                  </a:lnTo>
                  <a:lnTo>
                    <a:pt x="2165760" y="380059"/>
                  </a:lnTo>
                  <a:lnTo>
                    <a:pt x="2159501" y="380059"/>
                  </a:lnTo>
                  <a:lnTo>
                    <a:pt x="2153241" y="380059"/>
                  </a:lnTo>
                  <a:lnTo>
                    <a:pt x="2146982" y="380059"/>
                  </a:lnTo>
                  <a:lnTo>
                    <a:pt x="2140722" y="380059"/>
                  </a:lnTo>
                  <a:lnTo>
                    <a:pt x="2134463" y="380059"/>
                  </a:lnTo>
                  <a:lnTo>
                    <a:pt x="2128203" y="380059"/>
                  </a:lnTo>
                  <a:lnTo>
                    <a:pt x="2121944" y="380059"/>
                  </a:lnTo>
                  <a:lnTo>
                    <a:pt x="2115685" y="380059"/>
                  </a:lnTo>
                  <a:lnTo>
                    <a:pt x="2109425" y="380059"/>
                  </a:lnTo>
                  <a:lnTo>
                    <a:pt x="2103166" y="380059"/>
                  </a:lnTo>
                  <a:lnTo>
                    <a:pt x="2096906" y="380059"/>
                  </a:lnTo>
                  <a:lnTo>
                    <a:pt x="2090647" y="380059"/>
                  </a:lnTo>
                  <a:lnTo>
                    <a:pt x="2084388" y="380059"/>
                  </a:lnTo>
                  <a:lnTo>
                    <a:pt x="2078128" y="380059"/>
                  </a:lnTo>
                  <a:lnTo>
                    <a:pt x="2071869" y="380059"/>
                  </a:lnTo>
                  <a:lnTo>
                    <a:pt x="2065609" y="380059"/>
                  </a:lnTo>
                  <a:lnTo>
                    <a:pt x="2059350" y="380059"/>
                  </a:lnTo>
                  <a:lnTo>
                    <a:pt x="2053090" y="380059"/>
                  </a:lnTo>
                  <a:lnTo>
                    <a:pt x="2046831" y="380059"/>
                  </a:lnTo>
                  <a:lnTo>
                    <a:pt x="2040572" y="380059"/>
                  </a:lnTo>
                  <a:lnTo>
                    <a:pt x="2034312" y="380059"/>
                  </a:lnTo>
                  <a:lnTo>
                    <a:pt x="2028053" y="380059"/>
                  </a:lnTo>
                  <a:lnTo>
                    <a:pt x="2021793" y="380059"/>
                  </a:lnTo>
                  <a:lnTo>
                    <a:pt x="2015534" y="380059"/>
                  </a:lnTo>
                  <a:lnTo>
                    <a:pt x="2009274" y="380059"/>
                  </a:lnTo>
                  <a:lnTo>
                    <a:pt x="2003015" y="380059"/>
                  </a:lnTo>
                  <a:lnTo>
                    <a:pt x="1996756" y="380059"/>
                  </a:lnTo>
                  <a:lnTo>
                    <a:pt x="1990496" y="380059"/>
                  </a:lnTo>
                  <a:lnTo>
                    <a:pt x="1984237" y="380059"/>
                  </a:lnTo>
                  <a:lnTo>
                    <a:pt x="1977977" y="380059"/>
                  </a:lnTo>
                  <a:lnTo>
                    <a:pt x="1971718" y="380059"/>
                  </a:lnTo>
                  <a:lnTo>
                    <a:pt x="1965458" y="380059"/>
                  </a:lnTo>
                  <a:lnTo>
                    <a:pt x="1959199" y="380059"/>
                  </a:lnTo>
                  <a:lnTo>
                    <a:pt x="1952940" y="380059"/>
                  </a:lnTo>
                  <a:lnTo>
                    <a:pt x="1946680" y="380059"/>
                  </a:lnTo>
                  <a:lnTo>
                    <a:pt x="1940421" y="380059"/>
                  </a:lnTo>
                  <a:lnTo>
                    <a:pt x="1934161" y="380059"/>
                  </a:lnTo>
                  <a:lnTo>
                    <a:pt x="1927902" y="380059"/>
                  </a:lnTo>
                  <a:lnTo>
                    <a:pt x="1921642" y="380059"/>
                  </a:lnTo>
                  <a:lnTo>
                    <a:pt x="1915383" y="380059"/>
                  </a:lnTo>
                  <a:lnTo>
                    <a:pt x="1909124" y="380059"/>
                  </a:lnTo>
                  <a:lnTo>
                    <a:pt x="1902864" y="380059"/>
                  </a:lnTo>
                  <a:lnTo>
                    <a:pt x="1896605" y="380059"/>
                  </a:lnTo>
                  <a:lnTo>
                    <a:pt x="1890345" y="380059"/>
                  </a:lnTo>
                  <a:lnTo>
                    <a:pt x="1884086" y="380059"/>
                  </a:lnTo>
                  <a:lnTo>
                    <a:pt x="1877827" y="380059"/>
                  </a:lnTo>
                  <a:lnTo>
                    <a:pt x="1871567" y="380059"/>
                  </a:lnTo>
                  <a:lnTo>
                    <a:pt x="1865308" y="380059"/>
                  </a:lnTo>
                  <a:lnTo>
                    <a:pt x="1859048" y="380059"/>
                  </a:lnTo>
                  <a:lnTo>
                    <a:pt x="1852789" y="380059"/>
                  </a:lnTo>
                  <a:lnTo>
                    <a:pt x="1846529" y="380059"/>
                  </a:lnTo>
                  <a:lnTo>
                    <a:pt x="1840270" y="380059"/>
                  </a:lnTo>
                  <a:lnTo>
                    <a:pt x="1834011" y="380059"/>
                  </a:lnTo>
                  <a:lnTo>
                    <a:pt x="1827751" y="380059"/>
                  </a:lnTo>
                  <a:lnTo>
                    <a:pt x="1821492" y="380059"/>
                  </a:lnTo>
                  <a:lnTo>
                    <a:pt x="1815232" y="380059"/>
                  </a:lnTo>
                  <a:lnTo>
                    <a:pt x="1808973" y="380059"/>
                  </a:lnTo>
                  <a:lnTo>
                    <a:pt x="1802713" y="380059"/>
                  </a:lnTo>
                  <a:lnTo>
                    <a:pt x="1796454" y="380059"/>
                  </a:lnTo>
                  <a:lnTo>
                    <a:pt x="1790195" y="380059"/>
                  </a:lnTo>
                  <a:lnTo>
                    <a:pt x="1783935" y="380059"/>
                  </a:lnTo>
                  <a:lnTo>
                    <a:pt x="1777676" y="380059"/>
                  </a:lnTo>
                  <a:lnTo>
                    <a:pt x="1771416" y="380059"/>
                  </a:lnTo>
                  <a:lnTo>
                    <a:pt x="1765157" y="380059"/>
                  </a:lnTo>
                  <a:lnTo>
                    <a:pt x="1758897" y="380059"/>
                  </a:lnTo>
                  <a:lnTo>
                    <a:pt x="1752638" y="380059"/>
                  </a:lnTo>
                  <a:lnTo>
                    <a:pt x="1746379" y="380059"/>
                  </a:lnTo>
                  <a:lnTo>
                    <a:pt x="1740119" y="380059"/>
                  </a:lnTo>
                  <a:lnTo>
                    <a:pt x="1733860" y="380059"/>
                  </a:lnTo>
                  <a:lnTo>
                    <a:pt x="1727600" y="380059"/>
                  </a:lnTo>
                  <a:lnTo>
                    <a:pt x="1721341" y="380059"/>
                  </a:lnTo>
                  <a:lnTo>
                    <a:pt x="1715082" y="380059"/>
                  </a:lnTo>
                  <a:lnTo>
                    <a:pt x="1708822" y="380059"/>
                  </a:lnTo>
                  <a:lnTo>
                    <a:pt x="1702563" y="380059"/>
                  </a:lnTo>
                  <a:lnTo>
                    <a:pt x="1696303" y="380059"/>
                  </a:lnTo>
                  <a:lnTo>
                    <a:pt x="1690044" y="380059"/>
                  </a:lnTo>
                  <a:lnTo>
                    <a:pt x="1683784" y="380059"/>
                  </a:lnTo>
                  <a:lnTo>
                    <a:pt x="1677525" y="380059"/>
                  </a:lnTo>
                  <a:lnTo>
                    <a:pt x="1671266" y="380059"/>
                  </a:lnTo>
                  <a:lnTo>
                    <a:pt x="1665006" y="380059"/>
                  </a:lnTo>
                  <a:lnTo>
                    <a:pt x="1658747" y="380059"/>
                  </a:lnTo>
                  <a:lnTo>
                    <a:pt x="1652487" y="380059"/>
                  </a:lnTo>
                  <a:lnTo>
                    <a:pt x="1646228" y="380059"/>
                  </a:lnTo>
                  <a:lnTo>
                    <a:pt x="1639968" y="380059"/>
                  </a:lnTo>
                  <a:lnTo>
                    <a:pt x="1633709" y="380059"/>
                  </a:lnTo>
                  <a:lnTo>
                    <a:pt x="1627450" y="380059"/>
                  </a:lnTo>
                  <a:lnTo>
                    <a:pt x="1621190" y="380059"/>
                  </a:lnTo>
                  <a:lnTo>
                    <a:pt x="1614931" y="380059"/>
                  </a:lnTo>
                  <a:lnTo>
                    <a:pt x="1608671" y="380059"/>
                  </a:lnTo>
                  <a:lnTo>
                    <a:pt x="1602412" y="380059"/>
                  </a:lnTo>
                  <a:lnTo>
                    <a:pt x="1596152" y="380059"/>
                  </a:lnTo>
                  <a:lnTo>
                    <a:pt x="1589893" y="380059"/>
                  </a:lnTo>
                  <a:lnTo>
                    <a:pt x="1583634" y="380059"/>
                  </a:lnTo>
                  <a:lnTo>
                    <a:pt x="1577374" y="380059"/>
                  </a:lnTo>
                  <a:lnTo>
                    <a:pt x="1571115" y="380059"/>
                  </a:lnTo>
                  <a:lnTo>
                    <a:pt x="1564855" y="380059"/>
                  </a:lnTo>
                  <a:lnTo>
                    <a:pt x="1558596" y="380059"/>
                  </a:lnTo>
                  <a:lnTo>
                    <a:pt x="1552337" y="380059"/>
                  </a:lnTo>
                  <a:lnTo>
                    <a:pt x="1546077" y="380059"/>
                  </a:lnTo>
                  <a:lnTo>
                    <a:pt x="1539818" y="380059"/>
                  </a:lnTo>
                  <a:lnTo>
                    <a:pt x="1533558" y="380059"/>
                  </a:lnTo>
                  <a:lnTo>
                    <a:pt x="1527299" y="380059"/>
                  </a:lnTo>
                  <a:lnTo>
                    <a:pt x="1521039" y="380059"/>
                  </a:lnTo>
                  <a:lnTo>
                    <a:pt x="1514780" y="380059"/>
                  </a:lnTo>
                  <a:lnTo>
                    <a:pt x="1508521" y="380059"/>
                  </a:lnTo>
                  <a:lnTo>
                    <a:pt x="1502261" y="380059"/>
                  </a:lnTo>
                  <a:lnTo>
                    <a:pt x="1496002" y="380059"/>
                  </a:lnTo>
                  <a:lnTo>
                    <a:pt x="1489742" y="380059"/>
                  </a:lnTo>
                  <a:lnTo>
                    <a:pt x="1483483" y="380059"/>
                  </a:lnTo>
                  <a:lnTo>
                    <a:pt x="1477223" y="380059"/>
                  </a:lnTo>
                  <a:lnTo>
                    <a:pt x="1470964" y="380059"/>
                  </a:lnTo>
                  <a:lnTo>
                    <a:pt x="1464705" y="380059"/>
                  </a:lnTo>
                  <a:lnTo>
                    <a:pt x="1458445" y="380059"/>
                  </a:lnTo>
                  <a:lnTo>
                    <a:pt x="1452186" y="380059"/>
                  </a:lnTo>
                  <a:lnTo>
                    <a:pt x="1445926" y="380059"/>
                  </a:lnTo>
                  <a:lnTo>
                    <a:pt x="1439667" y="380059"/>
                  </a:lnTo>
                  <a:lnTo>
                    <a:pt x="1433407" y="380059"/>
                  </a:lnTo>
                  <a:lnTo>
                    <a:pt x="1427148" y="380059"/>
                  </a:lnTo>
                  <a:lnTo>
                    <a:pt x="1420889" y="380059"/>
                  </a:lnTo>
                  <a:lnTo>
                    <a:pt x="1414629" y="380059"/>
                  </a:lnTo>
                  <a:lnTo>
                    <a:pt x="1408370" y="380059"/>
                  </a:lnTo>
                  <a:lnTo>
                    <a:pt x="1402110" y="380059"/>
                  </a:lnTo>
                  <a:lnTo>
                    <a:pt x="1395851" y="380059"/>
                  </a:lnTo>
                  <a:lnTo>
                    <a:pt x="1389592" y="380059"/>
                  </a:lnTo>
                  <a:lnTo>
                    <a:pt x="1383332" y="380059"/>
                  </a:lnTo>
                  <a:lnTo>
                    <a:pt x="1377073" y="380059"/>
                  </a:lnTo>
                  <a:lnTo>
                    <a:pt x="1370813" y="380059"/>
                  </a:lnTo>
                  <a:lnTo>
                    <a:pt x="1364554" y="380059"/>
                  </a:lnTo>
                  <a:lnTo>
                    <a:pt x="1358294" y="380059"/>
                  </a:lnTo>
                  <a:lnTo>
                    <a:pt x="1352035" y="380059"/>
                  </a:lnTo>
                  <a:lnTo>
                    <a:pt x="1345776" y="380059"/>
                  </a:lnTo>
                  <a:lnTo>
                    <a:pt x="1339516" y="380059"/>
                  </a:lnTo>
                  <a:lnTo>
                    <a:pt x="1333257" y="380059"/>
                  </a:lnTo>
                  <a:lnTo>
                    <a:pt x="1326997" y="380059"/>
                  </a:lnTo>
                  <a:lnTo>
                    <a:pt x="1320738" y="380059"/>
                  </a:lnTo>
                  <a:lnTo>
                    <a:pt x="1314478" y="380059"/>
                  </a:lnTo>
                  <a:lnTo>
                    <a:pt x="1308219" y="380059"/>
                  </a:lnTo>
                  <a:lnTo>
                    <a:pt x="1301960" y="380059"/>
                  </a:lnTo>
                  <a:lnTo>
                    <a:pt x="1295700" y="380059"/>
                  </a:lnTo>
                  <a:lnTo>
                    <a:pt x="1289441" y="380059"/>
                  </a:lnTo>
                  <a:lnTo>
                    <a:pt x="1283181" y="380059"/>
                  </a:lnTo>
                  <a:lnTo>
                    <a:pt x="1276922" y="380059"/>
                  </a:lnTo>
                  <a:lnTo>
                    <a:pt x="1270662" y="380059"/>
                  </a:lnTo>
                  <a:lnTo>
                    <a:pt x="1264403" y="380059"/>
                  </a:lnTo>
                  <a:lnTo>
                    <a:pt x="1258144" y="380059"/>
                  </a:lnTo>
                  <a:lnTo>
                    <a:pt x="1251884" y="380059"/>
                  </a:lnTo>
                  <a:lnTo>
                    <a:pt x="1245625" y="380059"/>
                  </a:lnTo>
                  <a:lnTo>
                    <a:pt x="1239365" y="380059"/>
                  </a:lnTo>
                  <a:lnTo>
                    <a:pt x="1233106" y="380059"/>
                  </a:lnTo>
                  <a:lnTo>
                    <a:pt x="1226846" y="380059"/>
                  </a:lnTo>
                  <a:lnTo>
                    <a:pt x="1220587" y="380059"/>
                  </a:lnTo>
                  <a:lnTo>
                    <a:pt x="1214328" y="380059"/>
                  </a:lnTo>
                  <a:lnTo>
                    <a:pt x="1208068" y="380059"/>
                  </a:lnTo>
                  <a:lnTo>
                    <a:pt x="1201809" y="380059"/>
                  </a:lnTo>
                  <a:lnTo>
                    <a:pt x="1195549" y="380059"/>
                  </a:lnTo>
                  <a:lnTo>
                    <a:pt x="1189290" y="380059"/>
                  </a:lnTo>
                  <a:lnTo>
                    <a:pt x="1183031" y="380059"/>
                  </a:lnTo>
                  <a:lnTo>
                    <a:pt x="1176771" y="380059"/>
                  </a:lnTo>
                  <a:lnTo>
                    <a:pt x="1170512" y="380059"/>
                  </a:lnTo>
                  <a:lnTo>
                    <a:pt x="1164252" y="380059"/>
                  </a:lnTo>
                  <a:lnTo>
                    <a:pt x="1157993" y="380059"/>
                  </a:lnTo>
                  <a:lnTo>
                    <a:pt x="1151733" y="380059"/>
                  </a:lnTo>
                  <a:lnTo>
                    <a:pt x="1145474" y="380059"/>
                  </a:lnTo>
                  <a:lnTo>
                    <a:pt x="1139215" y="380059"/>
                  </a:lnTo>
                  <a:lnTo>
                    <a:pt x="1132955" y="380059"/>
                  </a:lnTo>
                  <a:lnTo>
                    <a:pt x="1126696" y="380059"/>
                  </a:lnTo>
                  <a:lnTo>
                    <a:pt x="1120436" y="380059"/>
                  </a:lnTo>
                  <a:lnTo>
                    <a:pt x="1114177" y="380059"/>
                  </a:lnTo>
                  <a:lnTo>
                    <a:pt x="1107917" y="380059"/>
                  </a:lnTo>
                  <a:lnTo>
                    <a:pt x="1101658" y="380059"/>
                  </a:lnTo>
                  <a:lnTo>
                    <a:pt x="1095399" y="380059"/>
                  </a:lnTo>
                  <a:lnTo>
                    <a:pt x="1089139" y="380059"/>
                  </a:lnTo>
                  <a:lnTo>
                    <a:pt x="1082880" y="380059"/>
                  </a:lnTo>
                  <a:lnTo>
                    <a:pt x="1076620" y="380059"/>
                  </a:lnTo>
                  <a:lnTo>
                    <a:pt x="1070361" y="380059"/>
                  </a:lnTo>
                  <a:lnTo>
                    <a:pt x="1064101" y="380059"/>
                  </a:lnTo>
                  <a:lnTo>
                    <a:pt x="1057842" y="380059"/>
                  </a:lnTo>
                  <a:lnTo>
                    <a:pt x="1051583" y="380059"/>
                  </a:lnTo>
                  <a:lnTo>
                    <a:pt x="1045323" y="380059"/>
                  </a:lnTo>
                  <a:lnTo>
                    <a:pt x="1039064" y="380059"/>
                  </a:lnTo>
                  <a:lnTo>
                    <a:pt x="1032804" y="380059"/>
                  </a:lnTo>
                  <a:lnTo>
                    <a:pt x="1026545" y="380059"/>
                  </a:lnTo>
                  <a:lnTo>
                    <a:pt x="1020286" y="380059"/>
                  </a:lnTo>
                  <a:lnTo>
                    <a:pt x="1014026" y="380059"/>
                  </a:lnTo>
                  <a:lnTo>
                    <a:pt x="1007767" y="380059"/>
                  </a:lnTo>
                  <a:lnTo>
                    <a:pt x="1001507" y="380059"/>
                  </a:lnTo>
                  <a:lnTo>
                    <a:pt x="995248" y="380059"/>
                  </a:lnTo>
                  <a:lnTo>
                    <a:pt x="988988" y="380059"/>
                  </a:lnTo>
                  <a:lnTo>
                    <a:pt x="982729" y="380059"/>
                  </a:lnTo>
                  <a:lnTo>
                    <a:pt x="976470" y="380059"/>
                  </a:lnTo>
                  <a:lnTo>
                    <a:pt x="970210" y="380059"/>
                  </a:lnTo>
                  <a:lnTo>
                    <a:pt x="963951" y="380059"/>
                  </a:lnTo>
                  <a:lnTo>
                    <a:pt x="957691" y="380059"/>
                  </a:lnTo>
                  <a:lnTo>
                    <a:pt x="951432" y="380059"/>
                  </a:lnTo>
                  <a:lnTo>
                    <a:pt x="945172" y="380059"/>
                  </a:lnTo>
                  <a:lnTo>
                    <a:pt x="938913" y="380059"/>
                  </a:lnTo>
                  <a:lnTo>
                    <a:pt x="932654" y="380059"/>
                  </a:lnTo>
                  <a:lnTo>
                    <a:pt x="926394" y="380059"/>
                  </a:lnTo>
                  <a:lnTo>
                    <a:pt x="920135" y="380059"/>
                  </a:lnTo>
                  <a:lnTo>
                    <a:pt x="913875" y="380059"/>
                  </a:lnTo>
                  <a:lnTo>
                    <a:pt x="907616" y="380059"/>
                  </a:lnTo>
                  <a:lnTo>
                    <a:pt x="901356" y="380059"/>
                  </a:lnTo>
                  <a:lnTo>
                    <a:pt x="895097" y="380059"/>
                  </a:lnTo>
                  <a:lnTo>
                    <a:pt x="888838" y="380059"/>
                  </a:lnTo>
                  <a:lnTo>
                    <a:pt x="882578" y="380059"/>
                  </a:lnTo>
                  <a:lnTo>
                    <a:pt x="876319" y="380059"/>
                  </a:lnTo>
                  <a:lnTo>
                    <a:pt x="870059" y="380059"/>
                  </a:lnTo>
                  <a:lnTo>
                    <a:pt x="863800" y="380059"/>
                  </a:lnTo>
                  <a:lnTo>
                    <a:pt x="857541" y="380059"/>
                  </a:lnTo>
                  <a:lnTo>
                    <a:pt x="851281" y="380059"/>
                  </a:lnTo>
                  <a:lnTo>
                    <a:pt x="845022" y="380059"/>
                  </a:lnTo>
                  <a:lnTo>
                    <a:pt x="838762" y="380059"/>
                  </a:lnTo>
                  <a:lnTo>
                    <a:pt x="832503" y="380059"/>
                  </a:lnTo>
                  <a:lnTo>
                    <a:pt x="826243" y="380059"/>
                  </a:lnTo>
                  <a:lnTo>
                    <a:pt x="819984" y="380059"/>
                  </a:lnTo>
                  <a:lnTo>
                    <a:pt x="813725" y="380059"/>
                  </a:lnTo>
                  <a:lnTo>
                    <a:pt x="807465" y="380059"/>
                  </a:lnTo>
                  <a:lnTo>
                    <a:pt x="801206" y="380059"/>
                  </a:lnTo>
                  <a:lnTo>
                    <a:pt x="794946" y="380059"/>
                  </a:lnTo>
                  <a:lnTo>
                    <a:pt x="788687" y="380059"/>
                  </a:lnTo>
                  <a:lnTo>
                    <a:pt x="782427" y="380059"/>
                  </a:lnTo>
                  <a:lnTo>
                    <a:pt x="776168" y="380059"/>
                  </a:lnTo>
                  <a:lnTo>
                    <a:pt x="769909" y="380059"/>
                  </a:lnTo>
                  <a:lnTo>
                    <a:pt x="763649" y="380059"/>
                  </a:lnTo>
                  <a:lnTo>
                    <a:pt x="757390" y="380059"/>
                  </a:lnTo>
                  <a:lnTo>
                    <a:pt x="751130" y="380059"/>
                  </a:lnTo>
                  <a:lnTo>
                    <a:pt x="744871" y="380059"/>
                  </a:lnTo>
                  <a:lnTo>
                    <a:pt x="738611" y="380059"/>
                  </a:lnTo>
                  <a:lnTo>
                    <a:pt x="732352" y="380059"/>
                  </a:lnTo>
                  <a:lnTo>
                    <a:pt x="726093" y="380059"/>
                  </a:lnTo>
                  <a:lnTo>
                    <a:pt x="719833" y="380059"/>
                  </a:lnTo>
                  <a:lnTo>
                    <a:pt x="713574" y="380059"/>
                  </a:lnTo>
                  <a:lnTo>
                    <a:pt x="707314" y="380059"/>
                  </a:lnTo>
                  <a:lnTo>
                    <a:pt x="701055" y="380059"/>
                  </a:lnTo>
                  <a:lnTo>
                    <a:pt x="694796" y="380059"/>
                  </a:lnTo>
                  <a:lnTo>
                    <a:pt x="688536" y="380059"/>
                  </a:lnTo>
                  <a:lnTo>
                    <a:pt x="682277" y="380059"/>
                  </a:lnTo>
                  <a:lnTo>
                    <a:pt x="676017" y="380059"/>
                  </a:lnTo>
                  <a:lnTo>
                    <a:pt x="669758" y="380059"/>
                  </a:lnTo>
                  <a:lnTo>
                    <a:pt x="663498" y="380059"/>
                  </a:lnTo>
                  <a:lnTo>
                    <a:pt x="657239" y="380059"/>
                  </a:lnTo>
                  <a:lnTo>
                    <a:pt x="650980" y="380059"/>
                  </a:lnTo>
                  <a:lnTo>
                    <a:pt x="644720" y="380059"/>
                  </a:lnTo>
                  <a:lnTo>
                    <a:pt x="638461" y="380059"/>
                  </a:lnTo>
                  <a:lnTo>
                    <a:pt x="632201" y="380059"/>
                  </a:lnTo>
                  <a:lnTo>
                    <a:pt x="625942" y="380059"/>
                  </a:lnTo>
                  <a:lnTo>
                    <a:pt x="619682" y="380059"/>
                  </a:lnTo>
                  <a:lnTo>
                    <a:pt x="613423" y="380059"/>
                  </a:lnTo>
                  <a:lnTo>
                    <a:pt x="607164" y="380059"/>
                  </a:lnTo>
                  <a:lnTo>
                    <a:pt x="600904" y="380059"/>
                  </a:lnTo>
                  <a:lnTo>
                    <a:pt x="594645" y="380059"/>
                  </a:lnTo>
                  <a:lnTo>
                    <a:pt x="588385" y="380059"/>
                  </a:lnTo>
                  <a:lnTo>
                    <a:pt x="582126" y="380059"/>
                  </a:lnTo>
                  <a:lnTo>
                    <a:pt x="575866" y="380059"/>
                  </a:lnTo>
                  <a:lnTo>
                    <a:pt x="569607" y="380059"/>
                  </a:lnTo>
                  <a:lnTo>
                    <a:pt x="563348" y="380059"/>
                  </a:lnTo>
                  <a:lnTo>
                    <a:pt x="557088" y="380059"/>
                  </a:lnTo>
                  <a:lnTo>
                    <a:pt x="550829" y="380059"/>
                  </a:lnTo>
                  <a:lnTo>
                    <a:pt x="544569" y="380059"/>
                  </a:lnTo>
                  <a:lnTo>
                    <a:pt x="538310" y="380059"/>
                  </a:lnTo>
                  <a:lnTo>
                    <a:pt x="532050" y="380059"/>
                  </a:lnTo>
                  <a:lnTo>
                    <a:pt x="525791" y="380059"/>
                  </a:lnTo>
                  <a:lnTo>
                    <a:pt x="519532" y="380059"/>
                  </a:lnTo>
                  <a:lnTo>
                    <a:pt x="513272" y="380059"/>
                  </a:lnTo>
                  <a:lnTo>
                    <a:pt x="507013" y="380059"/>
                  </a:lnTo>
                  <a:lnTo>
                    <a:pt x="500753" y="380059"/>
                  </a:lnTo>
                  <a:lnTo>
                    <a:pt x="494494" y="380059"/>
                  </a:lnTo>
                  <a:lnTo>
                    <a:pt x="488235" y="380059"/>
                  </a:lnTo>
                  <a:lnTo>
                    <a:pt x="481975" y="380059"/>
                  </a:lnTo>
                  <a:lnTo>
                    <a:pt x="475716" y="380059"/>
                  </a:lnTo>
                  <a:lnTo>
                    <a:pt x="469456" y="380059"/>
                  </a:lnTo>
                  <a:lnTo>
                    <a:pt x="463197" y="380059"/>
                  </a:lnTo>
                  <a:lnTo>
                    <a:pt x="456937" y="380059"/>
                  </a:lnTo>
                  <a:lnTo>
                    <a:pt x="450678" y="380059"/>
                  </a:lnTo>
                  <a:lnTo>
                    <a:pt x="444419" y="380059"/>
                  </a:lnTo>
                  <a:lnTo>
                    <a:pt x="438159" y="380059"/>
                  </a:lnTo>
                  <a:lnTo>
                    <a:pt x="431900" y="380059"/>
                  </a:lnTo>
                  <a:lnTo>
                    <a:pt x="425640" y="380059"/>
                  </a:lnTo>
                  <a:lnTo>
                    <a:pt x="419381" y="380059"/>
                  </a:lnTo>
                  <a:lnTo>
                    <a:pt x="413121" y="380059"/>
                  </a:lnTo>
                  <a:lnTo>
                    <a:pt x="406862" y="380059"/>
                  </a:lnTo>
                  <a:lnTo>
                    <a:pt x="400603" y="380059"/>
                  </a:lnTo>
                  <a:lnTo>
                    <a:pt x="394343" y="380059"/>
                  </a:lnTo>
                  <a:lnTo>
                    <a:pt x="388084" y="380059"/>
                  </a:lnTo>
                  <a:lnTo>
                    <a:pt x="381824" y="380059"/>
                  </a:lnTo>
                  <a:lnTo>
                    <a:pt x="375565" y="380059"/>
                  </a:lnTo>
                  <a:lnTo>
                    <a:pt x="369305" y="380059"/>
                  </a:lnTo>
                  <a:lnTo>
                    <a:pt x="363046" y="380059"/>
                  </a:lnTo>
                  <a:lnTo>
                    <a:pt x="356787" y="380059"/>
                  </a:lnTo>
                  <a:lnTo>
                    <a:pt x="350527" y="380059"/>
                  </a:lnTo>
                  <a:lnTo>
                    <a:pt x="344268" y="380059"/>
                  </a:lnTo>
                  <a:lnTo>
                    <a:pt x="338008" y="380059"/>
                  </a:lnTo>
                  <a:lnTo>
                    <a:pt x="331749" y="380059"/>
                  </a:lnTo>
                  <a:lnTo>
                    <a:pt x="325490" y="380059"/>
                  </a:lnTo>
                  <a:lnTo>
                    <a:pt x="319230" y="380059"/>
                  </a:lnTo>
                  <a:lnTo>
                    <a:pt x="312971" y="380059"/>
                  </a:lnTo>
                  <a:lnTo>
                    <a:pt x="306711" y="380059"/>
                  </a:lnTo>
                  <a:lnTo>
                    <a:pt x="300452" y="380059"/>
                  </a:lnTo>
                  <a:lnTo>
                    <a:pt x="294192" y="380059"/>
                  </a:lnTo>
                  <a:lnTo>
                    <a:pt x="287933" y="380059"/>
                  </a:lnTo>
                  <a:lnTo>
                    <a:pt x="281674" y="380059"/>
                  </a:lnTo>
                  <a:lnTo>
                    <a:pt x="275414" y="380059"/>
                  </a:lnTo>
                  <a:lnTo>
                    <a:pt x="269155" y="380059"/>
                  </a:lnTo>
                  <a:lnTo>
                    <a:pt x="262895" y="380059"/>
                  </a:lnTo>
                  <a:lnTo>
                    <a:pt x="256636" y="380059"/>
                  </a:lnTo>
                  <a:lnTo>
                    <a:pt x="250376" y="380059"/>
                  </a:lnTo>
                  <a:lnTo>
                    <a:pt x="244117" y="380059"/>
                  </a:lnTo>
                  <a:lnTo>
                    <a:pt x="237858" y="380059"/>
                  </a:lnTo>
                  <a:lnTo>
                    <a:pt x="231598" y="380059"/>
                  </a:lnTo>
                  <a:lnTo>
                    <a:pt x="225339" y="380059"/>
                  </a:lnTo>
                  <a:lnTo>
                    <a:pt x="219079" y="380059"/>
                  </a:lnTo>
                  <a:lnTo>
                    <a:pt x="212820" y="380059"/>
                  </a:lnTo>
                  <a:lnTo>
                    <a:pt x="206560" y="380059"/>
                  </a:lnTo>
                  <a:lnTo>
                    <a:pt x="200301" y="380059"/>
                  </a:lnTo>
                  <a:lnTo>
                    <a:pt x="194042" y="380059"/>
                  </a:lnTo>
                  <a:lnTo>
                    <a:pt x="187782" y="380059"/>
                  </a:lnTo>
                  <a:lnTo>
                    <a:pt x="181523" y="380059"/>
                  </a:lnTo>
                  <a:lnTo>
                    <a:pt x="175263" y="380059"/>
                  </a:lnTo>
                  <a:lnTo>
                    <a:pt x="169004" y="380059"/>
                  </a:lnTo>
                  <a:lnTo>
                    <a:pt x="162745" y="380059"/>
                  </a:lnTo>
                  <a:lnTo>
                    <a:pt x="156485" y="380059"/>
                  </a:lnTo>
                  <a:lnTo>
                    <a:pt x="150226" y="380059"/>
                  </a:lnTo>
                  <a:lnTo>
                    <a:pt x="143966" y="380059"/>
                  </a:lnTo>
                  <a:lnTo>
                    <a:pt x="137707" y="380059"/>
                  </a:lnTo>
                  <a:lnTo>
                    <a:pt x="131447" y="380059"/>
                  </a:lnTo>
                  <a:lnTo>
                    <a:pt x="125188" y="380059"/>
                  </a:lnTo>
                  <a:lnTo>
                    <a:pt x="118929" y="380059"/>
                  </a:lnTo>
                  <a:lnTo>
                    <a:pt x="112669" y="380059"/>
                  </a:lnTo>
                  <a:lnTo>
                    <a:pt x="106410" y="380059"/>
                  </a:lnTo>
                  <a:lnTo>
                    <a:pt x="100150" y="380059"/>
                  </a:lnTo>
                  <a:lnTo>
                    <a:pt x="93891" y="380059"/>
                  </a:lnTo>
                  <a:lnTo>
                    <a:pt x="87631" y="380059"/>
                  </a:lnTo>
                  <a:lnTo>
                    <a:pt x="81372" y="380059"/>
                  </a:lnTo>
                  <a:lnTo>
                    <a:pt x="75113" y="380059"/>
                  </a:lnTo>
                  <a:lnTo>
                    <a:pt x="68853" y="380059"/>
                  </a:lnTo>
                  <a:lnTo>
                    <a:pt x="62594" y="380059"/>
                  </a:lnTo>
                  <a:lnTo>
                    <a:pt x="56334" y="380059"/>
                  </a:lnTo>
                  <a:lnTo>
                    <a:pt x="50075" y="380059"/>
                  </a:lnTo>
                  <a:lnTo>
                    <a:pt x="43815" y="380059"/>
                  </a:lnTo>
                  <a:lnTo>
                    <a:pt x="37556" y="380059"/>
                  </a:lnTo>
                  <a:lnTo>
                    <a:pt x="31297" y="380059"/>
                  </a:lnTo>
                  <a:lnTo>
                    <a:pt x="25037" y="380059"/>
                  </a:lnTo>
                  <a:lnTo>
                    <a:pt x="18778" y="380059"/>
                  </a:lnTo>
                  <a:lnTo>
                    <a:pt x="12518" y="380059"/>
                  </a:lnTo>
                  <a:lnTo>
                    <a:pt x="6259" y="38005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749798" y="6151284"/>
              <a:ext cx="3198565" cy="380059"/>
            </a:xfrm>
            <a:custGeom>
              <a:avLst/>
              <a:pathLst>
                <a:path w="3198565" h="380059">
                  <a:moveTo>
                    <a:pt x="0" y="380059"/>
                  </a:moveTo>
                  <a:lnTo>
                    <a:pt x="6259" y="380059"/>
                  </a:lnTo>
                  <a:lnTo>
                    <a:pt x="12518" y="380059"/>
                  </a:lnTo>
                  <a:lnTo>
                    <a:pt x="18778" y="380059"/>
                  </a:lnTo>
                  <a:lnTo>
                    <a:pt x="25037" y="380059"/>
                  </a:lnTo>
                  <a:lnTo>
                    <a:pt x="31297" y="380059"/>
                  </a:lnTo>
                  <a:lnTo>
                    <a:pt x="37556" y="380059"/>
                  </a:lnTo>
                  <a:lnTo>
                    <a:pt x="43815" y="380059"/>
                  </a:lnTo>
                  <a:lnTo>
                    <a:pt x="50075" y="380059"/>
                  </a:lnTo>
                  <a:lnTo>
                    <a:pt x="56334" y="380059"/>
                  </a:lnTo>
                  <a:lnTo>
                    <a:pt x="62594" y="380059"/>
                  </a:lnTo>
                  <a:lnTo>
                    <a:pt x="68853" y="380059"/>
                  </a:lnTo>
                  <a:lnTo>
                    <a:pt x="75113" y="380059"/>
                  </a:lnTo>
                  <a:lnTo>
                    <a:pt x="81372" y="380059"/>
                  </a:lnTo>
                  <a:lnTo>
                    <a:pt x="87631" y="380059"/>
                  </a:lnTo>
                  <a:lnTo>
                    <a:pt x="93891" y="380059"/>
                  </a:lnTo>
                  <a:lnTo>
                    <a:pt x="100150" y="380059"/>
                  </a:lnTo>
                  <a:lnTo>
                    <a:pt x="106410" y="380059"/>
                  </a:lnTo>
                  <a:lnTo>
                    <a:pt x="112669" y="380059"/>
                  </a:lnTo>
                  <a:lnTo>
                    <a:pt x="118929" y="380059"/>
                  </a:lnTo>
                  <a:lnTo>
                    <a:pt x="125188" y="380059"/>
                  </a:lnTo>
                  <a:lnTo>
                    <a:pt x="131447" y="380059"/>
                  </a:lnTo>
                  <a:lnTo>
                    <a:pt x="137707" y="380059"/>
                  </a:lnTo>
                  <a:lnTo>
                    <a:pt x="143966" y="380059"/>
                  </a:lnTo>
                  <a:lnTo>
                    <a:pt x="150226" y="380059"/>
                  </a:lnTo>
                  <a:lnTo>
                    <a:pt x="156485" y="380059"/>
                  </a:lnTo>
                  <a:lnTo>
                    <a:pt x="162745" y="380059"/>
                  </a:lnTo>
                  <a:lnTo>
                    <a:pt x="169004" y="380059"/>
                  </a:lnTo>
                  <a:lnTo>
                    <a:pt x="175263" y="380059"/>
                  </a:lnTo>
                  <a:lnTo>
                    <a:pt x="181523" y="380059"/>
                  </a:lnTo>
                  <a:lnTo>
                    <a:pt x="187782" y="380059"/>
                  </a:lnTo>
                  <a:lnTo>
                    <a:pt x="194042" y="380059"/>
                  </a:lnTo>
                  <a:lnTo>
                    <a:pt x="200301" y="380059"/>
                  </a:lnTo>
                  <a:lnTo>
                    <a:pt x="206560" y="380059"/>
                  </a:lnTo>
                  <a:lnTo>
                    <a:pt x="212820" y="380059"/>
                  </a:lnTo>
                  <a:lnTo>
                    <a:pt x="219079" y="380059"/>
                  </a:lnTo>
                  <a:lnTo>
                    <a:pt x="225339" y="380059"/>
                  </a:lnTo>
                  <a:lnTo>
                    <a:pt x="231598" y="380059"/>
                  </a:lnTo>
                  <a:lnTo>
                    <a:pt x="237858" y="380059"/>
                  </a:lnTo>
                  <a:lnTo>
                    <a:pt x="244117" y="380059"/>
                  </a:lnTo>
                  <a:lnTo>
                    <a:pt x="250376" y="380059"/>
                  </a:lnTo>
                  <a:lnTo>
                    <a:pt x="256636" y="380059"/>
                  </a:lnTo>
                  <a:lnTo>
                    <a:pt x="262895" y="380059"/>
                  </a:lnTo>
                  <a:lnTo>
                    <a:pt x="269155" y="380059"/>
                  </a:lnTo>
                  <a:lnTo>
                    <a:pt x="275414" y="380059"/>
                  </a:lnTo>
                  <a:lnTo>
                    <a:pt x="281674" y="380059"/>
                  </a:lnTo>
                  <a:lnTo>
                    <a:pt x="287933" y="380059"/>
                  </a:lnTo>
                  <a:lnTo>
                    <a:pt x="294192" y="380059"/>
                  </a:lnTo>
                  <a:lnTo>
                    <a:pt x="300452" y="380059"/>
                  </a:lnTo>
                  <a:lnTo>
                    <a:pt x="306711" y="380059"/>
                  </a:lnTo>
                  <a:lnTo>
                    <a:pt x="312971" y="380059"/>
                  </a:lnTo>
                  <a:lnTo>
                    <a:pt x="319230" y="380059"/>
                  </a:lnTo>
                  <a:lnTo>
                    <a:pt x="325490" y="380059"/>
                  </a:lnTo>
                  <a:lnTo>
                    <a:pt x="331749" y="380059"/>
                  </a:lnTo>
                  <a:lnTo>
                    <a:pt x="338008" y="380059"/>
                  </a:lnTo>
                  <a:lnTo>
                    <a:pt x="344268" y="380059"/>
                  </a:lnTo>
                  <a:lnTo>
                    <a:pt x="350527" y="380059"/>
                  </a:lnTo>
                  <a:lnTo>
                    <a:pt x="356787" y="380059"/>
                  </a:lnTo>
                  <a:lnTo>
                    <a:pt x="363046" y="380059"/>
                  </a:lnTo>
                  <a:lnTo>
                    <a:pt x="369305" y="380059"/>
                  </a:lnTo>
                  <a:lnTo>
                    <a:pt x="375565" y="380059"/>
                  </a:lnTo>
                  <a:lnTo>
                    <a:pt x="381824" y="380059"/>
                  </a:lnTo>
                  <a:lnTo>
                    <a:pt x="388084" y="380059"/>
                  </a:lnTo>
                  <a:lnTo>
                    <a:pt x="394343" y="380059"/>
                  </a:lnTo>
                  <a:lnTo>
                    <a:pt x="400603" y="380059"/>
                  </a:lnTo>
                  <a:lnTo>
                    <a:pt x="406862" y="380059"/>
                  </a:lnTo>
                  <a:lnTo>
                    <a:pt x="413121" y="380059"/>
                  </a:lnTo>
                  <a:lnTo>
                    <a:pt x="419381" y="380059"/>
                  </a:lnTo>
                  <a:lnTo>
                    <a:pt x="425640" y="380059"/>
                  </a:lnTo>
                  <a:lnTo>
                    <a:pt x="431900" y="380059"/>
                  </a:lnTo>
                  <a:lnTo>
                    <a:pt x="438159" y="380059"/>
                  </a:lnTo>
                  <a:lnTo>
                    <a:pt x="444419" y="380059"/>
                  </a:lnTo>
                  <a:lnTo>
                    <a:pt x="450678" y="380059"/>
                  </a:lnTo>
                  <a:lnTo>
                    <a:pt x="456937" y="380059"/>
                  </a:lnTo>
                  <a:lnTo>
                    <a:pt x="463197" y="380059"/>
                  </a:lnTo>
                  <a:lnTo>
                    <a:pt x="469456" y="380059"/>
                  </a:lnTo>
                  <a:lnTo>
                    <a:pt x="475716" y="380059"/>
                  </a:lnTo>
                  <a:lnTo>
                    <a:pt x="481975" y="380058"/>
                  </a:lnTo>
                  <a:lnTo>
                    <a:pt x="488235" y="380058"/>
                  </a:lnTo>
                  <a:lnTo>
                    <a:pt x="494494" y="380056"/>
                  </a:lnTo>
                  <a:lnTo>
                    <a:pt x="500753" y="380052"/>
                  </a:lnTo>
                  <a:lnTo>
                    <a:pt x="507013" y="380040"/>
                  </a:lnTo>
                  <a:lnTo>
                    <a:pt x="513272" y="380014"/>
                  </a:lnTo>
                  <a:lnTo>
                    <a:pt x="519532" y="379959"/>
                  </a:lnTo>
                  <a:lnTo>
                    <a:pt x="525791" y="379856"/>
                  </a:lnTo>
                  <a:lnTo>
                    <a:pt x="532050" y="379676"/>
                  </a:lnTo>
                  <a:lnTo>
                    <a:pt x="538310" y="379392"/>
                  </a:lnTo>
                  <a:lnTo>
                    <a:pt x="544569" y="378979"/>
                  </a:lnTo>
                  <a:lnTo>
                    <a:pt x="550829" y="378425"/>
                  </a:lnTo>
                  <a:lnTo>
                    <a:pt x="557088" y="377735"/>
                  </a:lnTo>
                  <a:lnTo>
                    <a:pt x="563348" y="376929"/>
                  </a:lnTo>
                  <a:lnTo>
                    <a:pt x="569607" y="376039"/>
                  </a:lnTo>
                  <a:lnTo>
                    <a:pt x="575866" y="375106"/>
                  </a:lnTo>
                  <a:lnTo>
                    <a:pt x="582126" y="374177"/>
                  </a:lnTo>
                  <a:lnTo>
                    <a:pt x="588385" y="373313"/>
                  </a:lnTo>
                  <a:lnTo>
                    <a:pt x="594645" y="372592"/>
                  </a:lnTo>
                  <a:lnTo>
                    <a:pt x="600904" y="372087"/>
                  </a:lnTo>
                  <a:lnTo>
                    <a:pt x="607164" y="371843"/>
                  </a:lnTo>
                  <a:lnTo>
                    <a:pt x="613423" y="371833"/>
                  </a:lnTo>
                  <a:lnTo>
                    <a:pt x="619682" y="371942"/>
                  </a:lnTo>
                  <a:lnTo>
                    <a:pt x="625942" y="371986"/>
                  </a:lnTo>
                  <a:lnTo>
                    <a:pt x="632201" y="371784"/>
                  </a:lnTo>
                  <a:lnTo>
                    <a:pt x="638461" y="371268"/>
                  </a:lnTo>
                  <a:lnTo>
                    <a:pt x="644720" y="370493"/>
                  </a:lnTo>
                  <a:lnTo>
                    <a:pt x="650980" y="369622"/>
                  </a:lnTo>
                  <a:lnTo>
                    <a:pt x="657239" y="368849"/>
                  </a:lnTo>
                  <a:lnTo>
                    <a:pt x="663498" y="368326"/>
                  </a:lnTo>
                  <a:lnTo>
                    <a:pt x="669758" y="368109"/>
                  </a:lnTo>
                  <a:lnTo>
                    <a:pt x="676017" y="368150"/>
                  </a:lnTo>
                  <a:lnTo>
                    <a:pt x="682277" y="368333"/>
                  </a:lnTo>
                  <a:lnTo>
                    <a:pt x="688536" y="368526"/>
                  </a:lnTo>
                  <a:lnTo>
                    <a:pt x="694796" y="368632"/>
                  </a:lnTo>
                  <a:lnTo>
                    <a:pt x="701055" y="368621"/>
                  </a:lnTo>
                  <a:lnTo>
                    <a:pt x="707314" y="368526"/>
                  </a:lnTo>
                  <a:lnTo>
                    <a:pt x="713574" y="368420"/>
                  </a:lnTo>
                  <a:lnTo>
                    <a:pt x="719833" y="368390"/>
                  </a:lnTo>
                  <a:lnTo>
                    <a:pt x="726093" y="368498"/>
                  </a:lnTo>
                  <a:lnTo>
                    <a:pt x="732352" y="368772"/>
                  </a:lnTo>
                  <a:lnTo>
                    <a:pt x="738611" y="369198"/>
                  </a:lnTo>
                  <a:lnTo>
                    <a:pt x="744871" y="369735"/>
                  </a:lnTo>
                  <a:lnTo>
                    <a:pt x="751130" y="370334"/>
                  </a:lnTo>
                  <a:lnTo>
                    <a:pt x="757390" y="370949"/>
                  </a:lnTo>
                  <a:lnTo>
                    <a:pt x="763649" y="371554"/>
                  </a:lnTo>
                  <a:lnTo>
                    <a:pt x="769909" y="372143"/>
                  </a:lnTo>
                  <a:lnTo>
                    <a:pt x="776168" y="372728"/>
                  </a:lnTo>
                  <a:lnTo>
                    <a:pt x="782427" y="373327"/>
                  </a:lnTo>
                  <a:lnTo>
                    <a:pt x="788687" y="373958"/>
                  </a:lnTo>
                  <a:lnTo>
                    <a:pt x="794946" y="374621"/>
                  </a:lnTo>
                  <a:lnTo>
                    <a:pt x="801206" y="375291"/>
                  </a:lnTo>
                  <a:lnTo>
                    <a:pt x="807465" y="375925"/>
                  </a:lnTo>
                  <a:lnTo>
                    <a:pt x="813725" y="376472"/>
                  </a:lnTo>
                  <a:lnTo>
                    <a:pt x="819984" y="376893"/>
                  </a:lnTo>
                  <a:lnTo>
                    <a:pt x="826243" y="377176"/>
                  </a:lnTo>
                  <a:lnTo>
                    <a:pt x="832503" y="377339"/>
                  </a:lnTo>
                  <a:lnTo>
                    <a:pt x="838762" y="377427"/>
                  </a:lnTo>
                  <a:lnTo>
                    <a:pt x="845022" y="377494"/>
                  </a:lnTo>
                  <a:lnTo>
                    <a:pt x="851281" y="377582"/>
                  </a:lnTo>
                  <a:lnTo>
                    <a:pt x="857541" y="377709"/>
                  </a:lnTo>
                  <a:lnTo>
                    <a:pt x="863800" y="377855"/>
                  </a:lnTo>
                  <a:lnTo>
                    <a:pt x="870059" y="377968"/>
                  </a:lnTo>
                  <a:lnTo>
                    <a:pt x="876319" y="377982"/>
                  </a:lnTo>
                  <a:lnTo>
                    <a:pt x="882578" y="377845"/>
                  </a:lnTo>
                  <a:lnTo>
                    <a:pt x="888838" y="377534"/>
                  </a:lnTo>
                  <a:lnTo>
                    <a:pt x="895097" y="377046"/>
                  </a:lnTo>
                  <a:lnTo>
                    <a:pt x="901356" y="376391"/>
                  </a:lnTo>
                  <a:lnTo>
                    <a:pt x="907616" y="375565"/>
                  </a:lnTo>
                  <a:lnTo>
                    <a:pt x="913875" y="374535"/>
                  </a:lnTo>
                  <a:lnTo>
                    <a:pt x="920135" y="373225"/>
                  </a:lnTo>
                  <a:lnTo>
                    <a:pt x="926394" y="371515"/>
                  </a:lnTo>
                  <a:lnTo>
                    <a:pt x="932654" y="369245"/>
                  </a:lnTo>
                  <a:lnTo>
                    <a:pt x="938913" y="366230"/>
                  </a:lnTo>
                  <a:lnTo>
                    <a:pt x="945172" y="362262"/>
                  </a:lnTo>
                  <a:lnTo>
                    <a:pt x="951432" y="357121"/>
                  </a:lnTo>
                  <a:lnTo>
                    <a:pt x="957691" y="350572"/>
                  </a:lnTo>
                  <a:lnTo>
                    <a:pt x="963951" y="342373"/>
                  </a:lnTo>
                  <a:lnTo>
                    <a:pt x="970210" y="332283"/>
                  </a:lnTo>
                  <a:lnTo>
                    <a:pt x="976470" y="320082"/>
                  </a:lnTo>
                  <a:lnTo>
                    <a:pt x="982729" y="305593"/>
                  </a:lnTo>
                  <a:lnTo>
                    <a:pt x="988988" y="288687"/>
                  </a:lnTo>
                  <a:lnTo>
                    <a:pt x="995248" y="269180"/>
                  </a:lnTo>
                  <a:lnTo>
                    <a:pt x="1001507" y="247214"/>
                  </a:lnTo>
                  <a:lnTo>
                    <a:pt x="1007767" y="222865"/>
                  </a:lnTo>
                  <a:lnTo>
                    <a:pt x="1014026" y="196310"/>
                  </a:lnTo>
                  <a:lnTo>
                    <a:pt x="1020286" y="167886"/>
                  </a:lnTo>
                  <a:lnTo>
                    <a:pt x="1026545" y="138181"/>
                  </a:lnTo>
                  <a:lnTo>
                    <a:pt x="1032804" y="108096"/>
                  </a:lnTo>
                  <a:lnTo>
                    <a:pt x="1039064" y="78872"/>
                  </a:lnTo>
                  <a:lnTo>
                    <a:pt x="1045323" y="52025"/>
                  </a:lnTo>
                  <a:lnTo>
                    <a:pt x="1051583" y="29221"/>
                  </a:lnTo>
                  <a:lnTo>
                    <a:pt x="1057842" y="12088"/>
                  </a:lnTo>
                  <a:lnTo>
                    <a:pt x="1064101" y="2020"/>
                  </a:lnTo>
                  <a:lnTo>
                    <a:pt x="1070361" y="0"/>
                  </a:lnTo>
                  <a:lnTo>
                    <a:pt x="1076620" y="6470"/>
                  </a:lnTo>
                  <a:lnTo>
                    <a:pt x="1082880" y="21282"/>
                  </a:lnTo>
                  <a:lnTo>
                    <a:pt x="1089139" y="43696"/>
                  </a:lnTo>
                  <a:lnTo>
                    <a:pt x="1095399" y="72448"/>
                  </a:lnTo>
                  <a:lnTo>
                    <a:pt x="1101658" y="105848"/>
                  </a:lnTo>
                  <a:lnTo>
                    <a:pt x="1107917" y="141917"/>
                  </a:lnTo>
                  <a:lnTo>
                    <a:pt x="1114177" y="178497"/>
                  </a:lnTo>
                  <a:lnTo>
                    <a:pt x="1120436" y="213410"/>
                  </a:lnTo>
                  <a:lnTo>
                    <a:pt x="1126696" y="245006"/>
                  </a:lnTo>
                  <a:lnTo>
                    <a:pt x="1132955" y="272179"/>
                  </a:lnTo>
                  <a:lnTo>
                    <a:pt x="1139215" y="294421"/>
                  </a:lnTo>
                  <a:lnTo>
                    <a:pt x="1145474" y="311776"/>
                  </a:lnTo>
                  <a:lnTo>
                    <a:pt x="1151733" y="324672"/>
                  </a:lnTo>
                  <a:lnTo>
                    <a:pt x="1157993" y="333721"/>
                  </a:lnTo>
                  <a:lnTo>
                    <a:pt x="1164252" y="339545"/>
                  </a:lnTo>
                  <a:lnTo>
                    <a:pt x="1170512" y="342682"/>
                  </a:lnTo>
                  <a:lnTo>
                    <a:pt x="1176771" y="343584"/>
                  </a:lnTo>
                  <a:lnTo>
                    <a:pt x="1183031" y="342671"/>
                  </a:lnTo>
                  <a:lnTo>
                    <a:pt x="1189290" y="340383"/>
                  </a:lnTo>
                  <a:lnTo>
                    <a:pt x="1195549" y="337211"/>
                  </a:lnTo>
                  <a:lnTo>
                    <a:pt x="1201809" y="333661"/>
                  </a:lnTo>
                  <a:lnTo>
                    <a:pt x="1208068" y="330202"/>
                  </a:lnTo>
                  <a:lnTo>
                    <a:pt x="1214328" y="327196"/>
                  </a:lnTo>
                  <a:lnTo>
                    <a:pt x="1220587" y="324866"/>
                  </a:lnTo>
                  <a:lnTo>
                    <a:pt x="1226846" y="323310"/>
                  </a:lnTo>
                  <a:lnTo>
                    <a:pt x="1233106" y="322551"/>
                  </a:lnTo>
                  <a:lnTo>
                    <a:pt x="1239365" y="322623"/>
                  </a:lnTo>
                  <a:lnTo>
                    <a:pt x="1245625" y="323469"/>
                  </a:lnTo>
                  <a:lnTo>
                    <a:pt x="1251884" y="325050"/>
                  </a:lnTo>
                  <a:lnTo>
                    <a:pt x="1258144" y="327271"/>
                  </a:lnTo>
                  <a:lnTo>
                    <a:pt x="1264403" y="329973"/>
                  </a:lnTo>
                  <a:lnTo>
                    <a:pt x="1270662" y="332960"/>
                  </a:lnTo>
                  <a:lnTo>
                    <a:pt x="1276922" y="336052"/>
                  </a:lnTo>
                  <a:lnTo>
                    <a:pt x="1283181" y="339134"/>
                  </a:lnTo>
                  <a:lnTo>
                    <a:pt x="1289441" y="342179"/>
                  </a:lnTo>
                  <a:lnTo>
                    <a:pt x="1295700" y="345232"/>
                  </a:lnTo>
                  <a:lnTo>
                    <a:pt x="1301960" y="348365"/>
                  </a:lnTo>
                  <a:lnTo>
                    <a:pt x="1308219" y="351627"/>
                  </a:lnTo>
                  <a:lnTo>
                    <a:pt x="1314478" y="355012"/>
                  </a:lnTo>
                  <a:lnTo>
                    <a:pt x="1320738" y="358460"/>
                  </a:lnTo>
                  <a:lnTo>
                    <a:pt x="1326997" y="361873"/>
                  </a:lnTo>
                  <a:lnTo>
                    <a:pt x="1333257" y="365141"/>
                  </a:lnTo>
                  <a:lnTo>
                    <a:pt x="1339516" y="368165"/>
                  </a:lnTo>
                  <a:lnTo>
                    <a:pt x="1345776" y="370865"/>
                  </a:lnTo>
                  <a:lnTo>
                    <a:pt x="1352035" y="373189"/>
                  </a:lnTo>
                  <a:lnTo>
                    <a:pt x="1358294" y="375099"/>
                  </a:lnTo>
                  <a:lnTo>
                    <a:pt x="1364554" y="376603"/>
                  </a:lnTo>
                  <a:lnTo>
                    <a:pt x="1370813" y="377745"/>
                  </a:lnTo>
                  <a:lnTo>
                    <a:pt x="1377073" y="378574"/>
                  </a:lnTo>
                  <a:lnTo>
                    <a:pt x="1383332" y="379148"/>
                  </a:lnTo>
                  <a:lnTo>
                    <a:pt x="1389592" y="379527"/>
                  </a:lnTo>
                  <a:lnTo>
                    <a:pt x="1395851" y="379765"/>
                  </a:lnTo>
                  <a:lnTo>
                    <a:pt x="1402110" y="379905"/>
                  </a:lnTo>
                  <a:lnTo>
                    <a:pt x="1408370" y="379983"/>
                  </a:lnTo>
                  <a:lnTo>
                    <a:pt x="1414629" y="380024"/>
                  </a:lnTo>
                  <a:lnTo>
                    <a:pt x="1420889" y="380044"/>
                  </a:lnTo>
                  <a:lnTo>
                    <a:pt x="1427148" y="380053"/>
                  </a:lnTo>
                  <a:lnTo>
                    <a:pt x="1433407" y="380057"/>
                  </a:lnTo>
                  <a:lnTo>
                    <a:pt x="1439667" y="380058"/>
                  </a:lnTo>
                  <a:lnTo>
                    <a:pt x="1445926" y="380059"/>
                  </a:lnTo>
                  <a:lnTo>
                    <a:pt x="1452186" y="380059"/>
                  </a:lnTo>
                  <a:lnTo>
                    <a:pt x="1458445" y="380059"/>
                  </a:lnTo>
                  <a:lnTo>
                    <a:pt x="1464705" y="380059"/>
                  </a:lnTo>
                  <a:lnTo>
                    <a:pt x="1470964" y="380059"/>
                  </a:lnTo>
                  <a:lnTo>
                    <a:pt x="1477223" y="380059"/>
                  </a:lnTo>
                  <a:lnTo>
                    <a:pt x="1483483" y="380059"/>
                  </a:lnTo>
                  <a:lnTo>
                    <a:pt x="1489742" y="380059"/>
                  </a:lnTo>
                  <a:lnTo>
                    <a:pt x="1496002" y="380059"/>
                  </a:lnTo>
                  <a:lnTo>
                    <a:pt x="1502261" y="380059"/>
                  </a:lnTo>
                  <a:lnTo>
                    <a:pt x="1508521" y="380059"/>
                  </a:lnTo>
                  <a:lnTo>
                    <a:pt x="1514780" y="380059"/>
                  </a:lnTo>
                  <a:lnTo>
                    <a:pt x="1521039" y="380059"/>
                  </a:lnTo>
                  <a:lnTo>
                    <a:pt x="1527299" y="380059"/>
                  </a:lnTo>
                  <a:lnTo>
                    <a:pt x="1533558" y="380059"/>
                  </a:lnTo>
                  <a:lnTo>
                    <a:pt x="1539818" y="380059"/>
                  </a:lnTo>
                  <a:lnTo>
                    <a:pt x="1546077" y="380059"/>
                  </a:lnTo>
                  <a:lnTo>
                    <a:pt x="1552337" y="380059"/>
                  </a:lnTo>
                  <a:lnTo>
                    <a:pt x="1558596" y="380059"/>
                  </a:lnTo>
                  <a:lnTo>
                    <a:pt x="1564855" y="380059"/>
                  </a:lnTo>
                  <a:lnTo>
                    <a:pt x="1571115" y="380059"/>
                  </a:lnTo>
                  <a:lnTo>
                    <a:pt x="1577374" y="380059"/>
                  </a:lnTo>
                  <a:lnTo>
                    <a:pt x="1583634" y="380059"/>
                  </a:lnTo>
                  <a:lnTo>
                    <a:pt x="1589893" y="380059"/>
                  </a:lnTo>
                  <a:lnTo>
                    <a:pt x="1596152" y="380059"/>
                  </a:lnTo>
                  <a:lnTo>
                    <a:pt x="1602412" y="380059"/>
                  </a:lnTo>
                  <a:lnTo>
                    <a:pt x="1608671" y="380059"/>
                  </a:lnTo>
                  <a:lnTo>
                    <a:pt x="1614931" y="380059"/>
                  </a:lnTo>
                  <a:lnTo>
                    <a:pt x="1621190" y="380059"/>
                  </a:lnTo>
                  <a:lnTo>
                    <a:pt x="1627450" y="380059"/>
                  </a:lnTo>
                  <a:lnTo>
                    <a:pt x="1633709" y="380059"/>
                  </a:lnTo>
                  <a:lnTo>
                    <a:pt x="1639968" y="380059"/>
                  </a:lnTo>
                  <a:lnTo>
                    <a:pt x="1646228" y="380059"/>
                  </a:lnTo>
                  <a:lnTo>
                    <a:pt x="1652487" y="380059"/>
                  </a:lnTo>
                  <a:lnTo>
                    <a:pt x="1658747" y="380059"/>
                  </a:lnTo>
                  <a:lnTo>
                    <a:pt x="1665006" y="380059"/>
                  </a:lnTo>
                  <a:lnTo>
                    <a:pt x="1671266" y="380059"/>
                  </a:lnTo>
                  <a:lnTo>
                    <a:pt x="1677525" y="380059"/>
                  </a:lnTo>
                  <a:lnTo>
                    <a:pt x="1683784" y="380059"/>
                  </a:lnTo>
                  <a:lnTo>
                    <a:pt x="1690044" y="380059"/>
                  </a:lnTo>
                  <a:lnTo>
                    <a:pt x="1696303" y="380059"/>
                  </a:lnTo>
                  <a:lnTo>
                    <a:pt x="1702563" y="380059"/>
                  </a:lnTo>
                  <a:lnTo>
                    <a:pt x="1708822" y="380059"/>
                  </a:lnTo>
                  <a:lnTo>
                    <a:pt x="1715082" y="380059"/>
                  </a:lnTo>
                  <a:lnTo>
                    <a:pt x="1721341" y="380059"/>
                  </a:lnTo>
                  <a:lnTo>
                    <a:pt x="1727600" y="380059"/>
                  </a:lnTo>
                  <a:lnTo>
                    <a:pt x="1733860" y="380059"/>
                  </a:lnTo>
                  <a:lnTo>
                    <a:pt x="1740119" y="380059"/>
                  </a:lnTo>
                  <a:lnTo>
                    <a:pt x="1746379" y="380059"/>
                  </a:lnTo>
                  <a:lnTo>
                    <a:pt x="1752638" y="380059"/>
                  </a:lnTo>
                  <a:lnTo>
                    <a:pt x="1758897" y="380059"/>
                  </a:lnTo>
                  <a:lnTo>
                    <a:pt x="1765157" y="380059"/>
                  </a:lnTo>
                  <a:lnTo>
                    <a:pt x="1771416" y="380059"/>
                  </a:lnTo>
                  <a:lnTo>
                    <a:pt x="1777676" y="380059"/>
                  </a:lnTo>
                  <a:lnTo>
                    <a:pt x="1783935" y="380059"/>
                  </a:lnTo>
                  <a:lnTo>
                    <a:pt x="1790195" y="380059"/>
                  </a:lnTo>
                  <a:lnTo>
                    <a:pt x="1796454" y="380059"/>
                  </a:lnTo>
                  <a:lnTo>
                    <a:pt x="1802713" y="380059"/>
                  </a:lnTo>
                  <a:lnTo>
                    <a:pt x="1808973" y="380059"/>
                  </a:lnTo>
                  <a:lnTo>
                    <a:pt x="1815232" y="380059"/>
                  </a:lnTo>
                  <a:lnTo>
                    <a:pt x="1821492" y="380059"/>
                  </a:lnTo>
                  <a:lnTo>
                    <a:pt x="1827751" y="380059"/>
                  </a:lnTo>
                  <a:lnTo>
                    <a:pt x="1834011" y="380059"/>
                  </a:lnTo>
                  <a:lnTo>
                    <a:pt x="1840270" y="380059"/>
                  </a:lnTo>
                  <a:lnTo>
                    <a:pt x="1846529" y="380059"/>
                  </a:lnTo>
                  <a:lnTo>
                    <a:pt x="1852789" y="380059"/>
                  </a:lnTo>
                  <a:lnTo>
                    <a:pt x="1859048" y="380059"/>
                  </a:lnTo>
                  <a:lnTo>
                    <a:pt x="1865308" y="380059"/>
                  </a:lnTo>
                  <a:lnTo>
                    <a:pt x="1871567" y="380059"/>
                  </a:lnTo>
                  <a:lnTo>
                    <a:pt x="1877827" y="380059"/>
                  </a:lnTo>
                  <a:lnTo>
                    <a:pt x="1884086" y="380059"/>
                  </a:lnTo>
                  <a:lnTo>
                    <a:pt x="1890345" y="380059"/>
                  </a:lnTo>
                  <a:lnTo>
                    <a:pt x="1896605" y="380059"/>
                  </a:lnTo>
                  <a:lnTo>
                    <a:pt x="1902864" y="380059"/>
                  </a:lnTo>
                  <a:lnTo>
                    <a:pt x="1909124" y="380059"/>
                  </a:lnTo>
                  <a:lnTo>
                    <a:pt x="1915383" y="380059"/>
                  </a:lnTo>
                  <a:lnTo>
                    <a:pt x="1921642" y="380059"/>
                  </a:lnTo>
                  <a:lnTo>
                    <a:pt x="1927902" y="380059"/>
                  </a:lnTo>
                  <a:lnTo>
                    <a:pt x="1934161" y="380059"/>
                  </a:lnTo>
                  <a:lnTo>
                    <a:pt x="1940421" y="380059"/>
                  </a:lnTo>
                  <a:lnTo>
                    <a:pt x="1946680" y="380059"/>
                  </a:lnTo>
                  <a:lnTo>
                    <a:pt x="1952940" y="380059"/>
                  </a:lnTo>
                  <a:lnTo>
                    <a:pt x="1959199" y="380059"/>
                  </a:lnTo>
                  <a:lnTo>
                    <a:pt x="1965458" y="380059"/>
                  </a:lnTo>
                  <a:lnTo>
                    <a:pt x="1971718" y="380059"/>
                  </a:lnTo>
                  <a:lnTo>
                    <a:pt x="1977977" y="380059"/>
                  </a:lnTo>
                  <a:lnTo>
                    <a:pt x="1984237" y="380059"/>
                  </a:lnTo>
                  <a:lnTo>
                    <a:pt x="1990496" y="380059"/>
                  </a:lnTo>
                  <a:lnTo>
                    <a:pt x="1996756" y="380059"/>
                  </a:lnTo>
                  <a:lnTo>
                    <a:pt x="2003015" y="380059"/>
                  </a:lnTo>
                  <a:lnTo>
                    <a:pt x="2009274" y="380059"/>
                  </a:lnTo>
                  <a:lnTo>
                    <a:pt x="2015534" y="380059"/>
                  </a:lnTo>
                  <a:lnTo>
                    <a:pt x="2021793" y="380059"/>
                  </a:lnTo>
                  <a:lnTo>
                    <a:pt x="2028053" y="380059"/>
                  </a:lnTo>
                  <a:lnTo>
                    <a:pt x="2034312" y="380059"/>
                  </a:lnTo>
                  <a:lnTo>
                    <a:pt x="2040572" y="380059"/>
                  </a:lnTo>
                  <a:lnTo>
                    <a:pt x="2046831" y="380059"/>
                  </a:lnTo>
                  <a:lnTo>
                    <a:pt x="2053090" y="380059"/>
                  </a:lnTo>
                  <a:lnTo>
                    <a:pt x="2059350" y="380059"/>
                  </a:lnTo>
                  <a:lnTo>
                    <a:pt x="2065609" y="380059"/>
                  </a:lnTo>
                  <a:lnTo>
                    <a:pt x="2071869" y="380059"/>
                  </a:lnTo>
                  <a:lnTo>
                    <a:pt x="2078128" y="380059"/>
                  </a:lnTo>
                  <a:lnTo>
                    <a:pt x="2084388" y="380059"/>
                  </a:lnTo>
                  <a:lnTo>
                    <a:pt x="2090647" y="380059"/>
                  </a:lnTo>
                  <a:lnTo>
                    <a:pt x="2096906" y="380059"/>
                  </a:lnTo>
                  <a:lnTo>
                    <a:pt x="2103166" y="380059"/>
                  </a:lnTo>
                  <a:lnTo>
                    <a:pt x="2109425" y="380059"/>
                  </a:lnTo>
                  <a:lnTo>
                    <a:pt x="2115685" y="380059"/>
                  </a:lnTo>
                  <a:lnTo>
                    <a:pt x="2121944" y="380059"/>
                  </a:lnTo>
                  <a:lnTo>
                    <a:pt x="2128203" y="380059"/>
                  </a:lnTo>
                  <a:lnTo>
                    <a:pt x="2134463" y="380059"/>
                  </a:lnTo>
                  <a:lnTo>
                    <a:pt x="2140722" y="380059"/>
                  </a:lnTo>
                  <a:lnTo>
                    <a:pt x="2146982" y="380059"/>
                  </a:lnTo>
                  <a:lnTo>
                    <a:pt x="2153241" y="380059"/>
                  </a:lnTo>
                  <a:lnTo>
                    <a:pt x="2159501" y="380059"/>
                  </a:lnTo>
                  <a:lnTo>
                    <a:pt x="2165760" y="380059"/>
                  </a:lnTo>
                  <a:lnTo>
                    <a:pt x="2172019" y="380059"/>
                  </a:lnTo>
                  <a:lnTo>
                    <a:pt x="2178279" y="380059"/>
                  </a:lnTo>
                  <a:lnTo>
                    <a:pt x="2184538" y="380059"/>
                  </a:lnTo>
                  <a:lnTo>
                    <a:pt x="2190798" y="380059"/>
                  </a:lnTo>
                  <a:lnTo>
                    <a:pt x="2197057" y="380059"/>
                  </a:lnTo>
                  <a:lnTo>
                    <a:pt x="2203317" y="380059"/>
                  </a:lnTo>
                  <a:lnTo>
                    <a:pt x="2209576" y="380059"/>
                  </a:lnTo>
                  <a:lnTo>
                    <a:pt x="2215835" y="380059"/>
                  </a:lnTo>
                  <a:lnTo>
                    <a:pt x="2222095" y="380059"/>
                  </a:lnTo>
                  <a:lnTo>
                    <a:pt x="2228354" y="380059"/>
                  </a:lnTo>
                  <a:lnTo>
                    <a:pt x="2234614" y="380059"/>
                  </a:lnTo>
                  <a:lnTo>
                    <a:pt x="2240873" y="380059"/>
                  </a:lnTo>
                  <a:lnTo>
                    <a:pt x="2247133" y="380059"/>
                  </a:lnTo>
                  <a:lnTo>
                    <a:pt x="2253392" y="380059"/>
                  </a:lnTo>
                  <a:lnTo>
                    <a:pt x="2259651" y="380059"/>
                  </a:lnTo>
                  <a:lnTo>
                    <a:pt x="2265911" y="380059"/>
                  </a:lnTo>
                  <a:lnTo>
                    <a:pt x="2272170" y="380059"/>
                  </a:lnTo>
                  <a:lnTo>
                    <a:pt x="2278430" y="380059"/>
                  </a:lnTo>
                  <a:lnTo>
                    <a:pt x="2284689" y="380059"/>
                  </a:lnTo>
                  <a:lnTo>
                    <a:pt x="2290948" y="380059"/>
                  </a:lnTo>
                  <a:lnTo>
                    <a:pt x="2297208" y="380059"/>
                  </a:lnTo>
                  <a:lnTo>
                    <a:pt x="2303467" y="380059"/>
                  </a:lnTo>
                  <a:lnTo>
                    <a:pt x="2309727" y="380059"/>
                  </a:lnTo>
                  <a:lnTo>
                    <a:pt x="2315986" y="380059"/>
                  </a:lnTo>
                  <a:lnTo>
                    <a:pt x="2322246" y="380059"/>
                  </a:lnTo>
                  <a:lnTo>
                    <a:pt x="2328505" y="380059"/>
                  </a:lnTo>
                  <a:lnTo>
                    <a:pt x="2334764" y="380059"/>
                  </a:lnTo>
                  <a:lnTo>
                    <a:pt x="2341024" y="380059"/>
                  </a:lnTo>
                  <a:lnTo>
                    <a:pt x="2347283" y="380059"/>
                  </a:lnTo>
                  <a:lnTo>
                    <a:pt x="2353543" y="380059"/>
                  </a:lnTo>
                  <a:lnTo>
                    <a:pt x="2359802" y="380059"/>
                  </a:lnTo>
                  <a:lnTo>
                    <a:pt x="2366062" y="380059"/>
                  </a:lnTo>
                  <a:lnTo>
                    <a:pt x="2372321" y="380059"/>
                  </a:lnTo>
                  <a:lnTo>
                    <a:pt x="2378580" y="380059"/>
                  </a:lnTo>
                  <a:lnTo>
                    <a:pt x="2384840" y="380059"/>
                  </a:lnTo>
                  <a:lnTo>
                    <a:pt x="2391099" y="380059"/>
                  </a:lnTo>
                  <a:lnTo>
                    <a:pt x="2397359" y="380059"/>
                  </a:lnTo>
                  <a:lnTo>
                    <a:pt x="2403618" y="380059"/>
                  </a:lnTo>
                  <a:lnTo>
                    <a:pt x="2409878" y="380059"/>
                  </a:lnTo>
                  <a:lnTo>
                    <a:pt x="2416137" y="380059"/>
                  </a:lnTo>
                  <a:lnTo>
                    <a:pt x="2422396" y="380059"/>
                  </a:lnTo>
                  <a:lnTo>
                    <a:pt x="2428656" y="380059"/>
                  </a:lnTo>
                  <a:lnTo>
                    <a:pt x="2434915" y="380059"/>
                  </a:lnTo>
                  <a:lnTo>
                    <a:pt x="2441175" y="380059"/>
                  </a:lnTo>
                  <a:lnTo>
                    <a:pt x="2447434" y="380059"/>
                  </a:lnTo>
                  <a:lnTo>
                    <a:pt x="2453693" y="380059"/>
                  </a:lnTo>
                  <a:lnTo>
                    <a:pt x="2459953" y="380059"/>
                  </a:lnTo>
                  <a:lnTo>
                    <a:pt x="2466212" y="380059"/>
                  </a:lnTo>
                  <a:lnTo>
                    <a:pt x="2472472" y="380059"/>
                  </a:lnTo>
                  <a:lnTo>
                    <a:pt x="2478731" y="380059"/>
                  </a:lnTo>
                  <a:lnTo>
                    <a:pt x="2484991" y="380059"/>
                  </a:lnTo>
                  <a:lnTo>
                    <a:pt x="2491250" y="380059"/>
                  </a:lnTo>
                  <a:lnTo>
                    <a:pt x="2497509" y="380059"/>
                  </a:lnTo>
                  <a:lnTo>
                    <a:pt x="2503769" y="380059"/>
                  </a:lnTo>
                  <a:lnTo>
                    <a:pt x="2510028" y="380059"/>
                  </a:lnTo>
                  <a:lnTo>
                    <a:pt x="2516288" y="380059"/>
                  </a:lnTo>
                  <a:lnTo>
                    <a:pt x="2522547" y="380059"/>
                  </a:lnTo>
                  <a:lnTo>
                    <a:pt x="2528807" y="380059"/>
                  </a:lnTo>
                  <a:lnTo>
                    <a:pt x="2535066" y="380059"/>
                  </a:lnTo>
                  <a:lnTo>
                    <a:pt x="2541325" y="380059"/>
                  </a:lnTo>
                  <a:lnTo>
                    <a:pt x="2547585" y="380059"/>
                  </a:lnTo>
                  <a:lnTo>
                    <a:pt x="2553844" y="380059"/>
                  </a:lnTo>
                  <a:lnTo>
                    <a:pt x="2560104" y="380059"/>
                  </a:lnTo>
                  <a:lnTo>
                    <a:pt x="2566363" y="380059"/>
                  </a:lnTo>
                  <a:lnTo>
                    <a:pt x="2572623" y="380059"/>
                  </a:lnTo>
                  <a:lnTo>
                    <a:pt x="2578882" y="380059"/>
                  </a:lnTo>
                  <a:lnTo>
                    <a:pt x="2585141" y="380059"/>
                  </a:lnTo>
                  <a:lnTo>
                    <a:pt x="2591401" y="380059"/>
                  </a:lnTo>
                  <a:lnTo>
                    <a:pt x="2597660" y="380059"/>
                  </a:lnTo>
                  <a:lnTo>
                    <a:pt x="2603920" y="380059"/>
                  </a:lnTo>
                  <a:lnTo>
                    <a:pt x="2610179" y="380059"/>
                  </a:lnTo>
                  <a:lnTo>
                    <a:pt x="2616438" y="380059"/>
                  </a:lnTo>
                  <a:lnTo>
                    <a:pt x="2622698" y="380059"/>
                  </a:lnTo>
                  <a:lnTo>
                    <a:pt x="2628957" y="380059"/>
                  </a:lnTo>
                  <a:lnTo>
                    <a:pt x="2635217" y="380059"/>
                  </a:lnTo>
                  <a:lnTo>
                    <a:pt x="2641476" y="380059"/>
                  </a:lnTo>
                  <a:lnTo>
                    <a:pt x="2647736" y="380059"/>
                  </a:lnTo>
                  <a:lnTo>
                    <a:pt x="2653995" y="380059"/>
                  </a:lnTo>
                  <a:lnTo>
                    <a:pt x="2660254" y="380059"/>
                  </a:lnTo>
                  <a:lnTo>
                    <a:pt x="2666514" y="380059"/>
                  </a:lnTo>
                  <a:lnTo>
                    <a:pt x="2672773" y="380059"/>
                  </a:lnTo>
                  <a:lnTo>
                    <a:pt x="2679033" y="380059"/>
                  </a:lnTo>
                  <a:lnTo>
                    <a:pt x="2685292" y="380059"/>
                  </a:lnTo>
                  <a:lnTo>
                    <a:pt x="2691552" y="380059"/>
                  </a:lnTo>
                  <a:lnTo>
                    <a:pt x="2697811" y="380059"/>
                  </a:lnTo>
                  <a:lnTo>
                    <a:pt x="2704070" y="380059"/>
                  </a:lnTo>
                  <a:lnTo>
                    <a:pt x="2710330" y="380059"/>
                  </a:lnTo>
                  <a:lnTo>
                    <a:pt x="2716589" y="380059"/>
                  </a:lnTo>
                  <a:lnTo>
                    <a:pt x="2722849" y="380059"/>
                  </a:lnTo>
                  <a:lnTo>
                    <a:pt x="2729108" y="380059"/>
                  </a:lnTo>
                  <a:lnTo>
                    <a:pt x="2735368" y="380059"/>
                  </a:lnTo>
                  <a:lnTo>
                    <a:pt x="2741627" y="380059"/>
                  </a:lnTo>
                  <a:lnTo>
                    <a:pt x="2747886" y="380059"/>
                  </a:lnTo>
                  <a:lnTo>
                    <a:pt x="2754146" y="380059"/>
                  </a:lnTo>
                  <a:lnTo>
                    <a:pt x="2760405" y="380059"/>
                  </a:lnTo>
                  <a:lnTo>
                    <a:pt x="2766665" y="380059"/>
                  </a:lnTo>
                  <a:lnTo>
                    <a:pt x="2772924" y="380059"/>
                  </a:lnTo>
                  <a:lnTo>
                    <a:pt x="2779184" y="380059"/>
                  </a:lnTo>
                  <a:lnTo>
                    <a:pt x="2785443" y="380059"/>
                  </a:lnTo>
                  <a:lnTo>
                    <a:pt x="2791702" y="380059"/>
                  </a:lnTo>
                  <a:lnTo>
                    <a:pt x="2797962" y="380059"/>
                  </a:lnTo>
                  <a:lnTo>
                    <a:pt x="2804221" y="380059"/>
                  </a:lnTo>
                  <a:lnTo>
                    <a:pt x="2810481" y="380059"/>
                  </a:lnTo>
                  <a:lnTo>
                    <a:pt x="2816740" y="380059"/>
                  </a:lnTo>
                  <a:lnTo>
                    <a:pt x="2822999" y="380059"/>
                  </a:lnTo>
                  <a:lnTo>
                    <a:pt x="2829259" y="380059"/>
                  </a:lnTo>
                  <a:lnTo>
                    <a:pt x="2835518" y="380059"/>
                  </a:lnTo>
                  <a:lnTo>
                    <a:pt x="2841778" y="380059"/>
                  </a:lnTo>
                  <a:lnTo>
                    <a:pt x="2848037" y="380059"/>
                  </a:lnTo>
                  <a:lnTo>
                    <a:pt x="2854297" y="380059"/>
                  </a:lnTo>
                  <a:lnTo>
                    <a:pt x="2860556" y="380059"/>
                  </a:lnTo>
                  <a:lnTo>
                    <a:pt x="2866815" y="380059"/>
                  </a:lnTo>
                  <a:lnTo>
                    <a:pt x="2873075" y="380059"/>
                  </a:lnTo>
                  <a:lnTo>
                    <a:pt x="2879334" y="380059"/>
                  </a:lnTo>
                  <a:lnTo>
                    <a:pt x="2885594" y="380059"/>
                  </a:lnTo>
                  <a:lnTo>
                    <a:pt x="2891853" y="380059"/>
                  </a:lnTo>
                  <a:lnTo>
                    <a:pt x="2898113" y="380059"/>
                  </a:lnTo>
                  <a:lnTo>
                    <a:pt x="2904372" y="380059"/>
                  </a:lnTo>
                  <a:lnTo>
                    <a:pt x="2910631" y="380059"/>
                  </a:lnTo>
                  <a:lnTo>
                    <a:pt x="2916891" y="380059"/>
                  </a:lnTo>
                  <a:lnTo>
                    <a:pt x="2923150" y="380059"/>
                  </a:lnTo>
                  <a:lnTo>
                    <a:pt x="2929410" y="380059"/>
                  </a:lnTo>
                  <a:lnTo>
                    <a:pt x="2935669" y="380059"/>
                  </a:lnTo>
                  <a:lnTo>
                    <a:pt x="2941929" y="380059"/>
                  </a:lnTo>
                  <a:lnTo>
                    <a:pt x="2948188" y="380059"/>
                  </a:lnTo>
                  <a:lnTo>
                    <a:pt x="2954447" y="380059"/>
                  </a:lnTo>
                  <a:lnTo>
                    <a:pt x="2960707" y="380059"/>
                  </a:lnTo>
                  <a:lnTo>
                    <a:pt x="2966966" y="380059"/>
                  </a:lnTo>
                  <a:lnTo>
                    <a:pt x="2973226" y="380059"/>
                  </a:lnTo>
                  <a:lnTo>
                    <a:pt x="2979485" y="380059"/>
                  </a:lnTo>
                  <a:lnTo>
                    <a:pt x="2985744" y="380059"/>
                  </a:lnTo>
                  <a:lnTo>
                    <a:pt x="2992004" y="380059"/>
                  </a:lnTo>
                  <a:lnTo>
                    <a:pt x="2998263" y="380059"/>
                  </a:lnTo>
                  <a:lnTo>
                    <a:pt x="3004523" y="380059"/>
                  </a:lnTo>
                  <a:lnTo>
                    <a:pt x="3010782" y="380059"/>
                  </a:lnTo>
                  <a:lnTo>
                    <a:pt x="3017042" y="380059"/>
                  </a:lnTo>
                  <a:lnTo>
                    <a:pt x="3023301" y="380059"/>
                  </a:lnTo>
                  <a:lnTo>
                    <a:pt x="3029560" y="380059"/>
                  </a:lnTo>
                  <a:lnTo>
                    <a:pt x="3035820" y="380059"/>
                  </a:lnTo>
                  <a:lnTo>
                    <a:pt x="3042079" y="380059"/>
                  </a:lnTo>
                  <a:lnTo>
                    <a:pt x="3048339" y="380059"/>
                  </a:lnTo>
                  <a:lnTo>
                    <a:pt x="3054598" y="380059"/>
                  </a:lnTo>
                  <a:lnTo>
                    <a:pt x="3060858" y="380059"/>
                  </a:lnTo>
                  <a:lnTo>
                    <a:pt x="3067117" y="380059"/>
                  </a:lnTo>
                  <a:lnTo>
                    <a:pt x="3073376" y="380059"/>
                  </a:lnTo>
                  <a:lnTo>
                    <a:pt x="3079636" y="380059"/>
                  </a:lnTo>
                  <a:lnTo>
                    <a:pt x="3085895" y="380059"/>
                  </a:lnTo>
                  <a:lnTo>
                    <a:pt x="3092155" y="380059"/>
                  </a:lnTo>
                  <a:lnTo>
                    <a:pt x="3098414" y="380059"/>
                  </a:lnTo>
                  <a:lnTo>
                    <a:pt x="3104674" y="380059"/>
                  </a:lnTo>
                  <a:lnTo>
                    <a:pt x="3110933" y="380059"/>
                  </a:lnTo>
                  <a:lnTo>
                    <a:pt x="3117192" y="380059"/>
                  </a:lnTo>
                  <a:lnTo>
                    <a:pt x="3123452" y="380059"/>
                  </a:lnTo>
                  <a:lnTo>
                    <a:pt x="3129711" y="380059"/>
                  </a:lnTo>
                  <a:lnTo>
                    <a:pt x="3135971" y="380059"/>
                  </a:lnTo>
                  <a:lnTo>
                    <a:pt x="3142230" y="380059"/>
                  </a:lnTo>
                  <a:lnTo>
                    <a:pt x="3148489" y="380059"/>
                  </a:lnTo>
                  <a:lnTo>
                    <a:pt x="3154749" y="380059"/>
                  </a:lnTo>
                  <a:lnTo>
                    <a:pt x="3161008" y="380059"/>
                  </a:lnTo>
                  <a:lnTo>
                    <a:pt x="3167268" y="380059"/>
                  </a:lnTo>
                  <a:lnTo>
                    <a:pt x="3173527" y="380059"/>
                  </a:lnTo>
                  <a:lnTo>
                    <a:pt x="3179787" y="380059"/>
                  </a:lnTo>
                  <a:lnTo>
                    <a:pt x="3186046" y="380059"/>
                  </a:lnTo>
                  <a:lnTo>
                    <a:pt x="3192305" y="380059"/>
                  </a:lnTo>
                  <a:lnTo>
                    <a:pt x="3198565" y="380059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3749798" y="6222561"/>
              <a:ext cx="3198565" cy="308782"/>
            </a:xfrm>
            <a:custGeom>
              <a:avLst/>
              <a:pathLst>
                <a:path w="3198565" h="308782">
                  <a:moveTo>
                    <a:pt x="0" y="308782"/>
                  </a:moveTo>
                  <a:lnTo>
                    <a:pt x="6259" y="308782"/>
                  </a:lnTo>
                  <a:lnTo>
                    <a:pt x="12518" y="308782"/>
                  </a:lnTo>
                  <a:lnTo>
                    <a:pt x="18778" y="308782"/>
                  </a:lnTo>
                  <a:lnTo>
                    <a:pt x="25037" y="308782"/>
                  </a:lnTo>
                  <a:lnTo>
                    <a:pt x="31297" y="308782"/>
                  </a:lnTo>
                  <a:lnTo>
                    <a:pt x="37556" y="308782"/>
                  </a:lnTo>
                  <a:lnTo>
                    <a:pt x="43815" y="308782"/>
                  </a:lnTo>
                  <a:lnTo>
                    <a:pt x="50075" y="308782"/>
                  </a:lnTo>
                  <a:lnTo>
                    <a:pt x="56334" y="308782"/>
                  </a:lnTo>
                  <a:lnTo>
                    <a:pt x="62594" y="308782"/>
                  </a:lnTo>
                  <a:lnTo>
                    <a:pt x="68853" y="308782"/>
                  </a:lnTo>
                  <a:lnTo>
                    <a:pt x="75113" y="308782"/>
                  </a:lnTo>
                  <a:lnTo>
                    <a:pt x="81372" y="308782"/>
                  </a:lnTo>
                  <a:lnTo>
                    <a:pt x="87631" y="308782"/>
                  </a:lnTo>
                  <a:lnTo>
                    <a:pt x="93891" y="308782"/>
                  </a:lnTo>
                  <a:lnTo>
                    <a:pt x="100150" y="308782"/>
                  </a:lnTo>
                  <a:lnTo>
                    <a:pt x="106410" y="308782"/>
                  </a:lnTo>
                  <a:lnTo>
                    <a:pt x="112669" y="308782"/>
                  </a:lnTo>
                  <a:lnTo>
                    <a:pt x="118929" y="308782"/>
                  </a:lnTo>
                  <a:lnTo>
                    <a:pt x="125188" y="308782"/>
                  </a:lnTo>
                  <a:lnTo>
                    <a:pt x="131447" y="308782"/>
                  </a:lnTo>
                  <a:lnTo>
                    <a:pt x="137707" y="308782"/>
                  </a:lnTo>
                  <a:lnTo>
                    <a:pt x="143966" y="308782"/>
                  </a:lnTo>
                  <a:lnTo>
                    <a:pt x="150226" y="308782"/>
                  </a:lnTo>
                  <a:lnTo>
                    <a:pt x="156485" y="308782"/>
                  </a:lnTo>
                  <a:lnTo>
                    <a:pt x="162745" y="308782"/>
                  </a:lnTo>
                  <a:lnTo>
                    <a:pt x="169004" y="308782"/>
                  </a:lnTo>
                  <a:lnTo>
                    <a:pt x="175263" y="308782"/>
                  </a:lnTo>
                  <a:lnTo>
                    <a:pt x="181523" y="308782"/>
                  </a:lnTo>
                  <a:lnTo>
                    <a:pt x="187782" y="308782"/>
                  </a:lnTo>
                  <a:lnTo>
                    <a:pt x="194042" y="308782"/>
                  </a:lnTo>
                  <a:lnTo>
                    <a:pt x="200301" y="308782"/>
                  </a:lnTo>
                  <a:lnTo>
                    <a:pt x="206560" y="308782"/>
                  </a:lnTo>
                  <a:lnTo>
                    <a:pt x="212820" y="308782"/>
                  </a:lnTo>
                  <a:lnTo>
                    <a:pt x="219079" y="308782"/>
                  </a:lnTo>
                  <a:lnTo>
                    <a:pt x="225339" y="308782"/>
                  </a:lnTo>
                  <a:lnTo>
                    <a:pt x="231598" y="308782"/>
                  </a:lnTo>
                  <a:lnTo>
                    <a:pt x="237858" y="308782"/>
                  </a:lnTo>
                  <a:lnTo>
                    <a:pt x="244117" y="308782"/>
                  </a:lnTo>
                  <a:lnTo>
                    <a:pt x="250376" y="308782"/>
                  </a:lnTo>
                  <a:lnTo>
                    <a:pt x="256636" y="308782"/>
                  </a:lnTo>
                  <a:lnTo>
                    <a:pt x="262895" y="308782"/>
                  </a:lnTo>
                  <a:lnTo>
                    <a:pt x="269155" y="308782"/>
                  </a:lnTo>
                  <a:lnTo>
                    <a:pt x="275414" y="308782"/>
                  </a:lnTo>
                  <a:lnTo>
                    <a:pt x="281674" y="308782"/>
                  </a:lnTo>
                  <a:lnTo>
                    <a:pt x="287933" y="308782"/>
                  </a:lnTo>
                  <a:lnTo>
                    <a:pt x="294192" y="308782"/>
                  </a:lnTo>
                  <a:lnTo>
                    <a:pt x="300452" y="308782"/>
                  </a:lnTo>
                  <a:lnTo>
                    <a:pt x="306711" y="308782"/>
                  </a:lnTo>
                  <a:lnTo>
                    <a:pt x="312971" y="308782"/>
                  </a:lnTo>
                  <a:lnTo>
                    <a:pt x="319230" y="308782"/>
                  </a:lnTo>
                  <a:lnTo>
                    <a:pt x="325490" y="308782"/>
                  </a:lnTo>
                  <a:lnTo>
                    <a:pt x="331749" y="308782"/>
                  </a:lnTo>
                  <a:lnTo>
                    <a:pt x="338008" y="308782"/>
                  </a:lnTo>
                  <a:lnTo>
                    <a:pt x="344268" y="308782"/>
                  </a:lnTo>
                  <a:lnTo>
                    <a:pt x="350527" y="308782"/>
                  </a:lnTo>
                  <a:lnTo>
                    <a:pt x="356787" y="308782"/>
                  </a:lnTo>
                  <a:lnTo>
                    <a:pt x="363046" y="308782"/>
                  </a:lnTo>
                  <a:lnTo>
                    <a:pt x="369305" y="308782"/>
                  </a:lnTo>
                  <a:lnTo>
                    <a:pt x="375565" y="308782"/>
                  </a:lnTo>
                  <a:lnTo>
                    <a:pt x="381824" y="308782"/>
                  </a:lnTo>
                  <a:lnTo>
                    <a:pt x="388084" y="308782"/>
                  </a:lnTo>
                  <a:lnTo>
                    <a:pt x="394343" y="308782"/>
                  </a:lnTo>
                  <a:lnTo>
                    <a:pt x="400603" y="308782"/>
                  </a:lnTo>
                  <a:lnTo>
                    <a:pt x="406862" y="308782"/>
                  </a:lnTo>
                  <a:lnTo>
                    <a:pt x="413121" y="308782"/>
                  </a:lnTo>
                  <a:lnTo>
                    <a:pt x="419381" y="308782"/>
                  </a:lnTo>
                  <a:lnTo>
                    <a:pt x="425640" y="308782"/>
                  </a:lnTo>
                  <a:lnTo>
                    <a:pt x="431900" y="308782"/>
                  </a:lnTo>
                  <a:lnTo>
                    <a:pt x="438159" y="308782"/>
                  </a:lnTo>
                  <a:lnTo>
                    <a:pt x="444419" y="308782"/>
                  </a:lnTo>
                  <a:lnTo>
                    <a:pt x="450678" y="308782"/>
                  </a:lnTo>
                  <a:lnTo>
                    <a:pt x="456937" y="308782"/>
                  </a:lnTo>
                  <a:lnTo>
                    <a:pt x="463197" y="308782"/>
                  </a:lnTo>
                  <a:lnTo>
                    <a:pt x="469456" y="308782"/>
                  </a:lnTo>
                  <a:lnTo>
                    <a:pt x="475716" y="308782"/>
                  </a:lnTo>
                  <a:lnTo>
                    <a:pt x="481975" y="308782"/>
                  </a:lnTo>
                  <a:lnTo>
                    <a:pt x="488235" y="308782"/>
                  </a:lnTo>
                  <a:lnTo>
                    <a:pt x="494494" y="308782"/>
                  </a:lnTo>
                  <a:lnTo>
                    <a:pt x="500753" y="308782"/>
                  </a:lnTo>
                  <a:lnTo>
                    <a:pt x="507013" y="308782"/>
                  </a:lnTo>
                  <a:lnTo>
                    <a:pt x="513272" y="308782"/>
                  </a:lnTo>
                  <a:lnTo>
                    <a:pt x="519532" y="308782"/>
                  </a:lnTo>
                  <a:lnTo>
                    <a:pt x="525791" y="308782"/>
                  </a:lnTo>
                  <a:lnTo>
                    <a:pt x="532050" y="308782"/>
                  </a:lnTo>
                  <a:lnTo>
                    <a:pt x="538310" y="308782"/>
                  </a:lnTo>
                  <a:lnTo>
                    <a:pt x="544569" y="308782"/>
                  </a:lnTo>
                  <a:lnTo>
                    <a:pt x="550829" y="308782"/>
                  </a:lnTo>
                  <a:lnTo>
                    <a:pt x="557088" y="308782"/>
                  </a:lnTo>
                  <a:lnTo>
                    <a:pt x="563348" y="308782"/>
                  </a:lnTo>
                  <a:lnTo>
                    <a:pt x="569607" y="308782"/>
                  </a:lnTo>
                  <a:lnTo>
                    <a:pt x="575866" y="308782"/>
                  </a:lnTo>
                  <a:lnTo>
                    <a:pt x="582126" y="308782"/>
                  </a:lnTo>
                  <a:lnTo>
                    <a:pt x="588385" y="308782"/>
                  </a:lnTo>
                  <a:lnTo>
                    <a:pt x="594645" y="308782"/>
                  </a:lnTo>
                  <a:lnTo>
                    <a:pt x="600904" y="308782"/>
                  </a:lnTo>
                  <a:lnTo>
                    <a:pt x="607164" y="308782"/>
                  </a:lnTo>
                  <a:lnTo>
                    <a:pt x="613423" y="308782"/>
                  </a:lnTo>
                  <a:lnTo>
                    <a:pt x="619682" y="308782"/>
                  </a:lnTo>
                  <a:lnTo>
                    <a:pt x="625942" y="308782"/>
                  </a:lnTo>
                  <a:lnTo>
                    <a:pt x="632201" y="308782"/>
                  </a:lnTo>
                  <a:lnTo>
                    <a:pt x="638461" y="308782"/>
                  </a:lnTo>
                  <a:lnTo>
                    <a:pt x="644720" y="308782"/>
                  </a:lnTo>
                  <a:lnTo>
                    <a:pt x="650980" y="308782"/>
                  </a:lnTo>
                  <a:lnTo>
                    <a:pt x="657239" y="308782"/>
                  </a:lnTo>
                  <a:lnTo>
                    <a:pt x="663498" y="308782"/>
                  </a:lnTo>
                  <a:lnTo>
                    <a:pt x="669758" y="308782"/>
                  </a:lnTo>
                  <a:lnTo>
                    <a:pt x="676017" y="308782"/>
                  </a:lnTo>
                  <a:lnTo>
                    <a:pt x="682277" y="308782"/>
                  </a:lnTo>
                  <a:lnTo>
                    <a:pt x="688536" y="308782"/>
                  </a:lnTo>
                  <a:lnTo>
                    <a:pt x="694796" y="308782"/>
                  </a:lnTo>
                  <a:lnTo>
                    <a:pt x="701055" y="308782"/>
                  </a:lnTo>
                  <a:lnTo>
                    <a:pt x="707314" y="308782"/>
                  </a:lnTo>
                  <a:lnTo>
                    <a:pt x="713574" y="308782"/>
                  </a:lnTo>
                  <a:lnTo>
                    <a:pt x="719833" y="308782"/>
                  </a:lnTo>
                  <a:lnTo>
                    <a:pt x="726093" y="308782"/>
                  </a:lnTo>
                  <a:lnTo>
                    <a:pt x="732352" y="308782"/>
                  </a:lnTo>
                  <a:lnTo>
                    <a:pt x="738611" y="308782"/>
                  </a:lnTo>
                  <a:lnTo>
                    <a:pt x="744871" y="308782"/>
                  </a:lnTo>
                  <a:lnTo>
                    <a:pt x="751130" y="308782"/>
                  </a:lnTo>
                  <a:lnTo>
                    <a:pt x="757390" y="308782"/>
                  </a:lnTo>
                  <a:lnTo>
                    <a:pt x="763649" y="308782"/>
                  </a:lnTo>
                  <a:lnTo>
                    <a:pt x="769909" y="308782"/>
                  </a:lnTo>
                  <a:lnTo>
                    <a:pt x="776168" y="308782"/>
                  </a:lnTo>
                  <a:lnTo>
                    <a:pt x="782427" y="308782"/>
                  </a:lnTo>
                  <a:lnTo>
                    <a:pt x="788687" y="308782"/>
                  </a:lnTo>
                  <a:lnTo>
                    <a:pt x="794946" y="308782"/>
                  </a:lnTo>
                  <a:lnTo>
                    <a:pt x="801206" y="308782"/>
                  </a:lnTo>
                  <a:lnTo>
                    <a:pt x="807465" y="308782"/>
                  </a:lnTo>
                  <a:lnTo>
                    <a:pt x="813725" y="308782"/>
                  </a:lnTo>
                  <a:lnTo>
                    <a:pt x="819984" y="308782"/>
                  </a:lnTo>
                  <a:lnTo>
                    <a:pt x="826243" y="308782"/>
                  </a:lnTo>
                  <a:lnTo>
                    <a:pt x="832503" y="308782"/>
                  </a:lnTo>
                  <a:lnTo>
                    <a:pt x="838762" y="308782"/>
                  </a:lnTo>
                  <a:lnTo>
                    <a:pt x="845022" y="308782"/>
                  </a:lnTo>
                  <a:lnTo>
                    <a:pt x="851281" y="308782"/>
                  </a:lnTo>
                  <a:lnTo>
                    <a:pt x="857541" y="308782"/>
                  </a:lnTo>
                  <a:lnTo>
                    <a:pt x="863800" y="308782"/>
                  </a:lnTo>
                  <a:lnTo>
                    <a:pt x="870059" y="308782"/>
                  </a:lnTo>
                  <a:lnTo>
                    <a:pt x="876319" y="308782"/>
                  </a:lnTo>
                  <a:lnTo>
                    <a:pt x="882578" y="308782"/>
                  </a:lnTo>
                  <a:lnTo>
                    <a:pt x="888838" y="308782"/>
                  </a:lnTo>
                  <a:lnTo>
                    <a:pt x="895097" y="308782"/>
                  </a:lnTo>
                  <a:lnTo>
                    <a:pt x="901356" y="308781"/>
                  </a:lnTo>
                  <a:lnTo>
                    <a:pt x="907616" y="308781"/>
                  </a:lnTo>
                  <a:lnTo>
                    <a:pt x="913875" y="308779"/>
                  </a:lnTo>
                  <a:lnTo>
                    <a:pt x="920135" y="308776"/>
                  </a:lnTo>
                  <a:lnTo>
                    <a:pt x="926394" y="308769"/>
                  </a:lnTo>
                  <a:lnTo>
                    <a:pt x="932654" y="308756"/>
                  </a:lnTo>
                  <a:lnTo>
                    <a:pt x="938913" y="308735"/>
                  </a:lnTo>
                  <a:lnTo>
                    <a:pt x="945172" y="308699"/>
                  </a:lnTo>
                  <a:lnTo>
                    <a:pt x="951432" y="308644"/>
                  </a:lnTo>
                  <a:lnTo>
                    <a:pt x="957691" y="308563"/>
                  </a:lnTo>
                  <a:lnTo>
                    <a:pt x="963951" y="308452"/>
                  </a:lnTo>
                  <a:lnTo>
                    <a:pt x="970210" y="308310"/>
                  </a:lnTo>
                  <a:lnTo>
                    <a:pt x="976470" y="308137"/>
                  </a:lnTo>
                  <a:lnTo>
                    <a:pt x="982729" y="307943"/>
                  </a:lnTo>
                  <a:lnTo>
                    <a:pt x="988988" y="307739"/>
                  </a:lnTo>
                  <a:lnTo>
                    <a:pt x="995248" y="307541"/>
                  </a:lnTo>
                  <a:lnTo>
                    <a:pt x="1001507" y="307365"/>
                  </a:lnTo>
                  <a:lnTo>
                    <a:pt x="1007767" y="307224"/>
                  </a:lnTo>
                  <a:lnTo>
                    <a:pt x="1014026" y="307123"/>
                  </a:lnTo>
                  <a:lnTo>
                    <a:pt x="1020286" y="307058"/>
                  </a:lnTo>
                  <a:lnTo>
                    <a:pt x="1026545" y="307013"/>
                  </a:lnTo>
                  <a:lnTo>
                    <a:pt x="1032804" y="306962"/>
                  </a:lnTo>
                  <a:lnTo>
                    <a:pt x="1039064" y="306883"/>
                  </a:lnTo>
                  <a:lnTo>
                    <a:pt x="1045323" y="306756"/>
                  </a:lnTo>
                  <a:lnTo>
                    <a:pt x="1051583" y="306575"/>
                  </a:lnTo>
                  <a:lnTo>
                    <a:pt x="1057842" y="306340"/>
                  </a:lnTo>
                  <a:lnTo>
                    <a:pt x="1064101" y="306067"/>
                  </a:lnTo>
                  <a:lnTo>
                    <a:pt x="1070361" y="305776"/>
                  </a:lnTo>
                  <a:lnTo>
                    <a:pt x="1076620" y="305493"/>
                  </a:lnTo>
                  <a:lnTo>
                    <a:pt x="1082880" y="305242"/>
                  </a:lnTo>
                  <a:lnTo>
                    <a:pt x="1089139" y="305042"/>
                  </a:lnTo>
                  <a:lnTo>
                    <a:pt x="1095399" y="304905"/>
                  </a:lnTo>
                  <a:lnTo>
                    <a:pt x="1101658" y="304830"/>
                  </a:lnTo>
                  <a:lnTo>
                    <a:pt x="1107917" y="304809"/>
                  </a:lnTo>
                  <a:lnTo>
                    <a:pt x="1114177" y="304821"/>
                  </a:lnTo>
                  <a:lnTo>
                    <a:pt x="1120436" y="304837"/>
                  </a:lnTo>
                  <a:lnTo>
                    <a:pt x="1126696" y="304819"/>
                  </a:lnTo>
                  <a:lnTo>
                    <a:pt x="1132955" y="304732"/>
                  </a:lnTo>
                  <a:lnTo>
                    <a:pt x="1139215" y="304547"/>
                  </a:lnTo>
                  <a:lnTo>
                    <a:pt x="1145474" y="304245"/>
                  </a:lnTo>
                  <a:lnTo>
                    <a:pt x="1151733" y="303825"/>
                  </a:lnTo>
                  <a:lnTo>
                    <a:pt x="1157993" y="303303"/>
                  </a:lnTo>
                  <a:lnTo>
                    <a:pt x="1164252" y="302718"/>
                  </a:lnTo>
                  <a:lnTo>
                    <a:pt x="1170512" y="302119"/>
                  </a:lnTo>
                  <a:lnTo>
                    <a:pt x="1176771" y="301565"/>
                  </a:lnTo>
                  <a:lnTo>
                    <a:pt x="1183031" y="301110"/>
                  </a:lnTo>
                  <a:lnTo>
                    <a:pt x="1189290" y="300797"/>
                  </a:lnTo>
                  <a:lnTo>
                    <a:pt x="1195549" y="300644"/>
                  </a:lnTo>
                  <a:lnTo>
                    <a:pt x="1201809" y="300645"/>
                  </a:lnTo>
                  <a:lnTo>
                    <a:pt x="1208068" y="300769"/>
                  </a:lnTo>
                  <a:lnTo>
                    <a:pt x="1214328" y="300964"/>
                  </a:lnTo>
                  <a:lnTo>
                    <a:pt x="1220587" y="301166"/>
                  </a:lnTo>
                  <a:lnTo>
                    <a:pt x="1226846" y="301313"/>
                  </a:lnTo>
                  <a:lnTo>
                    <a:pt x="1233106" y="301368"/>
                  </a:lnTo>
                  <a:lnTo>
                    <a:pt x="1239365" y="301319"/>
                  </a:lnTo>
                  <a:lnTo>
                    <a:pt x="1245625" y="301178"/>
                  </a:lnTo>
                  <a:lnTo>
                    <a:pt x="1251884" y="300983"/>
                  </a:lnTo>
                  <a:lnTo>
                    <a:pt x="1258144" y="300789"/>
                  </a:lnTo>
                  <a:lnTo>
                    <a:pt x="1264403" y="300653"/>
                  </a:lnTo>
                  <a:lnTo>
                    <a:pt x="1270662" y="300627"/>
                  </a:lnTo>
                  <a:lnTo>
                    <a:pt x="1276922" y="300746"/>
                  </a:lnTo>
                  <a:lnTo>
                    <a:pt x="1283181" y="301021"/>
                  </a:lnTo>
                  <a:lnTo>
                    <a:pt x="1289441" y="301435"/>
                  </a:lnTo>
                  <a:lnTo>
                    <a:pt x="1295700" y="301950"/>
                  </a:lnTo>
                  <a:lnTo>
                    <a:pt x="1301960" y="302514"/>
                  </a:lnTo>
                  <a:lnTo>
                    <a:pt x="1308219" y="303071"/>
                  </a:lnTo>
                  <a:lnTo>
                    <a:pt x="1314478" y="303567"/>
                  </a:lnTo>
                  <a:lnTo>
                    <a:pt x="1320738" y="303976"/>
                  </a:lnTo>
                  <a:lnTo>
                    <a:pt x="1326997" y="304295"/>
                  </a:lnTo>
                  <a:lnTo>
                    <a:pt x="1333257" y="304544"/>
                  </a:lnTo>
                  <a:lnTo>
                    <a:pt x="1339516" y="304753"/>
                  </a:lnTo>
                  <a:lnTo>
                    <a:pt x="1345776" y="304954"/>
                  </a:lnTo>
                  <a:lnTo>
                    <a:pt x="1352035" y="305173"/>
                  </a:lnTo>
                  <a:lnTo>
                    <a:pt x="1358294" y="305420"/>
                  </a:lnTo>
                  <a:lnTo>
                    <a:pt x="1364554" y="305685"/>
                  </a:lnTo>
                  <a:lnTo>
                    <a:pt x="1370813" y="305940"/>
                  </a:lnTo>
                  <a:lnTo>
                    <a:pt x="1377073" y="306138"/>
                  </a:lnTo>
                  <a:lnTo>
                    <a:pt x="1383332" y="306228"/>
                  </a:lnTo>
                  <a:lnTo>
                    <a:pt x="1389592" y="306154"/>
                  </a:lnTo>
                  <a:lnTo>
                    <a:pt x="1395851" y="305865"/>
                  </a:lnTo>
                  <a:lnTo>
                    <a:pt x="1402110" y="305316"/>
                  </a:lnTo>
                  <a:lnTo>
                    <a:pt x="1408370" y="304463"/>
                  </a:lnTo>
                  <a:lnTo>
                    <a:pt x="1414629" y="303256"/>
                  </a:lnTo>
                  <a:lnTo>
                    <a:pt x="1420889" y="301665"/>
                  </a:lnTo>
                  <a:lnTo>
                    <a:pt x="1427148" y="299630"/>
                  </a:lnTo>
                  <a:lnTo>
                    <a:pt x="1433407" y="297067"/>
                  </a:lnTo>
                  <a:lnTo>
                    <a:pt x="1439667" y="293864"/>
                  </a:lnTo>
                  <a:lnTo>
                    <a:pt x="1445926" y="289881"/>
                  </a:lnTo>
                  <a:lnTo>
                    <a:pt x="1452186" y="284954"/>
                  </a:lnTo>
                  <a:lnTo>
                    <a:pt x="1458445" y="278903"/>
                  </a:lnTo>
                  <a:lnTo>
                    <a:pt x="1464705" y="271537"/>
                  </a:lnTo>
                  <a:lnTo>
                    <a:pt x="1470964" y="262671"/>
                  </a:lnTo>
                  <a:lnTo>
                    <a:pt x="1477223" y="252134"/>
                  </a:lnTo>
                  <a:lnTo>
                    <a:pt x="1483483" y="239785"/>
                  </a:lnTo>
                  <a:lnTo>
                    <a:pt x="1489742" y="225530"/>
                  </a:lnTo>
                  <a:lnTo>
                    <a:pt x="1496002" y="209345"/>
                  </a:lnTo>
                  <a:lnTo>
                    <a:pt x="1502261" y="191296"/>
                  </a:lnTo>
                  <a:lnTo>
                    <a:pt x="1508521" y="171479"/>
                  </a:lnTo>
                  <a:lnTo>
                    <a:pt x="1514780" y="150368"/>
                  </a:lnTo>
                  <a:lnTo>
                    <a:pt x="1521039" y="128459"/>
                  </a:lnTo>
                  <a:lnTo>
                    <a:pt x="1527299" y="106356"/>
                  </a:lnTo>
                  <a:lnTo>
                    <a:pt x="1533558" y="84734"/>
                  </a:lnTo>
                  <a:lnTo>
                    <a:pt x="1539818" y="64304"/>
                  </a:lnTo>
                  <a:lnTo>
                    <a:pt x="1546077" y="45756"/>
                  </a:lnTo>
                  <a:lnTo>
                    <a:pt x="1552337" y="29727"/>
                  </a:lnTo>
                  <a:lnTo>
                    <a:pt x="1558596" y="16760"/>
                  </a:lnTo>
                  <a:lnTo>
                    <a:pt x="1564855" y="7293"/>
                  </a:lnTo>
                  <a:lnTo>
                    <a:pt x="1571115" y="1643"/>
                  </a:lnTo>
                  <a:lnTo>
                    <a:pt x="1577374" y="0"/>
                  </a:lnTo>
                  <a:lnTo>
                    <a:pt x="1583634" y="2427"/>
                  </a:lnTo>
                  <a:lnTo>
                    <a:pt x="1589893" y="8858"/>
                  </a:lnTo>
                  <a:lnTo>
                    <a:pt x="1596152" y="19093"/>
                  </a:lnTo>
                  <a:lnTo>
                    <a:pt x="1602412" y="32914"/>
                  </a:lnTo>
                  <a:lnTo>
                    <a:pt x="1608671" y="49806"/>
                  </a:lnTo>
                  <a:lnTo>
                    <a:pt x="1614931" y="69070"/>
                  </a:lnTo>
                  <a:lnTo>
                    <a:pt x="1621190" y="90070"/>
                  </a:lnTo>
                  <a:lnTo>
                    <a:pt x="1627450" y="112136"/>
                  </a:lnTo>
                  <a:lnTo>
                    <a:pt x="1633709" y="134592"/>
                  </a:lnTo>
                  <a:lnTo>
                    <a:pt x="1639968" y="156796"/>
                  </a:lnTo>
                  <a:lnTo>
                    <a:pt x="1646228" y="178170"/>
                  </a:lnTo>
                  <a:lnTo>
                    <a:pt x="1652487" y="198224"/>
                  </a:lnTo>
                  <a:lnTo>
                    <a:pt x="1658747" y="216581"/>
                  </a:lnTo>
                  <a:lnTo>
                    <a:pt x="1665006" y="232984"/>
                  </a:lnTo>
                  <a:lnTo>
                    <a:pt x="1671266" y="247298"/>
                  </a:lnTo>
                  <a:lnTo>
                    <a:pt x="1677525" y="259505"/>
                  </a:lnTo>
                  <a:lnTo>
                    <a:pt x="1683784" y="269682"/>
                  </a:lnTo>
                  <a:lnTo>
                    <a:pt x="1690044" y="277984"/>
                  </a:lnTo>
                  <a:lnTo>
                    <a:pt x="1696303" y="284608"/>
                  </a:lnTo>
                  <a:lnTo>
                    <a:pt x="1702563" y="289723"/>
                  </a:lnTo>
                  <a:lnTo>
                    <a:pt x="1708822" y="293681"/>
                  </a:lnTo>
                  <a:lnTo>
                    <a:pt x="1715082" y="296708"/>
                  </a:lnTo>
                  <a:lnTo>
                    <a:pt x="1721341" y="299004"/>
                  </a:lnTo>
                  <a:lnTo>
                    <a:pt x="1727600" y="300740"/>
                  </a:lnTo>
                  <a:lnTo>
                    <a:pt x="1733860" y="302059"/>
                  </a:lnTo>
                  <a:lnTo>
                    <a:pt x="1740119" y="303071"/>
                  </a:lnTo>
                  <a:lnTo>
                    <a:pt x="1746379" y="303864"/>
                  </a:lnTo>
                  <a:lnTo>
                    <a:pt x="1752638" y="304501"/>
                  </a:lnTo>
                  <a:lnTo>
                    <a:pt x="1758897" y="305027"/>
                  </a:lnTo>
                  <a:lnTo>
                    <a:pt x="1765157" y="305473"/>
                  </a:lnTo>
                  <a:lnTo>
                    <a:pt x="1771416" y="305859"/>
                  </a:lnTo>
                  <a:lnTo>
                    <a:pt x="1777676" y="306200"/>
                  </a:lnTo>
                  <a:lnTo>
                    <a:pt x="1783935" y="306505"/>
                  </a:lnTo>
                  <a:lnTo>
                    <a:pt x="1790195" y="306780"/>
                  </a:lnTo>
                  <a:lnTo>
                    <a:pt x="1796454" y="307031"/>
                  </a:lnTo>
                  <a:lnTo>
                    <a:pt x="1802713" y="307264"/>
                  </a:lnTo>
                  <a:lnTo>
                    <a:pt x="1808973" y="307483"/>
                  </a:lnTo>
                  <a:lnTo>
                    <a:pt x="1815232" y="307690"/>
                  </a:lnTo>
                  <a:lnTo>
                    <a:pt x="1821492" y="307884"/>
                  </a:lnTo>
                  <a:lnTo>
                    <a:pt x="1827751" y="308063"/>
                  </a:lnTo>
                  <a:lnTo>
                    <a:pt x="1834011" y="308224"/>
                  </a:lnTo>
                  <a:lnTo>
                    <a:pt x="1840270" y="308364"/>
                  </a:lnTo>
                  <a:lnTo>
                    <a:pt x="1846529" y="308480"/>
                  </a:lnTo>
                  <a:lnTo>
                    <a:pt x="1852789" y="308571"/>
                  </a:lnTo>
                  <a:lnTo>
                    <a:pt x="1859048" y="308639"/>
                  </a:lnTo>
                  <a:lnTo>
                    <a:pt x="1865308" y="308685"/>
                  </a:lnTo>
                  <a:lnTo>
                    <a:pt x="1871567" y="308712"/>
                  </a:lnTo>
                  <a:lnTo>
                    <a:pt x="1877827" y="308721"/>
                  </a:lnTo>
                  <a:lnTo>
                    <a:pt x="1884086" y="308712"/>
                  </a:lnTo>
                  <a:lnTo>
                    <a:pt x="1890345" y="308687"/>
                  </a:lnTo>
                  <a:lnTo>
                    <a:pt x="1896605" y="308643"/>
                  </a:lnTo>
                  <a:lnTo>
                    <a:pt x="1902864" y="308581"/>
                  </a:lnTo>
                  <a:lnTo>
                    <a:pt x="1909124" y="308501"/>
                  </a:lnTo>
                  <a:lnTo>
                    <a:pt x="1915383" y="308408"/>
                  </a:lnTo>
                  <a:lnTo>
                    <a:pt x="1921642" y="308305"/>
                  </a:lnTo>
                  <a:lnTo>
                    <a:pt x="1927902" y="308200"/>
                  </a:lnTo>
                  <a:lnTo>
                    <a:pt x="1934161" y="308100"/>
                  </a:lnTo>
                  <a:lnTo>
                    <a:pt x="1940421" y="308007"/>
                  </a:lnTo>
                  <a:lnTo>
                    <a:pt x="1946680" y="307920"/>
                  </a:lnTo>
                  <a:lnTo>
                    <a:pt x="1952940" y="307828"/>
                  </a:lnTo>
                  <a:lnTo>
                    <a:pt x="1959199" y="307713"/>
                  </a:lnTo>
                  <a:lnTo>
                    <a:pt x="1965458" y="307547"/>
                  </a:lnTo>
                  <a:lnTo>
                    <a:pt x="1971718" y="307295"/>
                  </a:lnTo>
                  <a:lnTo>
                    <a:pt x="1977977" y="306923"/>
                  </a:lnTo>
                  <a:lnTo>
                    <a:pt x="1984237" y="306397"/>
                  </a:lnTo>
                  <a:lnTo>
                    <a:pt x="1990496" y="305680"/>
                  </a:lnTo>
                  <a:lnTo>
                    <a:pt x="1996756" y="304767"/>
                  </a:lnTo>
                  <a:lnTo>
                    <a:pt x="2003015" y="303659"/>
                  </a:lnTo>
                  <a:lnTo>
                    <a:pt x="2009274" y="302365"/>
                  </a:lnTo>
                  <a:lnTo>
                    <a:pt x="2015534" y="300898"/>
                  </a:lnTo>
                  <a:lnTo>
                    <a:pt x="2021793" y="299271"/>
                  </a:lnTo>
                  <a:lnTo>
                    <a:pt x="2028053" y="297497"/>
                  </a:lnTo>
                  <a:lnTo>
                    <a:pt x="2034312" y="295586"/>
                  </a:lnTo>
                  <a:lnTo>
                    <a:pt x="2040572" y="293548"/>
                  </a:lnTo>
                  <a:lnTo>
                    <a:pt x="2046831" y="291391"/>
                  </a:lnTo>
                  <a:lnTo>
                    <a:pt x="2053090" y="289128"/>
                  </a:lnTo>
                  <a:lnTo>
                    <a:pt x="2059350" y="286774"/>
                  </a:lnTo>
                  <a:lnTo>
                    <a:pt x="2065609" y="284348"/>
                  </a:lnTo>
                  <a:lnTo>
                    <a:pt x="2071869" y="281868"/>
                  </a:lnTo>
                  <a:lnTo>
                    <a:pt x="2078128" y="279352"/>
                  </a:lnTo>
                  <a:lnTo>
                    <a:pt x="2084388" y="276811"/>
                  </a:lnTo>
                  <a:lnTo>
                    <a:pt x="2090647" y="274260"/>
                  </a:lnTo>
                  <a:lnTo>
                    <a:pt x="2096906" y="271720"/>
                  </a:lnTo>
                  <a:lnTo>
                    <a:pt x="2103166" y="269232"/>
                  </a:lnTo>
                  <a:lnTo>
                    <a:pt x="2109425" y="266865"/>
                  </a:lnTo>
                  <a:lnTo>
                    <a:pt x="2115685" y="264722"/>
                  </a:lnTo>
                  <a:lnTo>
                    <a:pt x="2121944" y="262928"/>
                  </a:lnTo>
                  <a:lnTo>
                    <a:pt x="2128203" y="261619"/>
                  </a:lnTo>
                  <a:lnTo>
                    <a:pt x="2134463" y="260915"/>
                  </a:lnTo>
                  <a:lnTo>
                    <a:pt x="2140722" y="260897"/>
                  </a:lnTo>
                  <a:lnTo>
                    <a:pt x="2146982" y="261581"/>
                  </a:lnTo>
                  <a:lnTo>
                    <a:pt x="2153241" y="262915"/>
                  </a:lnTo>
                  <a:lnTo>
                    <a:pt x="2159501" y="264779"/>
                  </a:lnTo>
                  <a:lnTo>
                    <a:pt x="2165760" y="267002"/>
                  </a:lnTo>
                  <a:lnTo>
                    <a:pt x="2172019" y="269397"/>
                  </a:lnTo>
                  <a:lnTo>
                    <a:pt x="2178279" y="271787"/>
                  </a:lnTo>
                  <a:lnTo>
                    <a:pt x="2184538" y="274027"/>
                  </a:lnTo>
                  <a:lnTo>
                    <a:pt x="2190798" y="276068"/>
                  </a:lnTo>
                  <a:lnTo>
                    <a:pt x="2197057" y="277925"/>
                  </a:lnTo>
                  <a:lnTo>
                    <a:pt x="2203317" y="279668"/>
                  </a:lnTo>
                  <a:lnTo>
                    <a:pt x="2209576" y="281394"/>
                  </a:lnTo>
                  <a:lnTo>
                    <a:pt x="2215835" y="283202"/>
                  </a:lnTo>
                  <a:lnTo>
                    <a:pt x="2222095" y="285170"/>
                  </a:lnTo>
                  <a:lnTo>
                    <a:pt x="2228354" y="287336"/>
                  </a:lnTo>
                  <a:lnTo>
                    <a:pt x="2234614" y="289689"/>
                  </a:lnTo>
                  <a:lnTo>
                    <a:pt x="2240873" y="292175"/>
                  </a:lnTo>
                  <a:lnTo>
                    <a:pt x="2247133" y="294705"/>
                  </a:lnTo>
                  <a:lnTo>
                    <a:pt x="2253392" y="297174"/>
                  </a:lnTo>
                  <a:lnTo>
                    <a:pt x="2259651" y="299484"/>
                  </a:lnTo>
                  <a:lnTo>
                    <a:pt x="2265911" y="301551"/>
                  </a:lnTo>
                  <a:lnTo>
                    <a:pt x="2272170" y="303323"/>
                  </a:lnTo>
                  <a:lnTo>
                    <a:pt x="2278430" y="304767"/>
                  </a:lnTo>
                  <a:lnTo>
                    <a:pt x="2284689" y="305902"/>
                  </a:lnTo>
                  <a:lnTo>
                    <a:pt x="2290948" y="306770"/>
                  </a:lnTo>
                  <a:lnTo>
                    <a:pt x="2297208" y="307412"/>
                  </a:lnTo>
                  <a:lnTo>
                    <a:pt x="2303467" y="307874"/>
                  </a:lnTo>
                  <a:lnTo>
                    <a:pt x="2309727" y="308196"/>
                  </a:lnTo>
                  <a:lnTo>
                    <a:pt x="2315986" y="308415"/>
                  </a:lnTo>
                  <a:lnTo>
                    <a:pt x="2322246" y="308559"/>
                  </a:lnTo>
                  <a:lnTo>
                    <a:pt x="2328505" y="308651"/>
                  </a:lnTo>
                  <a:lnTo>
                    <a:pt x="2334764" y="308707"/>
                  </a:lnTo>
                  <a:lnTo>
                    <a:pt x="2341024" y="308741"/>
                  </a:lnTo>
                  <a:lnTo>
                    <a:pt x="2347283" y="308761"/>
                  </a:lnTo>
                  <a:lnTo>
                    <a:pt x="2353543" y="308771"/>
                  </a:lnTo>
                  <a:lnTo>
                    <a:pt x="2359802" y="308777"/>
                  </a:lnTo>
                  <a:lnTo>
                    <a:pt x="2366062" y="308780"/>
                  </a:lnTo>
                  <a:lnTo>
                    <a:pt x="2372321" y="308781"/>
                  </a:lnTo>
                  <a:lnTo>
                    <a:pt x="2378580" y="308782"/>
                  </a:lnTo>
                  <a:lnTo>
                    <a:pt x="2384840" y="308782"/>
                  </a:lnTo>
                  <a:lnTo>
                    <a:pt x="2391099" y="308782"/>
                  </a:lnTo>
                  <a:lnTo>
                    <a:pt x="2397359" y="308782"/>
                  </a:lnTo>
                  <a:lnTo>
                    <a:pt x="2403618" y="308782"/>
                  </a:lnTo>
                  <a:lnTo>
                    <a:pt x="2409878" y="308782"/>
                  </a:lnTo>
                  <a:lnTo>
                    <a:pt x="2416137" y="308782"/>
                  </a:lnTo>
                  <a:lnTo>
                    <a:pt x="2422396" y="308782"/>
                  </a:lnTo>
                  <a:lnTo>
                    <a:pt x="2428656" y="308782"/>
                  </a:lnTo>
                  <a:lnTo>
                    <a:pt x="2434915" y="308782"/>
                  </a:lnTo>
                  <a:lnTo>
                    <a:pt x="2441175" y="308782"/>
                  </a:lnTo>
                  <a:lnTo>
                    <a:pt x="2447434" y="308782"/>
                  </a:lnTo>
                  <a:lnTo>
                    <a:pt x="2453693" y="308782"/>
                  </a:lnTo>
                  <a:lnTo>
                    <a:pt x="2459953" y="308782"/>
                  </a:lnTo>
                  <a:lnTo>
                    <a:pt x="2466212" y="308782"/>
                  </a:lnTo>
                  <a:lnTo>
                    <a:pt x="2472472" y="308782"/>
                  </a:lnTo>
                  <a:lnTo>
                    <a:pt x="2478731" y="308782"/>
                  </a:lnTo>
                  <a:lnTo>
                    <a:pt x="2484991" y="308782"/>
                  </a:lnTo>
                  <a:lnTo>
                    <a:pt x="2491250" y="308782"/>
                  </a:lnTo>
                  <a:lnTo>
                    <a:pt x="2497509" y="308782"/>
                  </a:lnTo>
                  <a:lnTo>
                    <a:pt x="2503769" y="308782"/>
                  </a:lnTo>
                  <a:lnTo>
                    <a:pt x="2510028" y="308782"/>
                  </a:lnTo>
                  <a:lnTo>
                    <a:pt x="2516288" y="308782"/>
                  </a:lnTo>
                  <a:lnTo>
                    <a:pt x="2522547" y="308782"/>
                  </a:lnTo>
                  <a:lnTo>
                    <a:pt x="2528807" y="308782"/>
                  </a:lnTo>
                  <a:lnTo>
                    <a:pt x="2535066" y="308782"/>
                  </a:lnTo>
                  <a:lnTo>
                    <a:pt x="2541325" y="308782"/>
                  </a:lnTo>
                  <a:lnTo>
                    <a:pt x="2547585" y="308782"/>
                  </a:lnTo>
                  <a:lnTo>
                    <a:pt x="2553844" y="308782"/>
                  </a:lnTo>
                  <a:lnTo>
                    <a:pt x="2560104" y="308782"/>
                  </a:lnTo>
                  <a:lnTo>
                    <a:pt x="2566363" y="308782"/>
                  </a:lnTo>
                  <a:lnTo>
                    <a:pt x="2572623" y="308782"/>
                  </a:lnTo>
                  <a:lnTo>
                    <a:pt x="2578882" y="308782"/>
                  </a:lnTo>
                  <a:lnTo>
                    <a:pt x="2585141" y="308782"/>
                  </a:lnTo>
                  <a:lnTo>
                    <a:pt x="2591401" y="308782"/>
                  </a:lnTo>
                  <a:lnTo>
                    <a:pt x="2597660" y="308782"/>
                  </a:lnTo>
                  <a:lnTo>
                    <a:pt x="2603920" y="308782"/>
                  </a:lnTo>
                  <a:lnTo>
                    <a:pt x="2610179" y="308782"/>
                  </a:lnTo>
                  <a:lnTo>
                    <a:pt x="2616438" y="308782"/>
                  </a:lnTo>
                  <a:lnTo>
                    <a:pt x="2622698" y="308782"/>
                  </a:lnTo>
                  <a:lnTo>
                    <a:pt x="2628957" y="308782"/>
                  </a:lnTo>
                  <a:lnTo>
                    <a:pt x="2635217" y="308782"/>
                  </a:lnTo>
                  <a:lnTo>
                    <a:pt x="2641476" y="308782"/>
                  </a:lnTo>
                  <a:lnTo>
                    <a:pt x="2647736" y="308782"/>
                  </a:lnTo>
                  <a:lnTo>
                    <a:pt x="2653995" y="308782"/>
                  </a:lnTo>
                  <a:lnTo>
                    <a:pt x="2660254" y="308782"/>
                  </a:lnTo>
                  <a:lnTo>
                    <a:pt x="2666514" y="308782"/>
                  </a:lnTo>
                  <a:lnTo>
                    <a:pt x="2672773" y="308782"/>
                  </a:lnTo>
                  <a:lnTo>
                    <a:pt x="2679033" y="308782"/>
                  </a:lnTo>
                  <a:lnTo>
                    <a:pt x="2685292" y="308782"/>
                  </a:lnTo>
                  <a:lnTo>
                    <a:pt x="2691552" y="308782"/>
                  </a:lnTo>
                  <a:lnTo>
                    <a:pt x="2697811" y="308782"/>
                  </a:lnTo>
                  <a:lnTo>
                    <a:pt x="2704070" y="308782"/>
                  </a:lnTo>
                  <a:lnTo>
                    <a:pt x="2710330" y="308782"/>
                  </a:lnTo>
                  <a:lnTo>
                    <a:pt x="2716589" y="308782"/>
                  </a:lnTo>
                  <a:lnTo>
                    <a:pt x="2722849" y="308782"/>
                  </a:lnTo>
                  <a:lnTo>
                    <a:pt x="2729108" y="308782"/>
                  </a:lnTo>
                  <a:lnTo>
                    <a:pt x="2735368" y="308782"/>
                  </a:lnTo>
                  <a:lnTo>
                    <a:pt x="2741627" y="308782"/>
                  </a:lnTo>
                  <a:lnTo>
                    <a:pt x="2747886" y="308782"/>
                  </a:lnTo>
                  <a:lnTo>
                    <a:pt x="2754146" y="308782"/>
                  </a:lnTo>
                  <a:lnTo>
                    <a:pt x="2760405" y="308782"/>
                  </a:lnTo>
                  <a:lnTo>
                    <a:pt x="2766665" y="308782"/>
                  </a:lnTo>
                  <a:lnTo>
                    <a:pt x="2772924" y="308782"/>
                  </a:lnTo>
                  <a:lnTo>
                    <a:pt x="2779184" y="308782"/>
                  </a:lnTo>
                  <a:lnTo>
                    <a:pt x="2785443" y="308782"/>
                  </a:lnTo>
                  <a:lnTo>
                    <a:pt x="2791702" y="308782"/>
                  </a:lnTo>
                  <a:lnTo>
                    <a:pt x="2797962" y="308782"/>
                  </a:lnTo>
                  <a:lnTo>
                    <a:pt x="2804221" y="308782"/>
                  </a:lnTo>
                  <a:lnTo>
                    <a:pt x="2810481" y="308782"/>
                  </a:lnTo>
                  <a:lnTo>
                    <a:pt x="2816740" y="308782"/>
                  </a:lnTo>
                  <a:lnTo>
                    <a:pt x="2822999" y="308782"/>
                  </a:lnTo>
                  <a:lnTo>
                    <a:pt x="2829259" y="308782"/>
                  </a:lnTo>
                  <a:lnTo>
                    <a:pt x="2835518" y="308782"/>
                  </a:lnTo>
                  <a:lnTo>
                    <a:pt x="2841778" y="308782"/>
                  </a:lnTo>
                  <a:lnTo>
                    <a:pt x="2848037" y="308782"/>
                  </a:lnTo>
                  <a:lnTo>
                    <a:pt x="2854297" y="308782"/>
                  </a:lnTo>
                  <a:lnTo>
                    <a:pt x="2860556" y="308782"/>
                  </a:lnTo>
                  <a:lnTo>
                    <a:pt x="2866815" y="308782"/>
                  </a:lnTo>
                  <a:lnTo>
                    <a:pt x="2873075" y="308782"/>
                  </a:lnTo>
                  <a:lnTo>
                    <a:pt x="2879334" y="308782"/>
                  </a:lnTo>
                  <a:lnTo>
                    <a:pt x="2885594" y="308782"/>
                  </a:lnTo>
                  <a:lnTo>
                    <a:pt x="2891853" y="308782"/>
                  </a:lnTo>
                  <a:lnTo>
                    <a:pt x="2898113" y="308782"/>
                  </a:lnTo>
                  <a:lnTo>
                    <a:pt x="2904372" y="308782"/>
                  </a:lnTo>
                  <a:lnTo>
                    <a:pt x="2910631" y="308782"/>
                  </a:lnTo>
                  <a:lnTo>
                    <a:pt x="2916891" y="308782"/>
                  </a:lnTo>
                  <a:lnTo>
                    <a:pt x="2923150" y="308782"/>
                  </a:lnTo>
                  <a:lnTo>
                    <a:pt x="2929410" y="308782"/>
                  </a:lnTo>
                  <a:lnTo>
                    <a:pt x="2935669" y="308782"/>
                  </a:lnTo>
                  <a:lnTo>
                    <a:pt x="2941929" y="308782"/>
                  </a:lnTo>
                  <a:lnTo>
                    <a:pt x="2948188" y="308782"/>
                  </a:lnTo>
                  <a:lnTo>
                    <a:pt x="2954447" y="308782"/>
                  </a:lnTo>
                  <a:lnTo>
                    <a:pt x="2960707" y="308782"/>
                  </a:lnTo>
                  <a:lnTo>
                    <a:pt x="2966966" y="308782"/>
                  </a:lnTo>
                  <a:lnTo>
                    <a:pt x="2973226" y="308782"/>
                  </a:lnTo>
                  <a:lnTo>
                    <a:pt x="2979485" y="308782"/>
                  </a:lnTo>
                  <a:lnTo>
                    <a:pt x="2985744" y="308782"/>
                  </a:lnTo>
                  <a:lnTo>
                    <a:pt x="2992004" y="308782"/>
                  </a:lnTo>
                  <a:lnTo>
                    <a:pt x="2998263" y="308782"/>
                  </a:lnTo>
                  <a:lnTo>
                    <a:pt x="3004523" y="308782"/>
                  </a:lnTo>
                  <a:lnTo>
                    <a:pt x="3010782" y="308782"/>
                  </a:lnTo>
                  <a:lnTo>
                    <a:pt x="3017042" y="308782"/>
                  </a:lnTo>
                  <a:lnTo>
                    <a:pt x="3023301" y="308782"/>
                  </a:lnTo>
                  <a:lnTo>
                    <a:pt x="3029560" y="308782"/>
                  </a:lnTo>
                  <a:lnTo>
                    <a:pt x="3035820" y="308782"/>
                  </a:lnTo>
                  <a:lnTo>
                    <a:pt x="3042079" y="308782"/>
                  </a:lnTo>
                  <a:lnTo>
                    <a:pt x="3048339" y="308782"/>
                  </a:lnTo>
                  <a:lnTo>
                    <a:pt x="3054598" y="308782"/>
                  </a:lnTo>
                  <a:lnTo>
                    <a:pt x="3060858" y="308782"/>
                  </a:lnTo>
                  <a:lnTo>
                    <a:pt x="3067117" y="308782"/>
                  </a:lnTo>
                  <a:lnTo>
                    <a:pt x="3073376" y="308782"/>
                  </a:lnTo>
                  <a:lnTo>
                    <a:pt x="3079636" y="308782"/>
                  </a:lnTo>
                  <a:lnTo>
                    <a:pt x="3085895" y="308782"/>
                  </a:lnTo>
                  <a:lnTo>
                    <a:pt x="3092155" y="308782"/>
                  </a:lnTo>
                  <a:lnTo>
                    <a:pt x="3098414" y="308782"/>
                  </a:lnTo>
                  <a:lnTo>
                    <a:pt x="3104674" y="308782"/>
                  </a:lnTo>
                  <a:lnTo>
                    <a:pt x="3110933" y="308782"/>
                  </a:lnTo>
                  <a:lnTo>
                    <a:pt x="3117192" y="308782"/>
                  </a:lnTo>
                  <a:lnTo>
                    <a:pt x="3123452" y="308782"/>
                  </a:lnTo>
                  <a:lnTo>
                    <a:pt x="3129711" y="308782"/>
                  </a:lnTo>
                  <a:lnTo>
                    <a:pt x="3135971" y="308782"/>
                  </a:lnTo>
                  <a:lnTo>
                    <a:pt x="3142230" y="308782"/>
                  </a:lnTo>
                  <a:lnTo>
                    <a:pt x="3148489" y="308782"/>
                  </a:lnTo>
                  <a:lnTo>
                    <a:pt x="3154749" y="308782"/>
                  </a:lnTo>
                  <a:lnTo>
                    <a:pt x="3161008" y="308782"/>
                  </a:lnTo>
                  <a:lnTo>
                    <a:pt x="3167268" y="308782"/>
                  </a:lnTo>
                  <a:lnTo>
                    <a:pt x="3173527" y="308782"/>
                  </a:lnTo>
                  <a:lnTo>
                    <a:pt x="3179787" y="308782"/>
                  </a:lnTo>
                  <a:lnTo>
                    <a:pt x="3186046" y="308782"/>
                  </a:lnTo>
                  <a:lnTo>
                    <a:pt x="3192305" y="308782"/>
                  </a:lnTo>
                  <a:lnTo>
                    <a:pt x="3198565" y="308782"/>
                  </a:lnTo>
                  <a:lnTo>
                    <a:pt x="3192305" y="308782"/>
                  </a:lnTo>
                  <a:lnTo>
                    <a:pt x="3186046" y="308782"/>
                  </a:lnTo>
                  <a:lnTo>
                    <a:pt x="3179787" y="308782"/>
                  </a:lnTo>
                  <a:lnTo>
                    <a:pt x="3173527" y="308782"/>
                  </a:lnTo>
                  <a:lnTo>
                    <a:pt x="3167268" y="308782"/>
                  </a:lnTo>
                  <a:lnTo>
                    <a:pt x="3161008" y="308782"/>
                  </a:lnTo>
                  <a:lnTo>
                    <a:pt x="3154749" y="308782"/>
                  </a:lnTo>
                  <a:lnTo>
                    <a:pt x="3148489" y="308782"/>
                  </a:lnTo>
                  <a:lnTo>
                    <a:pt x="3142230" y="308782"/>
                  </a:lnTo>
                  <a:lnTo>
                    <a:pt x="3135971" y="308782"/>
                  </a:lnTo>
                  <a:lnTo>
                    <a:pt x="3129711" y="308782"/>
                  </a:lnTo>
                  <a:lnTo>
                    <a:pt x="3123452" y="308782"/>
                  </a:lnTo>
                  <a:lnTo>
                    <a:pt x="3117192" y="308782"/>
                  </a:lnTo>
                  <a:lnTo>
                    <a:pt x="3110933" y="308782"/>
                  </a:lnTo>
                  <a:lnTo>
                    <a:pt x="3104674" y="308782"/>
                  </a:lnTo>
                  <a:lnTo>
                    <a:pt x="3098414" y="308782"/>
                  </a:lnTo>
                  <a:lnTo>
                    <a:pt x="3092155" y="308782"/>
                  </a:lnTo>
                  <a:lnTo>
                    <a:pt x="3085895" y="308782"/>
                  </a:lnTo>
                  <a:lnTo>
                    <a:pt x="3079636" y="308782"/>
                  </a:lnTo>
                  <a:lnTo>
                    <a:pt x="3073376" y="308782"/>
                  </a:lnTo>
                  <a:lnTo>
                    <a:pt x="3067117" y="308782"/>
                  </a:lnTo>
                  <a:lnTo>
                    <a:pt x="3060858" y="308782"/>
                  </a:lnTo>
                  <a:lnTo>
                    <a:pt x="3054598" y="308782"/>
                  </a:lnTo>
                  <a:lnTo>
                    <a:pt x="3048339" y="308782"/>
                  </a:lnTo>
                  <a:lnTo>
                    <a:pt x="3042079" y="308782"/>
                  </a:lnTo>
                  <a:lnTo>
                    <a:pt x="3035820" y="308782"/>
                  </a:lnTo>
                  <a:lnTo>
                    <a:pt x="3029560" y="308782"/>
                  </a:lnTo>
                  <a:lnTo>
                    <a:pt x="3023301" y="308782"/>
                  </a:lnTo>
                  <a:lnTo>
                    <a:pt x="3017042" y="308782"/>
                  </a:lnTo>
                  <a:lnTo>
                    <a:pt x="3010782" y="308782"/>
                  </a:lnTo>
                  <a:lnTo>
                    <a:pt x="3004523" y="308782"/>
                  </a:lnTo>
                  <a:lnTo>
                    <a:pt x="2998263" y="308782"/>
                  </a:lnTo>
                  <a:lnTo>
                    <a:pt x="2992004" y="308782"/>
                  </a:lnTo>
                  <a:lnTo>
                    <a:pt x="2985744" y="308782"/>
                  </a:lnTo>
                  <a:lnTo>
                    <a:pt x="2979485" y="308782"/>
                  </a:lnTo>
                  <a:lnTo>
                    <a:pt x="2973226" y="308782"/>
                  </a:lnTo>
                  <a:lnTo>
                    <a:pt x="2966966" y="308782"/>
                  </a:lnTo>
                  <a:lnTo>
                    <a:pt x="2960707" y="308782"/>
                  </a:lnTo>
                  <a:lnTo>
                    <a:pt x="2954447" y="308782"/>
                  </a:lnTo>
                  <a:lnTo>
                    <a:pt x="2948188" y="308782"/>
                  </a:lnTo>
                  <a:lnTo>
                    <a:pt x="2941929" y="308782"/>
                  </a:lnTo>
                  <a:lnTo>
                    <a:pt x="2935669" y="308782"/>
                  </a:lnTo>
                  <a:lnTo>
                    <a:pt x="2929410" y="308782"/>
                  </a:lnTo>
                  <a:lnTo>
                    <a:pt x="2923150" y="308782"/>
                  </a:lnTo>
                  <a:lnTo>
                    <a:pt x="2916891" y="308782"/>
                  </a:lnTo>
                  <a:lnTo>
                    <a:pt x="2910631" y="308782"/>
                  </a:lnTo>
                  <a:lnTo>
                    <a:pt x="2904372" y="308782"/>
                  </a:lnTo>
                  <a:lnTo>
                    <a:pt x="2898113" y="308782"/>
                  </a:lnTo>
                  <a:lnTo>
                    <a:pt x="2891853" y="308782"/>
                  </a:lnTo>
                  <a:lnTo>
                    <a:pt x="2885594" y="308782"/>
                  </a:lnTo>
                  <a:lnTo>
                    <a:pt x="2879334" y="308782"/>
                  </a:lnTo>
                  <a:lnTo>
                    <a:pt x="2873075" y="308782"/>
                  </a:lnTo>
                  <a:lnTo>
                    <a:pt x="2866815" y="308782"/>
                  </a:lnTo>
                  <a:lnTo>
                    <a:pt x="2860556" y="308782"/>
                  </a:lnTo>
                  <a:lnTo>
                    <a:pt x="2854297" y="308782"/>
                  </a:lnTo>
                  <a:lnTo>
                    <a:pt x="2848037" y="308782"/>
                  </a:lnTo>
                  <a:lnTo>
                    <a:pt x="2841778" y="308782"/>
                  </a:lnTo>
                  <a:lnTo>
                    <a:pt x="2835518" y="308782"/>
                  </a:lnTo>
                  <a:lnTo>
                    <a:pt x="2829259" y="308782"/>
                  </a:lnTo>
                  <a:lnTo>
                    <a:pt x="2822999" y="308782"/>
                  </a:lnTo>
                  <a:lnTo>
                    <a:pt x="2816740" y="308782"/>
                  </a:lnTo>
                  <a:lnTo>
                    <a:pt x="2810481" y="308782"/>
                  </a:lnTo>
                  <a:lnTo>
                    <a:pt x="2804221" y="308782"/>
                  </a:lnTo>
                  <a:lnTo>
                    <a:pt x="2797962" y="308782"/>
                  </a:lnTo>
                  <a:lnTo>
                    <a:pt x="2791702" y="308782"/>
                  </a:lnTo>
                  <a:lnTo>
                    <a:pt x="2785443" y="308782"/>
                  </a:lnTo>
                  <a:lnTo>
                    <a:pt x="2779184" y="308782"/>
                  </a:lnTo>
                  <a:lnTo>
                    <a:pt x="2772924" y="308782"/>
                  </a:lnTo>
                  <a:lnTo>
                    <a:pt x="2766665" y="308782"/>
                  </a:lnTo>
                  <a:lnTo>
                    <a:pt x="2760405" y="308782"/>
                  </a:lnTo>
                  <a:lnTo>
                    <a:pt x="2754146" y="308782"/>
                  </a:lnTo>
                  <a:lnTo>
                    <a:pt x="2747886" y="308782"/>
                  </a:lnTo>
                  <a:lnTo>
                    <a:pt x="2741627" y="308782"/>
                  </a:lnTo>
                  <a:lnTo>
                    <a:pt x="2735368" y="308782"/>
                  </a:lnTo>
                  <a:lnTo>
                    <a:pt x="2729108" y="308782"/>
                  </a:lnTo>
                  <a:lnTo>
                    <a:pt x="2722849" y="308782"/>
                  </a:lnTo>
                  <a:lnTo>
                    <a:pt x="2716589" y="308782"/>
                  </a:lnTo>
                  <a:lnTo>
                    <a:pt x="2710330" y="308782"/>
                  </a:lnTo>
                  <a:lnTo>
                    <a:pt x="2704070" y="308782"/>
                  </a:lnTo>
                  <a:lnTo>
                    <a:pt x="2697811" y="308782"/>
                  </a:lnTo>
                  <a:lnTo>
                    <a:pt x="2691552" y="308782"/>
                  </a:lnTo>
                  <a:lnTo>
                    <a:pt x="2685292" y="308782"/>
                  </a:lnTo>
                  <a:lnTo>
                    <a:pt x="2679033" y="308782"/>
                  </a:lnTo>
                  <a:lnTo>
                    <a:pt x="2672773" y="308782"/>
                  </a:lnTo>
                  <a:lnTo>
                    <a:pt x="2666514" y="308782"/>
                  </a:lnTo>
                  <a:lnTo>
                    <a:pt x="2660254" y="308782"/>
                  </a:lnTo>
                  <a:lnTo>
                    <a:pt x="2653995" y="308782"/>
                  </a:lnTo>
                  <a:lnTo>
                    <a:pt x="2647736" y="308782"/>
                  </a:lnTo>
                  <a:lnTo>
                    <a:pt x="2641476" y="308782"/>
                  </a:lnTo>
                  <a:lnTo>
                    <a:pt x="2635217" y="308782"/>
                  </a:lnTo>
                  <a:lnTo>
                    <a:pt x="2628957" y="308782"/>
                  </a:lnTo>
                  <a:lnTo>
                    <a:pt x="2622698" y="308782"/>
                  </a:lnTo>
                  <a:lnTo>
                    <a:pt x="2616438" y="308782"/>
                  </a:lnTo>
                  <a:lnTo>
                    <a:pt x="2610179" y="308782"/>
                  </a:lnTo>
                  <a:lnTo>
                    <a:pt x="2603920" y="308782"/>
                  </a:lnTo>
                  <a:lnTo>
                    <a:pt x="2597660" y="308782"/>
                  </a:lnTo>
                  <a:lnTo>
                    <a:pt x="2591401" y="308782"/>
                  </a:lnTo>
                  <a:lnTo>
                    <a:pt x="2585141" y="308782"/>
                  </a:lnTo>
                  <a:lnTo>
                    <a:pt x="2578882" y="308782"/>
                  </a:lnTo>
                  <a:lnTo>
                    <a:pt x="2572623" y="308782"/>
                  </a:lnTo>
                  <a:lnTo>
                    <a:pt x="2566363" y="308782"/>
                  </a:lnTo>
                  <a:lnTo>
                    <a:pt x="2560104" y="308782"/>
                  </a:lnTo>
                  <a:lnTo>
                    <a:pt x="2553844" y="308782"/>
                  </a:lnTo>
                  <a:lnTo>
                    <a:pt x="2547585" y="308782"/>
                  </a:lnTo>
                  <a:lnTo>
                    <a:pt x="2541325" y="308782"/>
                  </a:lnTo>
                  <a:lnTo>
                    <a:pt x="2535066" y="308782"/>
                  </a:lnTo>
                  <a:lnTo>
                    <a:pt x="2528807" y="308782"/>
                  </a:lnTo>
                  <a:lnTo>
                    <a:pt x="2522547" y="308782"/>
                  </a:lnTo>
                  <a:lnTo>
                    <a:pt x="2516288" y="308782"/>
                  </a:lnTo>
                  <a:lnTo>
                    <a:pt x="2510028" y="308782"/>
                  </a:lnTo>
                  <a:lnTo>
                    <a:pt x="2503769" y="308782"/>
                  </a:lnTo>
                  <a:lnTo>
                    <a:pt x="2497509" y="308782"/>
                  </a:lnTo>
                  <a:lnTo>
                    <a:pt x="2491250" y="308782"/>
                  </a:lnTo>
                  <a:lnTo>
                    <a:pt x="2484991" y="308782"/>
                  </a:lnTo>
                  <a:lnTo>
                    <a:pt x="2478731" y="308782"/>
                  </a:lnTo>
                  <a:lnTo>
                    <a:pt x="2472472" y="308782"/>
                  </a:lnTo>
                  <a:lnTo>
                    <a:pt x="2466212" y="308782"/>
                  </a:lnTo>
                  <a:lnTo>
                    <a:pt x="2459953" y="308782"/>
                  </a:lnTo>
                  <a:lnTo>
                    <a:pt x="2453693" y="308782"/>
                  </a:lnTo>
                  <a:lnTo>
                    <a:pt x="2447434" y="308782"/>
                  </a:lnTo>
                  <a:lnTo>
                    <a:pt x="2441175" y="308782"/>
                  </a:lnTo>
                  <a:lnTo>
                    <a:pt x="2434915" y="308782"/>
                  </a:lnTo>
                  <a:lnTo>
                    <a:pt x="2428656" y="308782"/>
                  </a:lnTo>
                  <a:lnTo>
                    <a:pt x="2422396" y="308782"/>
                  </a:lnTo>
                  <a:lnTo>
                    <a:pt x="2416137" y="308782"/>
                  </a:lnTo>
                  <a:lnTo>
                    <a:pt x="2409878" y="308782"/>
                  </a:lnTo>
                  <a:lnTo>
                    <a:pt x="2403618" y="308782"/>
                  </a:lnTo>
                  <a:lnTo>
                    <a:pt x="2397359" y="308782"/>
                  </a:lnTo>
                  <a:lnTo>
                    <a:pt x="2391099" y="308782"/>
                  </a:lnTo>
                  <a:lnTo>
                    <a:pt x="2384840" y="308782"/>
                  </a:lnTo>
                  <a:lnTo>
                    <a:pt x="2378580" y="308782"/>
                  </a:lnTo>
                  <a:lnTo>
                    <a:pt x="2372321" y="308782"/>
                  </a:lnTo>
                  <a:lnTo>
                    <a:pt x="2366062" y="308782"/>
                  </a:lnTo>
                  <a:lnTo>
                    <a:pt x="2359802" y="308782"/>
                  </a:lnTo>
                  <a:lnTo>
                    <a:pt x="2353543" y="308782"/>
                  </a:lnTo>
                  <a:lnTo>
                    <a:pt x="2347283" y="308782"/>
                  </a:lnTo>
                  <a:lnTo>
                    <a:pt x="2341024" y="308782"/>
                  </a:lnTo>
                  <a:lnTo>
                    <a:pt x="2334764" y="308782"/>
                  </a:lnTo>
                  <a:lnTo>
                    <a:pt x="2328505" y="308782"/>
                  </a:lnTo>
                  <a:lnTo>
                    <a:pt x="2322246" y="308782"/>
                  </a:lnTo>
                  <a:lnTo>
                    <a:pt x="2315986" y="308782"/>
                  </a:lnTo>
                  <a:lnTo>
                    <a:pt x="2309727" y="308782"/>
                  </a:lnTo>
                  <a:lnTo>
                    <a:pt x="2303467" y="308782"/>
                  </a:lnTo>
                  <a:lnTo>
                    <a:pt x="2297208" y="308782"/>
                  </a:lnTo>
                  <a:lnTo>
                    <a:pt x="2290948" y="308782"/>
                  </a:lnTo>
                  <a:lnTo>
                    <a:pt x="2284689" y="308782"/>
                  </a:lnTo>
                  <a:lnTo>
                    <a:pt x="2278430" y="308782"/>
                  </a:lnTo>
                  <a:lnTo>
                    <a:pt x="2272170" y="308782"/>
                  </a:lnTo>
                  <a:lnTo>
                    <a:pt x="2265911" y="308782"/>
                  </a:lnTo>
                  <a:lnTo>
                    <a:pt x="2259651" y="308782"/>
                  </a:lnTo>
                  <a:lnTo>
                    <a:pt x="2253392" y="308782"/>
                  </a:lnTo>
                  <a:lnTo>
                    <a:pt x="2247133" y="308782"/>
                  </a:lnTo>
                  <a:lnTo>
                    <a:pt x="2240873" y="308782"/>
                  </a:lnTo>
                  <a:lnTo>
                    <a:pt x="2234614" y="308782"/>
                  </a:lnTo>
                  <a:lnTo>
                    <a:pt x="2228354" y="308782"/>
                  </a:lnTo>
                  <a:lnTo>
                    <a:pt x="2222095" y="308782"/>
                  </a:lnTo>
                  <a:lnTo>
                    <a:pt x="2215835" y="308782"/>
                  </a:lnTo>
                  <a:lnTo>
                    <a:pt x="2209576" y="308782"/>
                  </a:lnTo>
                  <a:lnTo>
                    <a:pt x="2203317" y="308782"/>
                  </a:lnTo>
                  <a:lnTo>
                    <a:pt x="2197057" y="308782"/>
                  </a:lnTo>
                  <a:lnTo>
                    <a:pt x="2190798" y="308782"/>
                  </a:lnTo>
                  <a:lnTo>
                    <a:pt x="2184538" y="308782"/>
                  </a:lnTo>
                  <a:lnTo>
                    <a:pt x="2178279" y="308782"/>
                  </a:lnTo>
                  <a:lnTo>
                    <a:pt x="2172019" y="308782"/>
                  </a:lnTo>
                  <a:lnTo>
                    <a:pt x="2165760" y="308782"/>
                  </a:lnTo>
                  <a:lnTo>
                    <a:pt x="2159501" y="308782"/>
                  </a:lnTo>
                  <a:lnTo>
                    <a:pt x="2153241" y="308782"/>
                  </a:lnTo>
                  <a:lnTo>
                    <a:pt x="2146982" y="308782"/>
                  </a:lnTo>
                  <a:lnTo>
                    <a:pt x="2140722" y="308782"/>
                  </a:lnTo>
                  <a:lnTo>
                    <a:pt x="2134463" y="308782"/>
                  </a:lnTo>
                  <a:lnTo>
                    <a:pt x="2128203" y="308782"/>
                  </a:lnTo>
                  <a:lnTo>
                    <a:pt x="2121944" y="308782"/>
                  </a:lnTo>
                  <a:lnTo>
                    <a:pt x="2115685" y="308782"/>
                  </a:lnTo>
                  <a:lnTo>
                    <a:pt x="2109425" y="308782"/>
                  </a:lnTo>
                  <a:lnTo>
                    <a:pt x="2103166" y="308782"/>
                  </a:lnTo>
                  <a:lnTo>
                    <a:pt x="2096906" y="308782"/>
                  </a:lnTo>
                  <a:lnTo>
                    <a:pt x="2090647" y="308782"/>
                  </a:lnTo>
                  <a:lnTo>
                    <a:pt x="2084388" y="308782"/>
                  </a:lnTo>
                  <a:lnTo>
                    <a:pt x="2078128" y="308782"/>
                  </a:lnTo>
                  <a:lnTo>
                    <a:pt x="2071869" y="308782"/>
                  </a:lnTo>
                  <a:lnTo>
                    <a:pt x="2065609" y="308782"/>
                  </a:lnTo>
                  <a:lnTo>
                    <a:pt x="2059350" y="308782"/>
                  </a:lnTo>
                  <a:lnTo>
                    <a:pt x="2053090" y="308782"/>
                  </a:lnTo>
                  <a:lnTo>
                    <a:pt x="2046831" y="308782"/>
                  </a:lnTo>
                  <a:lnTo>
                    <a:pt x="2040572" y="308782"/>
                  </a:lnTo>
                  <a:lnTo>
                    <a:pt x="2034312" y="308782"/>
                  </a:lnTo>
                  <a:lnTo>
                    <a:pt x="2028053" y="308782"/>
                  </a:lnTo>
                  <a:lnTo>
                    <a:pt x="2021793" y="308782"/>
                  </a:lnTo>
                  <a:lnTo>
                    <a:pt x="2015534" y="308782"/>
                  </a:lnTo>
                  <a:lnTo>
                    <a:pt x="2009274" y="308782"/>
                  </a:lnTo>
                  <a:lnTo>
                    <a:pt x="2003015" y="308782"/>
                  </a:lnTo>
                  <a:lnTo>
                    <a:pt x="1996756" y="308782"/>
                  </a:lnTo>
                  <a:lnTo>
                    <a:pt x="1990496" y="308782"/>
                  </a:lnTo>
                  <a:lnTo>
                    <a:pt x="1984237" y="308782"/>
                  </a:lnTo>
                  <a:lnTo>
                    <a:pt x="1977977" y="308782"/>
                  </a:lnTo>
                  <a:lnTo>
                    <a:pt x="1971718" y="308782"/>
                  </a:lnTo>
                  <a:lnTo>
                    <a:pt x="1965458" y="308782"/>
                  </a:lnTo>
                  <a:lnTo>
                    <a:pt x="1959199" y="308782"/>
                  </a:lnTo>
                  <a:lnTo>
                    <a:pt x="1952940" y="308782"/>
                  </a:lnTo>
                  <a:lnTo>
                    <a:pt x="1946680" y="308782"/>
                  </a:lnTo>
                  <a:lnTo>
                    <a:pt x="1940421" y="308782"/>
                  </a:lnTo>
                  <a:lnTo>
                    <a:pt x="1934161" y="308782"/>
                  </a:lnTo>
                  <a:lnTo>
                    <a:pt x="1927902" y="308782"/>
                  </a:lnTo>
                  <a:lnTo>
                    <a:pt x="1921642" y="308782"/>
                  </a:lnTo>
                  <a:lnTo>
                    <a:pt x="1915383" y="308782"/>
                  </a:lnTo>
                  <a:lnTo>
                    <a:pt x="1909124" y="308782"/>
                  </a:lnTo>
                  <a:lnTo>
                    <a:pt x="1902864" y="308782"/>
                  </a:lnTo>
                  <a:lnTo>
                    <a:pt x="1896605" y="308782"/>
                  </a:lnTo>
                  <a:lnTo>
                    <a:pt x="1890345" y="308782"/>
                  </a:lnTo>
                  <a:lnTo>
                    <a:pt x="1884086" y="308782"/>
                  </a:lnTo>
                  <a:lnTo>
                    <a:pt x="1877827" y="308782"/>
                  </a:lnTo>
                  <a:lnTo>
                    <a:pt x="1871567" y="308782"/>
                  </a:lnTo>
                  <a:lnTo>
                    <a:pt x="1865308" y="308782"/>
                  </a:lnTo>
                  <a:lnTo>
                    <a:pt x="1859048" y="308782"/>
                  </a:lnTo>
                  <a:lnTo>
                    <a:pt x="1852789" y="308782"/>
                  </a:lnTo>
                  <a:lnTo>
                    <a:pt x="1846529" y="308782"/>
                  </a:lnTo>
                  <a:lnTo>
                    <a:pt x="1840270" y="308782"/>
                  </a:lnTo>
                  <a:lnTo>
                    <a:pt x="1834011" y="308782"/>
                  </a:lnTo>
                  <a:lnTo>
                    <a:pt x="1827751" y="308782"/>
                  </a:lnTo>
                  <a:lnTo>
                    <a:pt x="1821492" y="308782"/>
                  </a:lnTo>
                  <a:lnTo>
                    <a:pt x="1815232" y="308782"/>
                  </a:lnTo>
                  <a:lnTo>
                    <a:pt x="1808973" y="308782"/>
                  </a:lnTo>
                  <a:lnTo>
                    <a:pt x="1802713" y="308782"/>
                  </a:lnTo>
                  <a:lnTo>
                    <a:pt x="1796454" y="308782"/>
                  </a:lnTo>
                  <a:lnTo>
                    <a:pt x="1790195" y="308782"/>
                  </a:lnTo>
                  <a:lnTo>
                    <a:pt x="1783935" y="308782"/>
                  </a:lnTo>
                  <a:lnTo>
                    <a:pt x="1777676" y="308782"/>
                  </a:lnTo>
                  <a:lnTo>
                    <a:pt x="1771416" y="308782"/>
                  </a:lnTo>
                  <a:lnTo>
                    <a:pt x="1765157" y="308782"/>
                  </a:lnTo>
                  <a:lnTo>
                    <a:pt x="1758897" y="308782"/>
                  </a:lnTo>
                  <a:lnTo>
                    <a:pt x="1752638" y="308782"/>
                  </a:lnTo>
                  <a:lnTo>
                    <a:pt x="1746379" y="308782"/>
                  </a:lnTo>
                  <a:lnTo>
                    <a:pt x="1740119" y="308782"/>
                  </a:lnTo>
                  <a:lnTo>
                    <a:pt x="1733860" y="308782"/>
                  </a:lnTo>
                  <a:lnTo>
                    <a:pt x="1727600" y="308782"/>
                  </a:lnTo>
                  <a:lnTo>
                    <a:pt x="1721341" y="308782"/>
                  </a:lnTo>
                  <a:lnTo>
                    <a:pt x="1715082" y="308782"/>
                  </a:lnTo>
                  <a:lnTo>
                    <a:pt x="1708822" y="308782"/>
                  </a:lnTo>
                  <a:lnTo>
                    <a:pt x="1702563" y="308782"/>
                  </a:lnTo>
                  <a:lnTo>
                    <a:pt x="1696303" y="308782"/>
                  </a:lnTo>
                  <a:lnTo>
                    <a:pt x="1690044" y="308782"/>
                  </a:lnTo>
                  <a:lnTo>
                    <a:pt x="1683784" y="308782"/>
                  </a:lnTo>
                  <a:lnTo>
                    <a:pt x="1677525" y="308782"/>
                  </a:lnTo>
                  <a:lnTo>
                    <a:pt x="1671266" y="308782"/>
                  </a:lnTo>
                  <a:lnTo>
                    <a:pt x="1665006" y="308782"/>
                  </a:lnTo>
                  <a:lnTo>
                    <a:pt x="1658747" y="308782"/>
                  </a:lnTo>
                  <a:lnTo>
                    <a:pt x="1652487" y="308782"/>
                  </a:lnTo>
                  <a:lnTo>
                    <a:pt x="1646228" y="308782"/>
                  </a:lnTo>
                  <a:lnTo>
                    <a:pt x="1639968" y="308782"/>
                  </a:lnTo>
                  <a:lnTo>
                    <a:pt x="1633709" y="308782"/>
                  </a:lnTo>
                  <a:lnTo>
                    <a:pt x="1627450" y="308782"/>
                  </a:lnTo>
                  <a:lnTo>
                    <a:pt x="1621190" y="308782"/>
                  </a:lnTo>
                  <a:lnTo>
                    <a:pt x="1614931" y="308782"/>
                  </a:lnTo>
                  <a:lnTo>
                    <a:pt x="1608671" y="308782"/>
                  </a:lnTo>
                  <a:lnTo>
                    <a:pt x="1602412" y="308782"/>
                  </a:lnTo>
                  <a:lnTo>
                    <a:pt x="1596152" y="308782"/>
                  </a:lnTo>
                  <a:lnTo>
                    <a:pt x="1589893" y="308782"/>
                  </a:lnTo>
                  <a:lnTo>
                    <a:pt x="1583634" y="308782"/>
                  </a:lnTo>
                  <a:lnTo>
                    <a:pt x="1577374" y="308782"/>
                  </a:lnTo>
                  <a:lnTo>
                    <a:pt x="1571115" y="308782"/>
                  </a:lnTo>
                  <a:lnTo>
                    <a:pt x="1564855" y="308782"/>
                  </a:lnTo>
                  <a:lnTo>
                    <a:pt x="1558596" y="308782"/>
                  </a:lnTo>
                  <a:lnTo>
                    <a:pt x="1552337" y="308782"/>
                  </a:lnTo>
                  <a:lnTo>
                    <a:pt x="1546077" y="308782"/>
                  </a:lnTo>
                  <a:lnTo>
                    <a:pt x="1539818" y="308782"/>
                  </a:lnTo>
                  <a:lnTo>
                    <a:pt x="1533558" y="308782"/>
                  </a:lnTo>
                  <a:lnTo>
                    <a:pt x="1527299" y="308782"/>
                  </a:lnTo>
                  <a:lnTo>
                    <a:pt x="1521039" y="308782"/>
                  </a:lnTo>
                  <a:lnTo>
                    <a:pt x="1514780" y="308782"/>
                  </a:lnTo>
                  <a:lnTo>
                    <a:pt x="1508521" y="308782"/>
                  </a:lnTo>
                  <a:lnTo>
                    <a:pt x="1502261" y="308782"/>
                  </a:lnTo>
                  <a:lnTo>
                    <a:pt x="1496002" y="308782"/>
                  </a:lnTo>
                  <a:lnTo>
                    <a:pt x="1489742" y="308782"/>
                  </a:lnTo>
                  <a:lnTo>
                    <a:pt x="1483483" y="308782"/>
                  </a:lnTo>
                  <a:lnTo>
                    <a:pt x="1477223" y="308782"/>
                  </a:lnTo>
                  <a:lnTo>
                    <a:pt x="1470964" y="308782"/>
                  </a:lnTo>
                  <a:lnTo>
                    <a:pt x="1464705" y="308782"/>
                  </a:lnTo>
                  <a:lnTo>
                    <a:pt x="1458445" y="308782"/>
                  </a:lnTo>
                  <a:lnTo>
                    <a:pt x="1452186" y="308782"/>
                  </a:lnTo>
                  <a:lnTo>
                    <a:pt x="1445926" y="308782"/>
                  </a:lnTo>
                  <a:lnTo>
                    <a:pt x="1439667" y="308782"/>
                  </a:lnTo>
                  <a:lnTo>
                    <a:pt x="1433407" y="308782"/>
                  </a:lnTo>
                  <a:lnTo>
                    <a:pt x="1427148" y="308782"/>
                  </a:lnTo>
                  <a:lnTo>
                    <a:pt x="1420889" y="308782"/>
                  </a:lnTo>
                  <a:lnTo>
                    <a:pt x="1414629" y="308782"/>
                  </a:lnTo>
                  <a:lnTo>
                    <a:pt x="1408370" y="308782"/>
                  </a:lnTo>
                  <a:lnTo>
                    <a:pt x="1402110" y="308782"/>
                  </a:lnTo>
                  <a:lnTo>
                    <a:pt x="1395851" y="308782"/>
                  </a:lnTo>
                  <a:lnTo>
                    <a:pt x="1389592" y="308782"/>
                  </a:lnTo>
                  <a:lnTo>
                    <a:pt x="1383332" y="308782"/>
                  </a:lnTo>
                  <a:lnTo>
                    <a:pt x="1377073" y="308782"/>
                  </a:lnTo>
                  <a:lnTo>
                    <a:pt x="1370813" y="308782"/>
                  </a:lnTo>
                  <a:lnTo>
                    <a:pt x="1364554" y="308782"/>
                  </a:lnTo>
                  <a:lnTo>
                    <a:pt x="1358294" y="308782"/>
                  </a:lnTo>
                  <a:lnTo>
                    <a:pt x="1352035" y="308782"/>
                  </a:lnTo>
                  <a:lnTo>
                    <a:pt x="1345776" y="308782"/>
                  </a:lnTo>
                  <a:lnTo>
                    <a:pt x="1339516" y="308782"/>
                  </a:lnTo>
                  <a:lnTo>
                    <a:pt x="1333257" y="308782"/>
                  </a:lnTo>
                  <a:lnTo>
                    <a:pt x="1326997" y="308782"/>
                  </a:lnTo>
                  <a:lnTo>
                    <a:pt x="1320738" y="308782"/>
                  </a:lnTo>
                  <a:lnTo>
                    <a:pt x="1314478" y="308782"/>
                  </a:lnTo>
                  <a:lnTo>
                    <a:pt x="1308219" y="308782"/>
                  </a:lnTo>
                  <a:lnTo>
                    <a:pt x="1301960" y="308782"/>
                  </a:lnTo>
                  <a:lnTo>
                    <a:pt x="1295700" y="308782"/>
                  </a:lnTo>
                  <a:lnTo>
                    <a:pt x="1289441" y="308782"/>
                  </a:lnTo>
                  <a:lnTo>
                    <a:pt x="1283181" y="308782"/>
                  </a:lnTo>
                  <a:lnTo>
                    <a:pt x="1276922" y="308782"/>
                  </a:lnTo>
                  <a:lnTo>
                    <a:pt x="1270662" y="308782"/>
                  </a:lnTo>
                  <a:lnTo>
                    <a:pt x="1264403" y="308782"/>
                  </a:lnTo>
                  <a:lnTo>
                    <a:pt x="1258144" y="308782"/>
                  </a:lnTo>
                  <a:lnTo>
                    <a:pt x="1251884" y="308782"/>
                  </a:lnTo>
                  <a:lnTo>
                    <a:pt x="1245625" y="308782"/>
                  </a:lnTo>
                  <a:lnTo>
                    <a:pt x="1239365" y="308782"/>
                  </a:lnTo>
                  <a:lnTo>
                    <a:pt x="1233106" y="308782"/>
                  </a:lnTo>
                  <a:lnTo>
                    <a:pt x="1226846" y="308782"/>
                  </a:lnTo>
                  <a:lnTo>
                    <a:pt x="1220587" y="308782"/>
                  </a:lnTo>
                  <a:lnTo>
                    <a:pt x="1214328" y="308782"/>
                  </a:lnTo>
                  <a:lnTo>
                    <a:pt x="1208068" y="308782"/>
                  </a:lnTo>
                  <a:lnTo>
                    <a:pt x="1201809" y="308782"/>
                  </a:lnTo>
                  <a:lnTo>
                    <a:pt x="1195549" y="308782"/>
                  </a:lnTo>
                  <a:lnTo>
                    <a:pt x="1189290" y="308782"/>
                  </a:lnTo>
                  <a:lnTo>
                    <a:pt x="1183031" y="308782"/>
                  </a:lnTo>
                  <a:lnTo>
                    <a:pt x="1176771" y="308782"/>
                  </a:lnTo>
                  <a:lnTo>
                    <a:pt x="1170512" y="308782"/>
                  </a:lnTo>
                  <a:lnTo>
                    <a:pt x="1164252" y="308782"/>
                  </a:lnTo>
                  <a:lnTo>
                    <a:pt x="1157993" y="308782"/>
                  </a:lnTo>
                  <a:lnTo>
                    <a:pt x="1151733" y="308782"/>
                  </a:lnTo>
                  <a:lnTo>
                    <a:pt x="1145474" y="308782"/>
                  </a:lnTo>
                  <a:lnTo>
                    <a:pt x="1139215" y="308782"/>
                  </a:lnTo>
                  <a:lnTo>
                    <a:pt x="1132955" y="308782"/>
                  </a:lnTo>
                  <a:lnTo>
                    <a:pt x="1126696" y="308782"/>
                  </a:lnTo>
                  <a:lnTo>
                    <a:pt x="1120436" y="308782"/>
                  </a:lnTo>
                  <a:lnTo>
                    <a:pt x="1114177" y="308782"/>
                  </a:lnTo>
                  <a:lnTo>
                    <a:pt x="1107917" y="308782"/>
                  </a:lnTo>
                  <a:lnTo>
                    <a:pt x="1101658" y="308782"/>
                  </a:lnTo>
                  <a:lnTo>
                    <a:pt x="1095399" y="308782"/>
                  </a:lnTo>
                  <a:lnTo>
                    <a:pt x="1089139" y="308782"/>
                  </a:lnTo>
                  <a:lnTo>
                    <a:pt x="1082880" y="308782"/>
                  </a:lnTo>
                  <a:lnTo>
                    <a:pt x="1076620" y="308782"/>
                  </a:lnTo>
                  <a:lnTo>
                    <a:pt x="1070361" y="308782"/>
                  </a:lnTo>
                  <a:lnTo>
                    <a:pt x="1064101" y="308782"/>
                  </a:lnTo>
                  <a:lnTo>
                    <a:pt x="1057842" y="308782"/>
                  </a:lnTo>
                  <a:lnTo>
                    <a:pt x="1051583" y="308782"/>
                  </a:lnTo>
                  <a:lnTo>
                    <a:pt x="1045323" y="308782"/>
                  </a:lnTo>
                  <a:lnTo>
                    <a:pt x="1039064" y="308782"/>
                  </a:lnTo>
                  <a:lnTo>
                    <a:pt x="1032804" y="308782"/>
                  </a:lnTo>
                  <a:lnTo>
                    <a:pt x="1026545" y="308782"/>
                  </a:lnTo>
                  <a:lnTo>
                    <a:pt x="1020286" y="308782"/>
                  </a:lnTo>
                  <a:lnTo>
                    <a:pt x="1014026" y="308782"/>
                  </a:lnTo>
                  <a:lnTo>
                    <a:pt x="1007767" y="308782"/>
                  </a:lnTo>
                  <a:lnTo>
                    <a:pt x="1001507" y="308782"/>
                  </a:lnTo>
                  <a:lnTo>
                    <a:pt x="995248" y="308782"/>
                  </a:lnTo>
                  <a:lnTo>
                    <a:pt x="988988" y="308782"/>
                  </a:lnTo>
                  <a:lnTo>
                    <a:pt x="982729" y="308782"/>
                  </a:lnTo>
                  <a:lnTo>
                    <a:pt x="976470" y="308782"/>
                  </a:lnTo>
                  <a:lnTo>
                    <a:pt x="970210" y="308782"/>
                  </a:lnTo>
                  <a:lnTo>
                    <a:pt x="963951" y="308782"/>
                  </a:lnTo>
                  <a:lnTo>
                    <a:pt x="957691" y="308782"/>
                  </a:lnTo>
                  <a:lnTo>
                    <a:pt x="951432" y="308782"/>
                  </a:lnTo>
                  <a:lnTo>
                    <a:pt x="945172" y="308782"/>
                  </a:lnTo>
                  <a:lnTo>
                    <a:pt x="938913" y="308782"/>
                  </a:lnTo>
                  <a:lnTo>
                    <a:pt x="932654" y="308782"/>
                  </a:lnTo>
                  <a:lnTo>
                    <a:pt x="926394" y="308782"/>
                  </a:lnTo>
                  <a:lnTo>
                    <a:pt x="920135" y="308782"/>
                  </a:lnTo>
                  <a:lnTo>
                    <a:pt x="913875" y="308782"/>
                  </a:lnTo>
                  <a:lnTo>
                    <a:pt x="907616" y="308782"/>
                  </a:lnTo>
                  <a:lnTo>
                    <a:pt x="901356" y="308782"/>
                  </a:lnTo>
                  <a:lnTo>
                    <a:pt x="895097" y="308782"/>
                  </a:lnTo>
                  <a:lnTo>
                    <a:pt x="888838" y="308782"/>
                  </a:lnTo>
                  <a:lnTo>
                    <a:pt x="882578" y="308782"/>
                  </a:lnTo>
                  <a:lnTo>
                    <a:pt x="876319" y="308782"/>
                  </a:lnTo>
                  <a:lnTo>
                    <a:pt x="870059" y="308782"/>
                  </a:lnTo>
                  <a:lnTo>
                    <a:pt x="863800" y="308782"/>
                  </a:lnTo>
                  <a:lnTo>
                    <a:pt x="857541" y="308782"/>
                  </a:lnTo>
                  <a:lnTo>
                    <a:pt x="851281" y="308782"/>
                  </a:lnTo>
                  <a:lnTo>
                    <a:pt x="845022" y="308782"/>
                  </a:lnTo>
                  <a:lnTo>
                    <a:pt x="838762" y="308782"/>
                  </a:lnTo>
                  <a:lnTo>
                    <a:pt x="832503" y="308782"/>
                  </a:lnTo>
                  <a:lnTo>
                    <a:pt x="826243" y="308782"/>
                  </a:lnTo>
                  <a:lnTo>
                    <a:pt x="819984" y="308782"/>
                  </a:lnTo>
                  <a:lnTo>
                    <a:pt x="813725" y="308782"/>
                  </a:lnTo>
                  <a:lnTo>
                    <a:pt x="807465" y="308782"/>
                  </a:lnTo>
                  <a:lnTo>
                    <a:pt x="801206" y="308782"/>
                  </a:lnTo>
                  <a:lnTo>
                    <a:pt x="794946" y="308782"/>
                  </a:lnTo>
                  <a:lnTo>
                    <a:pt x="788687" y="308782"/>
                  </a:lnTo>
                  <a:lnTo>
                    <a:pt x="782427" y="308782"/>
                  </a:lnTo>
                  <a:lnTo>
                    <a:pt x="776168" y="308782"/>
                  </a:lnTo>
                  <a:lnTo>
                    <a:pt x="769909" y="308782"/>
                  </a:lnTo>
                  <a:lnTo>
                    <a:pt x="763649" y="308782"/>
                  </a:lnTo>
                  <a:lnTo>
                    <a:pt x="757390" y="308782"/>
                  </a:lnTo>
                  <a:lnTo>
                    <a:pt x="751130" y="308782"/>
                  </a:lnTo>
                  <a:lnTo>
                    <a:pt x="744871" y="308782"/>
                  </a:lnTo>
                  <a:lnTo>
                    <a:pt x="738611" y="308782"/>
                  </a:lnTo>
                  <a:lnTo>
                    <a:pt x="732352" y="308782"/>
                  </a:lnTo>
                  <a:lnTo>
                    <a:pt x="726093" y="308782"/>
                  </a:lnTo>
                  <a:lnTo>
                    <a:pt x="719833" y="308782"/>
                  </a:lnTo>
                  <a:lnTo>
                    <a:pt x="713574" y="308782"/>
                  </a:lnTo>
                  <a:lnTo>
                    <a:pt x="707314" y="308782"/>
                  </a:lnTo>
                  <a:lnTo>
                    <a:pt x="701055" y="308782"/>
                  </a:lnTo>
                  <a:lnTo>
                    <a:pt x="694796" y="308782"/>
                  </a:lnTo>
                  <a:lnTo>
                    <a:pt x="688536" y="308782"/>
                  </a:lnTo>
                  <a:lnTo>
                    <a:pt x="682277" y="308782"/>
                  </a:lnTo>
                  <a:lnTo>
                    <a:pt x="676017" y="308782"/>
                  </a:lnTo>
                  <a:lnTo>
                    <a:pt x="669758" y="308782"/>
                  </a:lnTo>
                  <a:lnTo>
                    <a:pt x="663498" y="308782"/>
                  </a:lnTo>
                  <a:lnTo>
                    <a:pt x="657239" y="308782"/>
                  </a:lnTo>
                  <a:lnTo>
                    <a:pt x="650980" y="308782"/>
                  </a:lnTo>
                  <a:lnTo>
                    <a:pt x="644720" y="308782"/>
                  </a:lnTo>
                  <a:lnTo>
                    <a:pt x="638461" y="308782"/>
                  </a:lnTo>
                  <a:lnTo>
                    <a:pt x="632201" y="308782"/>
                  </a:lnTo>
                  <a:lnTo>
                    <a:pt x="625942" y="308782"/>
                  </a:lnTo>
                  <a:lnTo>
                    <a:pt x="619682" y="308782"/>
                  </a:lnTo>
                  <a:lnTo>
                    <a:pt x="613423" y="308782"/>
                  </a:lnTo>
                  <a:lnTo>
                    <a:pt x="607164" y="308782"/>
                  </a:lnTo>
                  <a:lnTo>
                    <a:pt x="600904" y="308782"/>
                  </a:lnTo>
                  <a:lnTo>
                    <a:pt x="594645" y="308782"/>
                  </a:lnTo>
                  <a:lnTo>
                    <a:pt x="588385" y="308782"/>
                  </a:lnTo>
                  <a:lnTo>
                    <a:pt x="582126" y="308782"/>
                  </a:lnTo>
                  <a:lnTo>
                    <a:pt x="575866" y="308782"/>
                  </a:lnTo>
                  <a:lnTo>
                    <a:pt x="569607" y="308782"/>
                  </a:lnTo>
                  <a:lnTo>
                    <a:pt x="563348" y="308782"/>
                  </a:lnTo>
                  <a:lnTo>
                    <a:pt x="557088" y="308782"/>
                  </a:lnTo>
                  <a:lnTo>
                    <a:pt x="550829" y="308782"/>
                  </a:lnTo>
                  <a:lnTo>
                    <a:pt x="544569" y="308782"/>
                  </a:lnTo>
                  <a:lnTo>
                    <a:pt x="538310" y="308782"/>
                  </a:lnTo>
                  <a:lnTo>
                    <a:pt x="532050" y="308782"/>
                  </a:lnTo>
                  <a:lnTo>
                    <a:pt x="525791" y="308782"/>
                  </a:lnTo>
                  <a:lnTo>
                    <a:pt x="519532" y="308782"/>
                  </a:lnTo>
                  <a:lnTo>
                    <a:pt x="513272" y="308782"/>
                  </a:lnTo>
                  <a:lnTo>
                    <a:pt x="507013" y="308782"/>
                  </a:lnTo>
                  <a:lnTo>
                    <a:pt x="500753" y="308782"/>
                  </a:lnTo>
                  <a:lnTo>
                    <a:pt x="494494" y="308782"/>
                  </a:lnTo>
                  <a:lnTo>
                    <a:pt x="488235" y="308782"/>
                  </a:lnTo>
                  <a:lnTo>
                    <a:pt x="481975" y="308782"/>
                  </a:lnTo>
                  <a:lnTo>
                    <a:pt x="475716" y="308782"/>
                  </a:lnTo>
                  <a:lnTo>
                    <a:pt x="469456" y="308782"/>
                  </a:lnTo>
                  <a:lnTo>
                    <a:pt x="463197" y="308782"/>
                  </a:lnTo>
                  <a:lnTo>
                    <a:pt x="456937" y="308782"/>
                  </a:lnTo>
                  <a:lnTo>
                    <a:pt x="450678" y="308782"/>
                  </a:lnTo>
                  <a:lnTo>
                    <a:pt x="444419" y="308782"/>
                  </a:lnTo>
                  <a:lnTo>
                    <a:pt x="438159" y="308782"/>
                  </a:lnTo>
                  <a:lnTo>
                    <a:pt x="431900" y="308782"/>
                  </a:lnTo>
                  <a:lnTo>
                    <a:pt x="425640" y="308782"/>
                  </a:lnTo>
                  <a:lnTo>
                    <a:pt x="419381" y="308782"/>
                  </a:lnTo>
                  <a:lnTo>
                    <a:pt x="413121" y="308782"/>
                  </a:lnTo>
                  <a:lnTo>
                    <a:pt x="406862" y="308782"/>
                  </a:lnTo>
                  <a:lnTo>
                    <a:pt x="400603" y="308782"/>
                  </a:lnTo>
                  <a:lnTo>
                    <a:pt x="394343" y="308782"/>
                  </a:lnTo>
                  <a:lnTo>
                    <a:pt x="388084" y="308782"/>
                  </a:lnTo>
                  <a:lnTo>
                    <a:pt x="381824" y="308782"/>
                  </a:lnTo>
                  <a:lnTo>
                    <a:pt x="375565" y="308782"/>
                  </a:lnTo>
                  <a:lnTo>
                    <a:pt x="369305" y="308782"/>
                  </a:lnTo>
                  <a:lnTo>
                    <a:pt x="363046" y="308782"/>
                  </a:lnTo>
                  <a:lnTo>
                    <a:pt x="356787" y="308782"/>
                  </a:lnTo>
                  <a:lnTo>
                    <a:pt x="350527" y="308782"/>
                  </a:lnTo>
                  <a:lnTo>
                    <a:pt x="344268" y="308782"/>
                  </a:lnTo>
                  <a:lnTo>
                    <a:pt x="338008" y="308782"/>
                  </a:lnTo>
                  <a:lnTo>
                    <a:pt x="331749" y="308782"/>
                  </a:lnTo>
                  <a:lnTo>
                    <a:pt x="325490" y="308782"/>
                  </a:lnTo>
                  <a:lnTo>
                    <a:pt x="319230" y="308782"/>
                  </a:lnTo>
                  <a:lnTo>
                    <a:pt x="312971" y="308782"/>
                  </a:lnTo>
                  <a:lnTo>
                    <a:pt x="306711" y="308782"/>
                  </a:lnTo>
                  <a:lnTo>
                    <a:pt x="300452" y="308782"/>
                  </a:lnTo>
                  <a:lnTo>
                    <a:pt x="294192" y="308782"/>
                  </a:lnTo>
                  <a:lnTo>
                    <a:pt x="287933" y="308782"/>
                  </a:lnTo>
                  <a:lnTo>
                    <a:pt x="281674" y="308782"/>
                  </a:lnTo>
                  <a:lnTo>
                    <a:pt x="275414" y="308782"/>
                  </a:lnTo>
                  <a:lnTo>
                    <a:pt x="269155" y="308782"/>
                  </a:lnTo>
                  <a:lnTo>
                    <a:pt x="262895" y="308782"/>
                  </a:lnTo>
                  <a:lnTo>
                    <a:pt x="256636" y="308782"/>
                  </a:lnTo>
                  <a:lnTo>
                    <a:pt x="250376" y="308782"/>
                  </a:lnTo>
                  <a:lnTo>
                    <a:pt x="244117" y="308782"/>
                  </a:lnTo>
                  <a:lnTo>
                    <a:pt x="237858" y="308782"/>
                  </a:lnTo>
                  <a:lnTo>
                    <a:pt x="231598" y="308782"/>
                  </a:lnTo>
                  <a:lnTo>
                    <a:pt x="225339" y="308782"/>
                  </a:lnTo>
                  <a:lnTo>
                    <a:pt x="219079" y="308782"/>
                  </a:lnTo>
                  <a:lnTo>
                    <a:pt x="212820" y="308782"/>
                  </a:lnTo>
                  <a:lnTo>
                    <a:pt x="206560" y="308782"/>
                  </a:lnTo>
                  <a:lnTo>
                    <a:pt x="200301" y="308782"/>
                  </a:lnTo>
                  <a:lnTo>
                    <a:pt x="194042" y="308782"/>
                  </a:lnTo>
                  <a:lnTo>
                    <a:pt x="187782" y="308782"/>
                  </a:lnTo>
                  <a:lnTo>
                    <a:pt x="181523" y="308782"/>
                  </a:lnTo>
                  <a:lnTo>
                    <a:pt x="175263" y="308782"/>
                  </a:lnTo>
                  <a:lnTo>
                    <a:pt x="169004" y="308782"/>
                  </a:lnTo>
                  <a:lnTo>
                    <a:pt x="162745" y="308782"/>
                  </a:lnTo>
                  <a:lnTo>
                    <a:pt x="156485" y="308782"/>
                  </a:lnTo>
                  <a:lnTo>
                    <a:pt x="150226" y="308782"/>
                  </a:lnTo>
                  <a:lnTo>
                    <a:pt x="143966" y="308782"/>
                  </a:lnTo>
                  <a:lnTo>
                    <a:pt x="137707" y="308782"/>
                  </a:lnTo>
                  <a:lnTo>
                    <a:pt x="131447" y="308782"/>
                  </a:lnTo>
                  <a:lnTo>
                    <a:pt x="125188" y="308782"/>
                  </a:lnTo>
                  <a:lnTo>
                    <a:pt x="118929" y="308782"/>
                  </a:lnTo>
                  <a:lnTo>
                    <a:pt x="112669" y="308782"/>
                  </a:lnTo>
                  <a:lnTo>
                    <a:pt x="106410" y="308782"/>
                  </a:lnTo>
                  <a:lnTo>
                    <a:pt x="100150" y="308782"/>
                  </a:lnTo>
                  <a:lnTo>
                    <a:pt x="93891" y="308782"/>
                  </a:lnTo>
                  <a:lnTo>
                    <a:pt x="87631" y="308782"/>
                  </a:lnTo>
                  <a:lnTo>
                    <a:pt x="81372" y="308782"/>
                  </a:lnTo>
                  <a:lnTo>
                    <a:pt x="75113" y="308782"/>
                  </a:lnTo>
                  <a:lnTo>
                    <a:pt x="68853" y="308782"/>
                  </a:lnTo>
                  <a:lnTo>
                    <a:pt x="62594" y="308782"/>
                  </a:lnTo>
                  <a:lnTo>
                    <a:pt x="56334" y="308782"/>
                  </a:lnTo>
                  <a:lnTo>
                    <a:pt x="50075" y="308782"/>
                  </a:lnTo>
                  <a:lnTo>
                    <a:pt x="43815" y="308782"/>
                  </a:lnTo>
                  <a:lnTo>
                    <a:pt x="37556" y="308782"/>
                  </a:lnTo>
                  <a:lnTo>
                    <a:pt x="31297" y="308782"/>
                  </a:lnTo>
                  <a:lnTo>
                    <a:pt x="25037" y="308782"/>
                  </a:lnTo>
                  <a:lnTo>
                    <a:pt x="18778" y="308782"/>
                  </a:lnTo>
                  <a:lnTo>
                    <a:pt x="12518" y="308782"/>
                  </a:lnTo>
                  <a:lnTo>
                    <a:pt x="6259" y="30878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749798" y="6222561"/>
              <a:ext cx="3198565" cy="308782"/>
            </a:xfrm>
            <a:custGeom>
              <a:avLst/>
              <a:pathLst>
                <a:path w="3198565" h="308782">
                  <a:moveTo>
                    <a:pt x="0" y="308782"/>
                  </a:moveTo>
                  <a:lnTo>
                    <a:pt x="6259" y="308782"/>
                  </a:lnTo>
                  <a:lnTo>
                    <a:pt x="12518" y="308782"/>
                  </a:lnTo>
                  <a:lnTo>
                    <a:pt x="18778" y="308782"/>
                  </a:lnTo>
                  <a:lnTo>
                    <a:pt x="25037" y="308782"/>
                  </a:lnTo>
                  <a:lnTo>
                    <a:pt x="31297" y="308782"/>
                  </a:lnTo>
                  <a:lnTo>
                    <a:pt x="37556" y="308782"/>
                  </a:lnTo>
                  <a:lnTo>
                    <a:pt x="43815" y="308782"/>
                  </a:lnTo>
                  <a:lnTo>
                    <a:pt x="50075" y="308782"/>
                  </a:lnTo>
                  <a:lnTo>
                    <a:pt x="56334" y="308782"/>
                  </a:lnTo>
                  <a:lnTo>
                    <a:pt x="62594" y="308782"/>
                  </a:lnTo>
                  <a:lnTo>
                    <a:pt x="68853" y="308782"/>
                  </a:lnTo>
                  <a:lnTo>
                    <a:pt x="75113" y="308782"/>
                  </a:lnTo>
                  <a:lnTo>
                    <a:pt x="81372" y="308782"/>
                  </a:lnTo>
                  <a:lnTo>
                    <a:pt x="87631" y="308782"/>
                  </a:lnTo>
                  <a:lnTo>
                    <a:pt x="93891" y="308782"/>
                  </a:lnTo>
                  <a:lnTo>
                    <a:pt x="100150" y="308782"/>
                  </a:lnTo>
                  <a:lnTo>
                    <a:pt x="106410" y="308782"/>
                  </a:lnTo>
                  <a:lnTo>
                    <a:pt x="112669" y="308782"/>
                  </a:lnTo>
                  <a:lnTo>
                    <a:pt x="118929" y="308782"/>
                  </a:lnTo>
                  <a:lnTo>
                    <a:pt x="125188" y="308782"/>
                  </a:lnTo>
                  <a:lnTo>
                    <a:pt x="131447" y="308782"/>
                  </a:lnTo>
                  <a:lnTo>
                    <a:pt x="137707" y="308782"/>
                  </a:lnTo>
                  <a:lnTo>
                    <a:pt x="143966" y="308782"/>
                  </a:lnTo>
                  <a:lnTo>
                    <a:pt x="150226" y="308782"/>
                  </a:lnTo>
                  <a:lnTo>
                    <a:pt x="156485" y="308782"/>
                  </a:lnTo>
                  <a:lnTo>
                    <a:pt x="162745" y="308782"/>
                  </a:lnTo>
                  <a:lnTo>
                    <a:pt x="169004" y="308782"/>
                  </a:lnTo>
                  <a:lnTo>
                    <a:pt x="175263" y="308782"/>
                  </a:lnTo>
                  <a:lnTo>
                    <a:pt x="181523" y="308782"/>
                  </a:lnTo>
                  <a:lnTo>
                    <a:pt x="187782" y="308782"/>
                  </a:lnTo>
                  <a:lnTo>
                    <a:pt x="194042" y="308782"/>
                  </a:lnTo>
                  <a:lnTo>
                    <a:pt x="200301" y="308782"/>
                  </a:lnTo>
                  <a:lnTo>
                    <a:pt x="206560" y="308782"/>
                  </a:lnTo>
                  <a:lnTo>
                    <a:pt x="212820" y="308782"/>
                  </a:lnTo>
                  <a:lnTo>
                    <a:pt x="219079" y="308782"/>
                  </a:lnTo>
                  <a:lnTo>
                    <a:pt x="225339" y="308782"/>
                  </a:lnTo>
                  <a:lnTo>
                    <a:pt x="231598" y="308782"/>
                  </a:lnTo>
                  <a:lnTo>
                    <a:pt x="237858" y="308782"/>
                  </a:lnTo>
                  <a:lnTo>
                    <a:pt x="244117" y="308782"/>
                  </a:lnTo>
                  <a:lnTo>
                    <a:pt x="250376" y="308782"/>
                  </a:lnTo>
                  <a:lnTo>
                    <a:pt x="256636" y="308782"/>
                  </a:lnTo>
                  <a:lnTo>
                    <a:pt x="262895" y="308782"/>
                  </a:lnTo>
                  <a:lnTo>
                    <a:pt x="269155" y="308782"/>
                  </a:lnTo>
                  <a:lnTo>
                    <a:pt x="275414" y="308782"/>
                  </a:lnTo>
                  <a:lnTo>
                    <a:pt x="281674" y="308782"/>
                  </a:lnTo>
                  <a:lnTo>
                    <a:pt x="287933" y="308782"/>
                  </a:lnTo>
                  <a:lnTo>
                    <a:pt x="294192" y="308782"/>
                  </a:lnTo>
                  <a:lnTo>
                    <a:pt x="300452" y="308782"/>
                  </a:lnTo>
                  <a:lnTo>
                    <a:pt x="306711" y="308782"/>
                  </a:lnTo>
                  <a:lnTo>
                    <a:pt x="312971" y="308782"/>
                  </a:lnTo>
                  <a:lnTo>
                    <a:pt x="319230" y="308782"/>
                  </a:lnTo>
                  <a:lnTo>
                    <a:pt x="325490" y="308782"/>
                  </a:lnTo>
                  <a:lnTo>
                    <a:pt x="331749" y="308782"/>
                  </a:lnTo>
                  <a:lnTo>
                    <a:pt x="338008" y="308782"/>
                  </a:lnTo>
                  <a:lnTo>
                    <a:pt x="344268" y="308782"/>
                  </a:lnTo>
                  <a:lnTo>
                    <a:pt x="350527" y="308782"/>
                  </a:lnTo>
                  <a:lnTo>
                    <a:pt x="356787" y="308782"/>
                  </a:lnTo>
                  <a:lnTo>
                    <a:pt x="363046" y="308782"/>
                  </a:lnTo>
                  <a:lnTo>
                    <a:pt x="369305" y="308782"/>
                  </a:lnTo>
                  <a:lnTo>
                    <a:pt x="375565" y="308782"/>
                  </a:lnTo>
                  <a:lnTo>
                    <a:pt x="381824" y="308782"/>
                  </a:lnTo>
                  <a:lnTo>
                    <a:pt x="388084" y="308782"/>
                  </a:lnTo>
                  <a:lnTo>
                    <a:pt x="394343" y="308782"/>
                  </a:lnTo>
                  <a:lnTo>
                    <a:pt x="400603" y="308782"/>
                  </a:lnTo>
                  <a:lnTo>
                    <a:pt x="406862" y="308782"/>
                  </a:lnTo>
                  <a:lnTo>
                    <a:pt x="413121" y="308782"/>
                  </a:lnTo>
                  <a:lnTo>
                    <a:pt x="419381" y="308782"/>
                  </a:lnTo>
                  <a:lnTo>
                    <a:pt x="425640" y="308782"/>
                  </a:lnTo>
                  <a:lnTo>
                    <a:pt x="431900" y="308782"/>
                  </a:lnTo>
                  <a:lnTo>
                    <a:pt x="438159" y="308782"/>
                  </a:lnTo>
                  <a:lnTo>
                    <a:pt x="444419" y="308782"/>
                  </a:lnTo>
                  <a:lnTo>
                    <a:pt x="450678" y="308782"/>
                  </a:lnTo>
                  <a:lnTo>
                    <a:pt x="456937" y="308782"/>
                  </a:lnTo>
                  <a:lnTo>
                    <a:pt x="463197" y="308782"/>
                  </a:lnTo>
                  <a:lnTo>
                    <a:pt x="469456" y="308782"/>
                  </a:lnTo>
                  <a:lnTo>
                    <a:pt x="475716" y="308782"/>
                  </a:lnTo>
                  <a:lnTo>
                    <a:pt x="481975" y="308782"/>
                  </a:lnTo>
                  <a:lnTo>
                    <a:pt x="488235" y="308782"/>
                  </a:lnTo>
                  <a:lnTo>
                    <a:pt x="494494" y="308782"/>
                  </a:lnTo>
                  <a:lnTo>
                    <a:pt x="500753" y="308782"/>
                  </a:lnTo>
                  <a:lnTo>
                    <a:pt x="507013" y="308782"/>
                  </a:lnTo>
                  <a:lnTo>
                    <a:pt x="513272" y="308782"/>
                  </a:lnTo>
                  <a:lnTo>
                    <a:pt x="519532" y="308782"/>
                  </a:lnTo>
                  <a:lnTo>
                    <a:pt x="525791" y="308782"/>
                  </a:lnTo>
                  <a:lnTo>
                    <a:pt x="532050" y="308782"/>
                  </a:lnTo>
                  <a:lnTo>
                    <a:pt x="538310" y="308782"/>
                  </a:lnTo>
                  <a:lnTo>
                    <a:pt x="544569" y="308782"/>
                  </a:lnTo>
                  <a:lnTo>
                    <a:pt x="550829" y="308782"/>
                  </a:lnTo>
                  <a:lnTo>
                    <a:pt x="557088" y="308782"/>
                  </a:lnTo>
                  <a:lnTo>
                    <a:pt x="563348" y="308782"/>
                  </a:lnTo>
                  <a:lnTo>
                    <a:pt x="569607" y="308782"/>
                  </a:lnTo>
                  <a:lnTo>
                    <a:pt x="575866" y="308782"/>
                  </a:lnTo>
                  <a:lnTo>
                    <a:pt x="582126" y="308782"/>
                  </a:lnTo>
                  <a:lnTo>
                    <a:pt x="588385" y="308782"/>
                  </a:lnTo>
                  <a:lnTo>
                    <a:pt x="594645" y="308782"/>
                  </a:lnTo>
                  <a:lnTo>
                    <a:pt x="600904" y="308782"/>
                  </a:lnTo>
                  <a:lnTo>
                    <a:pt x="607164" y="308782"/>
                  </a:lnTo>
                  <a:lnTo>
                    <a:pt x="613423" y="308782"/>
                  </a:lnTo>
                  <a:lnTo>
                    <a:pt x="619682" y="308782"/>
                  </a:lnTo>
                  <a:lnTo>
                    <a:pt x="625942" y="308782"/>
                  </a:lnTo>
                  <a:lnTo>
                    <a:pt x="632201" y="308782"/>
                  </a:lnTo>
                  <a:lnTo>
                    <a:pt x="638461" y="308782"/>
                  </a:lnTo>
                  <a:lnTo>
                    <a:pt x="644720" y="308782"/>
                  </a:lnTo>
                  <a:lnTo>
                    <a:pt x="650980" y="308782"/>
                  </a:lnTo>
                  <a:lnTo>
                    <a:pt x="657239" y="308782"/>
                  </a:lnTo>
                  <a:lnTo>
                    <a:pt x="663498" y="308782"/>
                  </a:lnTo>
                  <a:lnTo>
                    <a:pt x="669758" y="308782"/>
                  </a:lnTo>
                  <a:lnTo>
                    <a:pt x="676017" y="308782"/>
                  </a:lnTo>
                  <a:lnTo>
                    <a:pt x="682277" y="308782"/>
                  </a:lnTo>
                  <a:lnTo>
                    <a:pt x="688536" y="308782"/>
                  </a:lnTo>
                  <a:lnTo>
                    <a:pt x="694796" y="308782"/>
                  </a:lnTo>
                  <a:lnTo>
                    <a:pt x="701055" y="308782"/>
                  </a:lnTo>
                  <a:lnTo>
                    <a:pt x="707314" y="308782"/>
                  </a:lnTo>
                  <a:lnTo>
                    <a:pt x="713574" y="308782"/>
                  </a:lnTo>
                  <a:lnTo>
                    <a:pt x="719833" y="308782"/>
                  </a:lnTo>
                  <a:lnTo>
                    <a:pt x="726093" y="308782"/>
                  </a:lnTo>
                  <a:lnTo>
                    <a:pt x="732352" y="308782"/>
                  </a:lnTo>
                  <a:lnTo>
                    <a:pt x="738611" y="308782"/>
                  </a:lnTo>
                  <a:lnTo>
                    <a:pt x="744871" y="308782"/>
                  </a:lnTo>
                  <a:lnTo>
                    <a:pt x="751130" y="308782"/>
                  </a:lnTo>
                  <a:lnTo>
                    <a:pt x="757390" y="308782"/>
                  </a:lnTo>
                  <a:lnTo>
                    <a:pt x="763649" y="308782"/>
                  </a:lnTo>
                  <a:lnTo>
                    <a:pt x="769909" y="308782"/>
                  </a:lnTo>
                  <a:lnTo>
                    <a:pt x="776168" y="308782"/>
                  </a:lnTo>
                  <a:lnTo>
                    <a:pt x="782427" y="308782"/>
                  </a:lnTo>
                  <a:lnTo>
                    <a:pt x="788687" y="308782"/>
                  </a:lnTo>
                  <a:lnTo>
                    <a:pt x="794946" y="308782"/>
                  </a:lnTo>
                  <a:lnTo>
                    <a:pt x="801206" y="308782"/>
                  </a:lnTo>
                  <a:lnTo>
                    <a:pt x="807465" y="308782"/>
                  </a:lnTo>
                  <a:lnTo>
                    <a:pt x="813725" y="308782"/>
                  </a:lnTo>
                  <a:lnTo>
                    <a:pt x="819984" y="308782"/>
                  </a:lnTo>
                  <a:lnTo>
                    <a:pt x="826243" y="308782"/>
                  </a:lnTo>
                  <a:lnTo>
                    <a:pt x="832503" y="308782"/>
                  </a:lnTo>
                  <a:lnTo>
                    <a:pt x="838762" y="308782"/>
                  </a:lnTo>
                  <a:lnTo>
                    <a:pt x="845022" y="308782"/>
                  </a:lnTo>
                  <a:lnTo>
                    <a:pt x="851281" y="308782"/>
                  </a:lnTo>
                  <a:lnTo>
                    <a:pt x="857541" y="308782"/>
                  </a:lnTo>
                  <a:lnTo>
                    <a:pt x="863800" y="308782"/>
                  </a:lnTo>
                  <a:lnTo>
                    <a:pt x="870059" y="308782"/>
                  </a:lnTo>
                  <a:lnTo>
                    <a:pt x="876319" y="308782"/>
                  </a:lnTo>
                  <a:lnTo>
                    <a:pt x="882578" y="308782"/>
                  </a:lnTo>
                  <a:lnTo>
                    <a:pt x="888838" y="308782"/>
                  </a:lnTo>
                  <a:lnTo>
                    <a:pt x="895097" y="308782"/>
                  </a:lnTo>
                  <a:lnTo>
                    <a:pt x="901356" y="308781"/>
                  </a:lnTo>
                  <a:lnTo>
                    <a:pt x="907616" y="308781"/>
                  </a:lnTo>
                  <a:lnTo>
                    <a:pt x="913875" y="308779"/>
                  </a:lnTo>
                  <a:lnTo>
                    <a:pt x="920135" y="308776"/>
                  </a:lnTo>
                  <a:lnTo>
                    <a:pt x="926394" y="308769"/>
                  </a:lnTo>
                  <a:lnTo>
                    <a:pt x="932654" y="308756"/>
                  </a:lnTo>
                  <a:lnTo>
                    <a:pt x="938913" y="308735"/>
                  </a:lnTo>
                  <a:lnTo>
                    <a:pt x="945172" y="308699"/>
                  </a:lnTo>
                  <a:lnTo>
                    <a:pt x="951432" y="308644"/>
                  </a:lnTo>
                  <a:lnTo>
                    <a:pt x="957691" y="308563"/>
                  </a:lnTo>
                  <a:lnTo>
                    <a:pt x="963951" y="308452"/>
                  </a:lnTo>
                  <a:lnTo>
                    <a:pt x="970210" y="308310"/>
                  </a:lnTo>
                  <a:lnTo>
                    <a:pt x="976470" y="308137"/>
                  </a:lnTo>
                  <a:lnTo>
                    <a:pt x="982729" y="307943"/>
                  </a:lnTo>
                  <a:lnTo>
                    <a:pt x="988988" y="307739"/>
                  </a:lnTo>
                  <a:lnTo>
                    <a:pt x="995248" y="307541"/>
                  </a:lnTo>
                  <a:lnTo>
                    <a:pt x="1001507" y="307365"/>
                  </a:lnTo>
                  <a:lnTo>
                    <a:pt x="1007767" y="307224"/>
                  </a:lnTo>
                  <a:lnTo>
                    <a:pt x="1014026" y="307123"/>
                  </a:lnTo>
                  <a:lnTo>
                    <a:pt x="1020286" y="307058"/>
                  </a:lnTo>
                  <a:lnTo>
                    <a:pt x="1026545" y="307013"/>
                  </a:lnTo>
                  <a:lnTo>
                    <a:pt x="1032804" y="306962"/>
                  </a:lnTo>
                  <a:lnTo>
                    <a:pt x="1039064" y="306883"/>
                  </a:lnTo>
                  <a:lnTo>
                    <a:pt x="1045323" y="306756"/>
                  </a:lnTo>
                  <a:lnTo>
                    <a:pt x="1051583" y="306575"/>
                  </a:lnTo>
                  <a:lnTo>
                    <a:pt x="1057842" y="306340"/>
                  </a:lnTo>
                  <a:lnTo>
                    <a:pt x="1064101" y="306067"/>
                  </a:lnTo>
                  <a:lnTo>
                    <a:pt x="1070361" y="305776"/>
                  </a:lnTo>
                  <a:lnTo>
                    <a:pt x="1076620" y="305493"/>
                  </a:lnTo>
                  <a:lnTo>
                    <a:pt x="1082880" y="305242"/>
                  </a:lnTo>
                  <a:lnTo>
                    <a:pt x="1089139" y="305042"/>
                  </a:lnTo>
                  <a:lnTo>
                    <a:pt x="1095399" y="304905"/>
                  </a:lnTo>
                  <a:lnTo>
                    <a:pt x="1101658" y="304830"/>
                  </a:lnTo>
                  <a:lnTo>
                    <a:pt x="1107917" y="304809"/>
                  </a:lnTo>
                  <a:lnTo>
                    <a:pt x="1114177" y="304821"/>
                  </a:lnTo>
                  <a:lnTo>
                    <a:pt x="1120436" y="304837"/>
                  </a:lnTo>
                  <a:lnTo>
                    <a:pt x="1126696" y="304819"/>
                  </a:lnTo>
                  <a:lnTo>
                    <a:pt x="1132955" y="304732"/>
                  </a:lnTo>
                  <a:lnTo>
                    <a:pt x="1139215" y="304547"/>
                  </a:lnTo>
                  <a:lnTo>
                    <a:pt x="1145474" y="304245"/>
                  </a:lnTo>
                  <a:lnTo>
                    <a:pt x="1151733" y="303825"/>
                  </a:lnTo>
                  <a:lnTo>
                    <a:pt x="1157993" y="303303"/>
                  </a:lnTo>
                  <a:lnTo>
                    <a:pt x="1164252" y="302718"/>
                  </a:lnTo>
                  <a:lnTo>
                    <a:pt x="1170512" y="302119"/>
                  </a:lnTo>
                  <a:lnTo>
                    <a:pt x="1176771" y="301565"/>
                  </a:lnTo>
                  <a:lnTo>
                    <a:pt x="1183031" y="301110"/>
                  </a:lnTo>
                  <a:lnTo>
                    <a:pt x="1189290" y="300797"/>
                  </a:lnTo>
                  <a:lnTo>
                    <a:pt x="1195549" y="300644"/>
                  </a:lnTo>
                  <a:lnTo>
                    <a:pt x="1201809" y="300645"/>
                  </a:lnTo>
                  <a:lnTo>
                    <a:pt x="1208068" y="300769"/>
                  </a:lnTo>
                  <a:lnTo>
                    <a:pt x="1214328" y="300964"/>
                  </a:lnTo>
                  <a:lnTo>
                    <a:pt x="1220587" y="301166"/>
                  </a:lnTo>
                  <a:lnTo>
                    <a:pt x="1226846" y="301313"/>
                  </a:lnTo>
                  <a:lnTo>
                    <a:pt x="1233106" y="301368"/>
                  </a:lnTo>
                  <a:lnTo>
                    <a:pt x="1239365" y="301319"/>
                  </a:lnTo>
                  <a:lnTo>
                    <a:pt x="1245625" y="301178"/>
                  </a:lnTo>
                  <a:lnTo>
                    <a:pt x="1251884" y="300983"/>
                  </a:lnTo>
                  <a:lnTo>
                    <a:pt x="1258144" y="300789"/>
                  </a:lnTo>
                  <a:lnTo>
                    <a:pt x="1264403" y="300653"/>
                  </a:lnTo>
                  <a:lnTo>
                    <a:pt x="1270662" y="300627"/>
                  </a:lnTo>
                  <a:lnTo>
                    <a:pt x="1276922" y="300746"/>
                  </a:lnTo>
                  <a:lnTo>
                    <a:pt x="1283181" y="301021"/>
                  </a:lnTo>
                  <a:lnTo>
                    <a:pt x="1289441" y="301435"/>
                  </a:lnTo>
                  <a:lnTo>
                    <a:pt x="1295700" y="301950"/>
                  </a:lnTo>
                  <a:lnTo>
                    <a:pt x="1301960" y="302514"/>
                  </a:lnTo>
                  <a:lnTo>
                    <a:pt x="1308219" y="303071"/>
                  </a:lnTo>
                  <a:lnTo>
                    <a:pt x="1314478" y="303567"/>
                  </a:lnTo>
                  <a:lnTo>
                    <a:pt x="1320738" y="303976"/>
                  </a:lnTo>
                  <a:lnTo>
                    <a:pt x="1326997" y="304295"/>
                  </a:lnTo>
                  <a:lnTo>
                    <a:pt x="1333257" y="304544"/>
                  </a:lnTo>
                  <a:lnTo>
                    <a:pt x="1339516" y="304753"/>
                  </a:lnTo>
                  <a:lnTo>
                    <a:pt x="1345776" y="304954"/>
                  </a:lnTo>
                  <a:lnTo>
                    <a:pt x="1352035" y="305173"/>
                  </a:lnTo>
                  <a:lnTo>
                    <a:pt x="1358294" y="305420"/>
                  </a:lnTo>
                  <a:lnTo>
                    <a:pt x="1364554" y="305685"/>
                  </a:lnTo>
                  <a:lnTo>
                    <a:pt x="1370813" y="305940"/>
                  </a:lnTo>
                  <a:lnTo>
                    <a:pt x="1377073" y="306138"/>
                  </a:lnTo>
                  <a:lnTo>
                    <a:pt x="1383332" y="306228"/>
                  </a:lnTo>
                  <a:lnTo>
                    <a:pt x="1389592" y="306154"/>
                  </a:lnTo>
                  <a:lnTo>
                    <a:pt x="1395851" y="305865"/>
                  </a:lnTo>
                  <a:lnTo>
                    <a:pt x="1402110" y="305316"/>
                  </a:lnTo>
                  <a:lnTo>
                    <a:pt x="1408370" y="304463"/>
                  </a:lnTo>
                  <a:lnTo>
                    <a:pt x="1414629" y="303256"/>
                  </a:lnTo>
                  <a:lnTo>
                    <a:pt x="1420889" y="301665"/>
                  </a:lnTo>
                  <a:lnTo>
                    <a:pt x="1427148" y="299630"/>
                  </a:lnTo>
                  <a:lnTo>
                    <a:pt x="1433407" y="297067"/>
                  </a:lnTo>
                  <a:lnTo>
                    <a:pt x="1439667" y="293864"/>
                  </a:lnTo>
                  <a:lnTo>
                    <a:pt x="1445926" y="289881"/>
                  </a:lnTo>
                  <a:lnTo>
                    <a:pt x="1452186" y="284954"/>
                  </a:lnTo>
                  <a:lnTo>
                    <a:pt x="1458445" y="278903"/>
                  </a:lnTo>
                  <a:lnTo>
                    <a:pt x="1464705" y="271537"/>
                  </a:lnTo>
                  <a:lnTo>
                    <a:pt x="1470964" y="262671"/>
                  </a:lnTo>
                  <a:lnTo>
                    <a:pt x="1477223" y="252134"/>
                  </a:lnTo>
                  <a:lnTo>
                    <a:pt x="1483483" y="239785"/>
                  </a:lnTo>
                  <a:lnTo>
                    <a:pt x="1489742" y="225530"/>
                  </a:lnTo>
                  <a:lnTo>
                    <a:pt x="1496002" y="209345"/>
                  </a:lnTo>
                  <a:lnTo>
                    <a:pt x="1502261" y="191296"/>
                  </a:lnTo>
                  <a:lnTo>
                    <a:pt x="1508521" y="171479"/>
                  </a:lnTo>
                  <a:lnTo>
                    <a:pt x="1514780" y="150368"/>
                  </a:lnTo>
                  <a:lnTo>
                    <a:pt x="1521039" y="128459"/>
                  </a:lnTo>
                  <a:lnTo>
                    <a:pt x="1527299" y="106356"/>
                  </a:lnTo>
                  <a:lnTo>
                    <a:pt x="1533558" y="84734"/>
                  </a:lnTo>
                  <a:lnTo>
                    <a:pt x="1539818" y="64304"/>
                  </a:lnTo>
                  <a:lnTo>
                    <a:pt x="1546077" y="45756"/>
                  </a:lnTo>
                  <a:lnTo>
                    <a:pt x="1552337" y="29727"/>
                  </a:lnTo>
                  <a:lnTo>
                    <a:pt x="1558596" y="16760"/>
                  </a:lnTo>
                  <a:lnTo>
                    <a:pt x="1564855" y="7293"/>
                  </a:lnTo>
                  <a:lnTo>
                    <a:pt x="1571115" y="1643"/>
                  </a:lnTo>
                  <a:lnTo>
                    <a:pt x="1577374" y="0"/>
                  </a:lnTo>
                  <a:lnTo>
                    <a:pt x="1583634" y="2427"/>
                  </a:lnTo>
                  <a:lnTo>
                    <a:pt x="1589893" y="8858"/>
                  </a:lnTo>
                  <a:lnTo>
                    <a:pt x="1596152" y="19093"/>
                  </a:lnTo>
                  <a:lnTo>
                    <a:pt x="1602412" y="32914"/>
                  </a:lnTo>
                  <a:lnTo>
                    <a:pt x="1608671" y="49806"/>
                  </a:lnTo>
                  <a:lnTo>
                    <a:pt x="1614931" y="69070"/>
                  </a:lnTo>
                  <a:lnTo>
                    <a:pt x="1621190" y="90070"/>
                  </a:lnTo>
                  <a:lnTo>
                    <a:pt x="1627450" y="112136"/>
                  </a:lnTo>
                  <a:lnTo>
                    <a:pt x="1633709" y="134592"/>
                  </a:lnTo>
                  <a:lnTo>
                    <a:pt x="1639968" y="156796"/>
                  </a:lnTo>
                  <a:lnTo>
                    <a:pt x="1646228" y="178170"/>
                  </a:lnTo>
                  <a:lnTo>
                    <a:pt x="1652487" y="198224"/>
                  </a:lnTo>
                  <a:lnTo>
                    <a:pt x="1658747" y="216581"/>
                  </a:lnTo>
                  <a:lnTo>
                    <a:pt x="1665006" y="232984"/>
                  </a:lnTo>
                  <a:lnTo>
                    <a:pt x="1671266" y="247298"/>
                  </a:lnTo>
                  <a:lnTo>
                    <a:pt x="1677525" y="259505"/>
                  </a:lnTo>
                  <a:lnTo>
                    <a:pt x="1683784" y="269682"/>
                  </a:lnTo>
                  <a:lnTo>
                    <a:pt x="1690044" y="277984"/>
                  </a:lnTo>
                  <a:lnTo>
                    <a:pt x="1696303" y="284608"/>
                  </a:lnTo>
                  <a:lnTo>
                    <a:pt x="1702563" y="289723"/>
                  </a:lnTo>
                  <a:lnTo>
                    <a:pt x="1708822" y="293681"/>
                  </a:lnTo>
                  <a:lnTo>
                    <a:pt x="1715082" y="296708"/>
                  </a:lnTo>
                  <a:lnTo>
                    <a:pt x="1721341" y="299004"/>
                  </a:lnTo>
                  <a:lnTo>
                    <a:pt x="1727600" y="300740"/>
                  </a:lnTo>
                  <a:lnTo>
                    <a:pt x="1733860" y="302059"/>
                  </a:lnTo>
                  <a:lnTo>
                    <a:pt x="1740119" y="303071"/>
                  </a:lnTo>
                  <a:lnTo>
                    <a:pt x="1746379" y="303864"/>
                  </a:lnTo>
                  <a:lnTo>
                    <a:pt x="1752638" y="304501"/>
                  </a:lnTo>
                  <a:lnTo>
                    <a:pt x="1758897" y="305027"/>
                  </a:lnTo>
                  <a:lnTo>
                    <a:pt x="1765157" y="305473"/>
                  </a:lnTo>
                  <a:lnTo>
                    <a:pt x="1771416" y="305859"/>
                  </a:lnTo>
                  <a:lnTo>
                    <a:pt x="1777676" y="306200"/>
                  </a:lnTo>
                  <a:lnTo>
                    <a:pt x="1783935" y="306505"/>
                  </a:lnTo>
                  <a:lnTo>
                    <a:pt x="1790195" y="306780"/>
                  </a:lnTo>
                  <a:lnTo>
                    <a:pt x="1796454" y="307031"/>
                  </a:lnTo>
                  <a:lnTo>
                    <a:pt x="1802713" y="307264"/>
                  </a:lnTo>
                  <a:lnTo>
                    <a:pt x="1808973" y="307483"/>
                  </a:lnTo>
                  <a:lnTo>
                    <a:pt x="1815232" y="307690"/>
                  </a:lnTo>
                  <a:lnTo>
                    <a:pt x="1821492" y="307884"/>
                  </a:lnTo>
                  <a:lnTo>
                    <a:pt x="1827751" y="308063"/>
                  </a:lnTo>
                  <a:lnTo>
                    <a:pt x="1834011" y="308224"/>
                  </a:lnTo>
                  <a:lnTo>
                    <a:pt x="1840270" y="308364"/>
                  </a:lnTo>
                  <a:lnTo>
                    <a:pt x="1846529" y="308480"/>
                  </a:lnTo>
                  <a:lnTo>
                    <a:pt x="1852789" y="308571"/>
                  </a:lnTo>
                  <a:lnTo>
                    <a:pt x="1859048" y="308639"/>
                  </a:lnTo>
                  <a:lnTo>
                    <a:pt x="1865308" y="308685"/>
                  </a:lnTo>
                  <a:lnTo>
                    <a:pt x="1871567" y="308712"/>
                  </a:lnTo>
                  <a:lnTo>
                    <a:pt x="1877827" y="308721"/>
                  </a:lnTo>
                  <a:lnTo>
                    <a:pt x="1884086" y="308712"/>
                  </a:lnTo>
                  <a:lnTo>
                    <a:pt x="1890345" y="308687"/>
                  </a:lnTo>
                  <a:lnTo>
                    <a:pt x="1896605" y="308643"/>
                  </a:lnTo>
                  <a:lnTo>
                    <a:pt x="1902864" y="308581"/>
                  </a:lnTo>
                  <a:lnTo>
                    <a:pt x="1909124" y="308501"/>
                  </a:lnTo>
                  <a:lnTo>
                    <a:pt x="1915383" y="308408"/>
                  </a:lnTo>
                  <a:lnTo>
                    <a:pt x="1921642" y="308305"/>
                  </a:lnTo>
                  <a:lnTo>
                    <a:pt x="1927902" y="308200"/>
                  </a:lnTo>
                  <a:lnTo>
                    <a:pt x="1934161" y="308100"/>
                  </a:lnTo>
                  <a:lnTo>
                    <a:pt x="1940421" y="308007"/>
                  </a:lnTo>
                  <a:lnTo>
                    <a:pt x="1946680" y="307920"/>
                  </a:lnTo>
                  <a:lnTo>
                    <a:pt x="1952940" y="307828"/>
                  </a:lnTo>
                  <a:lnTo>
                    <a:pt x="1959199" y="307713"/>
                  </a:lnTo>
                  <a:lnTo>
                    <a:pt x="1965458" y="307547"/>
                  </a:lnTo>
                  <a:lnTo>
                    <a:pt x="1971718" y="307295"/>
                  </a:lnTo>
                  <a:lnTo>
                    <a:pt x="1977977" y="306923"/>
                  </a:lnTo>
                  <a:lnTo>
                    <a:pt x="1984237" y="306397"/>
                  </a:lnTo>
                  <a:lnTo>
                    <a:pt x="1990496" y="305680"/>
                  </a:lnTo>
                  <a:lnTo>
                    <a:pt x="1996756" y="304767"/>
                  </a:lnTo>
                  <a:lnTo>
                    <a:pt x="2003015" y="303659"/>
                  </a:lnTo>
                  <a:lnTo>
                    <a:pt x="2009274" y="302365"/>
                  </a:lnTo>
                  <a:lnTo>
                    <a:pt x="2015534" y="300898"/>
                  </a:lnTo>
                  <a:lnTo>
                    <a:pt x="2021793" y="299271"/>
                  </a:lnTo>
                  <a:lnTo>
                    <a:pt x="2028053" y="297497"/>
                  </a:lnTo>
                  <a:lnTo>
                    <a:pt x="2034312" y="295586"/>
                  </a:lnTo>
                  <a:lnTo>
                    <a:pt x="2040572" y="293548"/>
                  </a:lnTo>
                  <a:lnTo>
                    <a:pt x="2046831" y="291391"/>
                  </a:lnTo>
                  <a:lnTo>
                    <a:pt x="2053090" y="289128"/>
                  </a:lnTo>
                  <a:lnTo>
                    <a:pt x="2059350" y="286774"/>
                  </a:lnTo>
                  <a:lnTo>
                    <a:pt x="2065609" y="284348"/>
                  </a:lnTo>
                  <a:lnTo>
                    <a:pt x="2071869" y="281868"/>
                  </a:lnTo>
                  <a:lnTo>
                    <a:pt x="2078128" y="279352"/>
                  </a:lnTo>
                  <a:lnTo>
                    <a:pt x="2084388" y="276811"/>
                  </a:lnTo>
                  <a:lnTo>
                    <a:pt x="2090647" y="274260"/>
                  </a:lnTo>
                  <a:lnTo>
                    <a:pt x="2096906" y="271720"/>
                  </a:lnTo>
                  <a:lnTo>
                    <a:pt x="2103166" y="269232"/>
                  </a:lnTo>
                  <a:lnTo>
                    <a:pt x="2109425" y="266865"/>
                  </a:lnTo>
                  <a:lnTo>
                    <a:pt x="2115685" y="264722"/>
                  </a:lnTo>
                  <a:lnTo>
                    <a:pt x="2121944" y="262928"/>
                  </a:lnTo>
                  <a:lnTo>
                    <a:pt x="2128203" y="261619"/>
                  </a:lnTo>
                  <a:lnTo>
                    <a:pt x="2134463" y="260915"/>
                  </a:lnTo>
                  <a:lnTo>
                    <a:pt x="2140722" y="260897"/>
                  </a:lnTo>
                  <a:lnTo>
                    <a:pt x="2146982" y="261581"/>
                  </a:lnTo>
                  <a:lnTo>
                    <a:pt x="2153241" y="262915"/>
                  </a:lnTo>
                  <a:lnTo>
                    <a:pt x="2159501" y="264779"/>
                  </a:lnTo>
                  <a:lnTo>
                    <a:pt x="2165760" y="267002"/>
                  </a:lnTo>
                  <a:lnTo>
                    <a:pt x="2172019" y="269397"/>
                  </a:lnTo>
                  <a:lnTo>
                    <a:pt x="2178279" y="271787"/>
                  </a:lnTo>
                  <a:lnTo>
                    <a:pt x="2184538" y="274027"/>
                  </a:lnTo>
                  <a:lnTo>
                    <a:pt x="2190798" y="276068"/>
                  </a:lnTo>
                  <a:lnTo>
                    <a:pt x="2197057" y="277925"/>
                  </a:lnTo>
                  <a:lnTo>
                    <a:pt x="2203317" y="279668"/>
                  </a:lnTo>
                  <a:lnTo>
                    <a:pt x="2209576" y="281394"/>
                  </a:lnTo>
                  <a:lnTo>
                    <a:pt x="2215835" y="283202"/>
                  </a:lnTo>
                  <a:lnTo>
                    <a:pt x="2222095" y="285170"/>
                  </a:lnTo>
                  <a:lnTo>
                    <a:pt x="2228354" y="287336"/>
                  </a:lnTo>
                  <a:lnTo>
                    <a:pt x="2234614" y="289689"/>
                  </a:lnTo>
                  <a:lnTo>
                    <a:pt x="2240873" y="292175"/>
                  </a:lnTo>
                  <a:lnTo>
                    <a:pt x="2247133" y="294705"/>
                  </a:lnTo>
                  <a:lnTo>
                    <a:pt x="2253392" y="297174"/>
                  </a:lnTo>
                  <a:lnTo>
                    <a:pt x="2259651" y="299484"/>
                  </a:lnTo>
                  <a:lnTo>
                    <a:pt x="2265911" y="301551"/>
                  </a:lnTo>
                  <a:lnTo>
                    <a:pt x="2272170" y="303323"/>
                  </a:lnTo>
                  <a:lnTo>
                    <a:pt x="2278430" y="304767"/>
                  </a:lnTo>
                  <a:lnTo>
                    <a:pt x="2284689" y="305902"/>
                  </a:lnTo>
                  <a:lnTo>
                    <a:pt x="2290948" y="306770"/>
                  </a:lnTo>
                  <a:lnTo>
                    <a:pt x="2297208" y="307412"/>
                  </a:lnTo>
                  <a:lnTo>
                    <a:pt x="2303467" y="307874"/>
                  </a:lnTo>
                  <a:lnTo>
                    <a:pt x="2309727" y="308196"/>
                  </a:lnTo>
                  <a:lnTo>
                    <a:pt x="2315986" y="308415"/>
                  </a:lnTo>
                  <a:lnTo>
                    <a:pt x="2322246" y="308559"/>
                  </a:lnTo>
                  <a:lnTo>
                    <a:pt x="2328505" y="308651"/>
                  </a:lnTo>
                  <a:lnTo>
                    <a:pt x="2334764" y="308707"/>
                  </a:lnTo>
                  <a:lnTo>
                    <a:pt x="2341024" y="308741"/>
                  </a:lnTo>
                  <a:lnTo>
                    <a:pt x="2347283" y="308761"/>
                  </a:lnTo>
                  <a:lnTo>
                    <a:pt x="2353543" y="308771"/>
                  </a:lnTo>
                  <a:lnTo>
                    <a:pt x="2359802" y="308777"/>
                  </a:lnTo>
                  <a:lnTo>
                    <a:pt x="2366062" y="308780"/>
                  </a:lnTo>
                  <a:lnTo>
                    <a:pt x="2372321" y="308781"/>
                  </a:lnTo>
                  <a:lnTo>
                    <a:pt x="2378580" y="308782"/>
                  </a:lnTo>
                  <a:lnTo>
                    <a:pt x="2384840" y="308782"/>
                  </a:lnTo>
                  <a:lnTo>
                    <a:pt x="2391099" y="308782"/>
                  </a:lnTo>
                  <a:lnTo>
                    <a:pt x="2397359" y="308782"/>
                  </a:lnTo>
                  <a:lnTo>
                    <a:pt x="2403618" y="308782"/>
                  </a:lnTo>
                  <a:lnTo>
                    <a:pt x="2409878" y="308782"/>
                  </a:lnTo>
                  <a:lnTo>
                    <a:pt x="2416137" y="308782"/>
                  </a:lnTo>
                  <a:lnTo>
                    <a:pt x="2422396" y="308782"/>
                  </a:lnTo>
                  <a:lnTo>
                    <a:pt x="2428656" y="308782"/>
                  </a:lnTo>
                  <a:lnTo>
                    <a:pt x="2434915" y="308782"/>
                  </a:lnTo>
                  <a:lnTo>
                    <a:pt x="2441175" y="308782"/>
                  </a:lnTo>
                  <a:lnTo>
                    <a:pt x="2447434" y="308782"/>
                  </a:lnTo>
                  <a:lnTo>
                    <a:pt x="2453693" y="308782"/>
                  </a:lnTo>
                  <a:lnTo>
                    <a:pt x="2459953" y="308782"/>
                  </a:lnTo>
                  <a:lnTo>
                    <a:pt x="2466212" y="308782"/>
                  </a:lnTo>
                  <a:lnTo>
                    <a:pt x="2472472" y="308782"/>
                  </a:lnTo>
                  <a:lnTo>
                    <a:pt x="2478731" y="308782"/>
                  </a:lnTo>
                  <a:lnTo>
                    <a:pt x="2484991" y="308782"/>
                  </a:lnTo>
                  <a:lnTo>
                    <a:pt x="2491250" y="308782"/>
                  </a:lnTo>
                  <a:lnTo>
                    <a:pt x="2497509" y="308782"/>
                  </a:lnTo>
                  <a:lnTo>
                    <a:pt x="2503769" y="308782"/>
                  </a:lnTo>
                  <a:lnTo>
                    <a:pt x="2510028" y="308782"/>
                  </a:lnTo>
                  <a:lnTo>
                    <a:pt x="2516288" y="308782"/>
                  </a:lnTo>
                  <a:lnTo>
                    <a:pt x="2522547" y="308782"/>
                  </a:lnTo>
                  <a:lnTo>
                    <a:pt x="2528807" y="308782"/>
                  </a:lnTo>
                  <a:lnTo>
                    <a:pt x="2535066" y="308782"/>
                  </a:lnTo>
                  <a:lnTo>
                    <a:pt x="2541325" y="308782"/>
                  </a:lnTo>
                  <a:lnTo>
                    <a:pt x="2547585" y="308782"/>
                  </a:lnTo>
                  <a:lnTo>
                    <a:pt x="2553844" y="308782"/>
                  </a:lnTo>
                  <a:lnTo>
                    <a:pt x="2560104" y="308782"/>
                  </a:lnTo>
                  <a:lnTo>
                    <a:pt x="2566363" y="308782"/>
                  </a:lnTo>
                  <a:lnTo>
                    <a:pt x="2572623" y="308782"/>
                  </a:lnTo>
                  <a:lnTo>
                    <a:pt x="2578882" y="308782"/>
                  </a:lnTo>
                  <a:lnTo>
                    <a:pt x="2585141" y="308782"/>
                  </a:lnTo>
                  <a:lnTo>
                    <a:pt x="2591401" y="308782"/>
                  </a:lnTo>
                  <a:lnTo>
                    <a:pt x="2597660" y="308782"/>
                  </a:lnTo>
                  <a:lnTo>
                    <a:pt x="2603920" y="308782"/>
                  </a:lnTo>
                  <a:lnTo>
                    <a:pt x="2610179" y="308782"/>
                  </a:lnTo>
                  <a:lnTo>
                    <a:pt x="2616438" y="308782"/>
                  </a:lnTo>
                  <a:lnTo>
                    <a:pt x="2622698" y="308782"/>
                  </a:lnTo>
                  <a:lnTo>
                    <a:pt x="2628957" y="308782"/>
                  </a:lnTo>
                  <a:lnTo>
                    <a:pt x="2635217" y="308782"/>
                  </a:lnTo>
                  <a:lnTo>
                    <a:pt x="2641476" y="308782"/>
                  </a:lnTo>
                  <a:lnTo>
                    <a:pt x="2647736" y="308782"/>
                  </a:lnTo>
                  <a:lnTo>
                    <a:pt x="2653995" y="308782"/>
                  </a:lnTo>
                  <a:lnTo>
                    <a:pt x="2660254" y="308782"/>
                  </a:lnTo>
                  <a:lnTo>
                    <a:pt x="2666514" y="308782"/>
                  </a:lnTo>
                  <a:lnTo>
                    <a:pt x="2672773" y="308782"/>
                  </a:lnTo>
                  <a:lnTo>
                    <a:pt x="2679033" y="308782"/>
                  </a:lnTo>
                  <a:lnTo>
                    <a:pt x="2685292" y="308782"/>
                  </a:lnTo>
                  <a:lnTo>
                    <a:pt x="2691552" y="308782"/>
                  </a:lnTo>
                  <a:lnTo>
                    <a:pt x="2697811" y="308782"/>
                  </a:lnTo>
                  <a:lnTo>
                    <a:pt x="2704070" y="308782"/>
                  </a:lnTo>
                  <a:lnTo>
                    <a:pt x="2710330" y="308782"/>
                  </a:lnTo>
                  <a:lnTo>
                    <a:pt x="2716589" y="308782"/>
                  </a:lnTo>
                  <a:lnTo>
                    <a:pt x="2722849" y="308782"/>
                  </a:lnTo>
                  <a:lnTo>
                    <a:pt x="2729108" y="308782"/>
                  </a:lnTo>
                  <a:lnTo>
                    <a:pt x="2735368" y="308782"/>
                  </a:lnTo>
                  <a:lnTo>
                    <a:pt x="2741627" y="308782"/>
                  </a:lnTo>
                  <a:lnTo>
                    <a:pt x="2747886" y="308782"/>
                  </a:lnTo>
                  <a:lnTo>
                    <a:pt x="2754146" y="308782"/>
                  </a:lnTo>
                  <a:lnTo>
                    <a:pt x="2760405" y="308782"/>
                  </a:lnTo>
                  <a:lnTo>
                    <a:pt x="2766665" y="308782"/>
                  </a:lnTo>
                  <a:lnTo>
                    <a:pt x="2772924" y="308782"/>
                  </a:lnTo>
                  <a:lnTo>
                    <a:pt x="2779184" y="308782"/>
                  </a:lnTo>
                  <a:lnTo>
                    <a:pt x="2785443" y="308782"/>
                  </a:lnTo>
                  <a:lnTo>
                    <a:pt x="2791702" y="308782"/>
                  </a:lnTo>
                  <a:lnTo>
                    <a:pt x="2797962" y="308782"/>
                  </a:lnTo>
                  <a:lnTo>
                    <a:pt x="2804221" y="308782"/>
                  </a:lnTo>
                  <a:lnTo>
                    <a:pt x="2810481" y="308782"/>
                  </a:lnTo>
                  <a:lnTo>
                    <a:pt x="2816740" y="308782"/>
                  </a:lnTo>
                  <a:lnTo>
                    <a:pt x="2822999" y="308782"/>
                  </a:lnTo>
                  <a:lnTo>
                    <a:pt x="2829259" y="308782"/>
                  </a:lnTo>
                  <a:lnTo>
                    <a:pt x="2835518" y="308782"/>
                  </a:lnTo>
                  <a:lnTo>
                    <a:pt x="2841778" y="308782"/>
                  </a:lnTo>
                  <a:lnTo>
                    <a:pt x="2848037" y="308782"/>
                  </a:lnTo>
                  <a:lnTo>
                    <a:pt x="2854297" y="308782"/>
                  </a:lnTo>
                  <a:lnTo>
                    <a:pt x="2860556" y="308782"/>
                  </a:lnTo>
                  <a:lnTo>
                    <a:pt x="2866815" y="308782"/>
                  </a:lnTo>
                  <a:lnTo>
                    <a:pt x="2873075" y="308782"/>
                  </a:lnTo>
                  <a:lnTo>
                    <a:pt x="2879334" y="308782"/>
                  </a:lnTo>
                  <a:lnTo>
                    <a:pt x="2885594" y="308782"/>
                  </a:lnTo>
                  <a:lnTo>
                    <a:pt x="2891853" y="308782"/>
                  </a:lnTo>
                  <a:lnTo>
                    <a:pt x="2898113" y="308782"/>
                  </a:lnTo>
                  <a:lnTo>
                    <a:pt x="2904372" y="308782"/>
                  </a:lnTo>
                  <a:lnTo>
                    <a:pt x="2910631" y="308782"/>
                  </a:lnTo>
                  <a:lnTo>
                    <a:pt x="2916891" y="308782"/>
                  </a:lnTo>
                  <a:lnTo>
                    <a:pt x="2923150" y="308782"/>
                  </a:lnTo>
                  <a:lnTo>
                    <a:pt x="2929410" y="308782"/>
                  </a:lnTo>
                  <a:lnTo>
                    <a:pt x="2935669" y="308782"/>
                  </a:lnTo>
                  <a:lnTo>
                    <a:pt x="2941929" y="308782"/>
                  </a:lnTo>
                  <a:lnTo>
                    <a:pt x="2948188" y="308782"/>
                  </a:lnTo>
                  <a:lnTo>
                    <a:pt x="2954447" y="308782"/>
                  </a:lnTo>
                  <a:lnTo>
                    <a:pt x="2960707" y="308782"/>
                  </a:lnTo>
                  <a:lnTo>
                    <a:pt x="2966966" y="308782"/>
                  </a:lnTo>
                  <a:lnTo>
                    <a:pt x="2973226" y="308782"/>
                  </a:lnTo>
                  <a:lnTo>
                    <a:pt x="2979485" y="308782"/>
                  </a:lnTo>
                  <a:lnTo>
                    <a:pt x="2985744" y="308782"/>
                  </a:lnTo>
                  <a:lnTo>
                    <a:pt x="2992004" y="308782"/>
                  </a:lnTo>
                  <a:lnTo>
                    <a:pt x="2998263" y="308782"/>
                  </a:lnTo>
                  <a:lnTo>
                    <a:pt x="3004523" y="308782"/>
                  </a:lnTo>
                  <a:lnTo>
                    <a:pt x="3010782" y="308782"/>
                  </a:lnTo>
                  <a:lnTo>
                    <a:pt x="3017042" y="308782"/>
                  </a:lnTo>
                  <a:lnTo>
                    <a:pt x="3023301" y="308782"/>
                  </a:lnTo>
                  <a:lnTo>
                    <a:pt x="3029560" y="308782"/>
                  </a:lnTo>
                  <a:lnTo>
                    <a:pt x="3035820" y="308782"/>
                  </a:lnTo>
                  <a:lnTo>
                    <a:pt x="3042079" y="308782"/>
                  </a:lnTo>
                  <a:lnTo>
                    <a:pt x="3048339" y="308782"/>
                  </a:lnTo>
                  <a:lnTo>
                    <a:pt x="3054598" y="308782"/>
                  </a:lnTo>
                  <a:lnTo>
                    <a:pt x="3060858" y="308782"/>
                  </a:lnTo>
                  <a:lnTo>
                    <a:pt x="3067117" y="308782"/>
                  </a:lnTo>
                  <a:lnTo>
                    <a:pt x="3073376" y="308782"/>
                  </a:lnTo>
                  <a:lnTo>
                    <a:pt x="3079636" y="308782"/>
                  </a:lnTo>
                  <a:lnTo>
                    <a:pt x="3085895" y="308782"/>
                  </a:lnTo>
                  <a:lnTo>
                    <a:pt x="3092155" y="308782"/>
                  </a:lnTo>
                  <a:lnTo>
                    <a:pt x="3098414" y="308782"/>
                  </a:lnTo>
                  <a:lnTo>
                    <a:pt x="3104674" y="308782"/>
                  </a:lnTo>
                  <a:lnTo>
                    <a:pt x="3110933" y="308782"/>
                  </a:lnTo>
                  <a:lnTo>
                    <a:pt x="3117192" y="308782"/>
                  </a:lnTo>
                  <a:lnTo>
                    <a:pt x="3123452" y="308782"/>
                  </a:lnTo>
                  <a:lnTo>
                    <a:pt x="3129711" y="308782"/>
                  </a:lnTo>
                  <a:lnTo>
                    <a:pt x="3135971" y="308782"/>
                  </a:lnTo>
                  <a:lnTo>
                    <a:pt x="3142230" y="308782"/>
                  </a:lnTo>
                  <a:lnTo>
                    <a:pt x="3148489" y="308782"/>
                  </a:lnTo>
                  <a:lnTo>
                    <a:pt x="3154749" y="308782"/>
                  </a:lnTo>
                  <a:lnTo>
                    <a:pt x="3161008" y="308782"/>
                  </a:lnTo>
                  <a:lnTo>
                    <a:pt x="3167268" y="308782"/>
                  </a:lnTo>
                  <a:lnTo>
                    <a:pt x="3173527" y="308782"/>
                  </a:lnTo>
                  <a:lnTo>
                    <a:pt x="3179787" y="308782"/>
                  </a:lnTo>
                  <a:lnTo>
                    <a:pt x="3186046" y="308782"/>
                  </a:lnTo>
                  <a:lnTo>
                    <a:pt x="3192305" y="308782"/>
                  </a:lnTo>
                  <a:lnTo>
                    <a:pt x="3198565" y="308782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749798" y="6297934"/>
              <a:ext cx="3198565" cy="233408"/>
            </a:xfrm>
            <a:custGeom>
              <a:avLst/>
              <a:pathLst>
                <a:path w="3198565" h="233408">
                  <a:moveTo>
                    <a:pt x="0" y="233408"/>
                  </a:moveTo>
                  <a:lnTo>
                    <a:pt x="6259" y="233408"/>
                  </a:lnTo>
                  <a:lnTo>
                    <a:pt x="12518" y="233408"/>
                  </a:lnTo>
                  <a:lnTo>
                    <a:pt x="18778" y="233408"/>
                  </a:lnTo>
                  <a:lnTo>
                    <a:pt x="25037" y="233408"/>
                  </a:lnTo>
                  <a:lnTo>
                    <a:pt x="31297" y="233408"/>
                  </a:lnTo>
                  <a:lnTo>
                    <a:pt x="37556" y="233408"/>
                  </a:lnTo>
                  <a:lnTo>
                    <a:pt x="43815" y="233408"/>
                  </a:lnTo>
                  <a:lnTo>
                    <a:pt x="50075" y="233408"/>
                  </a:lnTo>
                  <a:lnTo>
                    <a:pt x="56334" y="233408"/>
                  </a:lnTo>
                  <a:lnTo>
                    <a:pt x="62594" y="233408"/>
                  </a:lnTo>
                  <a:lnTo>
                    <a:pt x="68853" y="233408"/>
                  </a:lnTo>
                  <a:lnTo>
                    <a:pt x="75113" y="233408"/>
                  </a:lnTo>
                  <a:lnTo>
                    <a:pt x="81372" y="233408"/>
                  </a:lnTo>
                  <a:lnTo>
                    <a:pt x="87631" y="233408"/>
                  </a:lnTo>
                  <a:lnTo>
                    <a:pt x="93891" y="233408"/>
                  </a:lnTo>
                  <a:lnTo>
                    <a:pt x="100150" y="233408"/>
                  </a:lnTo>
                  <a:lnTo>
                    <a:pt x="106410" y="233408"/>
                  </a:lnTo>
                  <a:lnTo>
                    <a:pt x="112669" y="233408"/>
                  </a:lnTo>
                  <a:lnTo>
                    <a:pt x="118929" y="233408"/>
                  </a:lnTo>
                  <a:lnTo>
                    <a:pt x="125188" y="233408"/>
                  </a:lnTo>
                  <a:lnTo>
                    <a:pt x="131447" y="233408"/>
                  </a:lnTo>
                  <a:lnTo>
                    <a:pt x="137707" y="233408"/>
                  </a:lnTo>
                  <a:lnTo>
                    <a:pt x="143966" y="233408"/>
                  </a:lnTo>
                  <a:lnTo>
                    <a:pt x="150226" y="233408"/>
                  </a:lnTo>
                  <a:lnTo>
                    <a:pt x="156485" y="233408"/>
                  </a:lnTo>
                  <a:lnTo>
                    <a:pt x="162745" y="233408"/>
                  </a:lnTo>
                  <a:lnTo>
                    <a:pt x="169004" y="233408"/>
                  </a:lnTo>
                  <a:lnTo>
                    <a:pt x="175263" y="233408"/>
                  </a:lnTo>
                  <a:lnTo>
                    <a:pt x="181523" y="233408"/>
                  </a:lnTo>
                  <a:lnTo>
                    <a:pt x="187782" y="233408"/>
                  </a:lnTo>
                  <a:lnTo>
                    <a:pt x="194042" y="233408"/>
                  </a:lnTo>
                  <a:lnTo>
                    <a:pt x="200301" y="233408"/>
                  </a:lnTo>
                  <a:lnTo>
                    <a:pt x="206560" y="233408"/>
                  </a:lnTo>
                  <a:lnTo>
                    <a:pt x="212820" y="233408"/>
                  </a:lnTo>
                  <a:lnTo>
                    <a:pt x="219079" y="233408"/>
                  </a:lnTo>
                  <a:lnTo>
                    <a:pt x="225339" y="233408"/>
                  </a:lnTo>
                  <a:lnTo>
                    <a:pt x="231598" y="233408"/>
                  </a:lnTo>
                  <a:lnTo>
                    <a:pt x="237858" y="233408"/>
                  </a:lnTo>
                  <a:lnTo>
                    <a:pt x="244117" y="233408"/>
                  </a:lnTo>
                  <a:lnTo>
                    <a:pt x="250376" y="233408"/>
                  </a:lnTo>
                  <a:lnTo>
                    <a:pt x="256636" y="233408"/>
                  </a:lnTo>
                  <a:lnTo>
                    <a:pt x="262895" y="233408"/>
                  </a:lnTo>
                  <a:lnTo>
                    <a:pt x="269155" y="233408"/>
                  </a:lnTo>
                  <a:lnTo>
                    <a:pt x="275414" y="233408"/>
                  </a:lnTo>
                  <a:lnTo>
                    <a:pt x="281674" y="233408"/>
                  </a:lnTo>
                  <a:lnTo>
                    <a:pt x="287933" y="233408"/>
                  </a:lnTo>
                  <a:lnTo>
                    <a:pt x="294192" y="233408"/>
                  </a:lnTo>
                  <a:lnTo>
                    <a:pt x="300452" y="233408"/>
                  </a:lnTo>
                  <a:lnTo>
                    <a:pt x="306711" y="233408"/>
                  </a:lnTo>
                  <a:lnTo>
                    <a:pt x="312971" y="233408"/>
                  </a:lnTo>
                  <a:lnTo>
                    <a:pt x="319230" y="233408"/>
                  </a:lnTo>
                  <a:lnTo>
                    <a:pt x="325490" y="233408"/>
                  </a:lnTo>
                  <a:lnTo>
                    <a:pt x="331749" y="233408"/>
                  </a:lnTo>
                  <a:lnTo>
                    <a:pt x="338008" y="233408"/>
                  </a:lnTo>
                  <a:lnTo>
                    <a:pt x="344268" y="233408"/>
                  </a:lnTo>
                  <a:lnTo>
                    <a:pt x="350527" y="233408"/>
                  </a:lnTo>
                  <a:lnTo>
                    <a:pt x="356787" y="233408"/>
                  </a:lnTo>
                  <a:lnTo>
                    <a:pt x="363046" y="233408"/>
                  </a:lnTo>
                  <a:lnTo>
                    <a:pt x="369305" y="233408"/>
                  </a:lnTo>
                  <a:lnTo>
                    <a:pt x="375565" y="233408"/>
                  </a:lnTo>
                  <a:lnTo>
                    <a:pt x="381824" y="233408"/>
                  </a:lnTo>
                  <a:lnTo>
                    <a:pt x="388084" y="233408"/>
                  </a:lnTo>
                  <a:lnTo>
                    <a:pt x="394343" y="233408"/>
                  </a:lnTo>
                  <a:lnTo>
                    <a:pt x="400603" y="233408"/>
                  </a:lnTo>
                  <a:lnTo>
                    <a:pt x="406862" y="233408"/>
                  </a:lnTo>
                  <a:lnTo>
                    <a:pt x="413121" y="233408"/>
                  </a:lnTo>
                  <a:lnTo>
                    <a:pt x="419381" y="233408"/>
                  </a:lnTo>
                  <a:lnTo>
                    <a:pt x="425640" y="233408"/>
                  </a:lnTo>
                  <a:lnTo>
                    <a:pt x="431900" y="233408"/>
                  </a:lnTo>
                  <a:lnTo>
                    <a:pt x="438159" y="233408"/>
                  </a:lnTo>
                  <a:lnTo>
                    <a:pt x="444419" y="233408"/>
                  </a:lnTo>
                  <a:lnTo>
                    <a:pt x="450678" y="233408"/>
                  </a:lnTo>
                  <a:lnTo>
                    <a:pt x="456937" y="233408"/>
                  </a:lnTo>
                  <a:lnTo>
                    <a:pt x="463197" y="233408"/>
                  </a:lnTo>
                  <a:lnTo>
                    <a:pt x="469456" y="233408"/>
                  </a:lnTo>
                  <a:lnTo>
                    <a:pt x="475716" y="233408"/>
                  </a:lnTo>
                  <a:lnTo>
                    <a:pt x="481975" y="233408"/>
                  </a:lnTo>
                  <a:lnTo>
                    <a:pt x="488235" y="233408"/>
                  </a:lnTo>
                  <a:lnTo>
                    <a:pt x="494494" y="233408"/>
                  </a:lnTo>
                  <a:lnTo>
                    <a:pt x="500753" y="233408"/>
                  </a:lnTo>
                  <a:lnTo>
                    <a:pt x="507013" y="233408"/>
                  </a:lnTo>
                  <a:lnTo>
                    <a:pt x="513272" y="233408"/>
                  </a:lnTo>
                  <a:lnTo>
                    <a:pt x="519532" y="233408"/>
                  </a:lnTo>
                  <a:lnTo>
                    <a:pt x="525791" y="233408"/>
                  </a:lnTo>
                  <a:lnTo>
                    <a:pt x="532050" y="233408"/>
                  </a:lnTo>
                  <a:lnTo>
                    <a:pt x="538310" y="233408"/>
                  </a:lnTo>
                  <a:lnTo>
                    <a:pt x="544569" y="233408"/>
                  </a:lnTo>
                  <a:lnTo>
                    <a:pt x="550829" y="233408"/>
                  </a:lnTo>
                  <a:lnTo>
                    <a:pt x="557088" y="233408"/>
                  </a:lnTo>
                  <a:lnTo>
                    <a:pt x="563348" y="233408"/>
                  </a:lnTo>
                  <a:lnTo>
                    <a:pt x="569607" y="233408"/>
                  </a:lnTo>
                  <a:lnTo>
                    <a:pt x="575866" y="233408"/>
                  </a:lnTo>
                  <a:lnTo>
                    <a:pt x="582126" y="233408"/>
                  </a:lnTo>
                  <a:lnTo>
                    <a:pt x="588385" y="233408"/>
                  </a:lnTo>
                  <a:lnTo>
                    <a:pt x="594645" y="233408"/>
                  </a:lnTo>
                  <a:lnTo>
                    <a:pt x="600904" y="233408"/>
                  </a:lnTo>
                  <a:lnTo>
                    <a:pt x="607164" y="233408"/>
                  </a:lnTo>
                  <a:lnTo>
                    <a:pt x="613423" y="233408"/>
                  </a:lnTo>
                  <a:lnTo>
                    <a:pt x="619682" y="233408"/>
                  </a:lnTo>
                  <a:lnTo>
                    <a:pt x="625942" y="233408"/>
                  </a:lnTo>
                  <a:lnTo>
                    <a:pt x="632201" y="233408"/>
                  </a:lnTo>
                  <a:lnTo>
                    <a:pt x="638461" y="233408"/>
                  </a:lnTo>
                  <a:lnTo>
                    <a:pt x="644720" y="233408"/>
                  </a:lnTo>
                  <a:lnTo>
                    <a:pt x="650980" y="233408"/>
                  </a:lnTo>
                  <a:lnTo>
                    <a:pt x="657239" y="233408"/>
                  </a:lnTo>
                  <a:lnTo>
                    <a:pt x="663498" y="233408"/>
                  </a:lnTo>
                  <a:lnTo>
                    <a:pt x="669758" y="233408"/>
                  </a:lnTo>
                  <a:lnTo>
                    <a:pt x="676017" y="233408"/>
                  </a:lnTo>
                  <a:lnTo>
                    <a:pt x="682277" y="233408"/>
                  </a:lnTo>
                  <a:lnTo>
                    <a:pt x="688536" y="233408"/>
                  </a:lnTo>
                  <a:lnTo>
                    <a:pt x="694796" y="233408"/>
                  </a:lnTo>
                  <a:lnTo>
                    <a:pt x="701055" y="233408"/>
                  </a:lnTo>
                  <a:lnTo>
                    <a:pt x="707314" y="233408"/>
                  </a:lnTo>
                  <a:lnTo>
                    <a:pt x="713574" y="233408"/>
                  </a:lnTo>
                  <a:lnTo>
                    <a:pt x="719833" y="233408"/>
                  </a:lnTo>
                  <a:lnTo>
                    <a:pt x="726093" y="233408"/>
                  </a:lnTo>
                  <a:lnTo>
                    <a:pt x="732352" y="233408"/>
                  </a:lnTo>
                  <a:lnTo>
                    <a:pt x="738611" y="233408"/>
                  </a:lnTo>
                  <a:lnTo>
                    <a:pt x="744871" y="233408"/>
                  </a:lnTo>
                  <a:lnTo>
                    <a:pt x="751130" y="233408"/>
                  </a:lnTo>
                  <a:lnTo>
                    <a:pt x="757390" y="233408"/>
                  </a:lnTo>
                  <a:lnTo>
                    <a:pt x="763649" y="233408"/>
                  </a:lnTo>
                  <a:lnTo>
                    <a:pt x="769909" y="233408"/>
                  </a:lnTo>
                  <a:lnTo>
                    <a:pt x="776168" y="233408"/>
                  </a:lnTo>
                  <a:lnTo>
                    <a:pt x="782427" y="233408"/>
                  </a:lnTo>
                  <a:lnTo>
                    <a:pt x="788687" y="233408"/>
                  </a:lnTo>
                  <a:lnTo>
                    <a:pt x="794946" y="233408"/>
                  </a:lnTo>
                  <a:lnTo>
                    <a:pt x="801206" y="233408"/>
                  </a:lnTo>
                  <a:lnTo>
                    <a:pt x="807465" y="233408"/>
                  </a:lnTo>
                  <a:lnTo>
                    <a:pt x="813725" y="233408"/>
                  </a:lnTo>
                  <a:lnTo>
                    <a:pt x="819984" y="233408"/>
                  </a:lnTo>
                  <a:lnTo>
                    <a:pt x="826243" y="233408"/>
                  </a:lnTo>
                  <a:lnTo>
                    <a:pt x="832503" y="233408"/>
                  </a:lnTo>
                  <a:lnTo>
                    <a:pt x="838762" y="233408"/>
                  </a:lnTo>
                  <a:lnTo>
                    <a:pt x="845022" y="233408"/>
                  </a:lnTo>
                  <a:lnTo>
                    <a:pt x="851281" y="233408"/>
                  </a:lnTo>
                  <a:lnTo>
                    <a:pt x="857541" y="233408"/>
                  </a:lnTo>
                  <a:lnTo>
                    <a:pt x="863800" y="233408"/>
                  </a:lnTo>
                  <a:lnTo>
                    <a:pt x="870059" y="233408"/>
                  </a:lnTo>
                  <a:lnTo>
                    <a:pt x="876319" y="233408"/>
                  </a:lnTo>
                  <a:lnTo>
                    <a:pt x="882578" y="233408"/>
                  </a:lnTo>
                  <a:lnTo>
                    <a:pt x="888838" y="233408"/>
                  </a:lnTo>
                  <a:lnTo>
                    <a:pt x="895097" y="233408"/>
                  </a:lnTo>
                  <a:lnTo>
                    <a:pt x="901356" y="233408"/>
                  </a:lnTo>
                  <a:lnTo>
                    <a:pt x="907616" y="233408"/>
                  </a:lnTo>
                  <a:lnTo>
                    <a:pt x="913875" y="233408"/>
                  </a:lnTo>
                  <a:lnTo>
                    <a:pt x="920135" y="233408"/>
                  </a:lnTo>
                  <a:lnTo>
                    <a:pt x="926394" y="233408"/>
                  </a:lnTo>
                  <a:lnTo>
                    <a:pt x="932654" y="233408"/>
                  </a:lnTo>
                  <a:lnTo>
                    <a:pt x="938913" y="233408"/>
                  </a:lnTo>
                  <a:lnTo>
                    <a:pt x="945172" y="233408"/>
                  </a:lnTo>
                  <a:lnTo>
                    <a:pt x="951432" y="233408"/>
                  </a:lnTo>
                  <a:lnTo>
                    <a:pt x="957691" y="233408"/>
                  </a:lnTo>
                  <a:lnTo>
                    <a:pt x="963951" y="233408"/>
                  </a:lnTo>
                  <a:lnTo>
                    <a:pt x="970210" y="233408"/>
                  </a:lnTo>
                  <a:lnTo>
                    <a:pt x="976470" y="233408"/>
                  </a:lnTo>
                  <a:lnTo>
                    <a:pt x="982729" y="233408"/>
                  </a:lnTo>
                  <a:lnTo>
                    <a:pt x="988988" y="233408"/>
                  </a:lnTo>
                  <a:lnTo>
                    <a:pt x="995248" y="233408"/>
                  </a:lnTo>
                  <a:lnTo>
                    <a:pt x="1001507" y="233408"/>
                  </a:lnTo>
                  <a:lnTo>
                    <a:pt x="1007767" y="233408"/>
                  </a:lnTo>
                  <a:lnTo>
                    <a:pt x="1014026" y="233408"/>
                  </a:lnTo>
                  <a:lnTo>
                    <a:pt x="1020286" y="233408"/>
                  </a:lnTo>
                  <a:lnTo>
                    <a:pt x="1026545" y="233408"/>
                  </a:lnTo>
                  <a:lnTo>
                    <a:pt x="1032804" y="233408"/>
                  </a:lnTo>
                  <a:lnTo>
                    <a:pt x="1039064" y="233408"/>
                  </a:lnTo>
                  <a:lnTo>
                    <a:pt x="1045323" y="233408"/>
                  </a:lnTo>
                  <a:lnTo>
                    <a:pt x="1051583" y="233408"/>
                  </a:lnTo>
                  <a:lnTo>
                    <a:pt x="1057842" y="233408"/>
                  </a:lnTo>
                  <a:lnTo>
                    <a:pt x="1064101" y="233408"/>
                  </a:lnTo>
                  <a:lnTo>
                    <a:pt x="1070361" y="233408"/>
                  </a:lnTo>
                  <a:lnTo>
                    <a:pt x="1076620" y="233408"/>
                  </a:lnTo>
                  <a:lnTo>
                    <a:pt x="1082880" y="233408"/>
                  </a:lnTo>
                  <a:lnTo>
                    <a:pt x="1089139" y="233408"/>
                  </a:lnTo>
                  <a:lnTo>
                    <a:pt x="1095399" y="233408"/>
                  </a:lnTo>
                  <a:lnTo>
                    <a:pt x="1101658" y="233408"/>
                  </a:lnTo>
                  <a:lnTo>
                    <a:pt x="1107917" y="233408"/>
                  </a:lnTo>
                  <a:lnTo>
                    <a:pt x="1114177" y="233408"/>
                  </a:lnTo>
                  <a:lnTo>
                    <a:pt x="1120436" y="233408"/>
                  </a:lnTo>
                  <a:lnTo>
                    <a:pt x="1126696" y="233408"/>
                  </a:lnTo>
                  <a:lnTo>
                    <a:pt x="1132955" y="233408"/>
                  </a:lnTo>
                  <a:lnTo>
                    <a:pt x="1139215" y="233408"/>
                  </a:lnTo>
                  <a:lnTo>
                    <a:pt x="1145474" y="233408"/>
                  </a:lnTo>
                  <a:lnTo>
                    <a:pt x="1151733" y="233408"/>
                  </a:lnTo>
                  <a:lnTo>
                    <a:pt x="1157993" y="233408"/>
                  </a:lnTo>
                  <a:lnTo>
                    <a:pt x="1164252" y="233408"/>
                  </a:lnTo>
                  <a:lnTo>
                    <a:pt x="1170512" y="233408"/>
                  </a:lnTo>
                  <a:lnTo>
                    <a:pt x="1176771" y="233408"/>
                  </a:lnTo>
                  <a:lnTo>
                    <a:pt x="1183031" y="233408"/>
                  </a:lnTo>
                  <a:lnTo>
                    <a:pt x="1189290" y="233408"/>
                  </a:lnTo>
                  <a:lnTo>
                    <a:pt x="1195549" y="233408"/>
                  </a:lnTo>
                  <a:lnTo>
                    <a:pt x="1201809" y="233408"/>
                  </a:lnTo>
                  <a:lnTo>
                    <a:pt x="1208068" y="233408"/>
                  </a:lnTo>
                  <a:lnTo>
                    <a:pt x="1214328" y="233408"/>
                  </a:lnTo>
                  <a:lnTo>
                    <a:pt x="1220587" y="233408"/>
                  </a:lnTo>
                  <a:lnTo>
                    <a:pt x="1226846" y="233408"/>
                  </a:lnTo>
                  <a:lnTo>
                    <a:pt x="1233106" y="233408"/>
                  </a:lnTo>
                  <a:lnTo>
                    <a:pt x="1239365" y="233408"/>
                  </a:lnTo>
                  <a:lnTo>
                    <a:pt x="1245625" y="233408"/>
                  </a:lnTo>
                  <a:lnTo>
                    <a:pt x="1251884" y="233408"/>
                  </a:lnTo>
                  <a:lnTo>
                    <a:pt x="1258144" y="233408"/>
                  </a:lnTo>
                  <a:lnTo>
                    <a:pt x="1264403" y="233408"/>
                  </a:lnTo>
                  <a:lnTo>
                    <a:pt x="1270662" y="233408"/>
                  </a:lnTo>
                  <a:lnTo>
                    <a:pt x="1276922" y="233408"/>
                  </a:lnTo>
                  <a:lnTo>
                    <a:pt x="1283181" y="233408"/>
                  </a:lnTo>
                  <a:lnTo>
                    <a:pt x="1289441" y="233408"/>
                  </a:lnTo>
                  <a:lnTo>
                    <a:pt x="1295700" y="233408"/>
                  </a:lnTo>
                  <a:lnTo>
                    <a:pt x="1301960" y="233408"/>
                  </a:lnTo>
                  <a:lnTo>
                    <a:pt x="1308219" y="233408"/>
                  </a:lnTo>
                  <a:lnTo>
                    <a:pt x="1314478" y="233408"/>
                  </a:lnTo>
                  <a:lnTo>
                    <a:pt x="1320738" y="233408"/>
                  </a:lnTo>
                  <a:lnTo>
                    <a:pt x="1326997" y="233408"/>
                  </a:lnTo>
                  <a:lnTo>
                    <a:pt x="1333257" y="233408"/>
                  </a:lnTo>
                  <a:lnTo>
                    <a:pt x="1339516" y="233408"/>
                  </a:lnTo>
                  <a:lnTo>
                    <a:pt x="1345776" y="233408"/>
                  </a:lnTo>
                  <a:lnTo>
                    <a:pt x="1352035" y="233408"/>
                  </a:lnTo>
                  <a:lnTo>
                    <a:pt x="1358294" y="233408"/>
                  </a:lnTo>
                  <a:lnTo>
                    <a:pt x="1364554" y="233408"/>
                  </a:lnTo>
                  <a:lnTo>
                    <a:pt x="1370813" y="233408"/>
                  </a:lnTo>
                  <a:lnTo>
                    <a:pt x="1377073" y="233408"/>
                  </a:lnTo>
                  <a:lnTo>
                    <a:pt x="1383332" y="233408"/>
                  </a:lnTo>
                  <a:lnTo>
                    <a:pt x="1389592" y="233407"/>
                  </a:lnTo>
                  <a:lnTo>
                    <a:pt x="1395851" y="233406"/>
                  </a:lnTo>
                  <a:lnTo>
                    <a:pt x="1402110" y="233403"/>
                  </a:lnTo>
                  <a:lnTo>
                    <a:pt x="1408370" y="233400"/>
                  </a:lnTo>
                  <a:lnTo>
                    <a:pt x="1414629" y="233394"/>
                  </a:lnTo>
                  <a:lnTo>
                    <a:pt x="1420889" y="233385"/>
                  </a:lnTo>
                  <a:lnTo>
                    <a:pt x="1427148" y="233372"/>
                  </a:lnTo>
                  <a:lnTo>
                    <a:pt x="1433407" y="233353"/>
                  </a:lnTo>
                  <a:lnTo>
                    <a:pt x="1439667" y="233326"/>
                  </a:lnTo>
                  <a:lnTo>
                    <a:pt x="1445926" y="233289"/>
                  </a:lnTo>
                  <a:lnTo>
                    <a:pt x="1452186" y="233240"/>
                  </a:lnTo>
                  <a:lnTo>
                    <a:pt x="1458445" y="233174"/>
                  </a:lnTo>
                  <a:lnTo>
                    <a:pt x="1464705" y="233092"/>
                  </a:lnTo>
                  <a:lnTo>
                    <a:pt x="1470964" y="232993"/>
                  </a:lnTo>
                  <a:lnTo>
                    <a:pt x="1477223" y="232875"/>
                  </a:lnTo>
                  <a:lnTo>
                    <a:pt x="1483483" y="232742"/>
                  </a:lnTo>
                  <a:lnTo>
                    <a:pt x="1489742" y="232594"/>
                  </a:lnTo>
                  <a:lnTo>
                    <a:pt x="1496002" y="232435"/>
                  </a:lnTo>
                  <a:lnTo>
                    <a:pt x="1502261" y="232270"/>
                  </a:lnTo>
                  <a:lnTo>
                    <a:pt x="1508521" y="232103"/>
                  </a:lnTo>
                  <a:lnTo>
                    <a:pt x="1514780" y="231939"/>
                  </a:lnTo>
                  <a:lnTo>
                    <a:pt x="1521039" y="231782"/>
                  </a:lnTo>
                  <a:lnTo>
                    <a:pt x="1527299" y="231638"/>
                  </a:lnTo>
                  <a:lnTo>
                    <a:pt x="1533558" y="231508"/>
                  </a:lnTo>
                  <a:lnTo>
                    <a:pt x="1539818" y="231394"/>
                  </a:lnTo>
                  <a:lnTo>
                    <a:pt x="1546077" y="231294"/>
                  </a:lnTo>
                  <a:lnTo>
                    <a:pt x="1552337" y="231207"/>
                  </a:lnTo>
                  <a:lnTo>
                    <a:pt x="1558596" y="231130"/>
                  </a:lnTo>
                  <a:lnTo>
                    <a:pt x="1564855" y="231061"/>
                  </a:lnTo>
                  <a:lnTo>
                    <a:pt x="1571115" y="230996"/>
                  </a:lnTo>
                  <a:lnTo>
                    <a:pt x="1577374" y="230931"/>
                  </a:lnTo>
                  <a:lnTo>
                    <a:pt x="1583634" y="230862"/>
                  </a:lnTo>
                  <a:lnTo>
                    <a:pt x="1589893" y="230786"/>
                  </a:lnTo>
                  <a:lnTo>
                    <a:pt x="1596152" y="230698"/>
                  </a:lnTo>
                  <a:lnTo>
                    <a:pt x="1602412" y="230591"/>
                  </a:lnTo>
                  <a:lnTo>
                    <a:pt x="1608671" y="230462"/>
                  </a:lnTo>
                  <a:lnTo>
                    <a:pt x="1614931" y="230304"/>
                  </a:lnTo>
                  <a:lnTo>
                    <a:pt x="1621190" y="230115"/>
                  </a:lnTo>
                  <a:lnTo>
                    <a:pt x="1627450" y="229890"/>
                  </a:lnTo>
                  <a:lnTo>
                    <a:pt x="1633709" y="229628"/>
                  </a:lnTo>
                  <a:lnTo>
                    <a:pt x="1639968" y="229329"/>
                  </a:lnTo>
                  <a:lnTo>
                    <a:pt x="1646228" y="228996"/>
                  </a:lnTo>
                  <a:lnTo>
                    <a:pt x="1652487" y="228636"/>
                  </a:lnTo>
                  <a:lnTo>
                    <a:pt x="1658747" y="228259"/>
                  </a:lnTo>
                  <a:lnTo>
                    <a:pt x="1665006" y="227877"/>
                  </a:lnTo>
                  <a:lnTo>
                    <a:pt x="1671266" y="227507"/>
                  </a:lnTo>
                  <a:lnTo>
                    <a:pt x="1677525" y="227169"/>
                  </a:lnTo>
                  <a:lnTo>
                    <a:pt x="1683784" y="226880"/>
                  </a:lnTo>
                  <a:lnTo>
                    <a:pt x="1690044" y="226653"/>
                  </a:lnTo>
                  <a:lnTo>
                    <a:pt x="1696303" y="226496"/>
                  </a:lnTo>
                  <a:lnTo>
                    <a:pt x="1702563" y="226414"/>
                  </a:lnTo>
                  <a:lnTo>
                    <a:pt x="1708822" y="226404"/>
                  </a:lnTo>
                  <a:lnTo>
                    <a:pt x="1715082" y="226459"/>
                  </a:lnTo>
                  <a:lnTo>
                    <a:pt x="1721341" y="226565"/>
                  </a:lnTo>
                  <a:lnTo>
                    <a:pt x="1727600" y="226706"/>
                  </a:lnTo>
                  <a:lnTo>
                    <a:pt x="1733860" y="226866"/>
                  </a:lnTo>
                  <a:lnTo>
                    <a:pt x="1740119" y="227027"/>
                  </a:lnTo>
                  <a:lnTo>
                    <a:pt x="1746379" y="227173"/>
                  </a:lnTo>
                  <a:lnTo>
                    <a:pt x="1752638" y="227293"/>
                  </a:lnTo>
                  <a:lnTo>
                    <a:pt x="1758897" y="227381"/>
                  </a:lnTo>
                  <a:lnTo>
                    <a:pt x="1765157" y="227438"/>
                  </a:lnTo>
                  <a:lnTo>
                    <a:pt x="1771416" y="227469"/>
                  </a:lnTo>
                  <a:lnTo>
                    <a:pt x="1777676" y="227479"/>
                  </a:lnTo>
                  <a:lnTo>
                    <a:pt x="1783935" y="227478"/>
                  </a:lnTo>
                  <a:lnTo>
                    <a:pt x="1790195" y="227472"/>
                  </a:lnTo>
                  <a:lnTo>
                    <a:pt x="1796454" y="227470"/>
                  </a:lnTo>
                  <a:lnTo>
                    <a:pt x="1802713" y="227477"/>
                  </a:lnTo>
                  <a:lnTo>
                    <a:pt x="1808973" y="227497"/>
                  </a:lnTo>
                  <a:lnTo>
                    <a:pt x="1815232" y="227533"/>
                  </a:lnTo>
                  <a:lnTo>
                    <a:pt x="1821492" y="227586"/>
                  </a:lnTo>
                  <a:lnTo>
                    <a:pt x="1827751" y="227659"/>
                  </a:lnTo>
                  <a:lnTo>
                    <a:pt x="1834011" y="227749"/>
                  </a:lnTo>
                  <a:lnTo>
                    <a:pt x="1840270" y="227857"/>
                  </a:lnTo>
                  <a:lnTo>
                    <a:pt x="1846529" y="227980"/>
                  </a:lnTo>
                  <a:lnTo>
                    <a:pt x="1852789" y="228116"/>
                  </a:lnTo>
                  <a:lnTo>
                    <a:pt x="1859048" y="228262"/>
                  </a:lnTo>
                  <a:lnTo>
                    <a:pt x="1865308" y="228411"/>
                  </a:lnTo>
                  <a:lnTo>
                    <a:pt x="1871567" y="228553"/>
                  </a:lnTo>
                  <a:lnTo>
                    <a:pt x="1877827" y="228677"/>
                  </a:lnTo>
                  <a:lnTo>
                    <a:pt x="1884086" y="228765"/>
                  </a:lnTo>
                  <a:lnTo>
                    <a:pt x="1890345" y="228799"/>
                  </a:lnTo>
                  <a:lnTo>
                    <a:pt x="1896605" y="228749"/>
                  </a:lnTo>
                  <a:lnTo>
                    <a:pt x="1902864" y="228580"/>
                  </a:lnTo>
                  <a:lnTo>
                    <a:pt x="1909124" y="228263"/>
                  </a:lnTo>
                  <a:lnTo>
                    <a:pt x="1915383" y="227762"/>
                  </a:lnTo>
                  <a:lnTo>
                    <a:pt x="1921642" y="227040"/>
                  </a:lnTo>
                  <a:lnTo>
                    <a:pt x="1927902" y="226056"/>
                  </a:lnTo>
                  <a:lnTo>
                    <a:pt x="1934161" y="224771"/>
                  </a:lnTo>
                  <a:lnTo>
                    <a:pt x="1940421" y="223146"/>
                  </a:lnTo>
                  <a:lnTo>
                    <a:pt x="1946680" y="221145"/>
                  </a:lnTo>
                  <a:lnTo>
                    <a:pt x="1952940" y="218733"/>
                  </a:lnTo>
                  <a:lnTo>
                    <a:pt x="1959199" y="215877"/>
                  </a:lnTo>
                  <a:lnTo>
                    <a:pt x="1965458" y="212547"/>
                  </a:lnTo>
                  <a:lnTo>
                    <a:pt x="1971718" y="208682"/>
                  </a:lnTo>
                  <a:lnTo>
                    <a:pt x="1977977" y="204243"/>
                  </a:lnTo>
                  <a:lnTo>
                    <a:pt x="1984237" y="199218"/>
                  </a:lnTo>
                  <a:lnTo>
                    <a:pt x="1990496" y="193559"/>
                  </a:lnTo>
                  <a:lnTo>
                    <a:pt x="1996756" y="187219"/>
                  </a:lnTo>
                  <a:lnTo>
                    <a:pt x="2003015" y="180145"/>
                  </a:lnTo>
                  <a:lnTo>
                    <a:pt x="2009274" y="172288"/>
                  </a:lnTo>
                  <a:lnTo>
                    <a:pt x="2015534" y="163609"/>
                  </a:lnTo>
                  <a:lnTo>
                    <a:pt x="2021793" y="154090"/>
                  </a:lnTo>
                  <a:lnTo>
                    <a:pt x="2028053" y="143739"/>
                  </a:lnTo>
                  <a:lnTo>
                    <a:pt x="2034312" y="132601"/>
                  </a:lnTo>
                  <a:lnTo>
                    <a:pt x="2040572" y="120765"/>
                  </a:lnTo>
                  <a:lnTo>
                    <a:pt x="2046831" y="108340"/>
                  </a:lnTo>
                  <a:lnTo>
                    <a:pt x="2053090" y="95565"/>
                  </a:lnTo>
                  <a:lnTo>
                    <a:pt x="2059350" y="82686"/>
                  </a:lnTo>
                  <a:lnTo>
                    <a:pt x="2065609" y="69955"/>
                  </a:lnTo>
                  <a:lnTo>
                    <a:pt x="2071869" y="57631"/>
                  </a:lnTo>
                  <a:lnTo>
                    <a:pt x="2078128" y="45973"/>
                  </a:lnTo>
                  <a:lnTo>
                    <a:pt x="2084388" y="35220"/>
                  </a:lnTo>
                  <a:lnTo>
                    <a:pt x="2090647" y="25592"/>
                  </a:lnTo>
                  <a:lnTo>
                    <a:pt x="2096906" y="17276"/>
                  </a:lnTo>
                  <a:lnTo>
                    <a:pt x="2103166" y="10431"/>
                  </a:lnTo>
                  <a:lnTo>
                    <a:pt x="2109425" y="5182"/>
                  </a:lnTo>
                  <a:lnTo>
                    <a:pt x="2115685" y="1626"/>
                  </a:lnTo>
                  <a:lnTo>
                    <a:pt x="2121944" y="0"/>
                  </a:lnTo>
                  <a:lnTo>
                    <a:pt x="2128203" y="195"/>
                  </a:lnTo>
                  <a:lnTo>
                    <a:pt x="2134463" y="2200"/>
                  </a:lnTo>
                  <a:lnTo>
                    <a:pt x="2140722" y="5986"/>
                  </a:lnTo>
                  <a:lnTo>
                    <a:pt x="2146982" y="11488"/>
                  </a:lnTo>
                  <a:lnTo>
                    <a:pt x="2153241" y="18605"/>
                  </a:lnTo>
                  <a:lnTo>
                    <a:pt x="2159501" y="27197"/>
                  </a:lnTo>
                  <a:lnTo>
                    <a:pt x="2165760" y="37084"/>
                  </a:lnTo>
                  <a:lnTo>
                    <a:pt x="2172019" y="48056"/>
                  </a:lnTo>
                  <a:lnTo>
                    <a:pt x="2178279" y="59878"/>
                  </a:lnTo>
                  <a:lnTo>
                    <a:pt x="2184538" y="72297"/>
                  </a:lnTo>
                  <a:lnTo>
                    <a:pt x="2190798" y="85062"/>
                  </a:lnTo>
                  <a:lnTo>
                    <a:pt x="2197057" y="97905"/>
                  </a:lnTo>
                  <a:lnTo>
                    <a:pt x="2203317" y="110578"/>
                  </a:lnTo>
                  <a:lnTo>
                    <a:pt x="2209576" y="122896"/>
                  </a:lnTo>
                  <a:lnTo>
                    <a:pt x="2215835" y="134705"/>
                  </a:lnTo>
                  <a:lnTo>
                    <a:pt x="2222095" y="145882"/>
                  </a:lnTo>
                  <a:lnTo>
                    <a:pt x="2228354" y="156339"/>
                  </a:lnTo>
                  <a:lnTo>
                    <a:pt x="2234614" y="166012"/>
                  </a:lnTo>
                  <a:lnTo>
                    <a:pt x="2240873" y="174864"/>
                  </a:lnTo>
                  <a:lnTo>
                    <a:pt x="2247133" y="182881"/>
                  </a:lnTo>
                  <a:lnTo>
                    <a:pt x="2253392" y="190067"/>
                  </a:lnTo>
                  <a:lnTo>
                    <a:pt x="2259651" y="196442"/>
                  </a:lnTo>
                  <a:lnTo>
                    <a:pt x="2265911" y="202020"/>
                  </a:lnTo>
                  <a:lnTo>
                    <a:pt x="2272170" y="206833"/>
                  </a:lnTo>
                  <a:lnTo>
                    <a:pt x="2278430" y="210996"/>
                  </a:lnTo>
                  <a:lnTo>
                    <a:pt x="2284689" y="214574"/>
                  </a:lnTo>
                  <a:lnTo>
                    <a:pt x="2290948" y="217634"/>
                  </a:lnTo>
                  <a:lnTo>
                    <a:pt x="2297208" y="220239"/>
                  </a:lnTo>
                  <a:lnTo>
                    <a:pt x="2303467" y="222447"/>
                  </a:lnTo>
                  <a:lnTo>
                    <a:pt x="2309727" y="224307"/>
                  </a:lnTo>
                  <a:lnTo>
                    <a:pt x="2315986" y="225863"/>
                  </a:lnTo>
                  <a:lnTo>
                    <a:pt x="2322246" y="227148"/>
                  </a:lnTo>
                  <a:lnTo>
                    <a:pt x="2328505" y="228193"/>
                  </a:lnTo>
                  <a:lnTo>
                    <a:pt x="2334764" y="229022"/>
                  </a:lnTo>
                  <a:lnTo>
                    <a:pt x="2341024" y="229649"/>
                  </a:lnTo>
                  <a:lnTo>
                    <a:pt x="2347283" y="230102"/>
                  </a:lnTo>
                  <a:lnTo>
                    <a:pt x="2353543" y="230412"/>
                  </a:lnTo>
                  <a:lnTo>
                    <a:pt x="2359802" y="230604"/>
                  </a:lnTo>
                  <a:lnTo>
                    <a:pt x="2366062" y="230703"/>
                  </a:lnTo>
                  <a:lnTo>
                    <a:pt x="2372321" y="230730"/>
                  </a:lnTo>
                  <a:lnTo>
                    <a:pt x="2378580" y="230709"/>
                  </a:lnTo>
                  <a:lnTo>
                    <a:pt x="2384840" y="230657"/>
                  </a:lnTo>
                  <a:lnTo>
                    <a:pt x="2391099" y="230590"/>
                  </a:lnTo>
                  <a:lnTo>
                    <a:pt x="2397359" y="230521"/>
                  </a:lnTo>
                  <a:lnTo>
                    <a:pt x="2403618" y="230459"/>
                  </a:lnTo>
                  <a:lnTo>
                    <a:pt x="2409878" y="230408"/>
                  </a:lnTo>
                  <a:lnTo>
                    <a:pt x="2416137" y="230374"/>
                  </a:lnTo>
                  <a:lnTo>
                    <a:pt x="2422396" y="230358"/>
                  </a:lnTo>
                  <a:lnTo>
                    <a:pt x="2428656" y="230359"/>
                  </a:lnTo>
                  <a:lnTo>
                    <a:pt x="2434915" y="230379"/>
                  </a:lnTo>
                  <a:lnTo>
                    <a:pt x="2441175" y="230417"/>
                  </a:lnTo>
                  <a:lnTo>
                    <a:pt x="2447434" y="230474"/>
                  </a:lnTo>
                  <a:lnTo>
                    <a:pt x="2453693" y="230550"/>
                  </a:lnTo>
                  <a:lnTo>
                    <a:pt x="2459953" y="230647"/>
                  </a:lnTo>
                  <a:lnTo>
                    <a:pt x="2466212" y="230766"/>
                  </a:lnTo>
                  <a:lnTo>
                    <a:pt x="2472472" y="230905"/>
                  </a:lnTo>
                  <a:lnTo>
                    <a:pt x="2478731" y="231065"/>
                  </a:lnTo>
                  <a:lnTo>
                    <a:pt x="2484991" y="231243"/>
                  </a:lnTo>
                  <a:lnTo>
                    <a:pt x="2491250" y="231437"/>
                  </a:lnTo>
                  <a:lnTo>
                    <a:pt x="2497509" y="231640"/>
                  </a:lnTo>
                  <a:lnTo>
                    <a:pt x="2503769" y="231846"/>
                  </a:lnTo>
                  <a:lnTo>
                    <a:pt x="2510028" y="232049"/>
                  </a:lnTo>
                  <a:lnTo>
                    <a:pt x="2516288" y="232242"/>
                  </a:lnTo>
                  <a:lnTo>
                    <a:pt x="2522547" y="232419"/>
                  </a:lnTo>
                  <a:lnTo>
                    <a:pt x="2528807" y="232574"/>
                  </a:lnTo>
                  <a:lnTo>
                    <a:pt x="2535066" y="232704"/>
                  </a:lnTo>
                  <a:lnTo>
                    <a:pt x="2541325" y="232806"/>
                  </a:lnTo>
                  <a:lnTo>
                    <a:pt x="2547585" y="232879"/>
                  </a:lnTo>
                  <a:lnTo>
                    <a:pt x="2553844" y="232925"/>
                  </a:lnTo>
                  <a:lnTo>
                    <a:pt x="2560104" y="232944"/>
                  </a:lnTo>
                  <a:lnTo>
                    <a:pt x="2566363" y="232941"/>
                  </a:lnTo>
                  <a:lnTo>
                    <a:pt x="2572623" y="232921"/>
                  </a:lnTo>
                  <a:lnTo>
                    <a:pt x="2578882" y="232891"/>
                  </a:lnTo>
                  <a:lnTo>
                    <a:pt x="2585141" y="232855"/>
                  </a:lnTo>
                  <a:lnTo>
                    <a:pt x="2591401" y="232817"/>
                  </a:lnTo>
                  <a:lnTo>
                    <a:pt x="2597660" y="232782"/>
                  </a:lnTo>
                  <a:lnTo>
                    <a:pt x="2603920" y="232751"/>
                  </a:lnTo>
                  <a:lnTo>
                    <a:pt x="2610179" y="232724"/>
                  </a:lnTo>
                  <a:lnTo>
                    <a:pt x="2616438" y="232702"/>
                  </a:lnTo>
                  <a:lnTo>
                    <a:pt x="2622698" y="232682"/>
                  </a:lnTo>
                  <a:lnTo>
                    <a:pt x="2628957" y="232664"/>
                  </a:lnTo>
                  <a:lnTo>
                    <a:pt x="2635217" y="232644"/>
                  </a:lnTo>
                  <a:lnTo>
                    <a:pt x="2641476" y="232620"/>
                  </a:lnTo>
                  <a:lnTo>
                    <a:pt x="2647736" y="232592"/>
                  </a:lnTo>
                  <a:lnTo>
                    <a:pt x="2653995" y="232561"/>
                  </a:lnTo>
                  <a:lnTo>
                    <a:pt x="2660254" y="232527"/>
                  </a:lnTo>
                  <a:lnTo>
                    <a:pt x="2666514" y="232493"/>
                  </a:lnTo>
                  <a:lnTo>
                    <a:pt x="2672773" y="232463"/>
                  </a:lnTo>
                  <a:lnTo>
                    <a:pt x="2679033" y="232439"/>
                  </a:lnTo>
                  <a:lnTo>
                    <a:pt x="2685292" y="232424"/>
                  </a:lnTo>
                  <a:lnTo>
                    <a:pt x="2691552" y="232422"/>
                  </a:lnTo>
                  <a:lnTo>
                    <a:pt x="2697811" y="232434"/>
                  </a:lnTo>
                  <a:lnTo>
                    <a:pt x="2704070" y="232460"/>
                  </a:lnTo>
                  <a:lnTo>
                    <a:pt x="2710330" y="232503"/>
                  </a:lnTo>
                  <a:lnTo>
                    <a:pt x="2716589" y="232560"/>
                  </a:lnTo>
                  <a:lnTo>
                    <a:pt x="2722849" y="232629"/>
                  </a:lnTo>
                  <a:lnTo>
                    <a:pt x="2729108" y="232706"/>
                  </a:lnTo>
                  <a:lnTo>
                    <a:pt x="2735368" y="232789"/>
                  </a:lnTo>
                  <a:lnTo>
                    <a:pt x="2741627" y="232873"/>
                  </a:lnTo>
                  <a:lnTo>
                    <a:pt x="2747886" y="232956"/>
                  </a:lnTo>
                  <a:lnTo>
                    <a:pt x="2754146" y="233034"/>
                  </a:lnTo>
                  <a:lnTo>
                    <a:pt x="2760405" y="233105"/>
                  </a:lnTo>
                  <a:lnTo>
                    <a:pt x="2766665" y="233166"/>
                  </a:lnTo>
                  <a:lnTo>
                    <a:pt x="2772924" y="233217"/>
                  </a:lnTo>
                  <a:lnTo>
                    <a:pt x="2779184" y="233256"/>
                  </a:lnTo>
                  <a:lnTo>
                    <a:pt x="2785443" y="233282"/>
                  </a:lnTo>
                  <a:lnTo>
                    <a:pt x="2791702" y="233294"/>
                  </a:lnTo>
                  <a:lnTo>
                    <a:pt x="2797962" y="233293"/>
                  </a:lnTo>
                  <a:lnTo>
                    <a:pt x="2804221" y="233277"/>
                  </a:lnTo>
                  <a:lnTo>
                    <a:pt x="2810481" y="233246"/>
                  </a:lnTo>
                  <a:lnTo>
                    <a:pt x="2816740" y="233198"/>
                  </a:lnTo>
                  <a:lnTo>
                    <a:pt x="2822999" y="233131"/>
                  </a:lnTo>
                  <a:lnTo>
                    <a:pt x="2829259" y="233043"/>
                  </a:lnTo>
                  <a:lnTo>
                    <a:pt x="2835518" y="232930"/>
                  </a:lnTo>
                  <a:lnTo>
                    <a:pt x="2841778" y="232790"/>
                  </a:lnTo>
                  <a:lnTo>
                    <a:pt x="2848037" y="232617"/>
                  </a:lnTo>
                  <a:lnTo>
                    <a:pt x="2854297" y="232406"/>
                  </a:lnTo>
                  <a:lnTo>
                    <a:pt x="2860556" y="232148"/>
                  </a:lnTo>
                  <a:lnTo>
                    <a:pt x="2866815" y="231837"/>
                  </a:lnTo>
                  <a:lnTo>
                    <a:pt x="2873075" y="231465"/>
                  </a:lnTo>
                  <a:lnTo>
                    <a:pt x="2879334" y="231023"/>
                  </a:lnTo>
                  <a:lnTo>
                    <a:pt x="2885594" y="230502"/>
                  </a:lnTo>
                  <a:lnTo>
                    <a:pt x="2891853" y="229891"/>
                  </a:lnTo>
                  <a:lnTo>
                    <a:pt x="2898113" y="229181"/>
                  </a:lnTo>
                  <a:lnTo>
                    <a:pt x="2904372" y="228362"/>
                  </a:lnTo>
                  <a:lnTo>
                    <a:pt x="2910631" y="227428"/>
                  </a:lnTo>
                  <a:lnTo>
                    <a:pt x="2916891" y="226372"/>
                  </a:lnTo>
                  <a:lnTo>
                    <a:pt x="2923150" y="225191"/>
                  </a:lnTo>
                  <a:lnTo>
                    <a:pt x="2929410" y="223880"/>
                  </a:lnTo>
                  <a:lnTo>
                    <a:pt x="2935669" y="222431"/>
                  </a:lnTo>
                  <a:lnTo>
                    <a:pt x="2941929" y="220859"/>
                  </a:lnTo>
                  <a:lnTo>
                    <a:pt x="2948188" y="219170"/>
                  </a:lnTo>
                  <a:lnTo>
                    <a:pt x="2954447" y="217372"/>
                  </a:lnTo>
                  <a:lnTo>
                    <a:pt x="2960707" y="215477"/>
                  </a:lnTo>
                  <a:lnTo>
                    <a:pt x="2966966" y="213502"/>
                  </a:lnTo>
                  <a:lnTo>
                    <a:pt x="2973226" y="211467"/>
                  </a:lnTo>
                  <a:lnTo>
                    <a:pt x="2979485" y="209396"/>
                  </a:lnTo>
                  <a:lnTo>
                    <a:pt x="2985744" y="207321"/>
                  </a:lnTo>
                  <a:lnTo>
                    <a:pt x="2992004" y="205276"/>
                  </a:lnTo>
                  <a:lnTo>
                    <a:pt x="2998263" y="203298"/>
                  </a:lnTo>
                  <a:lnTo>
                    <a:pt x="3004523" y="201432"/>
                  </a:lnTo>
                  <a:lnTo>
                    <a:pt x="3010782" y="199726"/>
                  </a:lnTo>
                  <a:lnTo>
                    <a:pt x="3017042" y="198206"/>
                  </a:lnTo>
                  <a:lnTo>
                    <a:pt x="3023301" y="196899"/>
                  </a:lnTo>
                  <a:lnTo>
                    <a:pt x="3029560" y="195823"/>
                  </a:lnTo>
                  <a:lnTo>
                    <a:pt x="3035820" y="194988"/>
                  </a:lnTo>
                  <a:lnTo>
                    <a:pt x="3042079" y="194398"/>
                  </a:lnTo>
                  <a:lnTo>
                    <a:pt x="3048339" y="194046"/>
                  </a:lnTo>
                  <a:lnTo>
                    <a:pt x="3054598" y="193923"/>
                  </a:lnTo>
                  <a:lnTo>
                    <a:pt x="3060858" y="194013"/>
                  </a:lnTo>
                  <a:lnTo>
                    <a:pt x="3067117" y="194299"/>
                  </a:lnTo>
                  <a:lnTo>
                    <a:pt x="3073376" y="194763"/>
                  </a:lnTo>
                  <a:lnTo>
                    <a:pt x="3079636" y="195397"/>
                  </a:lnTo>
                  <a:lnTo>
                    <a:pt x="3085895" y="196186"/>
                  </a:lnTo>
                  <a:lnTo>
                    <a:pt x="3092155" y="197116"/>
                  </a:lnTo>
                  <a:lnTo>
                    <a:pt x="3098414" y="198186"/>
                  </a:lnTo>
                  <a:lnTo>
                    <a:pt x="3104674" y="199397"/>
                  </a:lnTo>
                  <a:lnTo>
                    <a:pt x="3110933" y="200754"/>
                  </a:lnTo>
                  <a:lnTo>
                    <a:pt x="3117192" y="202261"/>
                  </a:lnTo>
                  <a:lnTo>
                    <a:pt x="3123452" y="203917"/>
                  </a:lnTo>
                  <a:lnTo>
                    <a:pt x="3129711" y="205719"/>
                  </a:lnTo>
                  <a:lnTo>
                    <a:pt x="3135971" y="207655"/>
                  </a:lnTo>
                  <a:lnTo>
                    <a:pt x="3142230" y="209707"/>
                  </a:lnTo>
                  <a:lnTo>
                    <a:pt x="3148489" y="211847"/>
                  </a:lnTo>
                  <a:lnTo>
                    <a:pt x="3154749" y="214040"/>
                  </a:lnTo>
                  <a:lnTo>
                    <a:pt x="3161008" y="216240"/>
                  </a:lnTo>
                  <a:lnTo>
                    <a:pt x="3167268" y="218402"/>
                  </a:lnTo>
                  <a:lnTo>
                    <a:pt x="3173527" y="220485"/>
                  </a:lnTo>
                  <a:lnTo>
                    <a:pt x="3179787" y="222452"/>
                  </a:lnTo>
                  <a:lnTo>
                    <a:pt x="3186046" y="224271"/>
                  </a:lnTo>
                  <a:lnTo>
                    <a:pt x="3192305" y="225920"/>
                  </a:lnTo>
                  <a:lnTo>
                    <a:pt x="3198565" y="227382"/>
                  </a:lnTo>
                  <a:lnTo>
                    <a:pt x="3198565" y="233408"/>
                  </a:lnTo>
                  <a:lnTo>
                    <a:pt x="3192305" y="233408"/>
                  </a:lnTo>
                  <a:lnTo>
                    <a:pt x="3186046" y="233408"/>
                  </a:lnTo>
                  <a:lnTo>
                    <a:pt x="3179787" y="233408"/>
                  </a:lnTo>
                  <a:lnTo>
                    <a:pt x="3173527" y="233408"/>
                  </a:lnTo>
                  <a:lnTo>
                    <a:pt x="3167268" y="233408"/>
                  </a:lnTo>
                  <a:lnTo>
                    <a:pt x="3161008" y="233408"/>
                  </a:lnTo>
                  <a:lnTo>
                    <a:pt x="3154749" y="233408"/>
                  </a:lnTo>
                  <a:lnTo>
                    <a:pt x="3148489" y="233408"/>
                  </a:lnTo>
                  <a:lnTo>
                    <a:pt x="3142230" y="233408"/>
                  </a:lnTo>
                  <a:lnTo>
                    <a:pt x="3135971" y="233408"/>
                  </a:lnTo>
                  <a:lnTo>
                    <a:pt x="3129711" y="233408"/>
                  </a:lnTo>
                  <a:lnTo>
                    <a:pt x="3123452" y="233408"/>
                  </a:lnTo>
                  <a:lnTo>
                    <a:pt x="3117192" y="233408"/>
                  </a:lnTo>
                  <a:lnTo>
                    <a:pt x="3110933" y="233408"/>
                  </a:lnTo>
                  <a:lnTo>
                    <a:pt x="3104674" y="233408"/>
                  </a:lnTo>
                  <a:lnTo>
                    <a:pt x="3098414" y="233408"/>
                  </a:lnTo>
                  <a:lnTo>
                    <a:pt x="3092155" y="233408"/>
                  </a:lnTo>
                  <a:lnTo>
                    <a:pt x="3085895" y="233408"/>
                  </a:lnTo>
                  <a:lnTo>
                    <a:pt x="3079636" y="233408"/>
                  </a:lnTo>
                  <a:lnTo>
                    <a:pt x="3073376" y="233408"/>
                  </a:lnTo>
                  <a:lnTo>
                    <a:pt x="3067117" y="233408"/>
                  </a:lnTo>
                  <a:lnTo>
                    <a:pt x="3060858" y="233408"/>
                  </a:lnTo>
                  <a:lnTo>
                    <a:pt x="3054598" y="233408"/>
                  </a:lnTo>
                  <a:lnTo>
                    <a:pt x="3048339" y="233408"/>
                  </a:lnTo>
                  <a:lnTo>
                    <a:pt x="3042079" y="233408"/>
                  </a:lnTo>
                  <a:lnTo>
                    <a:pt x="3035820" y="233408"/>
                  </a:lnTo>
                  <a:lnTo>
                    <a:pt x="3029560" y="233408"/>
                  </a:lnTo>
                  <a:lnTo>
                    <a:pt x="3023301" y="233408"/>
                  </a:lnTo>
                  <a:lnTo>
                    <a:pt x="3017042" y="233408"/>
                  </a:lnTo>
                  <a:lnTo>
                    <a:pt x="3010782" y="233408"/>
                  </a:lnTo>
                  <a:lnTo>
                    <a:pt x="3004523" y="233408"/>
                  </a:lnTo>
                  <a:lnTo>
                    <a:pt x="2998263" y="233408"/>
                  </a:lnTo>
                  <a:lnTo>
                    <a:pt x="2992004" y="233408"/>
                  </a:lnTo>
                  <a:lnTo>
                    <a:pt x="2985744" y="233408"/>
                  </a:lnTo>
                  <a:lnTo>
                    <a:pt x="2979485" y="233408"/>
                  </a:lnTo>
                  <a:lnTo>
                    <a:pt x="2973226" y="233408"/>
                  </a:lnTo>
                  <a:lnTo>
                    <a:pt x="2966966" y="233408"/>
                  </a:lnTo>
                  <a:lnTo>
                    <a:pt x="2960707" y="233408"/>
                  </a:lnTo>
                  <a:lnTo>
                    <a:pt x="2954447" y="233408"/>
                  </a:lnTo>
                  <a:lnTo>
                    <a:pt x="2948188" y="233408"/>
                  </a:lnTo>
                  <a:lnTo>
                    <a:pt x="2941929" y="233408"/>
                  </a:lnTo>
                  <a:lnTo>
                    <a:pt x="2935669" y="233408"/>
                  </a:lnTo>
                  <a:lnTo>
                    <a:pt x="2929410" y="233408"/>
                  </a:lnTo>
                  <a:lnTo>
                    <a:pt x="2923150" y="233408"/>
                  </a:lnTo>
                  <a:lnTo>
                    <a:pt x="2916891" y="233408"/>
                  </a:lnTo>
                  <a:lnTo>
                    <a:pt x="2910631" y="233408"/>
                  </a:lnTo>
                  <a:lnTo>
                    <a:pt x="2904372" y="233408"/>
                  </a:lnTo>
                  <a:lnTo>
                    <a:pt x="2898113" y="233408"/>
                  </a:lnTo>
                  <a:lnTo>
                    <a:pt x="2891853" y="233408"/>
                  </a:lnTo>
                  <a:lnTo>
                    <a:pt x="2885594" y="233408"/>
                  </a:lnTo>
                  <a:lnTo>
                    <a:pt x="2879334" y="233408"/>
                  </a:lnTo>
                  <a:lnTo>
                    <a:pt x="2873075" y="233408"/>
                  </a:lnTo>
                  <a:lnTo>
                    <a:pt x="2866815" y="233408"/>
                  </a:lnTo>
                  <a:lnTo>
                    <a:pt x="2860556" y="233408"/>
                  </a:lnTo>
                  <a:lnTo>
                    <a:pt x="2854297" y="233408"/>
                  </a:lnTo>
                  <a:lnTo>
                    <a:pt x="2848037" y="233408"/>
                  </a:lnTo>
                  <a:lnTo>
                    <a:pt x="2841778" y="233408"/>
                  </a:lnTo>
                  <a:lnTo>
                    <a:pt x="2835518" y="233408"/>
                  </a:lnTo>
                  <a:lnTo>
                    <a:pt x="2829259" y="233408"/>
                  </a:lnTo>
                  <a:lnTo>
                    <a:pt x="2822999" y="233408"/>
                  </a:lnTo>
                  <a:lnTo>
                    <a:pt x="2816740" y="233408"/>
                  </a:lnTo>
                  <a:lnTo>
                    <a:pt x="2810481" y="233408"/>
                  </a:lnTo>
                  <a:lnTo>
                    <a:pt x="2804221" y="233408"/>
                  </a:lnTo>
                  <a:lnTo>
                    <a:pt x="2797962" y="233408"/>
                  </a:lnTo>
                  <a:lnTo>
                    <a:pt x="2791702" y="233408"/>
                  </a:lnTo>
                  <a:lnTo>
                    <a:pt x="2785443" y="233408"/>
                  </a:lnTo>
                  <a:lnTo>
                    <a:pt x="2779184" y="233408"/>
                  </a:lnTo>
                  <a:lnTo>
                    <a:pt x="2772924" y="233408"/>
                  </a:lnTo>
                  <a:lnTo>
                    <a:pt x="2766665" y="233408"/>
                  </a:lnTo>
                  <a:lnTo>
                    <a:pt x="2760405" y="233408"/>
                  </a:lnTo>
                  <a:lnTo>
                    <a:pt x="2754146" y="233408"/>
                  </a:lnTo>
                  <a:lnTo>
                    <a:pt x="2747886" y="233408"/>
                  </a:lnTo>
                  <a:lnTo>
                    <a:pt x="2741627" y="233408"/>
                  </a:lnTo>
                  <a:lnTo>
                    <a:pt x="2735368" y="233408"/>
                  </a:lnTo>
                  <a:lnTo>
                    <a:pt x="2729108" y="233408"/>
                  </a:lnTo>
                  <a:lnTo>
                    <a:pt x="2722849" y="233408"/>
                  </a:lnTo>
                  <a:lnTo>
                    <a:pt x="2716589" y="233408"/>
                  </a:lnTo>
                  <a:lnTo>
                    <a:pt x="2710330" y="233408"/>
                  </a:lnTo>
                  <a:lnTo>
                    <a:pt x="2704070" y="233408"/>
                  </a:lnTo>
                  <a:lnTo>
                    <a:pt x="2697811" y="233408"/>
                  </a:lnTo>
                  <a:lnTo>
                    <a:pt x="2691552" y="233408"/>
                  </a:lnTo>
                  <a:lnTo>
                    <a:pt x="2685292" y="233408"/>
                  </a:lnTo>
                  <a:lnTo>
                    <a:pt x="2679033" y="233408"/>
                  </a:lnTo>
                  <a:lnTo>
                    <a:pt x="2672773" y="233408"/>
                  </a:lnTo>
                  <a:lnTo>
                    <a:pt x="2666514" y="233408"/>
                  </a:lnTo>
                  <a:lnTo>
                    <a:pt x="2660254" y="233408"/>
                  </a:lnTo>
                  <a:lnTo>
                    <a:pt x="2653995" y="233408"/>
                  </a:lnTo>
                  <a:lnTo>
                    <a:pt x="2647736" y="233408"/>
                  </a:lnTo>
                  <a:lnTo>
                    <a:pt x="2641476" y="233408"/>
                  </a:lnTo>
                  <a:lnTo>
                    <a:pt x="2635217" y="233408"/>
                  </a:lnTo>
                  <a:lnTo>
                    <a:pt x="2628957" y="233408"/>
                  </a:lnTo>
                  <a:lnTo>
                    <a:pt x="2622698" y="233408"/>
                  </a:lnTo>
                  <a:lnTo>
                    <a:pt x="2616438" y="233408"/>
                  </a:lnTo>
                  <a:lnTo>
                    <a:pt x="2610179" y="233408"/>
                  </a:lnTo>
                  <a:lnTo>
                    <a:pt x="2603920" y="233408"/>
                  </a:lnTo>
                  <a:lnTo>
                    <a:pt x="2597660" y="233408"/>
                  </a:lnTo>
                  <a:lnTo>
                    <a:pt x="2591401" y="233408"/>
                  </a:lnTo>
                  <a:lnTo>
                    <a:pt x="2585141" y="233408"/>
                  </a:lnTo>
                  <a:lnTo>
                    <a:pt x="2578882" y="233408"/>
                  </a:lnTo>
                  <a:lnTo>
                    <a:pt x="2572623" y="233408"/>
                  </a:lnTo>
                  <a:lnTo>
                    <a:pt x="2566363" y="233408"/>
                  </a:lnTo>
                  <a:lnTo>
                    <a:pt x="2560104" y="233408"/>
                  </a:lnTo>
                  <a:lnTo>
                    <a:pt x="2553844" y="233408"/>
                  </a:lnTo>
                  <a:lnTo>
                    <a:pt x="2547585" y="233408"/>
                  </a:lnTo>
                  <a:lnTo>
                    <a:pt x="2541325" y="233408"/>
                  </a:lnTo>
                  <a:lnTo>
                    <a:pt x="2535066" y="233408"/>
                  </a:lnTo>
                  <a:lnTo>
                    <a:pt x="2528807" y="233408"/>
                  </a:lnTo>
                  <a:lnTo>
                    <a:pt x="2522547" y="233408"/>
                  </a:lnTo>
                  <a:lnTo>
                    <a:pt x="2516288" y="233408"/>
                  </a:lnTo>
                  <a:lnTo>
                    <a:pt x="2510028" y="233408"/>
                  </a:lnTo>
                  <a:lnTo>
                    <a:pt x="2503769" y="233408"/>
                  </a:lnTo>
                  <a:lnTo>
                    <a:pt x="2497509" y="233408"/>
                  </a:lnTo>
                  <a:lnTo>
                    <a:pt x="2491250" y="233408"/>
                  </a:lnTo>
                  <a:lnTo>
                    <a:pt x="2484991" y="233408"/>
                  </a:lnTo>
                  <a:lnTo>
                    <a:pt x="2478731" y="233408"/>
                  </a:lnTo>
                  <a:lnTo>
                    <a:pt x="2472472" y="233408"/>
                  </a:lnTo>
                  <a:lnTo>
                    <a:pt x="2466212" y="233408"/>
                  </a:lnTo>
                  <a:lnTo>
                    <a:pt x="2459953" y="233408"/>
                  </a:lnTo>
                  <a:lnTo>
                    <a:pt x="2453693" y="233408"/>
                  </a:lnTo>
                  <a:lnTo>
                    <a:pt x="2447434" y="233408"/>
                  </a:lnTo>
                  <a:lnTo>
                    <a:pt x="2441175" y="233408"/>
                  </a:lnTo>
                  <a:lnTo>
                    <a:pt x="2434915" y="233408"/>
                  </a:lnTo>
                  <a:lnTo>
                    <a:pt x="2428656" y="233408"/>
                  </a:lnTo>
                  <a:lnTo>
                    <a:pt x="2422396" y="233408"/>
                  </a:lnTo>
                  <a:lnTo>
                    <a:pt x="2416137" y="233408"/>
                  </a:lnTo>
                  <a:lnTo>
                    <a:pt x="2409878" y="233408"/>
                  </a:lnTo>
                  <a:lnTo>
                    <a:pt x="2403618" y="233408"/>
                  </a:lnTo>
                  <a:lnTo>
                    <a:pt x="2397359" y="233408"/>
                  </a:lnTo>
                  <a:lnTo>
                    <a:pt x="2391099" y="233408"/>
                  </a:lnTo>
                  <a:lnTo>
                    <a:pt x="2384840" y="233408"/>
                  </a:lnTo>
                  <a:lnTo>
                    <a:pt x="2378580" y="233408"/>
                  </a:lnTo>
                  <a:lnTo>
                    <a:pt x="2372321" y="233408"/>
                  </a:lnTo>
                  <a:lnTo>
                    <a:pt x="2366062" y="233408"/>
                  </a:lnTo>
                  <a:lnTo>
                    <a:pt x="2359802" y="233408"/>
                  </a:lnTo>
                  <a:lnTo>
                    <a:pt x="2353543" y="233408"/>
                  </a:lnTo>
                  <a:lnTo>
                    <a:pt x="2347283" y="233408"/>
                  </a:lnTo>
                  <a:lnTo>
                    <a:pt x="2341024" y="233408"/>
                  </a:lnTo>
                  <a:lnTo>
                    <a:pt x="2334764" y="233408"/>
                  </a:lnTo>
                  <a:lnTo>
                    <a:pt x="2328505" y="233408"/>
                  </a:lnTo>
                  <a:lnTo>
                    <a:pt x="2322246" y="233408"/>
                  </a:lnTo>
                  <a:lnTo>
                    <a:pt x="2315986" y="233408"/>
                  </a:lnTo>
                  <a:lnTo>
                    <a:pt x="2309727" y="233408"/>
                  </a:lnTo>
                  <a:lnTo>
                    <a:pt x="2303467" y="233408"/>
                  </a:lnTo>
                  <a:lnTo>
                    <a:pt x="2297208" y="233408"/>
                  </a:lnTo>
                  <a:lnTo>
                    <a:pt x="2290948" y="233408"/>
                  </a:lnTo>
                  <a:lnTo>
                    <a:pt x="2284689" y="233408"/>
                  </a:lnTo>
                  <a:lnTo>
                    <a:pt x="2278430" y="233408"/>
                  </a:lnTo>
                  <a:lnTo>
                    <a:pt x="2272170" y="233408"/>
                  </a:lnTo>
                  <a:lnTo>
                    <a:pt x="2265911" y="233408"/>
                  </a:lnTo>
                  <a:lnTo>
                    <a:pt x="2259651" y="233408"/>
                  </a:lnTo>
                  <a:lnTo>
                    <a:pt x="2253392" y="233408"/>
                  </a:lnTo>
                  <a:lnTo>
                    <a:pt x="2247133" y="233408"/>
                  </a:lnTo>
                  <a:lnTo>
                    <a:pt x="2240873" y="233408"/>
                  </a:lnTo>
                  <a:lnTo>
                    <a:pt x="2234614" y="233408"/>
                  </a:lnTo>
                  <a:lnTo>
                    <a:pt x="2228354" y="233408"/>
                  </a:lnTo>
                  <a:lnTo>
                    <a:pt x="2222095" y="233408"/>
                  </a:lnTo>
                  <a:lnTo>
                    <a:pt x="2215835" y="233408"/>
                  </a:lnTo>
                  <a:lnTo>
                    <a:pt x="2209576" y="233408"/>
                  </a:lnTo>
                  <a:lnTo>
                    <a:pt x="2203317" y="233408"/>
                  </a:lnTo>
                  <a:lnTo>
                    <a:pt x="2197057" y="233408"/>
                  </a:lnTo>
                  <a:lnTo>
                    <a:pt x="2190798" y="233408"/>
                  </a:lnTo>
                  <a:lnTo>
                    <a:pt x="2184538" y="233408"/>
                  </a:lnTo>
                  <a:lnTo>
                    <a:pt x="2178279" y="233408"/>
                  </a:lnTo>
                  <a:lnTo>
                    <a:pt x="2172019" y="233408"/>
                  </a:lnTo>
                  <a:lnTo>
                    <a:pt x="2165760" y="233408"/>
                  </a:lnTo>
                  <a:lnTo>
                    <a:pt x="2159501" y="233408"/>
                  </a:lnTo>
                  <a:lnTo>
                    <a:pt x="2153241" y="233408"/>
                  </a:lnTo>
                  <a:lnTo>
                    <a:pt x="2146982" y="233408"/>
                  </a:lnTo>
                  <a:lnTo>
                    <a:pt x="2140722" y="233408"/>
                  </a:lnTo>
                  <a:lnTo>
                    <a:pt x="2134463" y="233408"/>
                  </a:lnTo>
                  <a:lnTo>
                    <a:pt x="2128203" y="233408"/>
                  </a:lnTo>
                  <a:lnTo>
                    <a:pt x="2121944" y="233408"/>
                  </a:lnTo>
                  <a:lnTo>
                    <a:pt x="2115685" y="233408"/>
                  </a:lnTo>
                  <a:lnTo>
                    <a:pt x="2109425" y="233408"/>
                  </a:lnTo>
                  <a:lnTo>
                    <a:pt x="2103166" y="233408"/>
                  </a:lnTo>
                  <a:lnTo>
                    <a:pt x="2096906" y="233408"/>
                  </a:lnTo>
                  <a:lnTo>
                    <a:pt x="2090647" y="233408"/>
                  </a:lnTo>
                  <a:lnTo>
                    <a:pt x="2084388" y="233408"/>
                  </a:lnTo>
                  <a:lnTo>
                    <a:pt x="2078128" y="233408"/>
                  </a:lnTo>
                  <a:lnTo>
                    <a:pt x="2071869" y="233408"/>
                  </a:lnTo>
                  <a:lnTo>
                    <a:pt x="2065609" y="233408"/>
                  </a:lnTo>
                  <a:lnTo>
                    <a:pt x="2059350" y="233408"/>
                  </a:lnTo>
                  <a:lnTo>
                    <a:pt x="2053090" y="233408"/>
                  </a:lnTo>
                  <a:lnTo>
                    <a:pt x="2046831" y="233408"/>
                  </a:lnTo>
                  <a:lnTo>
                    <a:pt x="2040572" y="233408"/>
                  </a:lnTo>
                  <a:lnTo>
                    <a:pt x="2034312" y="233408"/>
                  </a:lnTo>
                  <a:lnTo>
                    <a:pt x="2028053" y="233408"/>
                  </a:lnTo>
                  <a:lnTo>
                    <a:pt x="2021793" y="233408"/>
                  </a:lnTo>
                  <a:lnTo>
                    <a:pt x="2015534" y="233408"/>
                  </a:lnTo>
                  <a:lnTo>
                    <a:pt x="2009274" y="233408"/>
                  </a:lnTo>
                  <a:lnTo>
                    <a:pt x="2003015" y="233408"/>
                  </a:lnTo>
                  <a:lnTo>
                    <a:pt x="1996756" y="233408"/>
                  </a:lnTo>
                  <a:lnTo>
                    <a:pt x="1990496" y="233408"/>
                  </a:lnTo>
                  <a:lnTo>
                    <a:pt x="1984237" y="233408"/>
                  </a:lnTo>
                  <a:lnTo>
                    <a:pt x="1977977" y="233408"/>
                  </a:lnTo>
                  <a:lnTo>
                    <a:pt x="1971718" y="233408"/>
                  </a:lnTo>
                  <a:lnTo>
                    <a:pt x="1965458" y="233408"/>
                  </a:lnTo>
                  <a:lnTo>
                    <a:pt x="1959199" y="233408"/>
                  </a:lnTo>
                  <a:lnTo>
                    <a:pt x="1952940" y="233408"/>
                  </a:lnTo>
                  <a:lnTo>
                    <a:pt x="1946680" y="233408"/>
                  </a:lnTo>
                  <a:lnTo>
                    <a:pt x="1940421" y="233408"/>
                  </a:lnTo>
                  <a:lnTo>
                    <a:pt x="1934161" y="233408"/>
                  </a:lnTo>
                  <a:lnTo>
                    <a:pt x="1927902" y="233408"/>
                  </a:lnTo>
                  <a:lnTo>
                    <a:pt x="1921642" y="233408"/>
                  </a:lnTo>
                  <a:lnTo>
                    <a:pt x="1915383" y="233408"/>
                  </a:lnTo>
                  <a:lnTo>
                    <a:pt x="1909124" y="233408"/>
                  </a:lnTo>
                  <a:lnTo>
                    <a:pt x="1902864" y="233408"/>
                  </a:lnTo>
                  <a:lnTo>
                    <a:pt x="1896605" y="233408"/>
                  </a:lnTo>
                  <a:lnTo>
                    <a:pt x="1890345" y="233408"/>
                  </a:lnTo>
                  <a:lnTo>
                    <a:pt x="1884086" y="233408"/>
                  </a:lnTo>
                  <a:lnTo>
                    <a:pt x="1877827" y="233408"/>
                  </a:lnTo>
                  <a:lnTo>
                    <a:pt x="1871567" y="233408"/>
                  </a:lnTo>
                  <a:lnTo>
                    <a:pt x="1865308" y="233408"/>
                  </a:lnTo>
                  <a:lnTo>
                    <a:pt x="1859048" y="233408"/>
                  </a:lnTo>
                  <a:lnTo>
                    <a:pt x="1852789" y="233408"/>
                  </a:lnTo>
                  <a:lnTo>
                    <a:pt x="1846529" y="233408"/>
                  </a:lnTo>
                  <a:lnTo>
                    <a:pt x="1840270" y="233408"/>
                  </a:lnTo>
                  <a:lnTo>
                    <a:pt x="1834011" y="233408"/>
                  </a:lnTo>
                  <a:lnTo>
                    <a:pt x="1827751" y="233408"/>
                  </a:lnTo>
                  <a:lnTo>
                    <a:pt x="1821492" y="233408"/>
                  </a:lnTo>
                  <a:lnTo>
                    <a:pt x="1815232" y="233408"/>
                  </a:lnTo>
                  <a:lnTo>
                    <a:pt x="1808973" y="233408"/>
                  </a:lnTo>
                  <a:lnTo>
                    <a:pt x="1802713" y="233408"/>
                  </a:lnTo>
                  <a:lnTo>
                    <a:pt x="1796454" y="233408"/>
                  </a:lnTo>
                  <a:lnTo>
                    <a:pt x="1790195" y="233408"/>
                  </a:lnTo>
                  <a:lnTo>
                    <a:pt x="1783935" y="233408"/>
                  </a:lnTo>
                  <a:lnTo>
                    <a:pt x="1777676" y="233408"/>
                  </a:lnTo>
                  <a:lnTo>
                    <a:pt x="1771416" y="233408"/>
                  </a:lnTo>
                  <a:lnTo>
                    <a:pt x="1765157" y="233408"/>
                  </a:lnTo>
                  <a:lnTo>
                    <a:pt x="1758897" y="233408"/>
                  </a:lnTo>
                  <a:lnTo>
                    <a:pt x="1752638" y="233408"/>
                  </a:lnTo>
                  <a:lnTo>
                    <a:pt x="1746379" y="233408"/>
                  </a:lnTo>
                  <a:lnTo>
                    <a:pt x="1740119" y="233408"/>
                  </a:lnTo>
                  <a:lnTo>
                    <a:pt x="1733860" y="233408"/>
                  </a:lnTo>
                  <a:lnTo>
                    <a:pt x="1727600" y="233408"/>
                  </a:lnTo>
                  <a:lnTo>
                    <a:pt x="1721341" y="233408"/>
                  </a:lnTo>
                  <a:lnTo>
                    <a:pt x="1715082" y="233408"/>
                  </a:lnTo>
                  <a:lnTo>
                    <a:pt x="1708822" y="233408"/>
                  </a:lnTo>
                  <a:lnTo>
                    <a:pt x="1702563" y="233408"/>
                  </a:lnTo>
                  <a:lnTo>
                    <a:pt x="1696303" y="233408"/>
                  </a:lnTo>
                  <a:lnTo>
                    <a:pt x="1690044" y="233408"/>
                  </a:lnTo>
                  <a:lnTo>
                    <a:pt x="1683784" y="233408"/>
                  </a:lnTo>
                  <a:lnTo>
                    <a:pt x="1677525" y="233408"/>
                  </a:lnTo>
                  <a:lnTo>
                    <a:pt x="1671266" y="233408"/>
                  </a:lnTo>
                  <a:lnTo>
                    <a:pt x="1665006" y="233408"/>
                  </a:lnTo>
                  <a:lnTo>
                    <a:pt x="1658747" y="233408"/>
                  </a:lnTo>
                  <a:lnTo>
                    <a:pt x="1652487" y="233408"/>
                  </a:lnTo>
                  <a:lnTo>
                    <a:pt x="1646228" y="233408"/>
                  </a:lnTo>
                  <a:lnTo>
                    <a:pt x="1639968" y="233408"/>
                  </a:lnTo>
                  <a:lnTo>
                    <a:pt x="1633709" y="233408"/>
                  </a:lnTo>
                  <a:lnTo>
                    <a:pt x="1627450" y="233408"/>
                  </a:lnTo>
                  <a:lnTo>
                    <a:pt x="1621190" y="233408"/>
                  </a:lnTo>
                  <a:lnTo>
                    <a:pt x="1614931" y="233408"/>
                  </a:lnTo>
                  <a:lnTo>
                    <a:pt x="1608671" y="233408"/>
                  </a:lnTo>
                  <a:lnTo>
                    <a:pt x="1602412" y="233408"/>
                  </a:lnTo>
                  <a:lnTo>
                    <a:pt x="1596152" y="233408"/>
                  </a:lnTo>
                  <a:lnTo>
                    <a:pt x="1589893" y="233408"/>
                  </a:lnTo>
                  <a:lnTo>
                    <a:pt x="1583634" y="233408"/>
                  </a:lnTo>
                  <a:lnTo>
                    <a:pt x="1577374" y="233408"/>
                  </a:lnTo>
                  <a:lnTo>
                    <a:pt x="1571115" y="233408"/>
                  </a:lnTo>
                  <a:lnTo>
                    <a:pt x="1564855" y="233408"/>
                  </a:lnTo>
                  <a:lnTo>
                    <a:pt x="1558596" y="233408"/>
                  </a:lnTo>
                  <a:lnTo>
                    <a:pt x="1552337" y="233408"/>
                  </a:lnTo>
                  <a:lnTo>
                    <a:pt x="1546077" y="233408"/>
                  </a:lnTo>
                  <a:lnTo>
                    <a:pt x="1539818" y="233408"/>
                  </a:lnTo>
                  <a:lnTo>
                    <a:pt x="1533558" y="233408"/>
                  </a:lnTo>
                  <a:lnTo>
                    <a:pt x="1527299" y="233408"/>
                  </a:lnTo>
                  <a:lnTo>
                    <a:pt x="1521039" y="233408"/>
                  </a:lnTo>
                  <a:lnTo>
                    <a:pt x="1514780" y="233408"/>
                  </a:lnTo>
                  <a:lnTo>
                    <a:pt x="1508521" y="233408"/>
                  </a:lnTo>
                  <a:lnTo>
                    <a:pt x="1502261" y="233408"/>
                  </a:lnTo>
                  <a:lnTo>
                    <a:pt x="1496002" y="233408"/>
                  </a:lnTo>
                  <a:lnTo>
                    <a:pt x="1489742" y="233408"/>
                  </a:lnTo>
                  <a:lnTo>
                    <a:pt x="1483483" y="233408"/>
                  </a:lnTo>
                  <a:lnTo>
                    <a:pt x="1477223" y="233408"/>
                  </a:lnTo>
                  <a:lnTo>
                    <a:pt x="1470964" y="233408"/>
                  </a:lnTo>
                  <a:lnTo>
                    <a:pt x="1464705" y="233408"/>
                  </a:lnTo>
                  <a:lnTo>
                    <a:pt x="1458445" y="233408"/>
                  </a:lnTo>
                  <a:lnTo>
                    <a:pt x="1452186" y="233408"/>
                  </a:lnTo>
                  <a:lnTo>
                    <a:pt x="1445926" y="233408"/>
                  </a:lnTo>
                  <a:lnTo>
                    <a:pt x="1439667" y="233408"/>
                  </a:lnTo>
                  <a:lnTo>
                    <a:pt x="1433407" y="233408"/>
                  </a:lnTo>
                  <a:lnTo>
                    <a:pt x="1427148" y="233408"/>
                  </a:lnTo>
                  <a:lnTo>
                    <a:pt x="1420889" y="233408"/>
                  </a:lnTo>
                  <a:lnTo>
                    <a:pt x="1414629" y="233408"/>
                  </a:lnTo>
                  <a:lnTo>
                    <a:pt x="1408370" y="233408"/>
                  </a:lnTo>
                  <a:lnTo>
                    <a:pt x="1402110" y="233408"/>
                  </a:lnTo>
                  <a:lnTo>
                    <a:pt x="1395851" y="233408"/>
                  </a:lnTo>
                  <a:lnTo>
                    <a:pt x="1389592" y="233408"/>
                  </a:lnTo>
                  <a:lnTo>
                    <a:pt x="1383332" y="233408"/>
                  </a:lnTo>
                  <a:lnTo>
                    <a:pt x="1377073" y="233408"/>
                  </a:lnTo>
                  <a:lnTo>
                    <a:pt x="1370813" y="233408"/>
                  </a:lnTo>
                  <a:lnTo>
                    <a:pt x="1364554" y="233408"/>
                  </a:lnTo>
                  <a:lnTo>
                    <a:pt x="1358294" y="233408"/>
                  </a:lnTo>
                  <a:lnTo>
                    <a:pt x="1352035" y="233408"/>
                  </a:lnTo>
                  <a:lnTo>
                    <a:pt x="1345776" y="233408"/>
                  </a:lnTo>
                  <a:lnTo>
                    <a:pt x="1339516" y="233408"/>
                  </a:lnTo>
                  <a:lnTo>
                    <a:pt x="1333257" y="233408"/>
                  </a:lnTo>
                  <a:lnTo>
                    <a:pt x="1326997" y="233408"/>
                  </a:lnTo>
                  <a:lnTo>
                    <a:pt x="1320738" y="233408"/>
                  </a:lnTo>
                  <a:lnTo>
                    <a:pt x="1314478" y="233408"/>
                  </a:lnTo>
                  <a:lnTo>
                    <a:pt x="1308219" y="233408"/>
                  </a:lnTo>
                  <a:lnTo>
                    <a:pt x="1301960" y="233408"/>
                  </a:lnTo>
                  <a:lnTo>
                    <a:pt x="1295700" y="233408"/>
                  </a:lnTo>
                  <a:lnTo>
                    <a:pt x="1289441" y="233408"/>
                  </a:lnTo>
                  <a:lnTo>
                    <a:pt x="1283181" y="233408"/>
                  </a:lnTo>
                  <a:lnTo>
                    <a:pt x="1276922" y="233408"/>
                  </a:lnTo>
                  <a:lnTo>
                    <a:pt x="1270662" y="233408"/>
                  </a:lnTo>
                  <a:lnTo>
                    <a:pt x="1264403" y="233408"/>
                  </a:lnTo>
                  <a:lnTo>
                    <a:pt x="1258144" y="233408"/>
                  </a:lnTo>
                  <a:lnTo>
                    <a:pt x="1251884" y="233408"/>
                  </a:lnTo>
                  <a:lnTo>
                    <a:pt x="1245625" y="233408"/>
                  </a:lnTo>
                  <a:lnTo>
                    <a:pt x="1239365" y="233408"/>
                  </a:lnTo>
                  <a:lnTo>
                    <a:pt x="1233106" y="233408"/>
                  </a:lnTo>
                  <a:lnTo>
                    <a:pt x="1226846" y="233408"/>
                  </a:lnTo>
                  <a:lnTo>
                    <a:pt x="1220587" y="233408"/>
                  </a:lnTo>
                  <a:lnTo>
                    <a:pt x="1214328" y="233408"/>
                  </a:lnTo>
                  <a:lnTo>
                    <a:pt x="1208068" y="233408"/>
                  </a:lnTo>
                  <a:lnTo>
                    <a:pt x="1201809" y="233408"/>
                  </a:lnTo>
                  <a:lnTo>
                    <a:pt x="1195549" y="233408"/>
                  </a:lnTo>
                  <a:lnTo>
                    <a:pt x="1189290" y="233408"/>
                  </a:lnTo>
                  <a:lnTo>
                    <a:pt x="1183031" y="233408"/>
                  </a:lnTo>
                  <a:lnTo>
                    <a:pt x="1176771" y="233408"/>
                  </a:lnTo>
                  <a:lnTo>
                    <a:pt x="1170512" y="233408"/>
                  </a:lnTo>
                  <a:lnTo>
                    <a:pt x="1164252" y="233408"/>
                  </a:lnTo>
                  <a:lnTo>
                    <a:pt x="1157993" y="233408"/>
                  </a:lnTo>
                  <a:lnTo>
                    <a:pt x="1151733" y="233408"/>
                  </a:lnTo>
                  <a:lnTo>
                    <a:pt x="1145474" y="233408"/>
                  </a:lnTo>
                  <a:lnTo>
                    <a:pt x="1139215" y="233408"/>
                  </a:lnTo>
                  <a:lnTo>
                    <a:pt x="1132955" y="233408"/>
                  </a:lnTo>
                  <a:lnTo>
                    <a:pt x="1126696" y="233408"/>
                  </a:lnTo>
                  <a:lnTo>
                    <a:pt x="1120436" y="233408"/>
                  </a:lnTo>
                  <a:lnTo>
                    <a:pt x="1114177" y="233408"/>
                  </a:lnTo>
                  <a:lnTo>
                    <a:pt x="1107917" y="233408"/>
                  </a:lnTo>
                  <a:lnTo>
                    <a:pt x="1101658" y="233408"/>
                  </a:lnTo>
                  <a:lnTo>
                    <a:pt x="1095399" y="233408"/>
                  </a:lnTo>
                  <a:lnTo>
                    <a:pt x="1089139" y="233408"/>
                  </a:lnTo>
                  <a:lnTo>
                    <a:pt x="1082880" y="233408"/>
                  </a:lnTo>
                  <a:lnTo>
                    <a:pt x="1076620" y="233408"/>
                  </a:lnTo>
                  <a:lnTo>
                    <a:pt x="1070361" y="233408"/>
                  </a:lnTo>
                  <a:lnTo>
                    <a:pt x="1064101" y="233408"/>
                  </a:lnTo>
                  <a:lnTo>
                    <a:pt x="1057842" y="233408"/>
                  </a:lnTo>
                  <a:lnTo>
                    <a:pt x="1051583" y="233408"/>
                  </a:lnTo>
                  <a:lnTo>
                    <a:pt x="1045323" y="233408"/>
                  </a:lnTo>
                  <a:lnTo>
                    <a:pt x="1039064" y="233408"/>
                  </a:lnTo>
                  <a:lnTo>
                    <a:pt x="1032804" y="233408"/>
                  </a:lnTo>
                  <a:lnTo>
                    <a:pt x="1026545" y="233408"/>
                  </a:lnTo>
                  <a:lnTo>
                    <a:pt x="1020286" y="233408"/>
                  </a:lnTo>
                  <a:lnTo>
                    <a:pt x="1014026" y="233408"/>
                  </a:lnTo>
                  <a:lnTo>
                    <a:pt x="1007767" y="233408"/>
                  </a:lnTo>
                  <a:lnTo>
                    <a:pt x="1001507" y="233408"/>
                  </a:lnTo>
                  <a:lnTo>
                    <a:pt x="995248" y="233408"/>
                  </a:lnTo>
                  <a:lnTo>
                    <a:pt x="988988" y="233408"/>
                  </a:lnTo>
                  <a:lnTo>
                    <a:pt x="982729" y="233408"/>
                  </a:lnTo>
                  <a:lnTo>
                    <a:pt x="976470" y="233408"/>
                  </a:lnTo>
                  <a:lnTo>
                    <a:pt x="970210" y="233408"/>
                  </a:lnTo>
                  <a:lnTo>
                    <a:pt x="963951" y="233408"/>
                  </a:lnTo>
                  <a:lnTo>
                    <a:pt x="957691" y="233408"/>
                  </a:lnTo>
                  <a:lnTo>
                    <a:pt x="951432" y="233408"/>
                  </a:lnTo>
                  <a:lnTo>
                    <a:pt x="945172" y="233408"/>
                  </a:lnTo>
                  <a:lnTo>
                    <a:pt x="938913" y="233408"/>
                  </a:lnTo>
                  <a:lnTo>
                    <a:pt x="932654" y="233408"/>
                  </a:lnTo>
                  <a:lnTo>
                    <a:pt x="926394" y="233408"/>
                  </a:lnTo>
                  <a:lnTo>
                    <a:pt x="920135" y="233408"/>
                  </a:lnTo>
                  <a:lnTo>
                    <a:pt x="913875" y="233408"/>
                  </a:lnTo>
                  <a:lnTo>
                    <a:pt x="907616" y="233408"/>
                  </a:lnTo>
                  <a:lnTo>
                    <a:pt x="901356" y="233408"/>
                  </a:lnTo>
                  <a:lnTo>
                    <a:pt x="895097" y="233408"/>
                  </a:lnTo>
                  <a:lnTo>
                    <a:pt x="888838" y="233408"/>
                  </a:lnTo>
                  <a:lnTo>
                    <a:pt x="882578" y="233408"/>
                  </a:lnTo>
                  <a:lnTo>
                    <a:pt x="876319" y="233408"/>
                  </a:lnTo>
                  <a:lnTo>
                    <a:pt x="870059" y="233408"/>
                  </a:lnTo>
                  <a:lnTo>
                    <a:pt x="863800" y="233408"/>
                  </a:lnTo>
                  <a:lnTo>
                    <a:pt x="857541" y="233408"/>
                  </a:lnTo>
                  <a:lnTo>
                    <a:pt x="851281" y="233408"/>
                  </a:lnTo>
                  <a:lnTo>
                    <a:pt x="845022" y="233408"/>
                  </a:lnTo>
                  <a:lnTo>
                    <a:pt x="838762" y="233408"/>
                  </a:lnTo>
                  <a:lnTo>
                    <a:pt x="832503" y="233408"/>
                  </a:lnTo>
                  <a:lnTo>
                    <a:pt x="826243" y="233408"/>
                  </a:lnTo>
                  <a:lnTo>
                    <a:pt x="819984" y="233408"/>
                  </a:lnTo>
                  <a:lnTo>
                    <a:pt x="813725" y="233408"/>
                  </a:lnTo>
                  <a:lnTo>
                    <a:pt x="807465" y="233408"/>
                  </a:lnTo>
                  <a:lnTo>
                    <a:pt x="801206" y="233408"/>
                  </a:lnTo>
                  <a:lnTo>
                    <a:pt x="794946" y="233408"/>
                  </a:lnTo>
                  <a:lnTo>
                    <a:pt x="788687" y="233408"/>
                  </a:lnTo>
                  <a:lnTo>
                    <a:pt x="782427" y="233408"/>
                  </a:lnTo>
                  <a:lnTo>
                    <a:pt x="776168" y="233408"/>
                  </a:lnTo>
                  <a:lnTo>
                    <a:pt x="769909" y="233408"/>
                  </a:lnTo>
                  <a:lnTo>
                    <a:pt x="763649" y="233408"/>
                  </a:lnTo>
                  <a:lnTo>
                    <a:pt x="757390" y="233408"/>
                  </a:lnTo>
                  <a:lnTo>
                    <a:pt x="751130" y="233408"/>
                  </a:lnTo>
                  <a:lnTo>
                    <a:pt x="744871" y="233408"/>
                  </a:lnTo>
                  <a:lnTo>
                    <a:pt x="738611" y="233408"/>
                  </a:lnTo>
                  <a:lnTo>
                    <a:pt x="732352" y="233408"/>
                  </a:lnTo>
                  <a:lnTo>
                    <a:pt x="726093" y="233408"/>
                  </a:lnTo>
                  <a:lnTo>
                    <a:pt x="719833" y="233408"/>
                  </a:lnTo>
                  <a:lnTo>
                    <a:pt x="713574" y="233408"/>
                  </a:lnTo>
                  <a:lnTo>
                    <a:pt x="707314" y="233408"/>
                  </a:lnTo>
                  <a:lnTo>
                    <a:pt x="701055" y="233408"/>
                  </a:lnTo>
                  <a:lnTo>
                    <a:pt x="694796" y="233408"/>
                  </a:lnTo>
                  <a:lnTo>
                    <a:pt x="688536" y="233408"/>
                  </a:lnTo>
                  <a:lnTo>
                    <a:pt x="682277" y="233408"/>
                  </a:lnTo>
                  <a:lnTo>
                    <a:pt x="676017" y="233408"/>
                  </a:lnTo>
                  <a:lnTo>
                    <a:pt x="669758" y="233408"/>
                  </a:lnTo>
                  <a:lnTo>
                    <a:pt x="663498" y="233408"/>
                  </a:lnTo>
                  <a:lnTo>
                    <a:pt x="657239" y="233408"/>
                  </a:lnTo>
                  <a:lnTo>
                    <a:pt x="650980" y="233408"/>
                  </a:lnTo>
                  <a:lnTo>
                    <a:pt x="644720" y="233408"/>
                  </a:lnTo>
                  <a:lnTo>
                    <a:pt x="638461" y="233408"/>
                  </a:lnTo>
                  <a:lnTo>
                    <a:pt x="632201" y="233408"/>
                  </a:lnTo>
                  <a:lnTo>
                    <a:pt x="625942" y="233408"/>
                  </a:lnTo>
                  <a:lnTo>
                    <a:pt x="619682" y="233408"/>
                  </a:lnTo>
                  <a:lnTo>
                    <a:pt x="613423" y="233408"/>
                  </a:lnTo>
                  <a:lnTo>
                    <a:pt x="607164" y="233408"/>
                  </a:lnTo>
                  <a:lnTo>
                    <a:pt x="600904" y="233408"/>
                  </a:lnTo>
                  <a:lnTo>
                    <a:pt x="594645" y="233408"/>
                  </a:lnTo>
                  <a:lnTo>
                    <a:pt x="588385" y="233408"/>
                  </a:lnTo>
                  <a:lnTo>
                    <a:pt x="582126" y="233408"/>
                  </a:lnTo>
                  <a:lnTo>
                    <a:pt x="575866" y="233408"/>
                  </a:lnTo>
                  <a:lnTo>
                    <a:pt x="569607" y="233408"/>
                  </a:lnTo>
                  <a:lnTo>
                    <a:pt x="563348" y="233408"/>
                  </a:lnTo>
                  <a:lnTo>
                    <a:pt x="557088" y="233408"/>
                  </a:lnTo>
                  <a:lnTo>
                    <a:pt x="550829" y="233408"/>
                  </a:lnTo>
                  <a:lnTo>
                    <a:pt x="544569" y="233408"/>
                  </a:lnTo>
                  <a:lnTo>
                    <a:pt x="538310" y="233408"/>
                  </a:lnTo>
                  <a:lnTo>
                    <a:pt x="532050" y="233408"/>
                  </a:lnTo>
                  <a:lnTo>
                    <a:pt x="525791" y="233408"/>
                  </a:lnTo>
                  <a:lnTo>
                    <a:pt x="519532" y="233408"/>
                  </a:lnTo>
                  <a:lnTo>
                    <a:pt x="513272" y="233408"/>
                  </a:lnTo>
                  <a:lnTo>
                    <a:pt x="507013" y="233408"/>
                  </a:lnTo>
                  <a:lnTo>
                    <a:pt x="500753" y="233408"/>
                  </a:lnTo>
                  <a:lnTo>
                    <a:pt x="494494" y="233408"/>
                  </a:lnTo>
                  <a:lnTo>
                    <a:pt x="488235" y="233408"/>
                  </a:lnTo>
                  <a:lnTo>
                    <a:pt x="481975" y="233408"/>
                  </a:lnTo>
                  <a:lnTo>
                    <a:pt x="475716" y="233408"/>
                  </a:lnTo>
                  <a:lnTo>
                    <a:pt x="469456" y="233408"/>
                  </a:lnTo>
                  <a:lnTo>
                    <a:pt x="463197" y="233408"/>
                  </a:lnTo>
                  <a:lnTo>
                    <a:pt x="456937" y="233408"/>
                  </a:lnTo>
                  <a:lnTo>
                    <a:pt x="450678" y="233408"/>
                  </a:lnTo>
                  <a:lnTo>
                    <a:pt x="444419" y="233408"/>
                  </a:lnTo>
                  <a:lnTo>
                    <a:pt x="438159" y="233408"/>
                  </a:lnTo>
                  <a:lnTo>
                    <a:pt x="431900" y="233408"/>
                  </a:lnTo>
                  <a:lnTo>
                    <a:pt x="425640" y="233408"/>
                  </a:lnTo>
                  <a:lnTo>
                    <a:pt x="419381" y="233408"/>
                  </a:lnTo>
                  <a:lnTo>
                    <a:pt x="413121" y="233408"/>
                  </a:lnTo>
                  <a:lnTo>
                    <a:pt x="406862" y="233408"/>
                  </a:lnTo>
                  <a:lnTo>
                    <a:pt x="400603" y="233408"/>
                  </a:lnTo>
                  <a:lnTo>
                    <a:pt x="394343" y="233408"/>
                  </a:lnTo>
                  <a:lnTo>
                    <a:pt x="388084" y="233408"/>
                  </a:lnTo>
                  <a:lnTo>
                    <a:pt x="381824" y="233408"/>
                  </a:lnTo>
                  <a:lnTo>
                    <a:pt x="375565" y="233408"/>
                  </a:lnTo>
                  <a:lnTo>
                    <a:pt x="369305" y="233408"/>
                  </a:lnTo>
                  <a:lnTo>
                    <a:pt x="363046" y="233408"/>
                  </a:lnTo>
                  <a:lnTo>
                    <a:pt x="356787" y="233408"/>
                  </a:lnTo>
                  <a:lnTo>
                    <a:pt x="350527" y="233408"/>
                  </a:lnTo>
                  <a:lnTo>
                    <a:pt x="344268" y="233408"/>
                  </a:lnTo>
                  <a:lnTo>
                    <a:pt x="338008" y="233408"/>
                  </a:lnTo>
                  <a:lnTo>
                    <a:pt x="331749" y="233408"/>
                  </a:lnTo>
                  <a:lnTo>
                    <a:pt x="325490" y="233408"/>
                  </a:lnTo>
                  <a:lnTo>
                    <a:pt x="319230" y="233408"/>
                  </a:lnTo>
                  <a:lnTo>
                    <a:pt x="312971" y="233408"/>
                  </a:lnTo>
                  <a:lnTo>
                    <a:pt x="306711" y="233408"/>
                  </a:lnTo>
                  <a:lnTo>
                    <a:pt x="300452" y="233408"/>
                  </a:lnTo>
                  <a:lnTo>
                    <a:pt x="294192" y="233408"/>
                  </a:lnTo>
                  <a:lnTo>
                    <a:pt x="287933" y="233408"/>
                  </a:lnTo>
                  <a:lnTo>
                    <a:pt x="281674" y="233408"/>
                  </a:lnTo>
                  <a:lnTo>
                    <a:pt x="275414" y="233408"/>
                  </a:lnTo>
                  <a:lnTo>
                    <a:pt x="269155" y="233408"/>
                  </a:lnTo>
                  <a:lnTo>
                    <a:pt x="262895" y="233408"/>
                  </a:lnTo>
                  <a:lnTo>
                    <a:pt x="256636" y="233408"/>
                  </a:lnTo>
                  <a:lnTo>
                    <a:pt x="250376" y="233408"/>
                  </a:lnTo>
                  <a:lnTo>
                    <a:pt x="244117" y="233408"/>
                  </a:lnTo>
                  <a:lnTo>
                    <a:pt x="237858" y="233408"/>
                  </a:lnTo>
                  <a:lnTo>
                    <a:pt x="231598" y="233408"/>
                  </a:lnTo>
                  <a:lnTo>
                    <a:pt x="225339" y="233408"/>
                  </a:lnTo>
                  <a:lnTo>
                    <a:pt x="219079" y="233408"/>
                  </a:lnTo>
                  <a:lnTo>
                    <a:pt x="212820" y="233408"/>
                  </a:lnTo>
                  <a:lnTo>
                    <a:pt x="206560" y="233408"/>
                  </a:lnTo>
                  <a:lnTo>
                    <a:pt x="200301" y="233408"/>
                  </a:lnTo>
                  <a:lnTo>
                    <a:pt x="194042" y="233408"/>
                  </a:lnTo>
                  <a:lnTo>
                    <a:pt x="187782" y="233408"/>
                  </a:lnTo>
                  <a:lnTo>
                    <a:pt x="181523" y="233408"/>
                  </a:lnTo>
                  <a:lnTo>
                    <a:pt x="175263" y="233408"/>
                  </a:lnTo>
                  <a:lnTo>
                    <a:pt x="169004" y="233408"/>
                  </a:lnTo>
                  <a:lnTo>
                    <a:pt x="162745" y="233408"/>
                  </a:lnTo>
                  <a:lnTo>
                    <a:pt x="156485" y="233408"/>
                  </a:lnTo>
                  <a:lnTo>
                    <a:pt x="150226" y="233408"/>
                  </a:lnTo>
                  <a:lnTo>
                    <a:pt x="143966" y="233408"/>
                  </a:lnTo>
                  <a:lnTo>
                    <a:pt x="137707" y="233408"/>
                  </a:lnTo>
                  <a:lnTo>
                    <a:pt x="131447" y="233408"/>
                  </a:lnTo>
                  <a:lnTo>
                    <a:pt x="125188" y="233408"/>
                  </a:lnTo>
                  <a:lnTo>
                    <a:pt x="118929" y="233408"/>
                  </a:lnTo>
                  <a:lnTo>
                    <a:pt x="112669" y="233408"/>
                  </a:lnTo>
                  <a:lnTo>
                    <a:pt x="106410" y="233408"/>
                  </a:lnTo>
                  <a:lnTo>
                    <a:pt x="100150" y="233408"/>
                  </a:lnTo>
                  <a:lnTo>
                    <a:pt x="93891" y="233408"/>
                  </a:lnTo>
                  <a:lnTo>
                    <a:pt x="87631" y="233408"/>
                  </a:lnTo>
                  <a:lnTo>
                    <a:pt x="81372" y="233408"/>
                  </a:lnTo>
                  <a:lnTo>
                    <a:pt x="75113" y="233408"/>
                  </a:lnTo>
                  <a:lnTo>
                    <a:pt x="68853" y="233408"/>
                  </a:lnTo>
                  <a:lnTo>
                    <a:pt x="62594" y="233408"/>
                  </a:lnTo>
                  <a:lnTo>
                    <a:pt x="56334" y="233408"/>
                  </a:lnTo>
                  <a:lnTo>
                    <a:pt x="50075" y="233408"/>
                  </a:lnTo>
                  <a:lnTo>
                    <a:pt x="43815" y="233408"/>
                  </a:lnTo>
                  <a:lnTo>
                    <a:pt x="37556" y="233408"/>
                  </a:lnTo>
                  <a:lnTo>
                    <a:pt x="31297" y="233408"/>
                  </a:lnTo>
                  <a:lnTo>
                    <a:pt x="25037" y="233408"/>
                  </a:lnTo>
                  <a:lnTo>
                    <a:pt x="18778" y="233408"/>
                  </a:lnTo>
                  <a:lnTo>
                    <a:pt x="12518" y="233408"/>
                  </a:lnTo>
                  <a:lnTo>
                    <a:pt x="6259" y="23340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749798" y="6297934"/>
              <a:ext cx="3198565" cy="233408"/>
            </a:xfrm>
            <a:custGeom>
              <a:avLst/>
              <a:pathLst>
                <a:path w="3198565" h="233408">
                  <a:moveTo>
                    <a:pt x="0" y="233408"/>
                  </a:moveTo>
                  <a:lnTo>
                    <a:pt x="6259" y="233408"/>
                  </a:lnTo>
                  <a:lnTo>
                    <a:pt x="12518" y="233408"/>
                  </a:lnTo>
                  <a:lnTo>
                    <a:pt x="18778" y="233408"/>
                  </a:lnTo>
                  <a:lnTo>
                    <a:pt x="25037" y="233408"/>
                  </a:lnTo>
                  <a:lnTo>
                    <a:pt x="31297" y="233408"/>
                  </a:lnTo>
                  <a:lnTo>
                    <a:pt x="37556" y="233408"/>
                  </a:lnTo>
                  <a:lnTo>
                    <a:pt x="43815" y="233408"/>
                  </a:lnTo>
                  <a:lnTo>
                    <a:pt x="50075" y="233408"/>
                  </a:lnTo>
                  <a:lnTo>
                    <a:pt x="56334" y="233408"/>
                  </a:lnTo>
                  <a:lnTo>
                    <a:pt x="62594" y="233408"/>
                  </a:lnTo>
                  <a:lnTo>
                    <a:pt x="68853" y="233408"/>
                  </a:lnTo>
                  <a:lnTo>
                    <a:pt x="75113" y="233408"/>
                  </a:lnTo>
                  <a:lnTo>
                    <a:pt x="81372" y="233408"/>
                  </a:lnTo>
                  <a:lnTo>
                    <a:pt x="87631" y="233408"/>
                  </a:lnTo>
                  <a:lnTo>
                    <a:pt x="93891" y="233408"/>
                  </a:lnTo>
                  <a:lnTo>
                    <a:pt x="100150" y="233408"/>
                  </a:lnTo>
                  <a:lnTo>
                    <a:pt x="106410" y="233408"/>
                  </a:lnTo>
                  <a:lnTo>
                    <a:pt x="112669" y="233408"/>
                  </a:lnTo>
                  <a:lnTo>
                    <a:pt x="118929" y="233408"/>
                  </a:lnTo>
                  <a:lnTo>
                    <a:pt x="125188" y="233408"/>
                  </a:lnTo>
                  <a:lnTo>
                    <a:pt x="131447" y="233408"/>
                  </a:lnTo>
                  <a:lnTo>
                    <a:pt x="137707" y="233408"/>
                  </a:lnTo>
                  <a:lnTo>
                    <a:pt x="143966" y="233408"/>
                  </a:lnTo>
                  <a:lnTo>
                    <a:pt x="150226" y="233408"/>
                  </a:lnTo>
                  <a:lnTo>
                    <a:pt x="156485" y="233408"/>
                  </a:lnTo>
                  <a:lnTo>
                    <a:pt x="162745" y="233408"/>
                  </a:lnTo>
                  <a:lnTo>
                    <a:pt x="169004" y="233408"/>
                  </a:lnTo>
                  <a:lnTo>
                    <a:pt x="175263" y="233408"/>
                  </a:lnTo>
                  <a:lnTo>
                    <a:pt x="181523" y="233408"/>
                  </a:lnTo>
                  <a:lnTo>
                    <a:pt x="187782" y="233408"/>
                  </a:lnTo>
                  <a:lnTo>
                    <a:pt x="194042" y="233408"/>
                  </a:lnTo>
                  <a:lnTo>
                    <a:pt x="200301" y="233408"/>
                  </a:lnTo>
                  <a:lnTo>
                    <a:pt x="206560" y="233408"/>
                  </a:lnTo>
                  <a:lnTo>
                    <a:pt x="212820" y="233408"/>
                  </a:lnTo>
                  <a:lnTo>
                    <a:pt x="219079" y="233408"/>
                  </a:lnTo>
                  <a:lnTo>
                    <a:pt x="225339" y="233408"/>
                  </a:lnTo>
                  <a:lnTo>
                    <a:pt x="231598" y="233408"/>
                  </a:lnTo>
                  <a:lnTo>
                    <a:pt x="237858" y="233408"/>
                  </a:lnTo>
                  <a:lnTo>
                    <a:pt x="244117" y="233408"/>
                  </a:lnTo>
                  <a:lnTo>
                    <a:pt x="250376" y="233408"/>
                  </a:lnTo>
                  <a:lnTo>
                    <a:pt x="256636" y="233408"/>
                  </a:lnTo>
                  <a:lnTo>
                    <a:pt x="262895" y="233408"/>
                  </a:lnTo>
                  <a:lnTo>
                    <a:pt x="269155" y="233408"/>
                  </a:lnTo>
                  <a:lnTo>
                    <a:pt x="275414" y="233408"/>
                  </a:lnTo>
                  <a:lnTo>
                    <a:pt x="281674" y="233408"/>
                  </a:lnTo>
                  <a:lnTo>
                    <a:pt x="287933" y="233408"/>
                  </a:lnTo>
                  <a:lnTo>
                    <a:pt x="294192" y="233408"/>
                  </a:lnTo>
                  <a:lnTo>
                    <a:pt x="300452" y="233408"/>
                  </a:lnTo>
                  <a:lnTo>
                    <a:pt x="306711" y="233408"/>
                  </a:lnTo>
                  <a:lnTo>
                    <a:pt x="312971" y="233408"/>
                  </a:lnTo>
                  <a:lnTo>
                    <a:pt x="319230" y="233408"/>
                  </a:lnTo>
                  <a:lnTo>
                    <a:pt x="325490" y="233408"/>
                  </a:lnTo>
                  <a:lnTo>
                    <a:pt x="331749" y="233408"/>
                  </a:lnTo>
                  <a:lnTo>
                    <a:pt x="338008" y="233408"/>
                  </a:lnTo>
                  <a:lnTo>
                    <a:pt x="344268" y="233408"/>
                  </a:lnTo>
                  <a:lnTo>
                    <a:pt x="350527" y="233408"/>
                  </a:lnTo>
                  <a:lnTo>
                    <a:pt x="356787" y="233408"/>
                  </a:lnTo>
                  <a:lnTo>
                    <a:pt x="363046" y="233408"/>
                  </a:lnTo>
                  <a:lnTo>
                    <a:pt x="369305" y="233408"/>
                  </a:lnTo>
                  <a:lnTo>
                    <a:pt x="375565" y="233408"/>
                  </a:lnTo>
                  <a:lnTo>
                    <a:pt x="381824" y="233408"/>
                  </a:lnTo>
                  <a:lnTo>
                    <a:pt x="388084" y="233408"/>
                  </a:lnTo>
                  <a:lnTo>
                    <a:pt x="394343" y="233408"/>
                  </a:lnTo>
                  <a:lnTo>
                    <a:pt x="400603" y="233408"/>
                  </a:lnTo>
                  <a:lnTo>
                    <a:pt x="406862" y="233408"/>
                  </a:lnTo>
                  <a:lnTo>
                    <a:pt x="413121" y="233408"/>
                  </a:lnTo>
                  <a:lnTo>
                    <a:pt x="419381" y="233408"/>
                  </a:lnTo>
                  <a:lnTo>
                    <a:pt x="425640" y="233408"/>
                  </a:lnTo>
                  <a:lnTo>
                    <a:pt x="431900" y="233408"/>
                  </a:lnTo>
                  <a:lnTo>
                    <a:pt x="438159" y="233408"/>
                  </a:lnTo>
                  <a:lnTo>
                    <a:pt x="444419" y="233408"/>
                  </a:lnTo>
                  <a:lnTo>
                    <a:pt x="450678" y="233408"/>
                  </a:lnTo>
                  <a:lnTo>
                    <a:pt x="456937" y="233408"/>
                  </a:lnTo>
                  <a:lnTo>
                    <a:pt x="463197" y="233408"/>
                  </a:lnTo>
                  <a:lnTo>
                    <a:pt x="469456" y="233408"/>
                  </a:lnTo>
                  <a:lnTo>
                    <a:pt x="475716" y="233408"/>
                  </a:lnTo>
                  <a:lnTo>
                    <a:pt x="481975" y="233408"/>
                  </a:lnTo>
                  <a:lnTo>
                    <a:pt x="488235" y="233408"/>
                  </a:lnTo>
                  <a:lnTo>
                    <a:pt x="494494" y="233408"/>
                  </a:lnTo>
                  <a:lnTo>
                    <a:pt x="500753" y="233408"/>
                  </a:lnTo>
                  <a:lnTo>
                    <a:pt x="507013" y="233408"/>
                  </a:lnTo>
                  <a:lnTo>
                    <a:pt x="513272" y="233408"/>
                  </a:lnTo>
                  <a:lnTo>
                    <a:pt x="519532" y="233408"/>
                  </a:lnTo>
                  <a:lnTo>
                    <a:pt x="525791" y="233408"/>
                  </a:lnTo>
                  <a:lnTo>
                    <a:pt x="532050" y="233408"/>
                  </a:lnTo>
                  <a:lnTo>
                    <a:pt x="538310" y="233408"/>
                  </a:lnTo>
                  <a:lnTo>
                    <a:pt x="544569" y="233408"/>
                  </a:lnTo>
                  <a:lnTo>
                    <a:pt x="550829" y="233408"/>
                  </a:lnTo>
                  <a:lnTo>
                    <a:pt x="557088" y="233408"/>
                  </a:lnTo>
                  <a:lnTo>
                    <a:pt x="563348" y="233408"/>
                  </a:lnTo>
                  <a:lnTo>
                    <a:pt x="569607" y="233408"/>
                  </a:lnTo>
                  <a:lnTo>
                    <a:pt x="575866" y="233408"/>
                  </a:lnTo>
                  <a:lnTo>
                    <a:pt x="582126" y="233408"/>
                  </a:lnTo>
                  <a:lnTo>
                    <a:pt x="588385" y="233408"/>
                  </a:lnTo>
                  <a:lnTo>
                    <a:pt x="594645" y="233408"/>
                  </a:lnTo>
                  <a:lnTo>
                    <a:pt x="600904" y="233408"/>
                  </a:lnTo>
                  <a:lnTo>
                    <a:pt x="607164" y="233408"/>
                  </a:lnTo>
                  <a:lnTo>
                    <a:pt x="613423" y="233408"/>
                  </a:lnTo>
                  <a:lnTo>
                    <a:pt x="619682" y="233408"/>
                  </a:lnTo>
                  <a:lnTo>
                    <a:pt x="625942" y="233408"/>
                  </a:lnTo>
                  <a:lnTo>
                    <a:pt x="632201" y="233408"/>
                  </a:lnTo>
                  <a:lnTo>
                    <a:pt x="638461" y="233408"/>
                  </a:lnTo>
                  <a:lnTo>
                    <a:pt x="644720" y="233408"/>
                  </a:lnTo>
                  <a:lnTo>
                    <a:pt x="650980" y="233408"/>
                  </a:lnTo>
                  <a:lnTo>
                    <a:pt x="657239" y="233408"/>
                  </a:lnTo>
                  <a:lnTo>
                    <a:pt x="663498" y="233408"/>
                  </a:lnTo>
                  <a:lnTo>
                    <a:pt x="669758" y="233408"/>
                  </a:lnTo>
                  <a:lnTo>
                    <a:pt x="676017" y="233408"/>
                  </a:lnTo>
                  <a:lnTo>
                    <a:pt x="682277" y="233408"/>
                  </a:lnTo>
                  <a:lnTo>
                    <a:pt x="688536" y="233408"/>
                  </a:lnTo>
                  <a:lnTo>
                    <a:pt x="694796" y="233408"/>
                  </a:lnTo>
                  <a:lnTo>
                    <a:pt x="701055" y="233408"/>
                  </a:lnTo>
                  <a:lnTo>
                    <a:pt x="707314" y="233408"/>
                  </a:lnTo>
                  <a:lnTo>
                    <a:pt x="713574" y="233408"/>
                  </a:lnTo>
                  <a:lnTo>
                    <a:pt x="719833" y="233408"/>
                  </a:lnTo>
                  <a:lnTo>
                    <a:pt x="726093" y="233408"/>
                  </a:lnTo>
                  <a:lnTo>
                    <a:pt x="732352" y="233408"/>
                  </a:lnTo>
                  <a:lnTo>
                    <a:pt x="738611" y="233408"/>
                  </a:lnTo>
                  <a:lnTo>
                    <a:pt x="744871" y="233408"/>
                  </a:lnTo>
                  <a:lnTo>
                    <a:pt x="751130" y="233408"/>
                  </a:lnTo>
                  <a:lnTo>
                    <a:pt x="757390" y="233408"/>
                  </a:lnTo>
                  <a:lnTo>
                    <a:pt x="763649" y="233408"/>
                  </a:lnTo>
                  <a:lnTo>
                    <a:pt x="769909" y="233408"/>
                  </a:lnTo>
                  <a:lnTo>
                    <a:pt x="776168" y="233408"/>
                  </a:lnTo>
                  <a:lnTo>
                    <a:pt x="782427" y="233408"/>
                  </a:lnTo>
                  <a:lnTo>
                    <a:pt x="788687" y="233408"/>
                  </a:lnTo>
                  <a:lnTo>
                    <a:pt x="794946" y="233408"/>
                  </a:lnTo>
                  <a:lnTo>
                    <a:pt x="801206" y="233408"/>
                  </a:lnTo>
                  <a:lnTo>
                    <a:pt x="807465" y="233408"/>
                  </a:lnTo>
                  <a:lnTo>
                    <a:pt x="813725" y="233408"/>
                  </a:lnTo>
                  <a:lnTo>
                    <a:pt x="819984" y="233408"/>
                  </a:lnTo>
                  <a:lnTo>
                    <a:pt x="826243" y="233408"/>
                  </a:lnTo>
                  <a:lnTo>
                    <a:pt x="832503" y="233408"/>
                  </a:lnTo>
                  <a:lnTo>
                    <a:pt x="838762" y="233408"/>
                  </a:lnTo>
                  <a:lnTo>
                    <a:pt x="845022" y="233408"/>
                  </a:lnTo>
                  <a:lnTo>
                    <a:pt x="851281" y="233408"/>
                  </a:lnTo>
                  <a:lnTo>
                    <a:pt x="857541" y="233408"/>
                  </a:lnTo>
                  <a:lnTo>
                    <a:pt x="863800" y="233408"/>
                  </a:lnTo>
                  <a:lnTo>
                    <a:pt x="870059" y="233408"/>
                  </a:lnTo>
                  <a:lnTo>
                    <a:pt x="876319" y="233408"/>
                  </a:lnTo>
                  <a:lnTo>
                    <a:pt x="882578" y="233408"/>
                  </a:lnTo>
                  <a:lnTo>
                    <a:pt x="888838" y="233408"/>
                  </a:lnTo>
                  <a:lnTo>
                    <a:pt x="895097" y="233408"/>
                  </a:lnTo>
                  <a:lnTo>
                    <a:pt x="901356" y="233408"/>
                  </a:lnTo>
                  <a:lnTo>
                    <a:pt x="907616" y="233408"/>
                  </a:lnTo>
                  <a:lnTo>
                    <a:pt x="913875" y="233408"/>
                  </a:lnTo>
                  <a:lnTo>
                    <a:pt x="920135" y="233408"/>
                  </a:lnTo>
                  <a:lnTo>
                    <a:pt x="926394" y="233408"/>
                  </a:lnTo>
                  <a:lnTo>
                    <a:pt x="932654" y="233408"/>
                  </a:lnTo>
                  <a:lnTo>
                    <a:pt x="938913" y="233408"/>
                  </a:lnTo>
                  <a:lnTo>
                    <a:pt x="945172" y="233408"/>
                  </a:lnTo>
                  <a:lnTo>
                    <a:pt x="951432" y="233408"/>
                  </a:lnTo>
                  <a:lnTo>
                    <a:pt x="957691" y="233408"/>
                  </a:lnTo>
                  <a:lnTo>
                    <a:pt x="963951" y="233408"/>
                  </a:lnTo>
                  <a:lnTo>
                    <a:pt x="970210" y="233408"/>
                  </a:lnTo>
                  <a:lnTo>
                    <a:pt x="976470" y="233408"/>
                  </a:lnTo>
                  <a:lnTo>
                    <a:pt x="982729" y="233408"/>
                  </a:lnTo>
                  <a:lnTo>
                    <a:pt x="988988" y="233408"/>
                  </a:lnTo>
                  <a:lnTo>
                    <a:pt x="995248" y="233408"/>
                  </a:lnTo>
                  <a:lnTo>
                    <a:pt x="1001507" y="233408"/>
                  </a:lnTo>
                  <a:lnTo>
                    <a:pt x="1007767" y="233408"/>
                  </a:lnTo>
                  <a:lnTo>
                    <a:pt x="1014026" y="233408"/>
                  </a:lnTo>
                  <a:lnTo>
                    <a:pt x="1020286" y="233408"/>
                  </a:lnTo>
                  <a:lnTo>
                    <a:pt x="1026545" y="233408"/>
                  </a:lnTo>
                  <a:lnTo>
                    <a:pt x="1032804" y="233408"/>
                  </a:lnTo>
                  <a:lnTo>
                    <a:pt x="1039064" y="233408"/>
                  </a:lnTo>
                  <a:lnTo>
                    <a:pt x="1045323" y="233408"/>
                  </a:lnTo>
                  <a:lnTo>
                    <a:pt x="1051583" y="233408"/>
                  </a:lnTo>
                  <a:lnTo>
                    <a:pt x="1057842" y="233408"/>
                  </a:lnTo>
                  <a:lnTo>
                    <a:pt x="1064101" y="233408"/>
                  </a:lnTo>
                  <a:lnTo>
                    <a:pt x="1070361" y="233408"/>
                  </a:lnTo>
                  <a:lnTo>
                    <a:pt x="1076620" y="233408"/>
                  </a:lnTo>
                  <a:lnTo>
                    <a:pt x="1082880" y="233408"/>
                  </a:lnTo>
                  <a:lnTo>
                    <a:pt x="1089139" y="233408"/>
                  </a:lnTo>
                  <a:lnTo>
                    <a:pt x="1095399" y="233408"/>
                  </a:lnTo>
                  <a:lnTo>
                    <a:pt x="1101658" y="233408"/>
                  </a:lnTo>
                  <a:lnTo>
                    <a:pt x="1107917" y="233408"/>
                  </a:lnTo>
                  <a:lnTo>
                    <a:pt x="1114177" y="233408"/>
                  </a:lnTo>
                  <a:lnTo>
                    <a:pt x="1120436" y="233408"/>
                  </a:lnTo>
                  <a:lnTo>
                    <a:pt x="1126696" y="233408"/>
                  </a:lnTo>
                  <a:lnTo>
                    <a:pt x="1132955" y="233408"/>
                  </a:lnTo>
                  <a:lnTo>
                    <a:pt x="1139215" y="233408"/>
                  </a:lnTo>
                  <a:lnTo>
                    <a:pt x="1145474" y="233408"/>
                  </a:lnTo>
                  <a:lnTo>
                    <a:pt x="1151733" y="233408"/>
                  </a:lnTo>
                  <a:lnTo>
                    <a:pt x="1157993" y="233408"/>
                  </a:lnTo>
                  <a:lnTo>
                    <a:pt x="1164252" y="233408"/>
                  </a:lnTo>
                  <a:lnTo>
                    <a:pt x="1170512" y="233408"/>
                  </a:lnTo>
                  <a:lnTo>
                    <a:pt x="1176771" y="233408"/>
                  </a:lnTo>
                  <a:lnTo>
                    <a:pt x="1183031" y="233408"/>
                  </a:lnTo>
                  <a:lnTo>
                    <a:pt x="1189290" y="233408"/>
                  </a:lnTo>
                  <a:lnTo>
                    <a:pt x="1195549" y="233408"/>
                  </a:lnTo>
                  <a:lnTo>
                    <a:pt x="1201809" y="233408"/>
                  </a:lnTo>
                  <a:lnTo>
                    <a:pt x="1208068" y="233408"/>
                  </a:lnTo>
                  <a:lnTo>
                    <a:pt x="1214328" y="233408"/>
                  </a:lnTo>
                  <a:lnTo>
                    <a:pt x="1220587" y="233408"/>
                  </a:lnTo>
                  <a:lnTo>
                    <a:pt x="1226846" y="233408"/>
                  </a:lnTo>
                  <a:lnTo>
                    <a:pt x="1233106" y="233408"/>
                  </a:lnTo>
                  <a:lnTo>
                    <a:pt x="1239365" y="233408"/>
                  </a:lnTo>
                  <a:lnTo>
                    <a:pt x="1245625" y="233408"/>
                  </a:lnTo>
                  <a:lnTo>
                    <a:pt x="1251884" y="233408"/>
                  </a:lnTo>
                  <a:lnTo>
                    <a:pt x="1258144" y="233408"/>
                  </a:lnTo>
                  <a:lnTo>
                    <a:pt x="1264403" y="233408"/>
                  </a:lnTo>
                  <a:lnTo>
                    <a:pt x="1270662" y="233408"/>
                  </a:lnTo>
                  <a:lnTo>
                    <a:pt x="1276922" y="233408"/>
                  </a:lnTo>
                  <a:lnTo>
                    <a:pt x="1283181" y="233408"/>
                  </a:lnTo>
                  <a:lnTo>
                    <a:pt x="1289441" y="233408"/>
                  </a:lnTo>
                  <a:lnTo>
                    <a:pt x="1295700" y="233408"/>
                  </a:lnTo>
                  <a:lnTo>
                    <a:pt x="1301960" y="233408"/>
                  </a:lnTo>
                  <a:lnTo>
                    <a:pt x="1308219" y="233408"/>
                  </a:lnTo>
                  <a:lnTo>
                    <a:pt x="1314478" y="233408"/>
                  </a:lnTo>
                  <a:lnTo>
                    <a:pt x="1320738" y="233408"/>
                  </a:lnTo>
                  <a:lnTo>
                    <a:pt x="1326997" y="233408"/>
                  </a:lnTo>
                  <a:lnTo>
                    <a:pt x="1333257" y="233408"/>
                  </a:lnTo>
                  <a:lnTo>
                    <a:pt x="1339516" y="233408"/>
                  </a:lnTo>
                  <a:lnTo>
                    <a:pt x="1345776" y="233408"/>
                  </a:lnTo>
                  <a:lnTo>
                    <a:pt x="1352035" y="233408"/>
                  </a:lnTo>
                  <a:lnTo>
                    <a:pt x="1358294" y="233408"/>
                  </a:lnTo>
                  <a:lnTo>
                    <a:pt x="1364554" y="233408"/>
                  </a:lnTo>
                  <a:lnTo>
                    <a:pt x="1370813" y="233408"/>
                  </a:lnTo>
                  <a:lnTo>
                    <a:pt x="1377073" y="233408"/>
                  </a:lnTo>
                  <a:lnTo>
                    <a:pt x="1383332" y="233408"/>
                  </a:lnTo>
                  <a:lnTo>
                    <a:pt x="1389592" y="233407"/>
                  </a:lnTo>
                  <a:lnTo>
                    <a:pt x="1395851" y="233406"/>
                  </a:lnTo>
                  <a:lnTo>
                    <a:pt x="1402110" y="233403"/>
                  </a:lnTo>
                  <a:lnTo>
                    <a:pt x="1408370" y="233400"/>
                  </a:lnTo>
                  <a:lnTo>
                    <a:pt x="1414629" y="233394"/>
                  </a:lnTo>
                  <a:lnTo>
                    <a:pt x="1420889" y="233385"/>
                  </a:lnTo>
                  <a:lnTo>
                    <a:pt x="1427148" y="233372"/>
                  </a:lnTo>
                  <a:lnTo>
                    <a:pt x="1433407" y="233353"/>
                  </a:lnTo>
                  <a:lnTo>
                    <a:pt x="1439667" y="233326"/>
                  </a:lnTo>
                  <a:lnTo>
                    <a:pt x="1445926" y="233289"/>
                  </a:lnTo>
                  <a:lnTo>
                    <a:pt x="1452186" y="233240"/>
                  </a:lnTo>
                  <a:lnTo>
                    <a:pt x="1458445" y="233174"/>
                  </a:lnTo>
                  <a:lnTo>
                    <a:pt x="1464705" y="233092"/>
                  </a:lnTo>
                  <a:lnTo>
                    <a:pt x="1470964" y="232993"/>
                  </a:lnTo>
                  <a:lnTo>
                    <a:pt x="1477223" y="232875"/>
                  </a:lnTo>
                  <a:lnTo>
                    <a:pt x="1483483" y="232742"/>
                  </a:lnTo>
                  <a:lnTo>
                    <a:pt x="1489742" y="232594"/>
                  </a:lnTo>
                  <a:lnTo>
                    <a:pt x="1496002" y="232435"/>
                  </a:lnTo>
                  <a:lnTo>
                    <a:pt x="1502261" y="232270"/>
                  </a:lnTo>
                  <a:lnTo>
                    <a:pt x="1508521" y="232103"/>
                  </a:lnTo>
                  <a:lnTo>
                    <a:pt x="1514780" y="231939"/>
                  </a:lnTo>
                  <a:lnTo>
                    <a:pt x="1521039" y="231782"/>
                  </a:lnTo>
                  <a:lnTo>
                    <a:pt x="1527299" y="231638"/>
                  </a:lnTo>
                  <a:lnTo>
                    <a:pt x="1533558" y="231508"/>
                  </a:lnTo>
                  <a:lnTo>
                    <a:pt x="1539818" y="231394"/>
                  </a:lnTo>
                  <a:lnTo>
                    <a:pt x="1546077" y="231294"/>
                  </a:lnTo>
                  <a:lnTo>
                    <a:pt x="1552337" y="231207"/>
                  </a:lnTo>
                  <a:lnTo>
                    <a:pt x="1558596" y="231130"/>
                  </a:lnTo>
                  <a:lnTo>
                    <a:pt x="1564855" y="231061"/>
                  </a:lnTo>
                  <a:lnTo>
                    <a:pt x="1571115" y="230996"/>
                  </a:lnTo>
                  <a:lnTo>
                    <a:pt x="1577374" y="230931"/>
                  </a:lnTo>
                  <a:lnTo>
                    <a:pt x="1583634" y="230862"/>
                  </a:lnTo>
                  <a:lnTo>
                    <a:pt x="1589893" y="230786"/>
                  </a:lnTo>
                  <a:lnTo>
                    <a:pt x="1596152" y="230698"/>
                  </a:lnTo>
                  <a:lnTo>
                    <a:pt x="1602412" y="230591"/>
                  </a:lnTo>
                  <a:lnTo>
                    <a:pt x="1608671" y="230462"/>
                  </a:lnTo>
                  <a:lnTo>
                    <a:pt x="1614931" y="230304"/>
                  </a:lnTo>
                  <a:lnTo>
                    <a:pt x="1621190" y="230115"/>
                  </a:lnTo>
                  <a:lnTo>
                    <a:pt x="1627450" y="229890"/>
                  </a:lnTo>
                  <a:lnTo>
                    <a:pt x="1633709" y="229628"/>
                  </a:lnTo>
                  <a:lnTo>
                    <a:pt x="1639968" y="229329"/>
                  </a:lnTo>
                  <a:lnTo>
                    <a:pt x="1646228" y="228996"/>
                  </a:lnTo>
                  <a:lnTo>
                    <a:pt x="1652487" y="228636"/>
                  </a:lnTo>
                  <a:lnTo>
                    <a:pt x="1658747" y="228259"/>
                  </a:lnTo>
                  <a:lnTo>
                    <a:pt x="1665006" y="227877"/>
                  </a:lnTo>
                  <a:lnTo>
                    <a:pt x="1671266" y="227507"/>
                  </a:lnTo>
                  <a:lnTo>
                    <a:pt x="1677525" y="227169"/>
                  </a:lnTo>
                  <a:lnTo>
                    <a:pt x="1683784" y="226880"/>
                  </a:lnTo>
                  <a:lnTo>
                    <a:pt x="1690044" y="226653"/>
                  </a:lnTo>
                  <a:lnTo>
                    <a:pt x="1696303" y="226496"/>
                  </a:lnTo>
                  <a:lnTo>
                    <a:pt x="1702563" y="226414"/>
                  </a:lnTo>
                  <a:lnTo>
                    <a:pt x="1708822" y="226404"/>
                  </a:lnTo>
                  <a:lnTo>
                    <a:pt x="1715082" y="226459"/>
                  </a:lnTo>
                  <a:lnTo>
                    <a:pt x="1721341" y="226565"/>
                  </a:lnTo>
                  <a:lnTo>
                    <a:pt x="1727600" y="226706"/>
                  </a:lnTo>
                  <a:lnTo>
                    <a:pt x="1733860" y="226866"/>
                  </a:lnTo>
                  <a:lnTo>
                    <a:pt x="1740119" y="227027"/>
                  </a:lnTo>
                  <a:lnTo>
                    <a:pt x="1746379" y="227173"/>
                  </a:lnTo>
                  <a:lnTo>
                    <a:pt x="1752638" y="227293"/>
                  </a:lnTo>
                  <a:lnTo>
                    <a:pt x="1758897" y="227381"/>
                  </a:lnTo>
                  <a:lnTo>
                    <a:pt x="1765157" y="227438"/>
                  </a:lnTo>
                  <a:lnTo>
                    <a:pt x="1771416" y="227469"/>
                  </a:lnTo>
                  <a:lnTo>
                    <a:pt x="1777676" y="227479"/>
                  </a:lnTo>
                  <a:lnTo>
                    <a:pt x="1783935" y="227478"/>
                  </a:lnTo>
                  <a:lnTo>
                    <a:pt x="1790195" y="227472"/>
                  </a:lnTo>
                  <a:lnTo>
                    <a:pt x="1796454" y="227470"/>
                  </a:lnTo>
                  <a:lnTo>
                    <a:pt x="1802713" y="227477"/>
                  </a:lnTo>
                  <a:lnTo>
                    <a:pt x="1808973" y="227497"/>
                  </a:lnTo>
                  <a:lnTo>
                    <a:pt x="1815232" y="227533"/>
                  </a:lnTo>
                  <a:lnTo>
                    <a:pt x="1821492" y="227586"/>
                  </a:lnTo>
                  <a:lnTo>
                    <a:pt x="1827751" y="227659"/>
                  </a:lnTo>
                  <a:lnTo>
                    <a:pt x="1834011" y="227749"/>
                  </a:lnTo>
                  <a:lnTo>
                    <a:pt x="1840270" y="227857"/>
                  </a:lnTo>
                  <a:lnTo>
                    <a:pt x="1846529" y="227980"/>
                  </a:lnTo>
                  <a:lnTo>
                    <a:pt x="1852789" y="228116"/>
                  </a:lnTo>
                  <a:lnTo>
                    <a:pt x="1859048" y="228262"/>
                  </a:lnTo>
                  <a:lnTo>
                    <a:pt x="1865308" y="228411"/>
                  </a:lnTo>
                  <a:lnTo>
                    <a:pt x="1871567" y="228553"/>
                  </a:lnTo>
                  <a:lnTo>
                    <a:pt x="1877827" y="228677"/>
                  </a:lnTo>
                  <a:lnTo>
                    <a:pt x="1884086" y="228765"/>
                  </a:lnTo>
                  <a:lnTo>
                    <a:pt x="1890345" y="228799"/>
                  </a:lnTo>
                  <a:lnTo>
                    <a:pt x="1896605" y="228749"/>
                  </a:lnTo>
                  <a:lnTo>
                    <a:pt x="1902864" y="228580"/>
                  </a:lnTo>
                  <a:lnTo>
                    <a:pt x="1909124" y="228263"/>
                  </a:lnTo>
                  <a:lnTo>
                    <a:pt x="1915383" y="227762"/>
                  </a:lnTo>
                  <a:lnTo>
                    <a:pt x="1921642" y="227040"/>
                  </a:lnTo>
                  <a:lnTo>
                    <a:pt x="1927902" y="226056"/>
                  </a:lnTo>
                  <a:lnTo>
                    <a:pt x="1934161" y="224771"/>
                  </a:lnTo>
                  <a:lnTo>
                    <a:pt x="1940421" y="223146"/>
                  </a:lnTo>
                  <a:lnTo>
                    <a:pt x="1946680" y="221145"/>
                  </a:lnTo>
                  <a:lnTo>
                    <a:pt x="1952940" y="218733"/>
                  </a:lnTo>
                  <a:lnTo>
                    <a:pt x="1959199" y="215877"/>
                  </a:lnTo>
                  <a:lnTo>
                    <a:pt x="1965458" y="212547"/>
                  </a:lnTo>
                  <a:lnTo>
                    <a:pt x="1971718" y="208682"/>
                  </a:lnTo>
                  <a:lnTo>
                    <a:pt x="1977977" y="204243"/>
                  </a:lnTo>
                  <a:lnTo>
                    <a:pt x="1984237" y="199218"/>
                  </a:lnTo>
                  <a:lnTo>
                    <a:pt x="1990496" y="193559"/>
                  </a:lnTo>
                  <a:lnTo>
                    <a:pt x="1996756" y="187219"/>
                  </a:lnTo>
                  <a:lnTo>
                    <a:pt x="2003015" y="180145"/>
                  </a:lnTo>
                  <a:lnTo>
                    <a:pt x="2009274" y="172288"/>
                  </a:lnTo>
                  <a:lnTo>
                    <a:pt x="2015534" y="163609"/>
                  </a:lnTo>
                  <a:lnTo>
                    <a:pt x="2021793" y="154090"/>
                  </a:lnTo>
                  <a:lnTo>
                    <a:pt x="2028053" y="143739"/>
                  </a:lnTo>
                  <a:lnTo>
                    <a:pt x="2034312" y="132601"/>
                  </a:lnTo>
                  <a:lnTo>
                    <a:pt x="2040572" y="120765"/>
                  </a:lnTo>
                  <a:lnTo>
                    <a:pt x="2046831" y="108340"/>
                  </a:lnTo>
                  <a:lnTo>
                    <a:pt x="2053090" y="95565"/>
                  </a:lnTo>
                  <a:lnTo>
                    <a:pt x="2059350" y="82686"/>
                  </a:lnTo>
                  <a:lnTo>
                    <a:pt x="2065609" y="69955"/>
                  </a:lnTo>
                  <a:lnTo>
                    <a:pt x="2071869" y="57631"/>
                  </a:lnTo>
                  <a:lnTo>
                    <a:pt x="2078128" y="45973"/>
                  </a:lnTo>
                  <a:lnTo>
                    <a:pt x="2084388" y="35220"/>
                  </a:lnTo>
                  <a:lnTo>
                    <a:pt x="2090647" y="25592"/>
                  </a:lnTo>
                  <a:lnTo>
                    <a:pt x="2096906" y="17276"/>
                  </a:lnTo>
                  <a:lnTo>
                    <a:pt x="2103166" y="10431"/>
                  </a:lnTo>
                  <a:lnTo>
                    <a:pt x="2109425" y="5182"/>
                  </a:lnTo>
                  <a:lnTo>
                    <a:pt x="2115685" y="1626"/>
                  </a:lnTo>
                  <a:lnTo>
                    <a:pt x="2121944" y="0"/>
                  </a:lnTo>
                  <a:lnTo>
                    <a:pt x="2128203" y="195"/>
                  </a:lnTo>
                  <a:lnTo>
                    <a:pt x="2134463" y="2200"/>
                  </a:lnTo>
                  <a:lnTo>
                    <a:pt x="2140722" y="5986"/>
                  </a:lnTo>
                  <a:lnTo>
                    <a:pt x="2146982" y="11488"/>
                  </a:lnTo>
                  <a:lnTo>
                    <a:pt x="2153241" y="18605"/>
                  </a:lnTo>
                  <a:lnTo>
                    <a:pt x="2159501" y="27197"/>
                  </a:lnTo>
                  <a:lnTo>
                    <a:pt x="2165760" y="37084"/>
                  </a:lnTo>
                  <a:lnTo>
                    <a:pt x="2172019" y="48056"/>
                  </a:lnTo>
                  <a:lnTo>
                    <a:pt x="2178279" y="59878"/>
                  </a:lnTo>
                  <a:lnTo>
                    <a:pt x="2184538" y="72297"/>
                  </a:lnTo>
                  <a:lnTo>
                    <a:pt x="2190798" y="85062"/>
                  </a:lnTo>
                  <a:lnTo>
                    <a:pt x="2197057" y="97905"/>
                  </a:lnTo>
                  <a:lnTo>
                    <a:pt x="2203317" y="110578"/>
                  </a:lnTo>
                  <a:lnTo>
                    <a:pt x="2209576" y="122896"/>
                  </a:lnTo>
                  <a:lnTo>
                    <a:pt x="2215835" y="134705"/>
                  </a:lnTo>
                  <a:lnTo>
                    <a:pt x="2222095" y="145882"/>
                  </a:lnTo>
                  <a:lnTo>
                    <a:pt x="2228354" y="156339"/>
                  </a:lnTo>
                  <a:lnTo>
                    <a:pt x="2234614" y="166012"/>
                  </a:lnTo>
                  <a:lnTo>
                    <a:pt x="2240873" y="174864"/>
                  </a:lnTo>
                  <a:lnTo>
                    <a:pt x="2247133" y="182881"/>
                  </a:lnTo>
                  <a:lnTo>
                    <a:pt x="2253392" y="190067"/>
                  </a:lnTo>
                  <a:lnTo>
                    <a:pt x="2259651" y="196442"/>
                  </a:lnTo>
                  <a:lnTo>
                    <a:pt x="2265911" y="202020"/>
                  </a:lnTo>
                  <a:lnTo>
                    <a:pt x="2272170" y="206833"/>
                  </a:lnTo>
                  <a:lnTo>
                    <a:pt x="2278430" y="210996"/>
                  </a:lnTo>
                  <a:lnTo>
                    <a:pt x="2284689" y="214574"/>
                  </a:lnTo>
                  <a:lnTo>
                    <a:pt x="2290948" y="217634"/>
                  </a:lnTo>
                  <a:lnTo>
                    <a:pt x="2297208" y="220239"/>
                  </a:lnTo>
                  <a:lnTo>
                    <a:pt x="2303467" y="222447"/>
                  </a:lnTo>
                  <a:lnTo>
                    <a:pt x="2309727" y="224307"/>
                  </a:lnTo>
                  <a:lnTo>
                    <a:pt x="2315986" y="225863"/>
                  </a:lnTo>
                  <a:lnTo>
                    <a:pt x="2322246" y="227148"/>
                  </a:lnTo>
                  <a:lnTo>
                    <a:pt x="2328505" y="228193"/>
                  </a:lnTo>
                  <a:lnTo>
                    <a:pt x="2334764" y="229022"/>
                  </a:lnTo>
                  <a:lnTo>
                    <a:pt x="2341024" y="229649"/>
                  </a:lnTo>
                  <a:lnTo>
                    <a:pt x="2347283" y="230102"/>
                  </a:lnTo>
                  <a:lnTo>
                    <a:pt x="2353543" y="230412"/>
                  </a:lnTo>
                  <a:lnTo>
                    <a:pt x="2359802" y="230604"/>
                  </a:lnTo>
                  <a:lnTo>
                    <a:pt x="2366062" y="230703"/>
                  </a:lnTo>
                  <a:lnTo>
                    <a:pt x="2372321" y="230730"/>
                  </a:lnTo>
                  <a:lnTo>
                    <a:pt x="2378580" y="230709"/>
                  </a:lnTo>
                  <a:lnTo>
                    <a:pt x="2384840" y="230657"/>
                  </a:lnTo>
                  <a:lnTo>
                    <a:pt x="2391099" y="230590"/>
                  </a:lnTo>
                  <a:lnTo>
                    <a:pt x="2397359" y="230521"/>
                  </a:lnTo>
                  <a:lnTo>
                    <a:pt x="2403618" y="230459"/>
                  </a:lnTo>
                  <a:lnTo>
                    <a:pt x="2409878" y="230408"/>
                  </a:lnTo>
                  <a:lnTo>
                    <a:pt x="2416137" y="230374"/>
                  </a:lnTo>
                  <a:lnTo>
                    <a:pt x="2422396" y="230358"/>
                  </a:lnTo>
                  <a:lnTo>
                    <a:pt x="2428656" y="230359"/>
                  </a:lnTo>
                  <a:lnTo>
                    <a:pt x="2434915" y="230379"/>
                  </a:lnTo>
                  <a:lnTo>
                    <a:pt x="2441175" y="230417"/>
                  </a:lnTo>
                  <a:lnTo>
                    <a:pt x="2447434" y="230474"/>
                  </a:lnTo>
                  <a:lnTo>
                    <a:pt x="2453693" y="230550"/>
                  </a:lnTo>
                  <a:lnTo>
                    <a:pt x="2459953" y="230647"/>
                  </a:lnTo>
                  <a:lnTo>
                    <a:pt x="2466212" y="230766"/>
                  </a:lnTo>
                  <a:lnTo>
                    <a:pt x="2472472" y="230905"/>
                  </a:lnTo>
                  <a:lnTo>
                    <a:pt x="2478731" y="231065"/>
                  </a:lnTo>
                  <a:lnTo>
                    <a:pt x="2484991" y="231243"/>
                  </a:lnTo>
                  <a:lnTo>
                    <a:pt x="2491250" y="231437"/>
                  </a:lnTo>
                  <a:lnTo>
                    <a:pt x="2497509" y="231640"/>
                  </a:lnTo>
                  <a:lnTo>
                    <a:pt x="2503769" y="231846"/>
                  </a:lnTo>
                  <a:lnTo>
                    <a:pt x="2510028" y="232049"/>
                  </a:lnTo>
                  <a:lnTo>
                    <a:pt x="2516288" y="232242"/>
                  </a:lnTo>
                  <a:lnTo>
                    <a:pt x="2522547" y="232419"/>
                  </a:lnTo>
                  <a:lnTo>
                    <a:pt x="2528807" y="232574"/>
                  </a:lnTo>
                  <a:lnTo>
                    <a:pt x="2535066" y="232704"/>
                  </a:lnTo>
                  <a:lnTo>
                    <a:pt x="2541325" y="232806"/>
                  </a:lnTo>
                  <a:lnTo>
                    <a:pt x="2547585" y="232879"/>
                  </a:lnTo>
                  <a:lnTo>
                    <a:pt x="2553844" y="232925"/>
                  </a:lnTo>
                  <a:lnTo>
                    <a:pt x="2560104" y="232944"/>
                  </a:lnTo>
                  <a:lnTo>
                    <a:pt x="2566363" y="232941"/>
                  </a:lnTo>
                  <a:lnTo>
                    <a:pt x="2572623" y="232921"/>
                  </a:lnTo>
                  <a:lnTo>
                    <a:pt x="2578882" y="232891"/>
                  </a:lnTo>
                  <a:lnTo>
                    <a:pt x="2585141" y="232855"/>
                  </a:lnTo>
                  <a:lnTo>
                    <a:pt x="2591401" y="232817"/>
                  </a:lnTo>
                  <a:lnTo>
                    <a:pt x="2597660" y="232782"/>
                  </a:lnTo>
                  <a:lnTo>
                    <a:pt x="2603920" y="232751"/>
                  </a:lnTo>
                  <a:lnTo>
                    <a:pt x="2610179" y="232724"/>
                  </a:lnTo>
                  <a:lnTo>
                    <a:pt x="2616438" y="232702"/>
                  </a:lnTo>
                  <a:lnTo>
                    <a:pt x="2622698" y="232682"/>
                  </a:lnTo>
                  <a:lnTo>
                    <a:pt x="2628957" y="232664"/>
                  </a:lnTo>
                  <a:lnTo>
                    <a:pt x="2635217" y="232644"/>
                  </a:lnTo>
                  <a:lnTo>
                    <a:pt x="2641476" y="232620"/>
                  </a:lnTo>
                  <a:lnTo>
                    <a:pt x="2647736" y="232592"/>
                  </a:lnTo>
                  <a:lnTo>
                    <a:pt x="2653995" y="232561"/>
                  </a:lnTo>
                  <a:lnTo>
                    <a:pt x="2660254" y="232527"/>
                  </a:lnTo>
                  <a:lnTo>
                    <a:pt x="2666514" y="232493"/>
                  </a:lnTo>
                  <a:lnTo>
                    <a:pt x="2672773" y="232463"/>
                  </a:lnTo>
                  <a:lnTo>
                    <a:pt x="2679033" y="232439"/>
                  </a:lnTo>
                  <a:lnTo>
                    <a:pt x="2685292" y="232424"/>
                  </a:lnTo>
                  <a:lnTo>
                    <a:pt x="2691552" y="232422"/>
                  </a:lnTo>
                  <a:lnTo>
                    <a:pt x="2697811" y="232434"/>
                  </a:lnTo>
                  <a:lnTo>
                    <a:pt x="2704070" y="232460"/>
                  </a:lnTo>
                  <a:lnTo>
                    <a:pt x="2710330" y="232503"/>
                  </a:lnTo>
                  <a:lnTo>
                    <a:pt x="2716589" y="232560"/>
                  </a:lnTo>
                  <a:lnTo>
                    <a:pt x="2722849" y="232629"/>
                  </a:lnTo>
                  <a:lnTo>
                    <a:pt x="2729108" y="232706"/>
                  </a:lnTo>
                  <a:lnTo>
                    <a:pt x="2735368" y="232789"/>
                  </a:lnTo>
                  <a:lnTo>
                    <a:pt x="2741627" y="232873"/>
                  </a:lnTo>
                  <a:lnTo>
                    <a:pt x="2747886" y="232956"/>
                  </a:lnTo>
                  <a:lnTo>
                    <a:pt x="2754146" y="233034"/>
                  </a:lnTo>
                  <a:lnTo>
                    <a:pt x="2760405" y="233105"/>
                  </a:lnTo>
                  <a:lnTo>
                    <a:pt x="2766665" y="233166"/>
                  </a:lnTo>
                  <a:lnTo>
                    <a:pt x="2772924" y="233217"/>
                  </a:lnTo>
                  <a:lnTo>
                    <a:pt x="2779184" y="233256"/>
                  </a:lnTo>
                  <a:lnTo>
                    <a:pt x="2785443" y="233282"/>
                  </a:lnTo>
                  <a:lnTo>
                    <a:pt x="2791702" y="233294"/>
                  </a:lnTo>
                  <a:lnTo>
                    <a:pt x="2797962" y="233293"/>
                  </a:lnTo>
                  <a:lnTo>
                    <a:pt x="2804221" y="233277"/>
                  </a:lnTo>
                  <a:lnTo>
                    <a:pt x="2810481" y="233246"/>
                  </a:lnTo>
                  <a:lnTo>
                    <a:pt x="2816740" y="233198"/>
                  </a:lnTo>
                  <a:lnTo>
                    <a:pt x="2822999" y="233131"/>
                  </a:lnTo>
                  <a:lnTo>
                    <a:pt x="2829259" y="233043"/>
                  </a:lnTo>
                  <a:lnTo>
                    <a:pt x="2835518" y="232930"/>
                  </a:lnTo>
                  <a:lnTo>
                    <a:pt x="2841778" y="232790"/>
                  </a:lnTo>
                  <a:lnTo>
                    <a:pt x="2848037" y="232617"/>
                  </a:lnTo>
                  <a:lnTo>
                    <a:pt x="2854297" y="232406"/>
                  </a:lnTo>
                  <a:lnTo>
                    <a:pt x="2860556" y="232148"/>
                  </a:lnTo>
                  <a:lnTo>
                    <a:pt x="2866815" y="231837"/>
                  </a:lnTo>
                  <a:lnTo>
                    <a:pt x="2873075" y="231465"/>
                  </a:lnTo>
                  <a:lnTo>
                    <a:pt x="2879334" y="231023"/>
                  </a:lnTo>
                  <a:lnTo>
                    <a:pt x="2885594" y="230502"/>
                  </a:lnTo>
                  <a:lnTo>
                    <a:pt x="2891853" y="229891"/>
                  </a:lnTo>
                  <a:lnTo>
                    <a:pt x="2898113" y="229181"/>
                  </a:lnTo>
                  <a:lnTo>
                    <a:pt x="2904372" y="228362"/>
                  </a:lnTo>
                  <a:lnTo>
                    <a:pt x="2910631" y="227428"/>
                  </a:lnTo>
                  <a:lnTo>
                    <a:pt x="2916891" y="226372"/>
                  </a:lnTo>
                  <a:lnTo>
                    <a:pt x="2923150" y="225191"/>
                  </a:lnTo>
                  <a:lnTo>
                    <a:pt x="2929410" y="223880"/>
                  </a:lnTo>
                  <a:lnTo>
                    <a:pt x="2935669" y="222431"/>
                  </a:lnTo>
                  <a:lnTo>
                    <a:pt x="2941929" y="220859"/>
                  </a:lnTo>
                  <a:lnTo>
                    <a:pt x="2948188" y="219170"/>
                  </a:lnTo>
                  <a:lnTo>
                    <a:pt x="2954447" y="217372"/>
                  </a:lnTo>
                  <a:lnTo>
                    <a:pt x="2960707" y="215477"/>
                  </a:lnTo>
                  <a:lnTo>
                    <a:pt x="2966966" y="213502"/>
                  </a:lnTo>
                  <a:lnTo>
                    <a:pt x="2973226" y="211467"/>
                  </a:lnTo>
                  <a:lnTo>
                    <a:pt x="2979485" y="209396"/>
                  </a:lnTo>
                  <a:lnTo>
                    <a:pt x="2985744" y="207321"/>
                  </a:lnTo>
                  <a:lnTo>
                    <a:pt x="2992004" y="205276"/>
                  </a:lnTo>
                  <a:lnTo>
                    <a:pt x="2998263" y="203298"/>
                  </a:lnTo>
                  <a:lnTo>
                    <a:pt x="3004523" y="201432"/>
                  </a:lnTo>
                  <a:lnTo>
                    <a:pt x="3010782" y="199726"/>
                  </a:lnTo>
                  <a:lnTo>
                    <a:pt x="3017042" y="198206"/>
                  </a:lnTo>
                  <a:lnTo>
                    <a:pt x="3023301" y="196899"/>
                  </a:lnTo>
                  <a:lnTo>
                    <a:pt x="3029560" y="195823"/>
                  </a:lnTo>
                  <a:lnTo>
                    <a:pt x="3035820" y="194988"/>
                  </a:lnTo>
                  <a:lnTo>
                    <a:pt x="3042079" y="194398"/>
                  </a:lnTo>
                  <a:lnTo>
                    <a:pt x="3048339" y="194046"/>
                  </a:lnTo>
                  <a:lnTo>
                    <a:pt x="3054598" y="193923"/>
                  </a:lnTo>
                  <a:lnTo>
                    <a:pt x="3060858" y="194013"/>
                  </a:lnTo>
                  <a:lnTo>
                    <a:pt x="3067117" y="194299"/>
                  </a:lnTo>
                  <a:lnTo>
                    <a:pt x="3073376" y="194763"/>
                  </a:lnTo>
                  <a:lnTo>
                    <a:pt x="3079636" y="195397"/>
                  </a:lnTo>
                  <a:lnTo>
                    <a:pt x="3085895" y="196186"/>
                  </a:lnTo>
                  <a:lnTo>
                    <a:pt x="3092155" y="197116"/>
                  </a:lnTo>
                  <a:lnTo>
                    <a:pt x="3098414" y="198186"/>
                  </a:lnTo>
                  <a:lnTo>
                    <a:pt x="3104674" y="199397"/>
                  </a:lnTo>
                  <a:lnTo>
                    <a:pt x="3110933" y="200754"/>
                  </a:lnTo>
                  <a:lnTo>
                    <a:pt x="3117192" y="202261"/>
                  </a:lnTo>
                  <a:lnTo>
                    <a:pt x="3123452" y="203917"/>
                  </a:lnTo>
                  <a:lnTo>
                    <a:pt x="3129711" y="205719"/>
                  </a:lnTo>
                  <a:lnTo>
                    <a:pt x="3135971" y="207655"/>
                  </a:lnTo>
                  <a:lnTo>
                    <a:pt x="3142230" y="209707"/>
                  </a:lnTo>
                  <a:lnTo>
                    <a:pt x="3148489" y="211847"/>
                  </a:lnTo>
                  <a:lnTo>
                    <a:pt x="3154749" y="214040"/>
                  </a:lnTo>
                  <a:lnTo>
                    <a:pt x="3161008" y="216240"/>
                  </a:lnTo>
                  <a:lnTo>
                    <a:pt x="3167268" y="218402"/>
                  </a:lnTo>
                  <a:lnTo>
                    <a:pt x="3173527" y="220485"/>
                  </a:lnTo>
                  <a:lnTo>
                    <a:pt x="3179787" y="222452"/>
                  </a:lnTo>
                  <a:lnTo>
                    <a:pt x="3186046" y="224271"/>
                  </a:lnTo>
                  <a:lnTo>
                    <a:pt x="3192305" y="225920"/>
                  </a:lnTo>
                  <a:lnTo>
                    <a:pt x="3198565" y="227382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589870" y="6571936"/>
              <a:ext cx="3518421" cy="0"/>
            </a:xfrm>
            <a:custGeom>
              <a:avLst/>
              <a:pathLst>
                <a:path w="3518421" h="0">
                  <a:moveTo>
                    <a:pt x="0" y="0"/>
                  </a:moveTo>
                  <a:lnTo>
                    <a:pt x="35184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749798" y="65719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815987" y="65719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882175" y="65719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948364" y="65719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3718721" y="66328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84909" y="6634293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820020" y="66328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886208" y="66328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306414" y="6783660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2026-04-29T11:03:12Z</dcterms:modified>
</cp:coreProperties>
</file>