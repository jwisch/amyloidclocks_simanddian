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70">
          <p15:clr>
            <a:srgbClr val="A4A3A4"/>
          </p15:clr>
        </p15:guide>
        <p15:guide id="2" pos="47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8" d="100"/>
          <a:sy n="68" d="100"/>
        </p:scale>
        <p:origin x="1578" y="6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971800" y="1691481"/>
            <a:ext cx="9777356" cy="7315200"/>
            <a:chOff x="2971800" y="1691481"/>
            <a:chExt cx="9777356" cy="7315200"/>
          </a:xfrm>
        </p:grpSpPr>
        <p:sp>
          <p:nvSpPr>
            <p:cNvPr id="3" name="rc3"/>
            <p:cNvSpPr/>
            <p:nvPr/>
          </p:nvSpPr>
          <p:spPr>
            <a:xfrm>
              <a:off x="2971800" y="1691481"/>
              <a:ext cx="91440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2971800" y="1691481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3495988" y="1761070"/>
              <a:ext cx="3978222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3495988" y="4922759"/>
              <a:ext cx="3978222" cy="0"/>
            </a:xfrm>
            <a:custGeom>
              <a:avLst/>
              <a:gdLst/>
              <a:ahLst/>
              <a:cxnLst/>
              <a:rect l="0" t="0" r="0" b="0"/>
              <a:pathLst>
                <a:path w="3978222">
                  <a:moveTo>
                    <a:pt x="0" y="0"/>
                  </a:moveTo>
                  <a:lnTo>
                    <a:pt x="3978222" y="0"/>
                  </a:lnTo>
                  <a:lnTo>
                    <a:pt x="397822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3495988" y="4251511"/>
              <a:ext cx="3978222" cy="0"/>
            </a:xfrm>
            <a:custGeom>
              <a:avLst/>
              <a:gdLst/>
              <a:ahLst/>
              <a:cxnLst/>
              <a:rect l="0" t="0" r="0" b="0"/>
              <a:pathLst>
                <a:path w="3978222">
                  <a:moveTo>
                    <a:pt x="0" y="0"/>
                  </a:moveTo>
                  <a:lnTo>
                    <a:pt x="3978222" y="0"/>
                  </a:lnTo>
                  <a:lnTo>
                    <a:pt x="397822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3495988" y="3580263"/>
              <a:ext cx="3978222" cy="0"/>
            </a:xfrm>
            <a:custGeom>
              <a:avLst/>
              <a:gdLst/>
              <a:ahLst/>
              <a:cxnLst/>
              <a:rect l="0" t="0" r="0" b="0"/>
              <a:pathLst>
                <a:path w="3978222">
                  <a:moveTo>
                    <a:pt x="0" y="0"/>
                  </a:moveTo>
                  <a:lnTo>
                    <a:pt x="3978222" y="0"/>
                  </a:lnTo>
                  <a:lnTo>
                    <a:pt x="397822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3495988" y="2909015"/>
              <a:ext cx="3978222" cy="0"/>
            </a:xfrm>
            <a:custGeom>
              <a:avLst/>
              <a:gdLst/>
              <a:ahLst/>
              <a:cxnLst/>
              <a:rect l="0" t="0" r="0" b="0"/>
              <a:pathLst>
                <a:path w="3978222">
                  <a:moveTo>
                    <a:pt x="0" y="0"/>
                  </a:moveTo>
                  <a:lnTo>
                    <a:pt x="3978222" y="0"/>
                  </a:lnTo>
                  <a:lnTo>
                    <a:pt x="397822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3495988" y="2237767"/>
              <a:ext cx="3978222" cy="0"/>
            </a:xfrm>
            <a:custGeom>
              <a:avLst/>
              <a:gdLst/>
              <a:ahLst/>
              <a:cxnLst/>
              <a:rect l="0" t="0" r="0" b="0"/>
              <a:pathLst>
                <a:path w="3978222">
                  <a:moveTo>
                    <a:pt x="0" y="0"/>
                  </a:moveTo>
                  <a:lnTo>
                    <a:pt x="3978222" y="0"/>
                  </a:lnTo>
                  <a:lnTo>
                    <a:pt x="397822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4383207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5795989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7208770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3495988" y="4587135"/>
              <a:ext cx="3978222" cy="0"/>
            </a:xfrm>
            <a:custGeom>
              <a:avLst/>
              <a:gdLst/>
              <a:ahLst/>
              <a:cxnLst/>
              <a:rect l="0" t="0" r="0" b="0"/>
              <a:pathLst>
                <a:path w="3978222">
                  <a:moveTo>
                    <a:pt x="0" y="0"/>
                  </a:moveTo>
                  <a:lnTo>
                    <a:pt x="3978222" y="0"/>
                  </a:lnTo>
                  <a:lnTo>
                    <a:pt x="397822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3495988" y="3915887"/>
              <a:ext cx="3978222" cy="0"/>
            </a:xfrm>
            <a:custGeom>
              <a:avLst/>
              <a:gdLst/>
              <a:ahLst/>
              <a:cxnLst/>
              <a:rect l="0" t="0" r="0" b="0"/>
              <a:pathLst>
                <a:path w="3978222">
                  <a:moveTo>
                    <a:pt x="0" y="0"/>
                  </a:moveTo>
                  <a:lnTo>
                    <a:pt x="3978222" y="0"/>
                  </a:lnTo>
                  <a:lnTo>
                    <a:pt x="397822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3495988" y="3244639"/>
              <a:ext cx="3978222" cy="0"/>
            </a:xfrm>
            <a:custGeom>
              <a:avLst/>
              <a:gdLst/>
              <a:ahLst/>
              <a:cxnLst/>
              <a:rect l="0" t="0" r="0" b="0"/>
              <a:pathLst>
                <a:path w="3978222">
                  <a:moveTo>
                    <a:pt x="0" y="0"/>
                  </a:moveTo>
                  <a:lnTo>
                    <a:pt x="3978222" y="0"/>
                  </a:lnTo>
                  <a:lnTo>
                    <a:pt x="397822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3495988" y="2573391"/>
              <a:ext cx="3978222" cy="0"/>
            </a:xfrm>
            <a:custGeom>
              <a:avLst/>
              <a:gdLst/>
              <a:ahLst/>
              <a:cxnLst/>
              <a:rect l="0" t="0" r="0" b="0"/>
              <a:pathLst>
                <a:path w="3978222">
                  <a:moveTo>
                    <a:pt x="0" y="0"/>
                  </a:moveTo>
                  <a:lnTo>
                    <a:pt x="3978222" y="0"/>
                  </a:lnTo>
                  <a:lnTo>
                    <a:pt x="397822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3495988" y="1902143"/>
              <a:ext cx="3978222" cy="0"/>
            </a:xfrm>
            <a:custGeom>
              <a:avLst/>
              <a:gdLst/>
              <a:ahLst/>
              <a:cxnLst/>
              <a:rect l="0" t="0" r="0" b="0"/>
              <a:pathLst>
                <a:path w="3978222">
                  <a:moveTo>
                    <a:pt x="0" y="0"/>
                  </a:moveTo>
                  <a:lnTo>
                    <a:pt x="3978222" y="0"/>
                  </a:lnTo>
                  <a:lnTo>
                    <a:pt x="397822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3676817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5089598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6502379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22"/>
            <p:cNvSpPr/>
            <p:nvPr/>
          </p:nvSpPr>
          <p:spPr>
            <a:xfrm>
              <a:off x="3651991" y="4423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3"/>
            <p:cNvSpPr/>
            <p:nvPr/>
          </p:nvSpPr>
          <p:spPr>
            <a:xfrm>
              <a:off x="5775514" y="4513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4"/>
            <p:cNvSpPr/>
            <p:nvPr/>
          </p:nvSpPr>
          <p:spPr>
            <a:xfrm>
              <a:off x="3651991" y="4641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5722136" y="4465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3651991" y="2805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3651991" y="2805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3651991" y="4666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5368602" y="4729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30"/>
            <p:cNvSpPr/>
            <p:nvPr/>
          </p:nvSpPr>
          <p:spPr>
            <a:xfrm>
              <a:off x="3651991" y="4630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31"/>
            <p:cNvSpPr/>
            <p:nvPr/>
          </p:nvSpPr>
          <p:spPr>
            <a:xfrm>
              <a:off x="5385621" y="4543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2"/>
            <p:cNvSpPr/>
            <p:nvPr/>
          </p:nvSpPr>
          <p:spPr>
            <a:xfrm>
              <a:off x="3651991" y="3517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3"/>
            <p:cNvSpPr/>
            <p:nvPr/>
          </p:nvSpPr>
          <p:spPr>
            <a:xfrm>
              <a:off x="5391037" y="3282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3651991" y="43611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5097070" y="4095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3651991" y="4691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4670044" y="4727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3651991" y="4667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4536212" y="4574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3651991" y="4716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41"/>
            <p:cNvSpPr/>
            <p:nvPr/>
          </p:nvSpPr>
          <p:spPr>
            <a:xfrm>
              <a:off x="5248695" y="4694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42"/>
            <p:cNvSpPr/>
            <p:nvPr/>
          </p:nvSpPr>
          <p:spPr>
            <a:xfrm>
              <a:off x="3651991" y="4150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t43"/>
            <p:cNvSpPr/>
            <p:nvPr/>
          </p:nvSpPr>
          <p:spPr>
            <a:xfrm>
              <a:off x="5125693" y="3786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t44"/>
            <p:cNvSpPr/>
            <p:nvPr/>
          </p:nvSpPr>
          <p:spPr>
            <a:xfrm>
              <a:off x="3651991" y="4062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t45"/>
            <p:cNvSpPr/>
            <p:nvPr/>
          </p:nvSpPr>
          <p:spPr>
            <a:xfrm>
              <a:off x="3651991" y="4062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t46"/>
            <p:cNvSpPr/>
            <p:nvPr/>
          </p:nvSpPr>
          <p:spPr>
            <a:xfrm>
              <a:off x="3651991" y="4711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t47"/>
            <p:cNvSpPr/>
            <p:nvPr/>
          </p:nvSpPr>
          <p:spPr>
            <a:xfrm>
              <a:off x="5319092" y="4692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t48"/>
            <p:cNvSpPr/>
            <p:nvPr/>
          </p:nvSpPr>
          <p:spPr>
            <a:xfrm>
              <a:off x="3651991" y="4719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t49"/>
            <p:cNvSpPr/>
            <p:nvPr/>
          </p:nvSpPr>
          <p:spPr>
            <a:xfrm>
              <a:off x="5465302" y="46663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t50"/>
            <p:cNvSpPr/>
            <p:nvPr/>
          </p:nvSpPr>
          <p:spPr>
            <a:xfrm>
              <a:off x="3651991" y="4604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5685003" y="4420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3651991" y="4572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5093202" y="45908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3651991" y="46623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4408568" y="4671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6"/>
            <p:cNvSpPr/>
            <p:nvPr/>
          </p:nvSpPr>
          <p:spPr>
            <a:xfrm>
              <a:off x="3651991" y="4711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7"/>
            <p:cNvSpPr/>
            <p:nvPr/>
          </p:nvSpPr>
          <p:spPr>
            <a:xfrm>
              <a:off x="4619760" y="4684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8"/>
            <p:cNvSpPr/>
            <p:nvPr/>
          </p:nvSpPr>
          <p:spPr>
            <a:xfrm>
              <a:off x="3651991" y="4091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t59"/>
            <p:cNvSpPr/>
            <p:nvPr/>
          </p:nvSpPr>
          <p:spPr>
            <a:xfrm>
              <a:off x="4302586" y="3898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t60"/>
            <p:cNvSpPr/>
            <p:nvPr/>
          </p:nvSpPr>
          <p:spPr>
            <a:xfrm>
              <a:off x="3651991" y="1880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t61"/>
            <p:cNvSpPr/>
            <p:nvPr/>
          </p:nvSpPr>
          <p:spPr>
            <a:xfrm>
              <a:off x="7268556" y="3773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t62"/>
            <p:cNvSpPr/>
            <p:nvPr/>
          </p:nvSpPr>
          <p:spPr>
            <a:xfrm>
              <a:off x="3651991" y="3879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t63"/>
            <p:cNvSpPr/>
            <p:nvPr/>
          </p:nvSpPr>
          <p:spPr>
            <a:xfrm>
              <a:off x="5498566" y="3942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t64"/>
            <p:cNvSpPr/>
            <p:nvPr/>
          </p:nvSpPr>
          <p:spPr>
            <a:xfrm>
              <a:off x="3651991" y="4700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t65"/>
            <p:cNvSpPr/>
            <p:nvPr/>
          </p:nvSpPr>
          <p:spPr>
            <a:xfrm>
              <a:off x="5405735" y="4663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t66"/>
            <p:cNvSpPr/>
            <p:nvPr/>
          </p:nvSpPr>
          <p:spPr>
            <a:xfrm>
              <a:off x="3651991" y="4721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t67"/>
            <p:cNvSpPr/>
            <p:nvPr/>
          </p:nvSpPr>
          <p:spPr>
            <a:xfrm>
              <a:off x="4229868" y="4742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t68"/>
            <p:cNvSpPr/>
            <p:nvPr/>
          </p:nvSpPr>
          <p:spPr>
            <a:xfrm>
              <a:off x="3651991" y="4617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t69"/>
            <p:cNvSpPr/>
            <p:nvPr/>
          </p:nvSpPr>
          <p:spPr>
            <a:xfrm>
              <a:off x="5020484" y="45227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t70"/>
            <p:cNvSpPr/>
            <p:nvPr/>
          </p:nvSpPr>
          <p:spPr>
            <a:xfrm>
              <a:off x="3651991" y="4711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t71"/>
            <p:cNvSpPr/>
            <p:nvPr/>
          </p:nvSpPr>
          <p:spPr>
            <a:xfrm>
              <a:off x="4847198" y="4708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t72"/>
            <p:cNvSpPr/>
            <p:nvPr/>
          </p:nvSpPr>
          <p:spPr>
            <a:xfrm>
              <a:off x="3651991" y="4604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t73"/>
            <p:cNvSpPr/>
            <p:nvPr/>
          </p:nvSpPr>
          <p:spPr>
            <a:xfrm>
              <a:off x="4536986" y="4597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t74"/>
            <p:cNvSpPr/>
            <p:nvPr/>
          </p:nvSpPr>
          <p:spPr>
            <a:xfrm>
              <a:off x="4536986" y="4651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t75"/>
            <p:cNvSpPr/>
            <p:nvPr/>
          </p:nvSpPr>
          <p:spPr>
            <a:xfrm>
              <a:off x="3651991" y="4681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t76"/>
            <p:cNvSpPr/>
            <p:nvPr/>
          </p:nvSpPr>
          <p:spPr>
            <a:xfrm>
              <a:off x="4501400" y="4656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t77"/>
            <p:cNvSpPr/>
            <p:nvPr/>
          </p:nvSpPr>
          <p:spPr>
            <a:xfrm>
              <a:off x="4501400" y="46662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t78"/>
            <p:cNvSpPr/>
            <p:nvPr/>
          </p:nvSpPr>
          <p:spPr>
            <a:xfrm>
              <a:off x="3651991" y="4551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t79"/>
            <p:cNvSpPr/>
            <p:nvPr/>
          </p:nvSpPr>
          <p:spPr>
            <a:xfrm>
              <a:off x="4369115" y="4420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t80"/>
            <p:cNvSpPr/>
            <p:nvPr/>
          </p:nvSpPr>
          <p:spPr>
            <a:xfrm>
              <a:off x="4369115" y="44117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t81"/>
            <p:cNvSpPr/>
            <p:nvPr/>
          </p:nvSpPr>
          <p:spPr>
            <a:xfrm>
              <a:off x="3651991" y="4596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t82"/>
            <p:cNvSpPr/>
            <p:nvPr/>
          </p:nvSpPr>
          <p:spPr>
            <a:xfrm>
              <a:off x="4270095" y="4625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t83"/>
            <p:cNvSpPr/>
            <p:nvPr/>
          </p:nvSpPr>
          <p:spPr>
            <a:xfrm>
              <a:off x="3651991" y="4638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t84"/>
            <p:cNvSpPr/>
            <p:nvPr/>
          </p:nvSpPr>
          <p:spPr>
            <a:xfrm>
              <a:off x="3651991" y="4638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t85"/>
            <p:cNvSpPr/>
            <p:nvPr/>
          </p:nvSpPr>
          <p:spPr>
            <a:xfrm>
              <a:off x="3651991" y="4475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t86"/>
            <p:cNvSpPr/>
            <p:nvPr/>
          </p:nvSpPr>
          <p:spPr>
            <a:xfrm>
              <a:off x="5413471" y="4172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t87"/>
            <p:cNvSpPr/>
            <p:nvPr/>
          </p:nvSpPr>
          <p:spPr>
            <a:xfrm>
              <a:off x="3651991" y="4646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t88"/>
            <p:cNvSpPr/>
            <p:nvPr/>
          </p:nvSpPr>
          <p:spPr>
            <a:xfrm>
              <a:off x="5889233" y="4539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t89"/>
            <p:cNvSpPr/>
            <p:nvPr/>
          </p:nvSpPr>
          <p:spPr>
            <a:xfrm>
              <a:off x="3651991" y="4730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t90"/>
            <p:cNvSpPr/>
            <p:nvPr/>
          </p:nvSpPr>
          <p:spPr>
            <a:xfrm>
              <a:off x="4648383" y="4769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t91"/>
            <p:cNvSpPr/>
            <p:nvPr/>
          </p:nvSpPr>
          <p:spPr>
            <a:xfrm>
              <a:off x="3651991" y="45002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t92"/>
            <p:cNvSpPr/>
            <p:nvPr/>
          </p:nvSpPr>
          <p:spPr>
            <a:xfrm>
              <a:off x="3651991" y="45002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t93"/>
            <p:cNvSpPr/>
            <p:nvPr/>
          </p:nvSpPr>
          <p:spPr>
            <a:xfrm>
              <a:off x="3651991" y="4683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t94"/>
            <p:cNvSpPr/>
            <p:nvPr/>
          </p:nvSpPr>
          <p:spPr>
            <a:xfrm>
              <a:off x="5351583" y="4665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t95"/>
            <p:cNvSpPr/>
            <p:nvPr/>
          </p:nvSpPr>
          <p:spPr>
            <a:xfrm>
              <a:off x="3651991" y="4728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t96"/>
            <p:cNvSpPr/>
            <p:nvPr/>
          </p:nvSpPr>
          <p:spPr>
            <a:xfrm>
              <a:off x="5411924" y="4651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t97"/>
            <p:cNvSpPr/>
            <p:nvPr/>
          </p:nvSpPr>
          <p:spPr>
            <a:xfrm>
              <a:off x="3651991" y="4703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t98"/>
            <p:cNvSpPr/>
            <p:nvPr/>
          </p:nvSpPr>
          <p:spPr>
            <a:xfrm>
              <a:off x="5309035" y="4703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t99"/>
            <p:cNvSpPr/>
            <p:nvPr/>
          </p:nvSpPr>
          <p:spPr>
            <a:xfrm>
              <a:off x="3651991" y="4677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t100"/>
            <p:cNvSpPr/>
            <p:nvPr/>
          </p:nvSpPr>
          <p:spPr>
            <a:xfrm>
              <a:off x="5186033" y="4673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t101"/>
            <p:cNvSpPr/>
            <p:nvPr/>
          </p:nvSpPr>
          <p:spPr>
            <a:xfrm>
              <a:off x="3651991" y="4684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t102"/>
            <p:cNvSpPr/>
            <p:nvPr/>
          </p:nvSpPr>
          <p:spPr>
            <a:xfrm>
              <a:off x="5001144" y="4618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t103"/>
            <p:cNvSpPr/>
            <p:nvPr/>
          </p:nvSpPr>
          <p:spPr>
            <a:xfrm>
              <a:off x="3651991" y="4683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t104"/>
            <p:cNvSpPr/>
            <p:nvPr/>
          </p:nvSpPr>
          <p:spPr>
            <a:xfrm>
              <a:off x="4595005" y="4707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t105"/>
            <p:cNvSpPr/>
            <p:nvPr/>
          </p:nvSpPr>
          <p:spPr>
            <a:xfrm>
              <a:off x="3651991" y="4748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t106"/>
            <p:cNvSpPr/>
            <p:nvPr/>
          </p:nvSpPr>
          <p:spPr>
            <a:xfrm>
              <a:off x="4377625" y="4758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t107"/>
            <p:cNvSpPr/>
            <p:nvPr/>
          </p:nvSpPr>
          <p:spPr>
            <a:xfrm>
              <a:off x="3651991" y="4539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t108"/>
            <p:cNvSpPr/>
            <p:nvPr/>
          </p:nvSpPr>
          <p:spPr>
            <a:xfrm>
              <a:off x="6781190" y="4351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t109"/>
            <p:cNvSpPr/>
            <p:nvPr/>
          </p:nvSpPr>
          <p:spPr>
            <a:xfrm>
              <a:off x="3651991" y="4159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t110"/>
            <p:cNvSpPr/>
            <p:nvPr/>
          </p:nvSpPr>
          <p:spPr>
            <a:xfrm>
              <a:off x="3651991" y="4159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t111"/>
            <p:cNvSpPr/>
            <p:nvPr/>
          </p:nvSpPr>
          <p:spPr>
            <a:xfrm>
              <a:off x="3651991" y="4753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t112"/>
            <p:cNvSpPr/>
            <p:nvPr/>
          </p:nvSpPr>
          <p:spPr>
            <a:xfrm>
              <a:off x="3651991" y="4753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t113"/>
            <p:cNvSpPr/>
            <p:nvPr/>
          </p:nvSpPr>
          <p:spPr>
            <a:xfrm>
              <a:off x="3651991" y="4060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t114"/>
            <p:cNvSpPr/>
            <p:nvPr/>
          </p:nvSpPr>
          <p:spPr>
            <a:xfrm>
              <a:off x="3651991" y="3831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t115"/>
            <p:cNvSpPr/>
            <p:nvPr/>
          </p:nvSpPr>
          <p:spPr>
            <a:xfrm>
              <a:off x="3651991" y="46340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t116"/>
            <p:cNvSpPr/>
            <p:nvPr/>
          </p:nvSpPr>
          <p:spPr>
            <a:xfrm>
              <a:off x="5325281" y="4599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t117"/>
            <p:cNvSpPr/>
            <p:nvPr/>
          </p:nvSpPr>
          <p:spPr>
            <a:xfrm>
              <a:off x="3651991" y="4203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t118"/>
            <p:cNvSpPr/>
            <p:nvPr/>
          </p:nvSpPr>
          <p:spPr>
            <a:xfrm>
              <a:off x="4220584" y="3959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t119"/>
            <p:cNvSpPr/>
            <p:nvPr/>
          </p:nvSpPr>
          <p:spPr>
            <a:xfrm>
              <a:off x="3651991" y="4474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t120"/>
            <p:cNvSpPr/>
            <p:nvPr/>
          </p:nvSpPr>
          <p:spPr>
            <a:xfrm>
              <a:off x="4194282" y="4422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t121"/>
            <p:cNvSpPr/>
            <p:nvPr/>
          </p:nvSpPr>
          <p:spPr>
            <a:xfrm>
              <a:off x="3651991" y="4544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t122"/>
            <p:cNvSpPr/>
            <p:nvPr/>
          </p:nvSpPr>
          <p:spPr>
            <a:xfrm>
              <a:off x="4782216" y="4428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t123"/>
            <p:cNvSpPr/>
            <p:nvPr/>
          </p:nvSpPr>
          <p:spPr>
            <a:xfrm>
              <a:off x="3651991" y="2673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t124"/>
            <p:cNvSpPr/>
            <p:nvPr/>
          </p:nvSpPr>
          <p:spPr>
            <a:xfrm>
              <a:off x="4181131" y="3576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t125"/>
            <p:cNvSpPr/>
            <p:nvPr/>
          </p:nvSpPr>
          <p:spPr>
            <a:xfrm>
              <a:off x="3651991" y="4695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t126"/>
            <p:cNvSpPr/>
            <p:nvPr/>
          </p:nvSpPr>
          <p:spPr>
            <a:xfrm>
              <a:off x="4204339" y="4648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t127"/>
            <p:cNvSpPr/>
            <p:nvPr/>
          </p:nvSpPr>
          <p:spPr>
            <a:xfrm>
              <a:off x="3651991" y="4716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t128"/>
            <p:cNvSpPr/>
            <p:nvPr/>
          </p:nvSpPr>
          <p:spPr>
            <a:xfrm>
              <a:off x="4236830" y="4649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t129"/>
            <p:cNvSpPr/>
            <p:nvPr/>
          </p:nvSpPr>
          <p:spPr>
            <a:xfrm>
              <a:off x="3651991" y="46695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t130"/>
            <p:cNvSpPr/>
            <p:nvPr/>
          </p:nvSpPr>
          <p:spPr>
            <a:xfrm>
              <a:off x="4208207" y="4594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t131"/>
            <p:cNvSpPr/>
            <p:nvPr/>
          </p:nvSpPr>
          <p:spPr>
            <a:xfrm>
              <a:off x="3651991" y="4138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t132"/>
            <p:cNvSpPr/>
            <p:nvPr/>
          </p:nvSpPr>
          <p:spPr>
            <a:xfrm>
              <a:off x="4707177" y="39629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t133"/>
            <p:cNvSpPr/>
            <p:nvPr/>
          </p:nvSpPr>
          <p:spPr>
            <a:xfrm>
              <a:off x="3651991" y="3956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t134"/>
            <p:cNvSpPr/>
            <p:nvPr/>
          </p:nvSpPr>
          <p:spPr>
            <a:xfrm>
              <a:off x="4796914" y="3740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t135"/>
            <p:cNvSpPr/>
            <p:nvPr/>
          </p:nvSpPr>
          <p:spPr>
            <a:xfrm>
              <a:off x="3651991" y="4665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t136"/>
            <p:cNvSpPr/>
            <p:nvPr/>
          </p:nvSpPr>
          <p:spPr>
            <a:xfrm>
              <a:off x="5790213" y="44720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t137"/>
            <p:cNvSpPr/>
            <p:nvPr/>
          </p:nvSpPr>
          <p:spPr>
            <a:xfrm>
              <a:off x="3651991" y="4664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t138"/>
            <p:cNvSpPr/>
            <p:nvPr/>
          </p:nvSpPr>
          <p:spPr>
            <a:xfrm>
              <a:off x="5429716" y="4622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t139"/>
            <p:cNvSpPr/>
            <p:nvPr/>
          </p:nvSpPr>
          <p:spPr>
            <a:xfrm>
              <a:off x="3651991" y="4716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t140"/>
            <p:cNvSpPr/>
            <p:nvPr/>
          </p:nvSpPr>
          <p:spPr>
            <a:xfrm>
              <a:off x="4533891" y="4697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t141"/>
            <p:cNvSpPr/>
            <p:nvPr/>
          </p:nvSpPr>
          <p:spPr>
            <a:xfrm>
              <a:off x="3651991" y="4684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t142"/>
            <p:cNvSpPr/>
            <p:nvPr/>
          </p:nvSpPr>
          <p:spPr>
            <a:xfrm>
              <a:off x="4501400" y="46562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t143"/>
            <p:cNvSpPr/>
            <p:nvPr/>
          </p:nvSpPr>
          <p:spPr>
            <a:xfrm>
              <a:off x="3651991" y="4641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t144"/>
            <p:cNvSpPr/>
            <p:nvPr/>
          </p:nvSpPr>
          <p:spPr>
            <a:xfrm>
              <a:off x="5340753" y="4656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t145"/>
            <p:cNvSpPr/>
            <p:nvPr/>
          </p:nvSpPr>
          <p:spPr>
            <a:xfrm>
              <a:off x="3651991" y="4029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t146"/>
            <p:cNvSpPr/>
            <p:nvPr/>
          </p:nvSpPr>
          <p:spPr>
            <a:xfrm>
              <a:off x="5168241" y="3921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t147"/>
            <p:cNvSpPr/>
            <p:nvPr/>
          </p:nvSpPr>
          <p:spPr>
            <a:xfrm>
              <a:off x="3651991" y="4568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t148"/>
            <p:cNvSpPr/>
            <p:nvPr/>
          </p:nvSpPr>
          <p:spPr>
            <a:xfrm>
              <a:off x="5045239" y="45220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t149"/>
            <p:cNvSpPr/>
            <p:nvPr/>
          </p:nvSpPr>
          <p:spPr>
            <a:xfrm>
              <a:off x="3651991" y="4724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t150"/>
            <p:cNvSpPr/>
            <p:nvPr/>
          </p:nvSpPr>
          <p:spPr>
            <a:xfrm>
              <a:off x="5486963" y="4695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t151"/>
            <p:cNvSpPr/>
            <p:nvPr/>
          </p:nvSpPr>
          <p:spPr>
            <a:xfrm>
              <a:off x="3651991" y="35573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t152"/>
            <p:cNvSpPr/>
            <p:nvPr/>
          </p:nvSpPr>
          <p:spPr>
            <a:xfrm>
              <a:off x="3651991" y="35573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t153"/>
            <p:cNvSpPr/>
            <p:nvPr/>
          </p:nvSpPr>
          <p:spPr>
            <a:xfrm>
              <a:off x="3651991" y="3998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t154"/>
            <p:cNvSpPr/>
            <p:nvPr/>
          </p:nvSpPr>
          <p:spPr>
            <a:xfrm>
              <a:off x="3651991" y="3998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t155"/>
            <p:cNvSpPr/>
            <p:nvPr/>
          </p:nvSpPr>
          <p:spPr>
            <a:xfrm>
              <a:off x="3651991" y="4663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t156"/>
            <p:cNvSpPr/>
            <p:nvPr/>
          </p:nvSpPr>
          <p:spPr>
            <a:xfrm>
              <a:off x="3651991" y="4567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t157"/>
            <p:cNvSpPr/>
            <p:nvPr/>
          </p:nvSpPr>
          <p:spPr>
            <a:xfrm>
              <a:off x="3651991" y="4677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t158"/>
            <p:cNvSpPr/>
            <p:nvPr/>
          </p:nvSpPr>
          <p:spPr>
            <a:xfrm>
              <a:off x="5538794" y="4742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t159"/>
            <p:cNvSpPr/>
            <p:nvPr/>
          </p:nvSpPr>
          <p:spPr>
            <a:xfrm>
              <a:off x="3651991" y="4721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t160"/>
            <p:cNvSpPr/>
            <p:nvPr/>
          </p:nvSpPr>
          <p:spPr>
            <a:xfrm>
              <a:off x="5533378" y="47079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t161"/>
            <p:cNvSpPr/>
            <p:nvPr/>
          </p:nvSpPr>
          <p:spPr>
            <a:xfrm>
              <a:off x="3651991" y="4700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t162"/>
            <p:cNvSpPr/>
            <p:nvPr/>
          </p:nvSpPr>
          <p:spPr>
            <a:xfrm>
              <a:off x="5340753" y="4639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t163"/>
            <p:cNvSpPr/>
            <p:nvPr/>
          </p:nvSpPr>
          <p:spPr>
            <a:xfrm>
              <a:off x="3651991" y="47144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t164"/>
            <p:cNvSpPr/>
            <p:nvPr/>
          </p:nvSpPr>
          <p:spPr>
            <a:xfrm>
              <a:off x="5293563" y="4680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t165"/>
            <p:cNvSpPr/>
            <p:nvPr/>
          </p:nvSpPr>
          <p:spPr>
            <a:xfrm>
              <a:off x="3651991" y="4542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t166"/>
            <p:cNvSpPr/>
            <p:nvPr/>
          </p:nvSpPr>
          <p:spPr>
            <a:xfrm>
              <a:off x="5602228" y="4485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t167"/>
            <p:cNvSpPr/>
            <p:nvPr/>
          </p:nvSpPr>
          <p:spPr>
            <a:xfrm>
              <a:off x="3651991" y="4675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t168"/>
            <p:cNvSpPr/>
            <p:nvPr/>
          </p:nvSpPr>
          <p:spPr>
            <a:xfrm>
              <a:off x="5340753" y="4653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t169"/>
            <p:cNvSpPr/>
            <p:nvPr/>
          </p:nvSpPr>
          <p:spPr>
            <a:xfrm>
              <a:off x="3651991" y="46857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t170"/>
            <p:cNvSpPr/>
            <p:nvPr/>
          </p:nvSpPr>
          <p:spPr>
            <a:xfrm>
              <a:off x="5299752" y="4686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pt171"/>
            <p:cNvSpPr/>
            <p:nvPr/>
          </p:nvSpPr>
          <p:spPr>
            <a:xfrm>
              <a:off x="3651991" y="4539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pt172"/>
            <p:cNvSpPr/>
            <p:nvPr/>
          </p:nvSpPr>
          <p:spPr>
            <a:xfrm>
              <a:off x="5298978" y="4555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pt173"/>
            <p:cNvSpPr/>
            <p:nvPr/>
          </p:nvSpPr>
          <p:spPr>
            <a:xfrm>
              <a:off x="3651991" y="4693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pt174"/>
            <p:cNvSpPr/>
            <p:nvPr/>
          </p:nvSpPr>
          <p:spPr>
            <a:xfrm>
              <a:off x="5309809" y="4702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pt175"/>
            <p:cNvSpPr/>
            <p:nvPr/>
          </p:nvSpPr>
          <p:spPr>
            <a:xfrm>
              <a:off x="3651991" y="4555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pt176"/>
            <p:cNvSpPr/>
            <p:nvPr/>
          </p:nvSpPr>
          <p:spPr>
            <a:xfrm>
              <a:off x="5395678" y="4518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pt177"/>
            <p:cNvSpPr/>
            <p:nvPr/>
          </p:nvSpPr>
          <p:spPr>
            <a:xfrm>
              <a:off x="3651991" y="3985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pt178"/>
            <p:cNvSpPr/>
            <p:nvPr/>
          </p:nvSpPr>
          <p:spPr>
            <a:xfrm>
              <a:off x="4994181" y="3798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pt179"/>
            <p:cNvSpPr/>
            <p:nvPr/>
          </p:nvSpPr>
          <p:spPr>
            <a:xfrm>
              <a:off x="3651991" y="4457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pt180"/>
            <p:cNvSpPr/>
            <p:nvPr/>
          </p:nvSpPr>
          <p:spPr>
            <a:xfrm>
              <a:off x="5513265" y="4358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pt181"/>
            <p:cNvSpPr/>
            <p:nvPr/>
          </p:nvSpPr>
          <p:spPr>
            <a:xfrm>
              <a:off x="3651991" y="4719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pt182"/>
            <p:cNvSpPr/>
            <p:nvPr/>
          </p:nvSpPr>
          <p:spPr>
            <a:xfrm>
              <a:off x="5434358" y="4683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pt183"/>
            <p:cNvSpPr/>
            <p:nvPr/>
          </p:nvSpPr>
          <p:spPr>
            <a:xfrm>
              <a:off x="3651991" y="4704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t184"/>
            <p:cNvSpPr/>
            <p:nvPr/>
          </p:nvSpPr>
          <p:spPr>
            <a:xfrm>
              <a:off x="5243280" y="4687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t185"/>
            <p:cNvSpPr/>
            <p:nvPr/>
          </p:nvSpPr>
          <p:spPr>
            <a:xfrm>
              <a:off x="3651991" y="4718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pt186"/>
            <p:cNvSpPr/>
            <p:nvPr/>
          </p:nvSpPr>
          <p:spPr>
            <a:xfrm>
              <a:off x="5369376" y="46889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t187"/>
            <p:cNvSpPr/>
            <p:nvPr/>
          </p:nvSpPr>
          <p:spPr>
            <a:xfrm>
              <a:off x="3651991" y="4630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pt188"/>
            <p:cNvSpPr/>
            <p:nvPr/>
          </p:nvSpPr>
          <p:spPr>
            <a:xfrm>
              <a:off x="4208980" y="45848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pt189"/>
            <p:cNvSpPr/>
            <p:nvPr/>
          </p:nvSpPr>
          <p:spPr>
            <a:xfrm>
              <a:off x="3651991" y="4567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pt190"/>
            <p:cNvSpPr/>
            <p:nvPr/>
          </p:nvSpPr>
          <p:spPr>
            <a:xfrm>
              <a:off x="4167980" y="44573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pt191"/>
            <p:cNvSpPr/>
            <p:nvPr/>
          </p:nvSpPr>
          <p:spPr>
            <a:xfrm>
              <a:off x="3651991" y="4682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pt192"/>
            <p:cNvSpPr/>
            <p:nvPr/>
          </p:nvSpPr>
          <p:spPr>
            <a:xfrm>
              <a:off x="4147093" y="4615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pt193"/>
            <p:cNvSpPr/>
            <p:nvPr/>
          </p:nvSpPr>
          <p:spPr>
            <a:xfrm>
              <a:off x="3651991" y="4520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pt194"/>
            <p:cNvSpPr/>
            <p:nvPr/>
          </p:nvSpPr>
          <p:spPr>
            <a:xfrm>
              <a:off x="3651991" y="4475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pt195"/>
            <p:cNvSpPr/>
            <p:nvPr/>
          </p:nvSpPr>
          <p:spPr>
            <a:xfrm>
              <a:off x="3651991" y="3896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pt196"/>
            <p:cNvSpPr/>
            <p:nvPr/>
          </p:nvSpPr>
          <p:spPr>
            <a:xfrm>
              <a:off x="5357772" y="3333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pt197"/>
            <p:cNvSpPr/>
            <p:nvPr/>
          </p:nvSpPr>
          <p:spPr>
            <a:xfrm>
              <a:off x="3651991" y="4698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pt198"/>
            <p:cNvSpPr/>
            <p:nvPr/>
          </p:nvSpPr>
          <p:spPr>
            <a:xfrm>
              <a:off x="5556586" y="4681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pt199"/>
            <p:cNvSpPr/>
            <p:nvPr/>
          </p:nvSpPr>
          <p:spPr>
            <a:xfrm>
              <a:off x="3651991" y="4557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pt200"/>
            <p:cNvSpPr/>
            <p:nvPr/>
          </p:nvSpPr>
          <p:spPr>
            <a:xfrm>
              <a:off x="5555039" y="44078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pt201"/>
            <p:cNvSpPr/>
            <p:nvPr/>
          </p:nvSpPr>
          <p:spPr>
            <a:xfrm>
              <a:off x="3651991" y="47356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pt202"/>
            <p:cNvSpPr/>
            <p:nvPr/>
          </p:nvSpPr>
          <p:spPr>
            <a:xfrm>
              <a:off x="5163599" y="4669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pt203"/>
            <p:cNvSpPr/>
            <p:nvPr/>
          </p:nvSpPr>
          <p:spPr>
            <a:xfrm>
              <a:off x="3651991" y="4698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pt204"/>
            <p:cNvSpPr/>
            <p:nvPr/>
          </p:nvSpPr>
          <p:spPr>
            <a:xfrm>
              <a:off x="5069220" y="4688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pt205"/>
            <p:cNvSpPr/>
            <p:nvPr/>
          </p:nvSpPr>
          <p:spPr>
            <a:xfrm>
              <a:off x="3651991" y="4723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pt206"/>
            <p:cNvSpPr/>
            <p:nvPr/>
          </p:nvSpPr>
          <p:spPr>
            <a:xfrm>
              <a:off x="4563288" y="4612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pt207"/>
            <p:cNvSpPr/>
            <p:nvPr/>
          </p:nvSpPr>
          <p:spPr>
            <a:xfrm>
              <a:off x="3651991" y="46027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pt208"/>
            <p:cNvSpPr/>
            <p:nvPr/>
          </p:nvSpPr>
          <p:spPr>
            <a:xfrm>
              <a:off x="5628531" y="4620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pt209"/>
            <p:cNvSpPr/>
            <p:nvPr/>
          </p:nvSpPr>
          <p:spPr>
            <a:xfrm>
              <a:off x="3651991" y="46271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pt210"/>
            <p:cNvSpPr/>
            <p:nvPr/>
          </p:nvSpPr>
          <p:spPr>
            <a:xfrm>
              <a:off x="5558133" y="4601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pt211"/>
            <p:cNvSpPr/>
            <p:nvPr/>
          </p:nvSpPr>
          <p:spPr>
            <a:xfrm>
              <a:off x="3651991" y="4498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pt212"/>
            <p:cNvSpPr/>
            <p:nvPr/>
          </p:nvSpPr>
          <p:spPr>
            <a:xfrm>
              <a:off x="5337658" y="4342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pt213"/>
            <p:cNvSpPr/>
            <p:nvPr/>
          </p:nvSpPr>
          <p:spPr>
            <a:xfrm>
              <a:off x="3651991" y="4497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pt214"/>
            <p:cNvSpPr/>
            <p:nvPr/>
          </p:nvSpPr>
          <p:spPr>
            <a:xfrm>
              <a:off x="5168241" y="4366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pt215"/>
            <p:cNvSpPr/>
            <p:nvPr/>
          </p:nvSpPr>
          <p:spPr>
            <a:xfrm>
              <a:off x="3651991" y="3594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pt216"/>
            <p:cNvSpPr/>
            <p:nvPr/>
          </p:nvSpPr>
          <p:spPr>
            <a:xfrm>
              <a:off x="4217490" y="3904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pt217"/>
            <p:cNvSpPr/>
            <p:nvPr/>
          </p:nvSpPr>
          <p:spPr>
            <a:xfrm>
              <a:off x="3651991" y="44893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pt218"/>
            <p:cNvSpPr/>
            <p:nvPr/>
          </p:nvSpPr>
          <p:spPr>
            <a:xfrm>
              <a:off x="5352357" y="4513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pt219"/>
            <p:cNvSpPr/>
            <p:nvPr/>
          </p:nvSpPr>
          <p:spPr>
            <a:xfrm>
              <a:off x="3651991" y="4505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pt220"/>
            <p:cNvSpPr/>
            <p:nvPr/>
          </p:nvSpPr>
          <p:spPr>
            <a:xfrm>
              <a:off x="5336885" y="4158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pt221"/>
            <p:cNvSpPr/>
            <p:nvPr/>
          </p:nvSpPr>
          <p:spPr>
            <a:xfrm>
              <a:off x="3651991" y="4610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pt222"/>
            <p:cNvSpPr/>
            <p:nvPr/>
          </p:nvSpPr>
          <p:spPr>
            <a:xfrm>
              <a:off x="5356225" y="4566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pt223"/>
            <p:cNvSpPr/>
            <p:nvPr/>
          </p:nvSpPr>
          <p:spPr>
            <a:xfrm>
              <a:off x="3651991" y="4493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pt224"/>
            <p:cNvSpPr/>
            <p:nvPr/>
          </p:nvSpPr>
          <p:spPr>
            <a:xfrm>
              <a:off x="5237864" y="4449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pt225"/>
            <p:cNvSpPr/>
            <p:nvPr/>
          </p:nvSpPr>
          <p:spPr>
            <a:xfrm>
              <a:off x="3651991" y="3912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pt226"/>
            <p:cNvSpPr/>
            <p:nvPr/>
          </p:nvSpPr>
          <p:spPr>
            <a:xfrm>
              <a:off x="4793820" y="29503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pt227"/>
            <p:cNvSpPr/>
            <p:nvPr/>
          </p:nvSpPr>
          <p:spPr>
            <a:xfrm>
              <a:off x="3651991" y="3838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pt228"/>
            <p:cNvSpPr/>
            <p:nvPr/>
          </p:nvSpPr>
          <p:spPr>
            <a:xfrm>
              <a:off x="5530284" y="1909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pt229"/>
            <p:cNvSpPr/>
            <p:nvPr/>
          </p:nvSpPr>
          <p:spPr>
            <a:xfrm>
              <a:off x="3651991" y="4613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pt230"/>
            <p:cNvSpPr/>
            <p:nvPr/>
          </p:nvSpPr>
          <p:spPr>
            <a:xfrm>
              <a:off x="4810839" y="4486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pt231"/>
            <p:cNvSpPr/>
            <p:nvPr/>
          </p:nvSpPr>
          <p:spPr>
            <a:xfrm>
              <a:off x="3651991" y="4427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pt232"/>
            <p:cNvSpPr/>
            <p:nvPr/>
          </p:nvSpPr>
          <p:spPr>
            <a:xfrm>
              <a:off x="5435132" y="3985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pt233"/>
            <p:cNvSpPr/>
            <p:nvPr/>
          </p:nvSpPr>
          <p:spPr>
            <a:xfrm>
              <a:off x="3651991" y="4701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pt234"/>
            <p:cNvSpPr/>
            <p:nvPr/>
          </p:nvSpPr>
          <p:spPr>
            <a:xfrm>
              <a:off x="5336885" y="4667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pt235"/>
            <p:cNvSpPr/>
            <p:nvPr/>
          </p:nvSpPr>
          <p:spPr>
            <a:xfrm>
              <a:off x="3651991" y="44074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pt236"/>
            <p:cNvSpPr/>
            <p:nvPr/>
          </p:nvSpPr>
          <p:spPr>
            <a:xfrm>
              <a:off x="5380206" y="4300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pt237"/>
            <p:cNvSpPr/>
            <p:nvPr/>
          </p:nvSpPr>
          <p:spPr>
            <a:xfrm>
              <a:off x="3651991" y="4691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pt238"/>
            <p:cNvSpPr/>
            <p:nvPr/>
          </p:nvSpPr>
          <p:spPr>
            <a:xfrm>
              <a:off x="4843330" y="4359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pt239"/>
            <p:cNvSpPr/>
            <p:nvPr/>
          </p:nvSpPr>
          <p:spPr>
            <a:xfrm>
              <a:off x="3651991" y="4700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pt240"/>
            <p:cNvSpPr/>
            <p:nvPr/>
          </p:nvSpPr>
          <p:spPr>
            <a:xfrm>
              <a:off x="4470456" y="4679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pl241"/>
            <p:cNvSpPr/>
            <p:nvPr/>
          </p:nvSpPr>
          <p:spPr>
            <a:xfrm>
              <a:off x="3676817" y="4448100"/>
              <a:ext cx="2123523" cy="90472"/>
            </a:xfrm>
            <a:custGeom>
              <a:avLst/>
              <a:gdLst/>
              <a:ahLst/>
              <a:cxnLst/>
              <a:rect l="0" t="0" r="0" b="0"/>
              <a:pathLst>
                <a:path w="2123523" h="90472">
                  <a:moveTo>
                    <a:pt x="0" y="0"/>
                  </a:moveTo>
                  <a:lnTo>
                    <a:pt x="2123523" y="9047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pl242"/>
            <p:cNvSpPr/>
            <p:nvPr/>
          </p:nvSpPr>
          <p:spPr>
            <a:xfrm>
              <a:off x="3676817" y="4490164"/>
              <a:ext cx="2070145" cy="176577"/>
            </a:xfrm>
            <a:custGeom>
              <a:avLst/>
              <a:gdLst/>
              <a:ahLst/>
              <a:cxnLst/>
              <a:rect l="0" t="0" r="0" b="0"/>
              <a:pathLst>
                <a:path w="2070145" h="176577">
                  <a:moveTo>
                    <a:pt x="0" y="176577"/>
                  </a:moveTo>
                  <a:lnTo>
                    <a:pt x="20701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pl243"/>
            <p:cNvSpPr/>
            <p:nvPr/>
          </p:nvSpPr>
          <p:spPr>
            <a:xfrm>
              <a:off x="3676817" y="2830721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pl244"/>
            <p:cNvSpPr/>
            <p:nvPr/>
          </p:nvSpPr>
          <p:spPr>
            <a:xfrm>
              <a:off x="3676817" y="4691514"/>
              <a:ext cx="1716611" cy="62421"/>
            </a:xfrm>
            <a:custGeom>
              <a:avLst/>
              <a:gdLst/>
              <a:ahLst/>
              <a:cxnLst/>
              <a:rect l="0" t="0" r="0" b="0"/>
              <a:pathLst>
                <a:path w="1716611" h="62421">
                  <a:moveTo>
                    <a:pt x="0" y="0"/>
                  </a:moveTo>
                  <a:lnTo>
                    <a:pt x="1716611" y="6242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pl245"/>
            <p:cNvSpPr/>
            <p:nvPr/>
          </p:nvSpPr>
          <p:spPr>
            <a:xfrm>
              <a:off x="3676817" y="4567988"/>
              <a:ext cx="1733630" cy="86906"/>
            </a:xfrm>
            <a:custGeom>
              <a:avLst/>
              <a:gdLst/>
              <a:ahLst/>
              <a:cxnLst/>
              <a:rect l="0" t="0" r="0" b="0"/>
              <a:pathLst>
                <a:path w="1733630" h="86906">
                  <a:moveTo>
                    <a:pt x="0" y="86906"/>
                  </a:moveTo>
                  <a:lnTo>
                    <a:pt x="17336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pl246"/>
            <p:cNvSpPr/>
            <p:nvPr/>
          </p:nvSpPr>
          <p:spPr>
            <a:xfrm>
              <a:off x="3676817" y="3307139"/>
              <a:ext cx="1739045" cy="235157"/>
            </a:xfrm>
            <a:custGeom>
              <a:avLst/>
              <a:gdLst/>
              <a:ahLst/>
              <a:cxnLst/>
              <a:rect l="0" t="0" r="0" b="0"/>
              <a:pathLst>
                <a:path w="1739045" h="235157">
                  <a:moveTo>
                    <a:pt x="0" y="235157"/>
                  </a:moveTo>
                  <a:lnTo>
                    <a:pt x="17390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pl247"/>
            <p:cNvSpPr/>
            <p:nvPr/>
          </p:nvSpPr>
          <p:spPr>
            <a:xfrm>
              <a:off x="3676817" y="4120532"/>
              <a:ext cx="1445079" cy="265457"/>
            </a:xfrm>
            <a:custGeom>
              <a:avLst/>
              <a:gdLst/>
              <a:ahLst/>
              <a:cxnLst/>
              <a:rect l="0" t="0" r="0" b="0"/>
              <a:pathLst>
                <a:path w="1445079" h="265457">
                  <a:moveTo>
                    <a:pt x="0" y="265457"/>
                  </a:moveTo>
                  <a:lnTo>
                    <a:pt x="14450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pl248"/>
            <p:cNvSpPr/>
            <p:nvPr/>
          </p:nvSpPr>
          <p:spPr>
            <a:xfrm>
              <a:off x="3676817" y="4715928"/>
              <a:ext cx="1018053" cy="36096"/>
            </a:xfrm>
            <a:custGeom>
              <a:avLst/>
              <a:gdLst/>
              <a:ahLst/>
              <a:cxnLst/>
              <a:rect l="0" t="0" r="0" b="0"/>
              <a:pathLst>
                <a:path w="1018053" h="36096">
                  <a:moveTo>
                    <a:pt x="0" y="0"/>
                  </a:moveTo>
                  <a:lnTo>
                    <a:pt x="1018053" y="360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pl249"/>
            <p:cNvSpPr/>
            <p:nvPr/>
          </p:nvSpPr>
          <p:spPr>
            <a:xfrm>
              <a:off x="3676817" y="4599606"/>
              <a:ext cx="884221" cy="92985"/>
            </a:xfrm>
            <a:custGeom>
              <a:avLst/>
              <a:gdLst/>
              <a:ahLst/>
              <a:cxnLst/>
              <a:rect l="0" t="0" r="0" b="0"/>
              <a:pathLst>
                <a:path w="884221" h="92985">
                  <a:moveTo>
                    <a:pt x="0" y="92985"/>
                  </a:moveTo>
                  <a:lnTo>
                    <a:pt x="8842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pl250"/>
            <p:cNvSpPr/>
            <p:nvPr/>
          </p:nvSpPr>
          <p:spPr>
            <a:xfrm>
              <a:off x="3676817" y="4719518"/>
              <a:ext cx="1596704" cy="21900"/>
            </a:xfrm>
            <a:custGeom>
              <a:avLst/>
              <a:gdLst/>
              <a:ahLst/>
              <a:cxnLst/>
              <a:rect l="0" t="0" r="0" b="0"/>
              <a:pathLst>
                <a:path w="1596704" h="21900">
                  <a:moveTo>
                    <a:pt x="0" y="21900"/>
                  </a:moveTo>
                  <a:lnTo>
                    <a:pt x="15967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l251"/>
            <p:cNvSpPr/>
            <p:nvPr/>
          </p:nvSpPr>
          <p:spPr>
            <a:xfrm>
              <a:off x="3676817" y="3810842"/>
              <a:ext cx="1473702" cy="364044"/>
            </a:xfrm>
            <a:custGeom>
              <a:avLst/>
              <a:gdLst/>
              <a:ahLst/>
              <a:cxnLst/>
              <a:rect l="0" t="0" r="0" b="0"/>
              <a:pathLst>
                <a:path w="1473702" h="364044">
                  <a:moveTo>
                    <a:pt x="0" y="364044"/>
                  </a:moveTo>
                  <a:lnTo>
                    <a:pt x="147370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l252"/>
            <p:cNvSpPr/>
            <p:nvPr/>
          </p:nvSpPr>
          <p:spPr>
            <a:xfrm>
              <a:off x="3676817" y="4087645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l253"/>
            <p:cNvSpPr/>
            <p:nvPr/>
          </p:nvSpPr>
          <p:spPr>
            <a:xfrm>
              <a:off x="3676817" y="4717358"/>
              <a:ext cx="1667101" cy="18674"/>
            </a:xfrm>
            <a:custGeom>
              <a:avLst/>
              <a:gdLst/>
              <a:ahLst/>
              <a:cxnLst/>
              <a:rect l="0" t="0" r="0" b="0"/>
              <a:pathLst>
                <a:path w="1667101" h="18674">
                  <a:moveTo>
                    <a:pt x="0" y="18674"/>
                  </a:moveTo>
                  <a:lnTo>
                    <a:pt x="16671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l254"/>
            <p:cNvSpPr/>
            <p:nvPr/>
          </p:nvSpPr>
          <p:spPr>
            <a:xfrm>
              <a:off x="3676817" y="4691155"/>
              <a:ext cx="1813311" cy="53493"/>
            </a:xfrm>
            <a:custGeom>
              <a:avLst/>
              <a:gdLst/>
              <a:ahLst/>
              <a:cxnLst/>
              <a:rect l="0" t="0" r="0" b="0"/>
              <a:pathLst>
                <a:path w="1813311" h="53493">
                  <a:moveTo>
                    <a:pt x="0" y="53493"/>
                  </a:moveTo>
                  <a:lnTo>
                    <a:pt x="18133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l255"/>
            <p:cNvSpPr/>
            <p:nvPr/>
          </p:nvSpPr>
          <p:spPr>
            <a:xfrm>
              <a:off x="3676817" y="4445631"/>
              <a:ext cx="2033012" cy="184132"/>
            </a:xfrm>
            <a:custGeom>
              <a:avLst/>
              <a:gdLst/>
              <a:ahLst/>
              <a:cxnLst/>
              <a:rect l="0" t="0" r="0" b="0"/>
              <a:pathLst>
                <a:path w="2033012" h="184132">
                  <a:moveTo>
                    <a:pt x="0" y="184132"/>
                  </a:moveTo>
                  <a:lnTo>
                    <a:pt x="20330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l256"/>
            <p:cNvSpPr/>
            <p:nvPr/>
          </p:nvSpPr>
          <p:spPr>
            <a:xfrm>
              <a:off x="3676817" y="4597810"/>
              <a:ext cx="1441211" cy="17847"/>
            </a:xfrm>
            <a:custGeom>
              <a:avLst/>
              <a:gdLst/>
              <a:ahLst/>
              <a:cxnLst/>
              <a:rect l="0" t="0" r="0" b="0"/>
              <a:pathLst>
                <a:path w="1441211" h="17847">
                  <a:moveTo>
                    <a:pt x="0" y="0"/>
                  </a:moveTo>
                  <a:lnTo>
                    <a:pt x="1441211" y="1784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l257"/>
            <p:cNvSpPr/>
            <p:nvPr/>
          </p:nvSpPr>
          <p:spPr>
            <a:xfrm>
              <a:off x="3676817" y="4687206"/>
              <a:ext cx="756577" cy="8996"/>
            </a:xfrm>
            <a:custGeom>
              <a:avLst/>
              <a:gdLst/>
              <a:ahLst/>
              <a:cxnLst/>
              <a:rect l="0" t="0" r="0" b="0"/>
              <a:pathLst>
                <a:path w="756577" h="8996">
                  <a:moveTo>
                    <a:pt x="0" y="0"/>
                  </a:moveTo>
                  <a:lnTo>
                    <a:pt x="756577" y="89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l258"/>
            <p:cNvSpPr/>
            <p:nvPr/>
          </p:nvSpPr>
          <p:spPr>
            <a:xfrm>
              <a:off x="3676817" y="4709106"/>
              <a:ext cx="967769" cy="27285"/>
            </a:xfrm>
            <a:custGeom>
              <a:avLst/>
              <a:gdLst/>
              <a:ahLst/>
              <a:cxnLst/>
              <a:rect l="0" t="0" r="0" b="0"/>
              <a:pathLst>
                <a:path w="967769" h="27285">
                  <a:moveTo>
                    <a:pt x="0" y="27285"/>
                  </a:moveTo>
                  <a:lnTo>
                    <a:pt x="9677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l259"/>
            <p:cNvSpPr/>
            <p:nvPr/>
          </p:nvSpPr>
          <p:spPr>
            <a:xfrm>
              <a:off x="3676817" y="3923659"/>
              <a:ext cx="650595" cy="192707"/>
            </a:xfrm>
            <a:custGeom>
              <a:avLst/>
              <a:gdLst/>
              <a:ahLst/>
              <a:cxnLst/>
              <a:rect l="0" t="0" r="0" b="0"/>
              <a:pathLst>
                <a:path w="650595" h="192707">
                  <a:moveTo>
                    <a:pt x="0" y="192707"/>
                  </a:moveTo>
                  <a:lnTo>
                    <a:pt x="65059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l260"/>
            <p:cNvSpPr/>
            <p:nvPr/>
          </p:nvSpPr>
          <p:spPr>
            <a:xfrm>
              <a:off x="3676817" y="1905530"/>
              <a:ext cx="3616565" cy="1892569"/>
            </a:xfrm>
            <a:custGeom>
              <a:avLst/>
              <a:gdLst/>
              <a:ahLst/>
              <a:cxnLst/>
              <a:rect l="0" t="0" r="0" b="0"/>
              <a:pathLst>
                <a:path w="3616565" h="1892569">
                  <a:moveTo>
                    <a:pt x="0" y="0"/>
                  </a:moveTo>
                  <a:lnTo>
                    <a:pt x="3616565" y="18925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l261"/>
            <p:cNvSpPr/>
            <p:nvPr/>
          </p:nvSpPr>
          <p:spPr>
            <a:xfrm>
              <a:off x="3676817" y="3904187"/>
              <a:ext cx="1846575" cy="63187"/>
            </a:xfrm>
            <a:custGeom>
              <a:avLst/>
              <a:gdLst/>
              <a:ahLst/>
              <a:cxnLst/>
              <a:rect l="0" t="0" r="0" b="0"/>
              <a:pathLst>
                <a:path w="1846575" h="63187">
                  <a:moveTo>
                    <a:pt x="0" y="0"/>
                  </a:moveTo>
                  <a:lnTo>
                    <a:pt x="1846575" y="6318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l262"/>
            <p:cNvSpPr/>
            <p:nvPr/>
          </p:nvSpPr>
          <p:spPr>
            <a:xfrm>
              <a:off x="3676817" y="4687924"/>
              <a:ext cx="1753744" cy="37696"/>
            </a:xfrm>
            <a:custGeom>
              <a:avLst/>
              <a:gdLst/>
              <a:ahLst/>
              <a:cxnLst/>
              <a:rect l="0" t="0" r="0" b="0"/>
              <a:pathLst>
                <a:path w="1753744" h="37696">
                  <a:moveTo>
                    <a:pt x="0" y="37696"/>
                  </a:moveTo>
                  <a:lnTo>
                    <a:pt x="175374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l263"/>
            <p:cNvSpPr/>
            <p:nvPr/>
          </p:nvSpPr>
          <p:spPr>
            <a:xfrm>
              <a:off x="3676817" y="4746803"/>
              <a:ext cx="577876" cy="20464"/>
            </a:xfrm>
            <a:custGeom>
              <a:avLst/>
              <a:gdLst/>
              <a:ahLst/>
              <a:cxnLst/>
              <a:rect l="0" t="0" r="0" b="0"/>
              <a:pathLst>
                <a:path w="577876" h="20464">
                  <a:moveTo>
                    <a:pt x="0" y="0"/>
                  </a:moveTo>
                  <a:lnTo>
                    <a:pt x="577876" y="2046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pl264"/>
            <p:cNvSpPr/>
            <p:nvPr/>
          </p:nvSpPr>
          <p:spPr>
            <a:xfrm>
              <a:off x="3676817" y="4547548"/>
              <a:ext cx="1368492" cy="94421"/>
            </a:xfrm>
            <a:custGeom>
              <a:avLst/>
              <a:gdLst/>
              <a:ahLst/>
              <a:cxnLst/>
              <a:rect l="0" t="0" r="0" b="0"/>
              <a:pathLst>
                <a:path w="1368492" h="94421">
                  <a:moveTo>
                    <a:pt x="0" y="94421"/>
                  </a:moveTo>
                  <a:lnTo>
                    <a:pt x="136849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pl265"/>
            <p:cNvSpPr/>
            <p:nvPr/>
          </p:nvSpPr>
          <p:spPr>
            <a:xfrm>
              <a:off x="3676817" y="4733214"/>
              <a:ext cx="1195207" cy="3536"/>
            </a:xfrm>
            <a:custGeom>
              <a:avLst/>
              <a:gdLst/>
              <a:ahLst/>
              <a:cxnLst/>
              <a:rect l="0" t="0" r="0" b="0"/>
              <a:pathLst>
                <a:path w="1195207" h="3536">
                  <a:moveTo>
                    <a:pt x="0" y="3536"/>
                  </a:moveTo>
                  <a:lnTo>
                    <a:pt x="11952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pl266"/>
            <p:cNvSpPr/>
            <p:nvPr/>
          </p:nvSpPr>
          <p:spPr>
            <a:xfrm>
              <a:off x="3676817" y="4622529"/>
              <a:ext cx="884994" cy="53547"/>
            </a:xfrm>
            <a:custGeom>
              <a:avLst/>
              <a:gdLst/>
              <a:ahLst/>
              <a:cxnLst/>
              <a:rect l="0" t="0" r="0" b="0"/>
              <a:pathLst>
                <a:path w="884994" h="53547">
                  <a:moveTo>
                    <a:pt x="0" y="7233"/>
                  </a:moveTo>
                  <a:lnTo>
                    <a:pt x="884994" y="0"/>
                  </a:lnTo>
                  <a:lnTo>
                    <a:pt x="884994" y="5354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pl267"/>
            <p:cNvSpPr/>
            <p:nvPr/>
          </p:nvSpPr>
          <p:spPr>
            <a:xfrm>
              <a:off x="3676817" y="4681589"/>
              <a:ext cx="849409" cy="24286"/>
            </a:xfrm>
            <a:custGeom>
              <a:avLst/>
              <a:gdLst/>
              <a:ahLst/>
              <a:cxnLst/>
              <a:rect l="0" t="0" r="0" b="0"/>
              <a:pathLst>
                <a:path w="849409" h="24286">
                  <a:moveTo>
                    <a:pt x="0" y="24286"/>
                  </a:moveTo>
                  <a:lnTo>
                    <a:pt x="849409" y="0"/>
                  </a:lnTo>
                  <a:lnTo>
                    <a:pt x="849409" y="951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pl268"/>
            <p:cNvSpPr/>
            <p:nvPr/>
          </p:nvSpPr>
          <p:spPr>
            <a:xfrm>
              <a:off x="3676817" y="4436611"/>
              <a:ext cx="717124" cy="139299"/>
            </a:xfrm>
            <a:custGeom>
              <a:avLst/>
              <a:gdLst/>
              <a:ahLst/>
              <a:cxnLst/>
              <a:rect l="0" t="0" r="0" b="0"/>
              <a:pathLst>
                <a:path w="717124" h="139299">
                  <a:moveTo>
                    <a:pt x="0" y="139299"/>
                  </a:moveTo>
                  <a:lnTo>
                    <a:pt x="717124" y="8648"/>
                  </a:lnTo>
                  <a:lnTo>
                    <a:pt x="7171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pl269"/>
            <p:cNvSpPr/>
            <p:nvPr/>
          </p:nvSpPr>
          <p:spPr>
            <a:xfrm>
              <a:off x="3676817" y="4621506"/>
              <a:ext cx="618103" cy="28584"/>
            </a:xfrm>
            <a:custGeom>
              <a:avLst/>
              <a:gdLst/>
              <a:ahLst/>
              <a:cxnLst/>
              <a:rect l="0" t="0" r="0" b="0"/>
              <a:pathLst>
                <a:path w="618103" h="28584">
                  <a:moveTo>
                    <a:pt x="0" y="0"/>
                  </a:moveTo>
                  <a:lnTo>
                    <a:pt x="618103" y="2858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pl270"/>
            <p:cNvSpPr/>
            <p:nvPr/>
          </p:nvSpPr>
          <p:spPr>
            <a:xfrm>
              <a:off x="3676817" y="4663182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pl271"/>
            <p:cNvSpPr/>
            <p:nvPr/>
          </p:nvSpPr>
          <p:spPr>
            <a:xfrm>
              <a:off x="3676817" y="4197503"/>
              <a:ext cx="1761480" cy="302654"/>
            </a:xfrm>
            <a:custGeom>
              <a:avLst/>
              <a:gdLst/>
              <a:ahLst/>
              <a:cxnLst/>
              <a:rect l="0" t="0" r="0" b="0"/>
              <a:pathLst>
                <a:path w="1761480" h="302654">
                  <a:moveTo>
                    <a:pt x="0" y="302654"/>
                  </a:moveTo>
                  <a:lnTo>
                    <a:pt x="17614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pl272"/>
            <p:cNvSpPr/>
            <p:nvPr/>
          </p:nvSpPr>
          <p:spPr>
            <a:xfrm>
              <a:off x="3676817" y="4564080"/>
              <a:ext cx="2237242" cy="107329"/>
            </a:xfrm>
            <a:custGeom>
              <a:avLst/>
              <a:gdLst/>
              <a:ahLst/>
              <a:cxnLst/>
              <a:rect l="0" t="0" r="0" b="0"/>
              <a:pathLst>
                <a:path w="2237242" h="107329">
                  <a:moveTo>
                    <a:pt x="0" y="107329"/>
                  </a:moveTo>
                  <a:lnTo>
                    <a:pt x="22372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pl273"/>
            <p:cNvSpPr/>
            <p:nvPr/>
          </p:nvSpPr>
          <p:spPr>
            <a:xfrm>
              <a:off x="3676817" y="4755779"/>
              <a:ext cx="996392" cy="38953"/>
            </a:xfrm>
            <a:custGeom>
              <a:avLst/>
              <a:gdLst/>
              <a:ahLst/>
              <a:cxnLst/>
              <a:rect l="0" t="0" r="0" b="0"/>
              <a:pathLst>
                <a:path w="996392" h="38953">
                  <a:moveTo>
                    <a:pt x="0" y="0"/>
                  </a:moveTo>
                  <a:lnTo>
                    <a:pt x="996392" y="389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pl274"/>
            <p:cNvSpPr/>
            <p:nvPr/>
          </p:nvSpPr>
          <p:spPr>
            <a:xfrm>
              <a:off x="3676817" y="4525094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pl275"/>
            <p:cNvSpPr/>
            <p:nvPr/>
          </p:nvSpPr>
          <p:spPr>
            <a:xfrm>
              <a:off x="3676817" y="4690437"/>
              <a:ext cx="1699592" cy="17950"/>
            </a:xfrm>
            <a:custGeom>
              <a:avLst/>
              <a:gdLst/>
              <a:ahLst/>
              <a:cxnLst/>
              <a:rect l="0" t="0" r="0" b="0"/>
              <a:pathLst>
                <a:path w="1699592" h="17950">
                  <a:moveTo>
                    <a:pt x="0" y="17950"/>
                  </a:moveTo>
                  <a:lnTo>
                    <a:pt x="169959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pl276"/>
            <p:cNvSpPr/>
            <p:nvPr/>
          </p:nvSpPr>
          <p:spPr>
            <a:xfrm>
              <a:off x="3676817" y="4676076"/>
              <a:ext cx="1759932" cy="76829"/>
            </a:xfrm>
            <a:custGeom>
              <a:avLst/>
              <a:gdLst/>
              <a:ahLst/>
              <a:cxnLst/>
              <a:rect l="0" t="0" r="0" b="0"/>
              <a:pathLst>
                <a:path w="1759932" h="76829">
                  <a:moveTo>
                    <a:pt x="0" y="76829"/>
                  </a:moveTo>
                  <a:lnTo>
                    <a:pt x="17599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pl277"/>
            <p:cNvSpPr/>
            <p:nvPr/>
          </p:nvSpPr>
          <p:spPr>
            <a:xfrm>
              <a:off x="3676817" y="4728134"/>
              <a:ext cx="1657044" cy="0"/>
            </a:xfrm>
            <a:custGeom>
              <a:avLst/>
              <a:gdLst/>
              <a:ahLst/>
              <a:cxnLst/>
              <a:rect l="0" t="0" r="0" b="0"/>
              <a:pathLst>
                <a:path w="1657044">
                  <a:moveTo>
                    <a:pt x="0" y="0"/>
                  </a:moveTo>
                  <a:lnTo>
                    <a:pt x="165704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pl278"/>
            <p:cNvSpPr/>
            <p:nvPr/>
          </p:nvSpPr>
          <p:spPr>
            <a:xfrm>
              <a:off x="3676817" y="4698398"/>
              <a:ext cx="1534042" cy="3528"/>
            </a:xfrm>
            <a:custGeom>
              <a:avLst/>
              <a:gdLst/>
              <a:ahLst/>
              <a:cxnLst/>
              <a:rect l="0" t="0" r="0" b="0"/>
              <a:pathLst>
                <a:path w="1534042" h="3528">
                  <a:moveTo>
                    <a:pt x="0" y="3528"/>
                  </a:moveTo>
                  <a:lnTo>
                    <a:pt x="15340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pl279"/>
            <p:cNvSpPr/>
            <p:nvPr/>
          </p:nvSpPr>
          <p:spPr>
            <a:xfrm>
              <a:off x="3676817" y="4643047"/>
              <a:ext cx="1349153" cy="66777"/>
            </a:xfrm>
            <a:custGeom>
              <a:avLst/>
              <a:gdLst/>
              <a:ahLst/>
              <a:cxnLst/>
              <a:rect l="0" t="0" r="0" b="0"/>
              <a:pathLst>
                <a:path w="1349153" h="66777">
                  <a:moveTo>
                    <a:pt x="0" y="66777"/>
                  </a:moveTo>
                  <a:lnTo>
                    <a:pt x="13491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pl280"/>
            <p:cNvSpPr/>
            <p:nvPr/>
          </p:nvSpPr>
          <p:spPr>
            <a:xfrm>
              <a:off x="3676817" y="4708388"/>
              <a:ext cx="943014" cy="24054"/>
            </a:xfrm>
            <a:custGeom>
              <a:avLst/>
              <a:gdLst/>
              <a:ahLst/>
              <a:cxnLst/>
              <a:rect l="0" t="0" r="0" b="0"/>
              <a:pathLst>
                <a:path w="943014" h="24054">
                  <a:moveTo>
                    <a:pt x="0" y="0"/>
                  </a:moveTo>
                  <a:lnTo>
                    <a:pt x="943014" y="240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pl281"/>
            <p:cNvSpPr/>
            <p:nvPr/>
          </p:nvSpPr>
          <p:spPr>
            <a:xfrm>
              <a:off x="3676817" y="4773011"/>
              <a:ext cx="725633" cy="10052"/>
            </a:xfrm>
            <a:custGeom>
              <a:avLst/>
              <a:gdLst/>
              <a:ahLst/>
              <a:cxnLst/>
              <a:rect l="0" t="0" r="0" b="0"/>
              <a:pathLst>
                <a:path w="725633" h="10052">
                  <a:moveTo>
                    <a:pt x="0" y="0"/>
                  </a:moveTo>
                  <a:lnTo>
                    <a:pt x="725633" y="1005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pl282"/>
            <p:cNvSpPr/>
            <p:nvPr/>
          </p:nvSpPr>
          <p:spPr>
            <a:xfrm>
              <a:off x="3676817" y="4376296"/>
              <a:ext cx="3129199" cy="187766"/>
            </a:xfrm>
            <a:custGeom>
              <a:avLst/>
              <a:gdLst/>
              <a:ahLst/>
              <a:cxnLst/>
              <a:rect l="0" t="0" r="0" b="0"/>
              <a:pathLst>
                <a:path w="3129199" h="187766">
                  <a:moveTo>
                    <a:pt x="0" y="187766"/>
                  </a:moveTo>
                  <a:lnTo>
                    <a:pt x="312919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pl283"/>
            <p:cNvSpPr/>
            <p:nvPr/>
          </p:nvSpPr>
          <p:spPr>
            <a:xfrm>
              <a:off x="3676817" y="4184628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pl284"/>
            <p:cNvSpPr/>
            <p:nvPr/>
          </p:nvSpPr>
          <p:spPr>
            <a:xfrm>
              <a:off x="3676817" y="4778145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pl285"/>
            <p:cNvSpPr/>
            <p:nvPr/>
          </p:nvSpPr>
          <p:spPr>
            <a:xfrm>
              <a:off x="3676817" y="3856623"/>
              <a:ext cx="0" cy="228620"/>
            </a:xfrm>
            <a:custGeom>
              <a:avLst/>
              <a:gdLst/>
              <a:ahLst/>
              <a:cxnLst/>
              <a:rect l="0" t="0" r="0" b="0"/>
              <a:pathLst>
                <a:path h="228620">
                  <a:moveTo>
                    <a:pt x="0" y="22862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pl286"/>
            <p:cNvSpPr/>
            <p:nvPr/>
          </p:nvSpPr>
          <p:spPr>
            <a:xfrm>
              <a:off x="3676817" y="4624273"/>
              <a:ext cx="1673290" cy="34570"/>
            </a:xfrm>
            <a:custGeom>
              <a:avLst/>
              <a:gdLst/>
              <a:ahLst/>
              <a:cxnLst/>
              <a:rect l="0" t="0" r="0" b="0"/>
              <a:pathLst>
                <a:path w="1673290" h="34570">
                  <a:moveTo>
                    <a:pt x="0" y="34570"/>
                  </a:moveTo>
                  <a:lnTo>
                    <a:pt x="16732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pl287"/>
            <p:cNvSpPr/>
            <p:nvPr/>
          </p:nvSpPr>
          <p:spPr>
            <a:xfrm>
              <a:off x="3676817" y="3984248"/>
              <a:ext cx="568593" cy="244132"/>
            </a:xfrm>
            <a:custGeom>
              <a:avLst/>
              <a:gdLst/>
              <a:ahLst/>
              <a:cxnLst/>
              <a:rect l="0" t="0" r="0" b="0"/>
              <a:pathLst>
                <a:path w="568593" h="244132">
                  <a:moveTo>
                    <a:pt x="0" y="244132"/>
                  </a:moveTo>
                  <a:lnTo>
                    <a:pt x="5685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pl288"/>
            <p:cNvSpPr/>
            <p:nvPr/>
          </p:nvSpPr>
          <p:spPr>
            <a:xfrm>
              <a:off x="3676817" y="4447013"/>
              <a:ext cx="542291" cy="52426"/>
            </a:xfrm>
            <a:custGeom>
              <a:avLst/>
              <a:gdLst/>
              <a:ahLst/>
              <a:cxnLst/>
              <a:rect l="0" t="0" r="0" b="0"/>
              <a:pathLst>
                <a:path w="542291" h="52426">
                  <a:moveTo>
                    <a:pt x="0" y="52426"/>
                  </a:moveTo>
                  <a:lnTo>
                    <a:pt x="54229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pl289"/>
            <p:cNvSpPr/>
            <p:nvPr/>
          </p:nvSpPr>
          <p:spPr>
            <a:xfrm>
              <a:off x="3676817" y="4453219"/>
              <a:ext cx="1130225" cy="116228"/>
            </a:xfrm>
            <a:custGeom>
              <a:avLst/>
              <a:gdLst/>
              <a:ahLst/>
              <a:cxnLst/>
              <a:rect l="0" t="0" r="0" b="0"/>
              <a:pathLst>
                <a:path w="1130225" h="116228">
                  <a:moveTo>
                    <a:pt x="0" y="116228"/>
                  </a:moveTo>
                  <a:lnTo>
                    <a:pt x="11302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pl290"/>
            <p:cNvSpPr/>
            <p:nvPr/>
          </p:nvSpPr>
          <p:spPr>
            <a:xfrm>
              <a:off x="3676817" y="2697884"/>
              <a:ext cx="529140" cy="903649"/>
            </a:xfrm>
            <a:custGeom>
              <a:avLst/>
              <a:gdLst/>
              <a:ahLst/>
              <a:cxnLst/>
              <a:rect l="0" t="0" r="0" b="0"/>
              <a:pathLst>
                <a:path w="529140" h="903649">
                  <a:moveTo>
                    <a:pt x="0" y="0"/>
                  </a:moveTo>
                  <a:lnTo>
                    <a:pt x="529140" y="90364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pl291"/>
            <p:cNvSpPr/>
            <p:nvPr/>
          </p:nvSpPr>
          <p:spPr>
            <a:xfrm>
              <a:off x="3676817" y="4673220"/>
              <a:ext cx="552348" cy="47015"/>
            </a:xfrm>
            <a:custGeom>
              <a:avLst/>
              <a:gdLst/>
              <a:ahLst/>
              <a:cxnLst/>
              <a:rect l="0" t="0" r="0" b="0"/>
              <a:pathLst>
                <a:path w="552348" h="47015">
                  <a:moveTo>
                    <a:pt x="0" y="47015"/>
                  </a:moveTo>
                  <a:lnTo>
                    <a:pt x="5523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pl292"/>
            <p:cNvSpPr/>
            <p:nvPr/>
          </p:nvSpPr>
          <p:spPr>
            <a:xfrm>
              <a:off x="3676817" y="4674516"/>
              <a:ext cx="584839" cy="66542"/>
            </a:xfrm>
            <a:custGeom>
              <a:avLst/>
              <a:gdLst/>
              <a:ahLst/>
              <a:cxnLst/>
              <a:rect l="0" t="0" r="0" b="0"/>
              <a:pathLst>
                <a:path w="584839" h="66542">
                  <a:moveTo>
                    <a:pt x="0" y="66542"/>
                  </a:moveTo>
                  <a:lnTo>
                    <a:pt x="5848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pl293"/>
            <p:cNvSpPr/>
            <p:nvPr/>
          </p:nvSpPr>
          <p:spPr>
            <a:xfrm>
              <a:off x="3676817" y="4618945"/>
              <a:ext cx="556216" cy="75441"/>
            </a:xfrm>
            <a:custGeom>
              <a:avLst/>
              <a:gdLst/>
              <a:ahLst/>
              <a:cxnLst/>
              <a:rect l="0" t="0" r="0" b="0"/>
              <a:pathLst>
                <a:path w="556216" h="75441">
                  <a:moveTo>
                    <a:pt x="0" y="75441"/>
                  </a:moveTo>
                  <a:lnTo>
                    <a:pt x="5562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pl294"/>
            <p:cNvSpPr/>
            <p:nvPr/>
          </p:nvSpPr>
          <p:spPr>
            <a:xfrm>
              <a:off x="3676817" y="3987789"/>
              <a:ext cx="1055186" cy="175609"/>
            </a:xfrm>
            <a:custGeom>
              <a:avLst/>
              <a:gdLst/>
              <a:ahLst/>
              <a:cxnLst/>
              <a:rect l="0" t="0" r="0" b="0"/>
              <a:pathLst>
                <a:path w="1055186" h="175609">
                  <a:moveTo>
                    <a:pt x="0" y="175609"/>
                  </a:moveTo>
                  <a:lnTo>
                    <a:pt x="105518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pl295"/>
            <p:cNvSpPr/>
            <p:nvPr/>
          </p:nvSpPr>
          <p:spPr>
            <a:xfrm>
              <a:off x="3676817" y="3764887"/>
              <a:ext cx="1144923" cy="216488"/>
            </a:xfrm>
            <a:custGeom>
              <a:avLst/>
              <a:gdLst/>
              <a:ahLst/>
              <a:cxnLst/>
              <a:rect l="0" t="0" r="0" b="0"/>
              <a:pathLst>
                <a:path w="1144923" h="216488">
                  <a:moveTo>
                    <a:pt x="0" y="216488"/>
                  </a:moveTo>
                  <a:lnTo>
                    <a:pt x="114492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pl296"/>
            <p:cNvSpPr/>
            <p:nvPr/>
          </p:nvSpPr>
          <p:spPr>
            <a:xfrm>
              <a:off x="3676817" y="4496885"/>
              <a:ext cx="2138221" cy="193910"/>
            </a:xfrm>
            <a:custGeom>
              <a:avLst/>
              <a:gdLst/>
              <a:ahLst/>
              <a:cxnLst/>
              <a:rect l="0" t="0" r="0" b="0"/>
              <a:pathLst>
                <a:path w="2138221" h="193910">
                  <a:moveTo>
                    <a:pt x="0" y="193910"/>
                  </a:moveTo>
                  <a:lnTo>
                    <a:pt x="21382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pl297"/>
            <p:cNvSpPr/>
            <p:nvPr/>
          </p:nvSpPr>
          <p:spPr>
            <a:xfrm>
              <a:off x="3676817" y="4647148"/>
              <a:ext cx="1777725" cy="41853"/>
            </a:xfrm>
            <a:custGeom>
              <a:avLst/>
              <a:gdLst/>
              <a:ahLst/>
              <a:cxnLst/>
              <a:rect l="0" t="0" r="0" b="0"/>
              <a:pathLst>
                <a:path w="1777725" h="41853">
                  <a:moveTo>
                    <a:pt x="0" y="41853"/>
                  </a:moveTo>
                  <a:lnTo>
                    <a:pt x="17777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pl298"/>
            <p:cNvSpPr/>
            <p:nvPr/>
          </p:nvSpPr>
          <p:spPr>
            <a:xfrm>
              <a:off x="3676817" y="4721883"/>
              <a:ext cx="881900" cy="19535"/>
            </a:xfrm>
            <a:custGeom>
              <a:avLst/>
              <a:gdLst/>
              <a:ahLst/>
              <a:cxnLst/>
              <a:rect l="0" t="0" r="0" b="0"/>
              <a:pathLst>
                <a:path w="881900" h="19535">
                  <a:moveTo>
                    <a:pt x="0" y="19535"/>
                  </a:moveTo>
                  <a:lnTo>
                    <a:pt x="8819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pl299"/>
            <p:cNvSpPr/>
            <p:nvPr/>
          </p:nvSpPr>
          <p:spPr>
            <a:xfrm>
              <a:off x="3676817" y="4681103"/>
              <a:ext cx="849409" cy="28721"/>
            </a:xfrm>
            <a:custGeom>
              <a:avLst/>
              <a:gdLst/>
              <a:ahLst/>
              <a:cxnLst/>
              <a:rect l="0" t="0" r="0" b="0"/>
              <a:pathLst>
                <a:path w="849409" h="28721">
                  <a:moveTo>
                    <a:pt x="0" y="28721"/>
                  </a:moveTo>
                  <a:lnTo>
                    <a:pt x="84940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pl300"/>
            <p:cNvSpPr/>
            <p:nvPr/>
          </p:nvSpPr>
          <p:spPr>
            <a:xfrm>
              <a:off x="3676817" y="4666742"/>
              <a:ext cx="1688762" cy="14719"/>
            </a:xfrm>
            <a:custGeom>
              <a:avLst/>
              <a:gdLst/>
              <a:ahLst/>
              <a:cxnLst/>
              <a:rect l="0" t="0" r="0" b="0"/>
              <a:pathLst>
                <a:path w="1688762" h="14719">
                  <a:moveTo>
                    <a:pt x="0" y="0"/>
                  </a:moveTo>
                  <a:lnTo>
                    <a:pt x="1688762" y="147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pl301"/>
            <p:cNvSpPr/>
            <p:nvPr/>
          </p:nvSpPr>
          <p:spPr>
            <a:xfrm>
              <a:off x="3676817" y="3946192"/>
              <a:ext cx="1516249" cy="108423"/>
            </a:xfrm>
            <a:custGeom>
              <a:avLst/>
              <a:gdLst/>
              <a:ahLst/>
              <a:cxnLst/>
              <a:rect l="0" t="0" r="0" b="0"/>
              <a:pathLst>
                <a:path w="1516249" h="108423">
                  <a:moveTo>
                    <a:pt x="0" y="108423"/>
                  </a:moveTo>
                  <a:lnTo>
                    <a:pt x="15162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pl302"/>
            <p:cNvSpPr/>
            <p:nvPr/>
          </p:nvSpPr>
          <p:spPr>
            <a:xfrm>
              <a:off x="3676817" y="4546830"/>
              <a:ext cx="1393248" cy="46672"/>
            </a:xfrm>
            <a:custGeom>
              <a:avLst/>
              <a:gdLst/>
              <a:ahLst/>
              <a:cxnLst/>
              <a:rect l="0" t="0" r="0" b="0"/>
              <a:pathLst>
                <a:path w="1393248" h="46672">
                  <a:moveTo>
                    <a:pt x="0" y="46672"/>
                  </a:moveTo>
                  <a:lnTo>
                    <a:pt x="13932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pl303"/>
            <p:cNvSpPr/>
            <p:nvPr/>
          </p:nvSpPr>
          <p:spPr>
            <a:xfrm>
              <a:off x="3676817" y="4720312"/>
              <a:ext cx="1834971" cy="29362"/>
            </a:xfrm>
            <a:custGeom>
              <a:avLst/>
              <a:gdLst/>
              <a:ahLst/>
              <a:cxnLst/>
              <a:rect l="0" t="0" r="0" b="0"/>
              <a:pathLst>
                <a:path w="1834971" h="29362">
                  <a:moveTo>
                    <a:pt x="0" y="29362"/>
                  </a:moveTo>
                  <a:lnTo>
                    <a:pt x="183497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pl304"/>
            <p:cNvSpPr/>
            <p:nvPr/>
          </p:nvSpPr>
          <p:spPr>
            <a:xfrm>
              <a:off x="3676817" y="3582147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pl305"/>
            <p:cNvSpPr/>
            <p:nvPr/>
          </p:nvSpPr>
          <p:spPr>
            <a:xfrm>
              <a:off x="3676817" y="4023246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pl306"/>
            <p:cNvSpPr/>
            <p:nvPr/>
          </p:nvSpPr>
          <p:spPr>
            <a:xfrm>
              <a:off x="3676817" y="4592263"/>
              <a:ext cx="0" cy="96020"/>
            </a:xfrm>
            <a:custGeom>
              <a:avLst/>
              <a:gdLst/>
              <a:ahLst/>
              <a:cxnLst/>
              <a:rect l="0" t="0" r="0" b="0"/>
              <a:pathLst>
                <a:path h="96020">
                  <a:moveTo>
                    <a:pt x="0" y="9602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pl307"/>
            <p:cNvSpPr/>
            <p:nvPr/>
          </p:nvSpPr>
          <p:spPr>
            <a:xfrm>
              <a:off x="3676817" y="4702285"/>
              <a:ext cx="1886802" cy="64982"/>
            </a:xfrm>
            <a:custGeom>
              <a:avLst/>
              <a:gdLst/>
              <a:ahLst/>
              <a:cxnLst/>
              <a:rect l="0" t="0" r="0" b="0"/>
              <a:pathLst>
                <a:path w="1886802" h="64982">
                  <a:moveTo>
                    <a:pt x="0" y="0"/>
                  </a:moveTo>
                  <a:lnTo>
                    <a:pt x="1886802" y="649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pl308"/>
            <p:cNvSpPr/>
            <p:nvPr/>
          </p:nvSpPr>
          <p:spPr>
            <a:xfrm>
              <a:off x="3676817" y="4732801"/>
              <a:ext cx="1881387" cy="13642"/>
            </a:xfrm>
            <a:custGeom>
              <a:avLst/>
              <a:gdLst/>
              <a:ahLst/>
              <a:cxnLst/>
              <a:rect l="0" t="0" r="0" b="0"/>
              <a:pathLst>
                <a:path w="1881387" h="13642">
                  <a:moveTo>
                    <a:pt x="0" y="13642"/>
                  </a:moveTo>
                  <a:lnTo>
                    <a:pt x="18813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pl309"/>
            <p:cNvSpPr/>
            <p:nvPr/>
          </p:nvSpPr>
          <p:spPr>
            <a:xfrm>
              <a:off x="3676817" y="4664518"/>
              <a:ext cx="1688762" cy="60384"/>
            </a:xfrm>
            <a:custGeom>
              <a:avLst/>
              <a:gdLst/>
              <a:ahLst/>
              <a:cxnLst/>
              <a:rect l="0" t="0" r="0" b="0"/>
              <a:pathLst>
                <a:path w="1688762" h="60384">
                  <a:moveTo>
                    <a:pt x="0" y="60384"/>
                  </a:moveTo>
                  <a:lnTo>
                    <a:pt x="16887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pl310"/>
            <p:cNvSpPr/>
            <p:nvPr/>
          </p:nvSpPr>
          <p:spPr>
            <a:xfrm>
              <a:off x="3676817" y="4705554"/>
              <a:ext cx="1641572" cy="33710"/>
            </a:xfrm>
            <a:custGeom>
              <a:avLst/>
              <a:gdLst/>
              <a:ahLst/>
              <a:cxnLst/>
              <a:rect l="0" t="0" r="0" b="0"/>
              <a:pathLst>
                <a:path w="1641572" h="33710">
                  <a:moveTo>
                    <a:pt x="0" y="33710"/>
                  </a:moveTo>
                  <a:lnTo>
                    <a:pt x="164157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pl311"/>
            <p:cNvSpPr/>
            <p:nvPr/>
          </p:nvSpPr>
          <p:spPr>
            <a:xfrm>
              <a:off x="3676817" y="4510210"/>
              <a:ext cx="1950237" cy="57442"/>
            </a:xfrm>
            <a:custGeom>
              <a:avLst/>
              <a:gdLst/>
              <a:ahLst/>
              <a:cxnLst/>
              <a:rect l="0" t="0" r="0" b="0"/>
              <a:pathLst>
                <a:path w="1950237" h="57442">
                  <a:moveTo>
                    <a:pt x="0" y="57442"/>
                  </a:moveTo>
                  <a:lnTo>
                    <a:pt x="19502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pl312"/>
            <p:cNvSpPr/>
            <p:nvPr/>
          </p:nvSpPr>
          <p:spPr>
            <a:xfrm>
              <a:off x="3676817" y="4678693"/>
              <a:ext cx="1688762" cy="21437"/>
            </a:xfrm>
            <a:custGeom>
              <a:avLst/>
              <a:gdLst/>
              <a:ahLst/>
              <a:cxnLst/>
              <a:rect l="0" t="0" r="0" b="0"/>
              <a:pathLst>
                <a:path w="1688762" h="21437">
                  <a:moveTo>
                    <a:pt x="0" y="21437"/>
                  </a:moveTo>
                  <a:lnTo>
                    <a:pt x="16887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pl313"/>
            <p:cNvSpPr/>
            <p:nvPr/>
          </p:nvSpPr>
          <p:spPr>
            <a:xfrm>
              <a:off x="3676817" y="4710542"/>
              <a:ext cx="1647761" cy="1172"/>
            </a:xfrm>
            <a:custGeom>
              <a:avLst/>
              <a:gdLst/>
              <a:ahLst/>
              <a:cxnLst/>
              <a:rect l="0" t="0" r="0" b="0"/>
              <a:pathLst>
                <a:path w="1647761" h="1172">
                  <a:moveTo>
                    <a:pt x="0" y="0"/>
                  </a:moveTo>
                  <a:lnTo>
                    <a:pt x="1647761" y="117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pl314"/>
            <p:cNvSpPr/>
            <p:nvPr/>
          </p:nvSpPr>
          <p:spPr>
            <a:xfrm>
              <a:off x="3676817" y="4564063"/>
              <a:ext cx="1646987" cy="16376"/>
            </a:xfrm>
            <a:custGeom>
              <a:avLst/>
              <a:gdLst/>
              <a:ahLst/>
              <a:cxnLst/>
              <a:rect l="0" t="0" r="0" b="0"/>
              <a:pathLst>
                <a:path w="1646987" h="16376">
                  <a:moveTo>
                    <a:pt x="0" y="0"/>
                  </a:moveTo>
                  <a:lnTo>
                    <a:pt x="1646987" y="1637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pl315"/>
            <p:cNvSpPr/>
            <p:nvPr/>
          </p:nvSpPr>
          <p:spPr>
            <a:xfrm>
              <a:off x="3676817" y="4718441"/>
              <a:ext cx="1657818" cy="8433"/>
            </a:xfrm>
            <a:custGeom>
              <a:avLst/>
              <a:gdLst/>
              <a:ahLst/>
              <a:cxnLst/>
              <a:rect l="0" t="0" r="0" b="0"/>
              <a:pathLst>
                <a:path w="1657818" h="8433">
                  <a:moveTo>
                    <a:pt x="0" y="0"/>
                  </a:moveTo>
                  <a:lnTo>
                    <a:pt x="1657818" y="843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pl316"/>
            <p:cNvSpPr/>
            <p:nvPr/>
          </p:nvSpPr>
          <p:spPr>
            <a:xfrm>
              <a:off x="3676817" y="4543599"/>
              <a:ext cx="1743687" cy="36619"/>
            </a:xfrm>
            <a:custGeom>
              <a:avLst/>
              <a:gdLst/>
              <a:ahLst/>
              <a:cxnLst/>
              <a:rect l="0" t="0" r="0" b="0"/>
              <a:pathLst>
                <a:path w="1743687" h="36619">
                  <a:moveTo>
                    <a:pt x="0" y="36619"/>
                  </a:moveTo>
                  <a:lnTo>
                    <a:pt x="17436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pl317"/>
            <p:cNvSpPr/>
            <p:nvPr/>
          </p:nvSpPr>
          <p:spPr>
            <a:xfrm>
              <a:off x="3676817" y="3823301"/>
              <a:ext cx="1342190" cy="187154"/>
            </a:xfrm>
            <a:custGeom>
              <a:avLst/>
              <a:gdLst/>
              <a:ahLst/>
              <a:cxnLst/>
              <a:rect l="0" t="0" r="0" b="0"/>
              <a:pathLst>
                <a:path w="1342190" h="187154">
                  <a:moveTo>
                    <a:pt x="0" y="187154"/>
                  </a:moveTo>
                  <a:lnTo>
                    <a:pt x="13421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pl318"/>
            <p:cNvSpPr/>
            <p:nvPr/>
          </p:nvSpPr>
          <p:spPr>
            <a:xfrm>
              <a:off x="3676817" y="4383117"/>
              <a:ext cx="1861274" cy="98730"/>
            </a:xfrm>
            <a:custGeom>
              <a:avLst/>
              <a:gdLst/>
              <a:ahLst/>
              <a:cxnLst/>
              <a:rect l="0" t="0" r="0" b="0"/>
              <a:pathLst>
                <a:path w="1861274" h="98730">
                  <a:moveTo>
                    <a:pt x="0" y="98730"/>
                  </a:moveTo>
                  <a:lnTo>
                    <a:pt x="18612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pl319"/>
            <p:cNvSpPr/>
            <p:nvPr/>
          </p:nvSpPr>
          <p:spPr>
            <a:xfrm>
              <a:off x="3676817" y="4708747"/>
              <a:ext cx="1782367" cy="35542"/>
            </a:xfrm>
            <a:custGeom>
              <a:avLst/>
              <a:gdLst/>
              <a:ahLst/>
              <a:cxnLst/>
              <a:rect l="0" t="0" r="0" b="0"/>
              <a:pathLst>
                <a:path w="1782367" h="35542">
                  <a:moveTo>
                    <a:pt x="0" y="35542"/>
                  </a:moveTo>
                  <a:lnTo>
                    <a:pt x="17823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pl320"/>
            <p:cNvSpPr/>
            <p:nvPr/>
          </p:nvSpPr>
          <p:spPr>
            <a:xfrm>
              <a:off x="3676817" y="4712149"/>
              <a:ext cx="1591288" cy="17421"/>
            </a:xfrm>
            <a:custGeom>
              <a:avLst/>
              <a:gdLst/>
              <a:ahLst/>
              <a:cxnLst/>
              <a:rect l="0" t="0" r="0" b="0"/>
              <a:pathLst>
                <a:path w="1591288" h="17421">
                  <a:moveTo>
                    <a:pt x="0" y="17421"/>
                  </a:moveTo>
                  <a:lnTo>
                    <a:pt x="15912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pl321"/>
            <p:cNvSpPr/>
            <p:nvPr/>
          </p:nvSpPr>
          <p:spPr>
            <a:xfrm>
              <a:off x="3676817" y="4713773"/>
              <a:ext cx="1717385" cy="29798"/>
            </a:xfrm>
            <a:custGeom>
              <a:avLst/>
              <a:gdLst/>
              <a:ahLst/>
              <a:cxnLst/>
              <a:rect l="0" t="0" r="0" b="0"/>
              <a:pathLst>
                <a:path w="1717385" h="29798">
                  <a:moveTo>
                    <a:pt x="0" y="29798"/>
                  </a:moveTo>
                  <a:lnTo>
                    <a:pt x="171738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pl322"/>
            <p:cNvSpPr/>
            <p:nvPr/>
          </p:nvSpPr>
          <p:spPr>
            <a:xfrm>
              <a:off x="3676817" y="4609658"/>
              <a:ext cx="556989" cy="45236"/>
            </a:xfrm>
            <a:custGeom>
              <a:avLst/>
              <a:gdLst/>
              <a:ahLst/>
              <a:cxnLst/>
              <a:rect l="0" t="0" r="0" b="0"/>
              <a:pathLst>
                <a:path w="556989" h="45236">
                  <a:moveTo>
                    <a:pt x="0" y="45236"/>
                  </a:moveTo>
                  <a:lnTo>
                    <a:pt x="55698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pl323"/>
            <p:cNvSpPr/>
            <p:nvPr/>
          </p:nvSpPr>
          <p:spPr>
            <a:xfrm>
              <a:off x="3676817" y="4482225"/>
              <a:ext cx="515989" cy="109840"/>
            </a:xfrm>
            <a:custGeom>
              <a:avLst/>
              <a:gdLst/>
              <a:ahLst/>
              <a:cxnLst/>
              <a:rect l="0" t="0" r="0" b="0"/>
              <a:pathLst>
                <a:path w="515989" h="109840">
                  <a:moveTo>
                    <a:pt x="0" y="109840"/>
                  </a:moveTo>
                  <a:lnTo>
                    <a:pt x="51598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pl324"/>
            <p:cNvSpPr/>
            <p:nvPr/>
          </p:nvSpPr>
          <p:spPr>
            <a:xfrm>
              <a:off x="3676817" y="4640499"/>
              <a:ext cx="495102" cy="67171"/>
            </a:xfrm>
            <a:custGeom>
              <a:avLst/>
              <a:gdLst/>
              <a:ahLst/>
              <a:cxnLst/>
              <a:rect l="0" t="0" r="0" b="0"/>
              <a:pathLst>
                <a:path w="495102" h="67171">
                  <a:moveTo>
                    <a:pt x="0" y="67171"/>
                  </a:moveTo>
                  <a:lnTo>
                    <a:pt x="49510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pl325"/>
            <p:cNvSpPr/>
            <p:nvPr/>
          </p:nvSpPr>
          <p:spPr>
            <a:xfrm>
              <a:off x="3676817" y="4500281"/>
              <a:ext cx="0" cy="45083"/>
            </a:xfrm>
            <a:custGeom>
              <a:avLst/>
              <a:gdLst/>
              <a:ahLst/>
              <a:cxnLst/>
              <a:rect l="0" t="0" r="0" b="0"/>
              <a:pathLst>
                <a:path h="45083">
                  <a:moveTo>
                    <a:pt x="0" y="450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pl326"/>
            <p:cNvSpPr/>
            <p:nvPr/>
          </p:nvSpPr>
          <p:spPr>
            <a:xfrm>
              <a:off x="3676817" y="3358561"/>
              <a:ext cx="1705781" cy="562499"/>
            </a:xfrm>
            <a:custGeom>
              <a:avLst/>
              <a:gdLst/>
              <a:ahLst/>
              <a:cxnLst/>
              <a:rect l="0" t="0" r="0" b="0"/>
              <a:pathLst>
                <a:path w="1705781" h="562499">
                  <a:moveTo>
                    <a:pt x="0" y="562499"/>
                  </a:moveTo>
                  <a:lnTo>
                    <a:pt x="170578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pl327"/>
            <p:cNvSpPr/>
            <p:nvPr/>
          </p:nvSpPr>
          <p:spPr>
            <a:xfrm>
              <a:off x="3676817" y="4706295"/>
              <a:ext cx="1904595" cy="16813"/>
            </a:xfrm>
            <a:custGeom>
              <a:avLst/>
              <a:gdLst/>
              <a:ahLst/>
              <a:cxnLst/>
              <a:rect l="0" t="0" r="0" b="0"/>
              <a:pathLst>
                <a:path w="1904595" h="16813">
                  <a:moveTo>
                    <a:pt x="0" y="16813"/>
                  </a:moveTo>
                  <a:lnTo>
                    <a:pt x="190459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pl328"/>
            <p:cNvSpPr/>
            <p:nvPr/>
          </p:nvSpPr>
          <p:spPr>
            <a:xfrm>
              <a:off x="3676817" y="4432662"/>
              <a:ext cx="1903048" cy="149710"/>
            </a:xfrm>
            <a:custGeom>
              <a:avLst/>
              <a:gdLst/>
              <a:ahLst/>
              <a:cxnLst/>
              <a:rect l="0" t="0" r="0" b="0"/>
              <a:pathLst>
                <a:path w="1903048" h="149710">
                  <a:moveTo>
                    <a:pt x="0" y="149710"/>
                  </a:moveTo>
                  <a:lnTo>
                    <a:pt x="19030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pl329"/>
            <p:cNvSpPr/>
            <p:nvPr/>
          </p:nvSpPr>
          <p:spPr>
            <a:xfrm>
              <a:off x="3676817" y="4693929"/>
              <a:ext cx="1511608" cy="66516"/>
            </a:xfrm>
            <a:custGeom>
              <a:avLst/>
              <a:gdLst/>
              <a:ahLst/>
              <a:cxnLst/>
              <a:rect l="0" t="0" r="0" b="0"/>
              <a:pathLst>
                <a:path w="1511608" h="66516">
                  <a:moveTo>
                    <a:pt x="0" y="66516"/>
                  </a:moveTo>
                  <a:lnTo>
                    <a:pt x="151160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pl330"/>
            <p:cNvSpPr/>
            <p:nvPr/>
          </p:nvSpPr>
          <p:spPr>
            <a:xfrm>
              <a:off x="3676817" y="4713315"/>
              <a:ext cx="1417229" cy="9793"/>
            </a:xfrm>
            <a:custGeom>
              <a:avLst/>
              <a:gdLst/>
              <a:ahLst/>
              <a:cxnLst/>
              <a:rect l="0" t="0" r="0" b="0"/>
              <a:pathLst>
                <a:path w="1417229" h="9793">
                  <a:moveTo>
                    <a:pt x="0" y="9793"/>
                  </a:moveTo>
                  <a:lnTo>
                    <a:pt x="14172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pl331"/>
            <p:cNvSpPr/>
            <p:nvPr/>
          </p:nvSpPr>
          <p:spPr>
            <a:xfrm>
              <a:off x="3676817" y="4637670"/>
              <a:ext cx="911297" cy="110569"/>
            </a:xfrm>
            <a:custGeom>
              <a:avLst/>
              <a:gdLst/>
              <a:ahLst/>
              <a:cxnLst/>
              <a:rect l="0" t="0" r="0" b="0"/>
              <a:pathLst>
                <a:path w="911297" h="110569">
                  <a:moveTo>
                    <a:pt x="0" y="110569"/>
                  </a:moveTo>
                  <a:lnTo>
                    <a:pt x="9112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pl332"/>
            <p:cNvSpPr/>
            <p:nvPr/>
          </p:nvSpPr>
          <p:spPr>
            <a:xfrm>
              <a:off x="3676817" y="4627609"/>
              <a:ext cx="1976540" cy="17950"/>
            </a:xfrm>
            <a:custGeom>
              <a:avLst/>
              <a:gdLst/>
              <a:ahLst/>
              <a:cxnLst/>
              <a:rect l="0" t="0" r="0" b="0"/>
              <a:pathLst>
                <a:path w="1976540" h="17950">
                  <a:moveTo>
                    <a:pt x="0" y="0"/>
                  </a:moveTo>
                  <a:lnTo>
                    <a:pt x="1976540" y="1795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pl333"/>
            <p:cNvSpPr/>
            <p:nvPr/>
          </p:nvSpPr>
          <p:spPr>
            <a:xfrm>
              <a:off x="3676817" y="4626532"/>
              <a:ext cx="1906142" cy="25490"/>
            </a:xfrm>
            <a:custGeom>
              <a:avLst/>
              <a:gdLst/>
              <a:ahLst/>
              <a:cxnLst/>
              <a:rect l="0" t="0" r="0" b="0"/>
              <a:pathLst>
                <a:path w="1906142" h="25490">
                  <a:moveTo>
                    <a:pt x="0" y="25490"/>
                  </a:moveTo>
                  <a:lnTo>
                    <a:pt x="19061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pl334"/>
            <p:cNvSpPr/>
            <p:nvPr/>
          </p:nvSpPr>
          <p:spPr>
            <a:xfrm>
              <a:off x="3676817" y="4366961"/>
              <a:ext cx="1685667" cy="156173"/>
            </a:xfrm>
            <a:custGeom>
              <a:avLst/>
              <a:gdLst/>
              <a:ahLst/>
              <a:cxnLst/>
              <a:rect l="0" t="0" r="0" b="0"/>
              <a:pathLst>
                <a:path w="1685667" h="156173">
                  <a:moveTo>
                    <a:pt x="0" y="156173"/>
                  </a:moveTo>
                  <a:lnTo>
                    <a:pt x="16856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pl335"/>
            <p:cNvSpPr/>
            <p:nvPr/>
          </p:nvSpPr>
          <p:spPr>
            <a:xfrm>
              <a:off x="3676817" y="4391734"/>
              <a:ext cx="1516249" cy="130323"/>
            </a:xfrm>
            <a:custGeom>
              <a:avLst/>
              <a:gdLst/>
              <a:ahLst/>
              <a:cxnLst/>
              <a:rect l="0" t="0" r="0" b="0"/>
              <a:pathLst>
                <a:path w="1516249" h="130323">
                  <a:moveTo>
                    <a:pt x="0" y="130323"/>
                  </a:moveTo>
                  <a:lnTo>
                    <a:pt x="15162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pl336"/>
            <p:cNvSpPr/>
            <p:nvPr/>
          </p:nvSpPr>
          <p:spPr>
            <a:xfrm>
              <a:off x="3676817" y="3619485"/>
              <a:ext cx="565499" cy="309568"/>
            </a:xfrm>
            <a:custGeom>
              <a:avLst/>
              <a:gdLst/>
              <a:ahLst/>
              <a:cxnLst/>
              <a:rect l="0" t="0" r="0" b="0"/>
              <a:pathLst>
                <a:path w="565499" h="309568">
                  <a:moveTo>
                    <a:pt x="0" y="0"/>
                  </a:moveTo>
                  <a:lnTo>
                    <a:pt x="565499" y="30956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pl337"/>
            <p:cNvSpPr/>
            <p:nvPr/>
          </p:nvSpPr>
          <p:spPr>
            <a:xfrm>
              <a:off x="3676817" y="4514159"/>
              <a:ext cx="1700366" cy="24467"/>
            </a:xfrm>
            <a:custGeom>
              <a:avLst/>
              <a:gdLst/>
              <a:ahLst/>
              <a:cxnLst/>
              <a:rect l="0" t="0" r="0" b="0"/>
              <a:pathLst>
                <a:path w="1700366" h="24467">
                  <a:moveTo>
                    <a:pt x="0" y="0"/>
                  </a:moveTo>
                  <a:lnTo>
                    <a:pt x="1700366" y="244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pl338"/>
            <p:cNvSpPr/>
            <p:nvPr/>
          </p:nvSpPr>
          <p:spPr>
            <a:xfrm>
              <a:off x="3676817" y="4183144"/>
              <a:ext cx="1684894" cy="346811"/>
            </a:xfrm>
            <a:custGeom>
              <a:avLst/>
              <a:gdLst/>
              <a:ahLst/>
              <a:cxnLst/>
              <a:rect l="0" t="0" r="0" b="0"/>
              <a:pathLst>
                <a:path w="1684894" h="346811">
                  <a:moveTo>
                    <a:pt x="0" y="346811"/>
                  </a:moveTo>
                  <a:lnTo>
                    <a:pt x="16848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pl339"/>
            <p:cNvSpPr/>
            <p:nvPr/>
          </p:nvSpPr>
          <p:spPr>
            <a:xfrm>
              <a:off x="3676817" y="4591348"/>
              <a:ext cx="1704234" cy="44159"/>
            </a:xfrm>
            <a:custGeom>
              <a:avLst/>
              <a:gdLst/>
              <a:ahLst/>
              <a:cxnLst/>
              <a:rect l="0" t="0" r="0" b="0"/>
              <a:pathLst>
                <a:path w="1704234" h="44159">
                  <a:moveTo>
                    <a:pt x="0" y="44159"/>
                  </a:moveTo>
                  <a:lnTo>
                    <a:pt x="17042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pl340"/>
            <p:cNvSpPr/>
            <p:nvPr/>
          </p:nvSpPr>
          <p:spPr>
            <a:xfrm>
              <a:off x="3676817" y="4474200"/>
              <a:ext cx="1585873" cy="44267"/>
            </a:xfrm>
            <a:custGeom>
              <a:avLst/>
              <a:gdLst/>
              <a:ahLst/>
              <a:cxnLst/>
              <a:rect l="0" t="0" r="0" b="0"/>
              <a:pathLst>
                <a:path w="1585873" h="44267">
                  <a:moveTo>
                    <a:pt x="0" y="44267"/>
                  </a:moveTo>
                  <a:lnTo>
                    <a:pt x="158587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pl341"/>
            <p:cNvSpPr/>
            <p:nvPr/>
          </p:nvSpPr>
          <p:spPr>
            <a:xfrm>
              <a:off x="3676817" y="2975184"/>
              <a:ext cx="1141829" cy="962031"/>
            </a:xfrm>
            <a:custGeom>
              <a:avLst/>
              <a:gdLst/>
              <a:ahLst/>
              <a:cxnLst/>
              <a:rect l="0" t="0" r="0" b="0"/>
              <a:pathLst>
                <a:path w="1141829" h="962031">
                  <a:moveTo>
                    <a:pt x="0" y="962031"/>
                  </a:moveTo>
                  <a:lnTo>
                    <a:pt x="11418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pl342"/>
            <p:cNvSpPr/>
            <p:nvPr/>
          </p:nvSpPr>
          <p:spPr>
            <a:xfrm>
              <a:off x="3676817" y="1934252"/>
              <a:ext cx="1878293" cy="1929365"/>
            </a:xfrm>
            <a:custGeom>
              <a:avLst/>
              <a:gdLst/>
              <a:ahLst/>
              <a:cxnLst/>
              <a:rect l="0" t="0" r="0" b="0"/>
              <a:pathLst>
                <a:path w="1878293" h="1929365">
                  <a:moveTo>
                    <a:pt x="0" y="1929365"/>
                  </a:moveTo>
                  <a:lnTo>
                    <a:pt x="18782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pl343"/>
            <p:cNvSpPr/>
            <p:nvPr/>
          </p:nvSpPr>
          <p:spPr>
            <a:xfrm>
              <a:off x="3676817" y="4511472"/>
              <a:ext cx="1158848" cy="126907"/>
            </a:xfrm>
            <a:custGeom>
              <a:avLst/>
              <a:gdLst/>
              <a:ahLst/>
              <a:cxnLst/>
              <a:rect l="0" t="0" r="0" b="0"/>
              <a:pathLst>
                <a:path w="1158848" h="126907">
                  <a:moveTo>
                    <a:pt x="0" y="126907"/>
                  </a:moveTo>
                  <a:lnTo>
                    <a:pt x="11588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pl344"/>
            <p:cNvSpPr/>
            <p:nvPr/>
          </p:nvSpPr>
          <p:spPr>
            <a:xfrm>
              <a:off x="3676817" y="4010815"/>
              <a:ext cx="1783140" cy="441233"/>
            </a:xfrm>
            <a:custGeom>
              <a:avLst/>
              <a:gdLst/>
              <a:ahLst/>
              <a:cxnLst/>
              <a:rect l="0" t="0" r="0" b="0"/>
              <a:pathLst>
                <a:path w="1783140" h="441233">
                  <a:moveTo>
                    <a:pt x="0" y="441233"/>
                  </a:moveTo>
                  <a:lnTo>
                    <a:pt x="17831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pl345"/>
            <p:cNvSpPr/>
            <p:nvPr/>
          </p:nvSpPr>
          <p:spPr>
            <a:xfrm>
              <a:off x="3676817" y="4692591"/>
              <a:ext cx="1684894" cy="33747"/>
            </a:xfrm>
            <a:custGeom>
              <a:avLst/>
              <a:gdLst/>
              <a:ahLst/>
              <a:cxnLst/>
              <a:rect l="0" t="0" r="0" b="0"/>
              <a:pathLst>
                <a:path w="1684894" h="33747">
                  <a:moveTo>
                    <a:pt x="0" y="33747"/>
                  </a:moveTo>
                  <a:lnTo>
                    <a:pt x="16848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pl346"/>
            <p:cNvSpPr/>
            <p:nvPr/>
          </p:nvSpPr>
          <p:spPr>
            <a:xfrm>
              <a:off x="3676817" y="4325674"/>
              <a:ext cx="1728215" cy="106628"/>
            </a:xfrm>
            <a:custGeom>
              <a:avLst/>
              <a:gdLst/>
              <a:ahLst/>
              <a:cxnLst/>
              <a:rect l="0" t="0" r="0" b="0"/>
              <a:pathLst>
                <a:path w="1728215" h="106628">
                  <a:moveTo>
                    <a:pt x="0" y="106628"/>
                  </a:moveTo>
                  <a:lnTo>
                    <a:pt x="17282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pl347"/>
            <p:cNvSpPr/>
            <p:nvPr/>
          </p:nvSpPr>
          <p:spPr>
            <a:xfrm>
              <a:off x="3676817" y="4384194"/>
              <a:ext cx="1191339" cy="331733"/>
            </a:xfrm>
            <a:custGeom>
              <a:avLst/>
              <a:gdLst/>
              <a:ahLst/>
              <a:cxnLst/>
              <a:rect l="0" t="0" r="0" b="0"/>
              <a:pathLst>
                <a:path w="1191339" h="331733">
                  <a:moveTo>
                    <a:pt x="0" y="331733"/>
                  </a:moveTo>
                  <a:lnTo>
                    <a:pt x="11913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pl348"/>
            <p:cNvSpPr/>
            <p:nvPr/>
          </p:nvSpPr>
          <p:spPr>
            <a:xfrm>
              <a:off x="3676817" y="4704798"/>
              <a:ext cx="818465" cy="20823"/>
            </a:xfrm>
            <a:custGeom>
              <a:avLst/>
              <a:gdLst/>
              <a:ahLst/>
              <a:cxnLst/>
              <a:rect l="0" t="0" r="0" b="0"/>
              <a:pathLst>
                <a:path w="818465" h="20823">
                  <a:moveTo>
                    <a:pt x="0" y="20823"/>
                  </a:moveTo>
                  <a:lnTo>
                    <a:pt x="8184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rc349"/>
            <p:cNvSpPr/>
            <p:nvPr/>
          </p:nvSpPr>
          <p:spPr>
            <a:xfrm>
              <a:off x="3495988" y="1761070"/>
              <a:ext cx="3978222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tx350"/>
            <p:cNvSpPr/>
            <p:nvPr/>
          </p:nvSpPr>
          <p:spPr>
            <a:xfrm>
              <a:off x="3277996" y="4545444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351" name="tx351"/>
            <p:cNvSpPr/>
            <p:nvPr/>
          </p:nvSpPr>
          <p:spPr>
            <a:xfrm>
              <a:off x="3277996" y="3874195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352" name="tx352"/>
            <p:cNvSpPr/>
            <p:nvPr/>
          </p:nvSpPr>
          <p:spPr>
            <a:xfrm>
              <a:off x="3277996" y="3202947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3277996" y="2533064"/>
              <a:ext cx="15536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3215841" y="1860451"/>
              <a:ext cx="21751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355" name="pl355"/>
            <p:cNvSpPr/>
            <p:nvPr/>
          </p:nvSpPr>
          <p:spPr>
            <a:xfrm>
              <a:off x="3461194" y="458713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pl356"/>
            <p:cNvSpPr/>
            <p:nvPr/>
          </p:nvSpPr>
          <p:spPr>
            <a:xfrm>
              <a:off x="3461194" y="391588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pl357"/>
            <p:cNvSpPr/>
            <p:nvPr/>
          </p:nvSpPr>
          <p:spPr>
            <a:xfrm>
              <a:off x="3461194" y="324463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pl358"/>
            <p:cNvSpPr/>
            <p:nvPr/>
          </p:nvSpPr>
          <p:spPr>
            <a:xfrm>
              <a:off x="3461194" y="257339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pl359"/>
            <p:cNvSpPr/>
            <p:nvPr/>
          </p:nvSpPr>
          <p:spPr>
            <a:xfrm>
              <a:off x="3461194" y="190214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pl360"/>
            <p:cNvSpPr/>
            <p:nvPr/>
          </p:nvSpPr>
          <p:spPr>
            <a:xfrm>
              <a:off x="3676817" y="49391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pl361"/>
            <p:cNvSpPr/>
            <p:nvPr/>
          </p:nvSpPr>
          <p:spPr>
            <a:xfrm>
              <a:off x="5089598" y="49391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pl362"/>
            <p:cNvSpPr/>
            <p:nvPr/>
          </p:nvSpPr>
          <p:spPr>
            <a:xfrm>
              <a:off x="6502379" y="49391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tx363"/>
            <p:cNvSpPr/>
            <p:nvPr/>
          </p:nvSpPr>
          <p:spPr>
            <a:xfrm>
              <a:off x="3645739" y="5000131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64" name="tx364"/>
            <p:cNvSpPr/>
            <p:nvPr/>
          </p:nvSpPr>
          <p:spPr>
            <a:xfrm>
              <a:off x="5058520" y="5001549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65" name="tx365"/>
            <p:cNvSpPr/>
            <p:nvPr/>
          </p:nvSpPr>
          <p:spPr>
            <a:xfrm>
              <a:off x="6440224" y="5000131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66" name="tx366"/>
            <p:cNvSpPr/>
            <p:nvPr/>
          </p:nvSpPr>
          <p:spPr>
            <a:xfrm>
              <a:off x="4863919" y="5147574"/>
              <a:ext cx="1242361" cy="1033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367" name="tx367"/>
            <p:cNvSpPr/>
            <p:nvPr/>
          </p:nvSpPr>
          <p:spPr>
            <a:xfrm rot="-5400000">
              <a:off x="2319492" y="3285397"/>
              <a:ext cx="1514326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 pTau217 / AB42</a:t>
              </a:r>
            </a:p>
          </p:txBody>
        </p:sp>
        <p:sp>
          <p:nvSpPr>
            <p:cNvPr id="368" name="rc368"/>
            <p:cNvSpPr/>
            <p:nvPr/>
          </p:nvSpPr>
          <p:spPr>
            <a:xfrm>
              <a:off x="7543800" y="1691481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rc369"/>
            <p:cNvSpPr/>
            <p:nvPr/>
          </p:nvSpPr>
          <p:spPr>
            <a:xfrm>
              <a:off x="7613389" y="1761070"/>
              <a:ext cx="4432821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70" name="pl370"/>
            <p:cNvSpPr/>
            <p:nvPr/>
          </p:nvSpPr>
          <p:spPr>
            <a:xfrm>
              <a:off x="7613389" y="4375478"/>
              <a:ext cx="4432821" cy="0"/>
            </a:xfrm>
            <a:custGeom>
              <a:avLst/>
              <a:gdLst/>
              <a:ahLst/>
              <a:cxnLst/>
              <a:rect l="0" t="0" r="0" b="0"/>
              <a:pathLst>
                <a:path w="4432821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pl371"/>
            <p:cNvSpPr/>
            <p:nvPr/>
          </p:nvSpPr>
          <p:spPr>
            <a:xfrm>
              <a:off x="7613389" y="3536970"/>
              <a:ext cx="4432821" cy="0"/>
            </a:xfrm>
            <a:custGeom>
              <a:avLst/>
              <a:gdLst/>
              <a:ahLst/>
              <a:cxnLst/>
              <a:rect l="0" t="0" r="0" b="0"/>
              <a:pathLst>
                <a:path w="4432821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pl372"/>
            <p:cNvSpPr/>
            <p:nvPr/>
          </p:nvSpPr>
          <p:spPr>
            <a:xfrm>
              <a:off x="7613389" y="2698462"/>
              <a:ext cx="4432821" cy="0"/>
            </a:xfrm>
            <a:custGeom>
              <a:avLst/>
              <a:gdLst/>
              <a:ahLst/>
              <a:cxnLst/>
              <a:rect l="0" t="0" r="0" b="0"/>
              <a:pathLst>
                <a:path w="4432821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pl373"/>
            <p:cNvSpPr/>
            <p:nvPr/>
          </p:nvSpPr>
          <p:spPr>
            <a:xfrm>
              <a:off x="7613389" y="1859954"/>
              <a:ext cx="4432821" cy="0"/>
            </a:xfrm>
            <a:custGeom>
              <a:avLst/>
              <a:gdLst/>
              <a:ahLst/>
              <a:cxnLst/>
              <a:rect l="0" t="0" r="0" b="0"/>
              <a:pathLst>
                <a:path w="4432821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pl374"/>
            <p:cNvSpPr/>
            <p:nvPr/>
          </p:nvSpPr>
          <p:spPr>
            <a:xfrm>
              <a:off x="7814880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pl375"/>
            <p:cNvSpPr/>
            <p:nvPr/>
          </p:nvSpPr>
          <p:spPr>
            <a:xfrm>
              <a:off x="8620848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pl376"/>
            <p:cNvSpPr/>
            <p:nvPr/>
          </p:nvSpPr>
          <p:spPr>
            <a:xfrm>
              <a:off x="9426816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pl377"/>
            <p:cNvSpPr/>
            <p:nvPr/>
          </p:nvSpPr>
          <p:spPr>
            <a:xfrm>
              <a:off x="10232783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pl378"/>
            <p:cNvSpPr/>
            <p:nvPr/>
          </p:nvSpPr>
          <p:spPr>
            <a:xfrm>
              <a:off x="11038751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pl379"/>
            <p:cNvSpPr/>
            <p:nvPr/>
          </p:nvSpPr>
          <p:spPr>
            <a:xfrm>
              <a:off x="11844719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pl380"/>
            <p:cNvSpPr/>
            <p:nvPr/>
          </p:nvSpPr>
          <p:spPr>
            <a:xfrm>
              <a:off x="7613389" y="4794732"/>
              <a:ext cx="4432821" cy="0"/>
            </a:xfrm>
            <a:custGeom>
              <a:avLst/>
              <a:gdLst/>
              <a:ahLst/>
              <a:cxnLst/>
              <a:rect l="0" t="0" r="0" b="0"/>
              <a:pathLst>
                <a:path w="4432821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pl381"/>
            <p:cNvSpPr/>
            <p:nvPr/>
          </p:nvSpPr>
          <p:spPr>
            <a:xfrm>
              <a:off x="7613389" y="3956224"/>
              <a:ext cx="4432821" cy="0"/>
            </a:xfrm>
            <a:custGeom>
              <a:avLst/>
              <a:gdLst/>
              <a:ahLst/>
              <a:cxnLst/>
              <a:rect l="0" t="0" r="0" b="0"/>
              <a:pathLst>
                <a:path w="4432821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pl382"/>
            <p:cNvSpPr/>
            <p:nvPr/>
          </p:nvSpPr>
          <p:spPr>
            <a:xfrm>
              <a:off x="7613389" y="3117716"/>
              <a:ext cx="4432821" cy="0"/>
            </a:xfrm>
            <a:custGeom>
              <a:avLst/>
              <a:gdLst/>
              <a:ahLst/>
              <a:cxnLst/>
              <a:rect l="0" t="0" r="0" b="0"/>
              <a:pathLst>
                <a:path w="4432821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pl383"/>
            <p:cNvSpPr/>
            <p:nvPr/>
          </p:nvSpPr>
          <p:spPr>
            <a:xfrm>
              <a:off x="7613389" y="2279208"/>
              <a:ext cx="4432821" cy="0"/>
            </a:xfrm>
            <a:custGeom>
              <a:avLst/>
              <a:gdLst/>
              <a:ahLst/>
              <a:cxnLst/>
              <a:rect l="0" t="0" r="0" b="0"/>
              <a:pathLst>
                <a:path w="4432821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pl384"/>
            <p:cNvSpPr/>
            <p:nvPr/>
          </p:nvSpPr>
          <p:spPr>
            <a:xfrm>
              <a:off x="8217864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pl385"/>
            <p:cNvSpPr/>
            <p:nvPr/>
          </p:nvSpPr>
          <p:spPr>
            <a:xfrm>
              <a:off x="9023832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pl386"/>
            <p:cNvSpPr/>
            <p:nvPr/>
          </p:nvSpPr>
          <p:spPr>
            <a:xfrm>
              <a:off x="9829799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pl387"/>
            <p:cNvSpPr/>
            <p:nvPr/>
          </p:nvSpPr>
          <p:spPr>
            <a:xfrm>
              <a:off x="10635767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pl388"/>
            <p:cNvSpPr/>
            <p:nvPr/>
          </p:nvSpPr>
          <p:spPr>
            <a:xfrm>
              <a:off x="11441735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rc389"/>
            <p:cNvSpPr/>
            <p:nvPr/>
          </p:nvSpPr>
          <p:spPr>
            <a:xfrm>
              <a:off x="788436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0" name="rc390"/>
            <p:cNvSpPr/>
            <p:nvPr/>
          </p:nvSpPr>
          <p:spPr>
            <a:xfrm>
              <a:off x="802332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1" name="rc391"/>
            <p:cNvSpPr/>
            <p:nvPr/>
          </p:nvSpPr>
          <p:spPr>
            <a:xfrm>
              <a:off x="816228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2" name="rc392"/>
            <p:cNvSpPr/>
            <p:nvPr/>
          </p:nvSpPr>
          <p:spPr>
            <a:xfrm>
              <a:off x="830124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3" name="rc393"/>
            <p:cNvSpPr/>
            <p:nvPr/>
          </p:nvSpPr>
          <p:spPr>
            <a:xfrm>
              <a:off x="844020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4" name="rc394"/>
            <p:cNvSpPr/>
            <p:nvPr/>
          </p:nvSpPr>
          <p:spPr>
            <a:xfrm>
              <a:off x="857916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5" name="rc395"/>
            <p:cNvSpPr/>
            <p:nvPr/>
          </p:nvSpPr>
          <p:spPr>
            <a:xfrm>
              <a:off x="871812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6" name="rc396"/>
            <p:cNvSpPr/>
            <p:nvPr/>
          </p:nvSpPr>
          <p:spPr>
            <a:xfrm>
              <a:off x="885708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7" name="rc397"/>
            <p:cNvSpPr/>
            <p:nvPr/>
          </p:nvSpPr>
          <p:spPr>
            <a:xfrm>
              <a:off x="899604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8" name="rc398"/>
            <p:cNvSpPr/>
            <p:nvPr/>
          </p:nvSpPr>
          <p:spPr>
            <a:xfrm>
              <a:off x="913500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9" name="rc399"/>
            <p:cNvSpPr/>
            <p:nvPr/>
          </p:nvSpPr>
          <p:spPr>
            <a:xfrm>
              <a:off x="9273960" y="4727651"/>
              <a:ext cx="138959" cy="6708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0" name="rc400"/>
            <p:cNvSpPr/>
            <p:nvPr/>
          </p:nvSpPr>
          <p:spPr>
            <a:xfrm>
              <a:off x="941292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1" name="rc401"/>
            <p:cNvSpPr/>
            <p:nvPr/>
          </p:nvSpPr>
          <p:spPr>
            <a:xfrm>
              <a:off x="955188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2" name="rc402"/>
            <p:cNvSpPr/>
            <p:nvPr/>
          </p:nvSpPr>
          <p:spPr>
            <a:xfrm>
              <a:off x="9690840" y="4123926"/>
              <a:ext cx="138959" cy="670806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3" name="rc403"/>
            <p:cNvSpPr/>
            <p:nvPr/>
          </p:nvSpPr>
          <p:spPr>
            <a:xfrm>
              <a:off x="9829799" y="2815853"/>
              <a:ext cx="138959" cy="1978879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4" name="rc404"/>
            <p:cNvSpPr/>
            <p:nvPr/>
          </p:nvSpPr>
          <p:spPr>
            <a:xfrm>
              <a:off x="996875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5" name="rc405"/>
            <p:cNvSpPr/>
            <p:nvPr/>
          </p:nvSpPr>
          <p:spPr>
            <a:xfrm>
              <a:off x="1010771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6" name="rc406"/>
            <p:cNvSpPr/>
            <p:nvPr/>
          </p:nvSpPr>
          <p:spPr>
            <a:xfrm>
              <a:off x="1024667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7" name="rc407"/>
            <p:cNvSpPr/>
            <p:nvPr/>
          </p:nvSpPr>
          <p:spPr>
            <a:xfrm>
              <a:off x="1038563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8" name="rc408"/>
            <p:cNvSpPr/>
            <p:nvPr/>
          </p:nvSpPr>
          <p:spPr>
            <a:xfrm>
              <a:off x="1052459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9" name="rc409"/>
            <p:cNvSpPr/>
            <p:nvPr/>
          </p:nvSpPr>
          <p:spPr>
            <a:xfrm>
              <a:off x="1066355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0" name="rc410"/>
            <p:cNvSpPr/>
            <p:nvPr/>
          </p:nvSpPr>
          <p:spPr>
            <a:xfrm>
              <a:off x="1080251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1" name="rc411"/>
            <p:cNvSpPr/>
            <p:nvPr/>
          </p:nvSpPr>
          <p:spPr>
            <a:xfrm>
              <a:off x="1094147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2" name="rc412"/>
            <p:cNvSpPr/>
            <p:nvPr/>
          </p:nvSpPr>
          <p:spPr>
            <a:xfrm>
              <a:off x="1108043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3" name="rc413"/>
            <p:cNvSpPr/>
            <p:nvPr/>
          </p:nvSpPr>
          <p:spPr>
            <a:xfrm>
              <a:off x="1121939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4" name="rc414"/>
            <p:cNvSpPr/>
            <p:nvPr/>
          </p:nvSpPr>
          <p:spPr>
            <a:xfrm>
              <a:off x="1135835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5" name="rc415"/>
            <p:cNvSpPr/>
            <p:nvPr/>
          </p:nvSpPr>
          <p:spPr>
            <a:xfrm>
              <a:off x="1149731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6" name="rc416"/>
            <p:cNvSpPr/>
            <p:nvPr/>
          </p:nvSpPr>
          <p:spPr>
            <a:xfrm>
              <a:off x="1163627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7" name="rc417"/>
            <p:cNvSpPr/>
            <p:nvPr/>
          </p:nvSpPr>
          <p:spPr>
            <a:xfrm>
              <a:off x="788436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8" name="rc418"/>
            <p:cNvSpPr/>
            <p:nvPr/>
          </p:nvSpPr>
          <p:spPr>
            <a:xfrm>
              <a:off x="802332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9" name="rc419"/>
            <p:cNvSpPr/>
            <p:nvPr/>
          </p:nvSpPr>
          <p:spPr>
            <a:xfrm>
              <a:off x="816228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0" name="rc420"/>
            <p:cNvSpPr/>
            <p:nvPr/>
          </p:nvSpPr>
          <p:spPr>
            <a:xfrm>
              <a:off x="830124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1" name="rc421"/>
            <p:cNvSpPr/>
            <p:nvPr/>
          </p:nvSpPr>
          <p:spPr>
            <a:xfrm>
              <a:off x="844020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2" name="rc422"/>
            <p:cNvSpPr/>
            <p:nvPr/>
          </p:nvSpPr>
          <p:spPr>
            <a:xfrm>
              <a:off x="857916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3" name="rc423"/>
            <p:cNvSpPr/>
            <p:nvPr/>
          </p:nvSpPr>
          <p:spPr>
            <a:xfrm>
              <a:off x="871812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4" name="rc424"/>
            <p:cNvSpPr/>
            <p:nvPr/>
          </p:nvSpPr>
          <p:spPr>
            <a:xfrm>
              <a:off x="885708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5" name="rc425"/>
            <p:cNvSpPr/>
            <p:nvPr/>
          </p:nvSpPr>
          <p:spPr>
            <a:xfrm>
              <a:off x="899604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6" name="rc426"/>
            <p:cNvSpPr/>
            <p:nvPr/>
          </p:nvSpPr>
          <p:spPr>
            <a:xfrm>
              <a:off x="913500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7" name="rc427"/>
            <p:cNvSpPr/>
            <p:nvPr/>
          </p:nvSpPr>
          <p:spPr>
            <a:xfrm>
              <a:off x="927396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8" name="rc428"/>
            <p:cNvSpPr/>
            <p:nvPr/>
          </p:nvSpPr>
          <p:spPr>
            <a:xfrm>
              <a:off x="941292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9" name="rc429"/>
            <p:cNvSpPr/>
            <p:nvPr/>
          </p:nvSpPr>
          <p:spPr>
            <a:xfrm>
              <a:off x="955188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0" name="rc430"/>
            <p:cNvSpPr/>
            <p:nvPr/>
          </p:nvSpPr>
          <p:spPr>
            <a:xfrm>
              <a:off x="969084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1" name="rc431"/>
            <p:cNvSpPr/>
            <p:nvPr/>
          </p:nvSpPr>
          <p:spPr>
            <a:xfrm>
              <a:off x="982979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2" name="rc432"/>
            <p:cNvSpPr/>
            <p:nvPr/>
          </p:nvSpPr>
          <p:spPr>
            <a:xfrm>
              <a:off x="9968759" y="4425789"/>
              <a:ext cx="138959" cy="368943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3" name="rc433"/>
            <p:cNvSpPr/>
            <p:nvPr/>
          </p:nvSpPr>
          <p:spPr>
            <a:xfrm>
              <a:off x="10107719" y="4727651"/>
              <a:ext cx="138959" cy="6708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4" name="rc434"/>
            <p:cNvSpPr/>
            <p:nvPr/>
          </p:nvSpPr>
          <p:spPr>
            <a:xfrm>
              <a:off x="1024667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5" name="rc435"/>
            <p:cNvSpPr/>
            <p:nvPr/>
          </p:nvSpPr>
          <p:spPr>
            <a:xfrm>
              <a:off x="1038563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6" name="rc436"/>
            <p:cNvSpPr/>
            <p:nvPr/>
          </p:nvSpPr>
          <p:spPr>
            <a:xfrm>
              <a:off x="10524599" y="4761192"/>
              <a:ext cx="138959" cy="3354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7" name="rc437"/>
            <p:cNvSpPr/>
            <p:nvPr/>
          </p:nvSpPr>
          <p:spPr>
            <a:xfrm>
              <a:off x="10663559" y="4761192"/>
              <a:ext cx="138959" cy="3354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8" name="rc438"/>
            <p:cNvSpPr/>
            <p:nvPr/>
          </p:nvSpPr>
          <p:spPr>
            <a:xfrm>
              <a:off x="1080251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9" name="rc439"/>
            <p:cNvSpPr/>
            <p:nvPr/>
          </p:nvSpPr>
          <p:spPr>
            <a:xfrm>
              <a:off x="1094147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40" name="rc440"/>
            <p:cNvSpPr/>
            <p:nvPr/>
          </p:nvSpPr>
          <p:spPr>
            <a:xfrm>
              <a:off x="1108043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41" name="rc441"/>
            <p:cNvSpPr/>
            <p:nvPr/>
          </p:nvSpPr>
          <p:spPr>
            <a:xfrm>
              <a:off x="1121939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42" name="rc442"/>
            <p:cNvSpPr/>
            <p:nvPr/>
          </p:nvSpPr>
          <p:spPr>
            <a:xfrm>
              <a:off x="1135835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43" name="rc443"/>
            <p:cNvSpPr/>
            <p:nvPr/>
          </p:nvSpPr>
          <p:spPr>
            <a:xfrm>
              <a:off x="1149731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44" name="rc444"/>
            <p:cNvSpPr/>
            <p:nvPr/>
          </p:nvSpPr>
          <p:spPr>
            <a:xfrm>
              <a:off x="1163627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45" name="pl445"/>
            <p:cNvSpPr/>
            <p:nvPr/>
          </p:nvSpPr>
          <p:spPr>
            <a:xfrm>
              <a:off x="9948067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pg446"/>
            <p:cNvSpPr/>
            <p:nvPr/>
          </p:nvSpPr>
          <p:spPr>
            <a:xfrm>
              <a:off x="10668000" y="2148681"/>
              <a:ext cx="1019769" cy="787324"/>
            </a:xfrm>
            <a:custGeom>
              <a:avLst/>
              <a:gdLst/>
              <a:ahLst/>
              <a:cxnLst/>
              <a:rect l="0" t="0" r="0" b="0"/>
              <a:pathLst>
                <a:path w="1019769" h="787324">
                  <a:moveTo>
                    <a:pt x="25146" y="787324"/>
                  </a:moveTo>
                  <a:lnTo>
                    <a:pt x="994623" y="787324"/>
                  </a:lnTo>
                  <a:lnTo>
                    <a:pt x="993610" y="787303"/>
                  </a:lnTo>
                  <a:lnTo>
                    <a:pt x="997654" y="787140"/>
                  </a:lnTo>
                  <a:lnTo>
                    <a:pt x="1001619" y="786331"/>
                  </a:lnTo>
                  <a:lnTo>
                    <a:pt x="1005402" y="784896"/>
                  </a:lnTo>
                  <a:lnTo>
                    <a:pt x="1008907" y="782872"/>
                  </a:lnTo>
                  <a:lnTo>
                    <a:pt x="1012042" y="780313"/>
                  </a:lnTo>
                  <a:lnTo>
                    <a:pt x="1014725" y="777284"/>
                  </a:lnTo>
                  <a:lnTo>
                    <a:pt x="1016888" y="773864"/>
                  </a:lnTo>
                  <a:lnTo>
                    <a:pt x="1018474" y="770141"/>
                  </a:lnTo>
                  <a:lnTo>
                    <a:pt x="1019443" y="766211"/>
                  </a:lnTo>
                  <a:lnTo>
                    <a:pt x="1019769" y="762178"/>
                  </a:lnTo>
                  <a:lnTo>
                    <a:pt x="1019769" y="25146"/>
                  </a:lnTo>
                  <a:lnTo>
                    <a:pt x="1019443" y="21112"/>
                  </a:lnTo>
                  <a:lnTo>
                    <a:pt x="1018474" y="17183"/>
                  </a:lnTo>
                  <a:lnTo>
                    <a:pt x="1016888" y="13460"/>
                  </a:lnTo>
                  <a:lnTo>
                    <a:pt x="1014725" y="10039"/>
                  </a:lnTo>
                  <a:lnTo>
                    <a:pt x="1012042" y="7010"/>
                  </a:lnTo>
                  <a:lnTo>
                    <a:pt x="1008907" y="4451"/>
                  </a:lnTo>
                  <a:lnTo>
                    <a:pt x="1005402" y="2427"/>
                  </a:lnTo>
                  <a:lnTo>
                    <a:pt x="1001619" y="992"/>
                  </a:lnTo>
                  <a:lnTo>
                    <a:pt x="997654" y="183"/>
                  </a:lnTo>
                  <a:lnTo>
                    <a:pt x="994623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762178"/>
                  </a:lnTo>
                  <a:lnTo>
                    <a:pt x="81" y="760154"/>
                  </a:lnTo>
                  <a:lnTo>
                    <a:pt x="81" y="764201"/>
                  </a:lnTo>
                  <a:lnTo>
                    <a:pt x="730" y="768195"/>
                  </a:lnTo>
                  <a:lnTo>
                    <a:pt x="2012" y="772034"/>
                  </a:lnTo>
                  <a:lnTo>
                    <a:pt x="3892" y="775617"/>
                  </a:lnTo>
                  <a:lnTo>
                    <a:pt x="6323" y="778852"/>
                  </a:lnTo>
                  <a:lnTo>
                    <a:pt x="9242" y="781656"/>
                  </a:lnTo>
                  <a:lnTo>
                    <a:pt x="12573" y="783955"/>
                  </a:lnTo>
                  <a:lnTo>
                    <a:pt x="16229" y="785690"/>
                  </a:lnTo>
                  <a:lnTo>
                    <a:pt x="20116" y="786815"/>
                  </a:lnTo>
                  <a:lnTo>
                    <a:pt x="24133" y="787303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tx447"/>
            <p:cNvSpPr/>
            <p:nvPr/>
          </p:nvSpPr>
          <p:spPr>
            <a:xfrm>
              <a:off x="10709910" y="2159486"/>
              <a:ext cx="706617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0.15 Z/year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10709910" y="2389576"/>
              <a:ext cx="656208" cy="1021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xi = -0.083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10709910" y="2563118"/>
              <a:ext cx="935949" cy="1298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omega = 0.242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10709910" y="2765923"/>
              <a:ext cx="850614" cy="1281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alpha = 1.596</a:t>
              </a:r>
            </a:p>
          </p:txBody>
        </p:sp>
        <p:sp>
          <p:nvSpPr>
            <p:cNvPr id="451" name="pg451"/>
            <p:cNvSpPr/>
            <p:nvPr/>
          </p:nvSpPr>
          <p:spPr>
            <a:xfrm>
              <a:off x="7814880" y="1905530"/>
              <a:ext cx="4029838" cy="2889201"/>
            </a:xfrm>
            <a:custGeom>
              <a:avLst/>
              <a:gdLst/>
              <a:ahLst/>
              <a:cxnLst/>
              <a:rect l="0" t="0" r="0" b="0"/>
              <a:pathLst>
                <a:path w="4029838" h="2889201">
                  <a:moveTo>
                    <a:pt x="0" y="2889201"/>
                  </a:moveTo>
                  <a:lnTo>
                    <a:pt x="7886" y="2889201"/>
                  </a:lnTo>
                  <a:lnTo>
                    <a:pt x="15772" y="2889201"/>
                  </a:lnTo>
                  <a:lnTo>
                    <a:pt x="23658" y="2889201"/>
                  </a:lnTo>
                  <a:lnTo>
                    <a:pt x="31544" y="2889201"/>
                  </a:lnTo>
                  <a:lnTo>
                    <a:pt x="39430" y="2889201"/>
                  </a:lnTo>
                  <a:lnTo>
                    <a:pt x="47317" y="2889201"/>
                  </a:lnTo>
                  <a:lnTo>
                    <a:pt x="55203" y="2889201"/>
                  </a:lnTo>
                  <a:lnTo>
                    <a:pt x="63089" y="2889201"/>
                  </a:lnTo>
                  <a:lnTo>
                    <a:pt x="70975" y="2889201"/>
                  </a:lnTo>
                  <a:lnTo>
                    <a:pt x="78861" y="2889201"/>
                  </a:lnTo>
                  <a:lnTo>
                    <a:pt x="86747" y="2889201"/>
                  </a:lnTo>
                  <a:lnTo>
                    <a:pt x="94634" y="2889201"/>
                  </a:lnTo>
                  <a:lnTo>
                    <a:pt x="102520" y="2889201"/>
                  </a:lnTo>
                  <a:lnTo>
                    <a:pt x="110406" y="2889201"/>
                  </a:lnTo>
                  <a:lnTo>
                    <a:pt x="118292" y="2889201"/>
                  </a:lnTo>
                  <a:lnTo>
                    <a:pt x="126178" y="2889201"/>
                  </a:lnTo>
                  <a:lnTo>
                    <a:pt x="134065" y="2889201"/>
                  </a:lnTo>
                  <a:lnTo>
                    <a:pt x="141951" y="2889201"/>
                  </a:lnTo>
                  <a:lnTo>
                    <a:pt x="149837" y="2889201"/>
                  </a:lnTo>
                  <a:lnTo>
                    <a:pt x="157723" y="2889201"/>
                  </a:lnTo>
                  <a:lnTo>
                    <a:pt x="165609" y="2889201"/>
                  </a:lnTo>
                  <a:lnTo>
                    <a:pt x="173495" y="2889201"/>
                  </a:lnTo>
                  <a:lnTo>
                    <a:pt x="181382" y="2889201"/>
                  </a:lnTo>
                  <a:lnTo>
                    <a:pt x="189268" y="2889201"/>
                  </a:lnTo>
                  <a:lnTo>
                    <a:pt x="197154" y="2889201"/>
                  </a:lnTo>
                  <a:lnTo>
                    <a:pt x="205040" y="2889201"/>
                  </a:lnTo>
                  <a:lnTo>
                    <a:pt x="212926" y="2889201"/>
                  </a:lnTo>
                  <a:lnTo>
                    <a:pt x="220813" y="2889201"/>
                  </a:lnTo>
                  <a:lnTo>
                    <a:pt x="228699" y="2889201"/>
                  </a:lnTo>
                  <a:lnTo>
                    <a:pt x="236585" y="2889201"/>
                  </a:lnTo>
                  <a:lnTo>
                    <a:pt x="244471" y="2889201"/>
                  </a:lnTo>
                  <a:lnTo>
                    <a:pt x="252357" y="2889201"/>
                  </a:lnTo>
                  <a:lnTo>
                    <a:pt x="260243" y="2889201"/>
                  </a:lnTo>
                  <a:lnTo>
                    <a:pt x="268130" y="2889201"/>
                  </a:lnTo>
                  <a:lnTo>
                    <a:pt x="276016" y="2889201"/>
                  </a:lnTo>
                  <a:lnTo>
                    <a:pt x="283902" y="2889201"/>
                  </a:lnTo>
                  <a:lnTo>
                    <a:pt x="291788" y="2889201"/>
                  </a:lnTo>
                  <a:lnTo>
                    <a:pt x="299674" y="2889201"/>
                  </a:lnTo>
                  <a:lnTo>
                    <a:pt x="307561" y="2889201"/>
                  </a:lnTo>
                  <a:lnTo>
                    <a:pt x="315447" y="2889201"/>
                  </a:lnTo>
                  <a:lnTo>
                    <a:pt x="323333" y="2889201"/>
                  </a:lnTo>
                  <a:lnTo>
                    <a:pt x="331219" y="2889201"/>
                  </a:lnTo>
                  <a:lnTo>
                    <a:pt x="339105" y="2889201"/>
                  </a:lnTo>
                  <a:lnTo>
                    <a:pt x="346991" y="2889201"/>
                  </a:lnTo>
                  <a:lnTo>
                    <a:pt x="354878" y="2889201"/>
                  </a:lnTo>
                  <a:lnTo>
                    <a:pt x="362764" y="2889201"/>
                  </a:lnTo>
                  <a:lnTo>
                    <a:pt x="370650" y="2889201"/>
                  </a:lnTo>
                  <a:lnTo>
                    <a:pt x="378536" y="2889201"/>
                  </a:lnTo>
                  <a:lnTo>
                    <a:pt x="386422" y="2889201"/>
                  </a:lnTo>
                  <a:lnTo>
                    <a:pt x="394309" y="2889201"/>
                  </a:lnTo>
                  <a:lnTo>
                    <a:pt x="402195" y="2889201"/>
                  </a:lnTo>
                  <a:lnTo>
                    <a:pt x="410081" y="2889201"/>
                  </a:lnTo>
                  <a:lnTo>
                    <a:pt x="417967" y="2889201"/>
                  </a:lnTo>
                  <a:lnTo>
                    <a:pt x="425853" y="2889201"/>
                  </a:lnTo>
                  <a:lnTo>
                    <a:pt x="433739" y="2889201"/>
                  </a:lnTo>
                  <a:lnTo>
                    <a:pt x="441626" y="2889201"/>
                  </a:lnTo>
                  <a:lnTo>
                    <a:pt x="449512" y="2889201"/>
                  </a:lnTo>
                  <a:lnTo>
                    <a:pt x="457398" y="2889201"/>
                  </a:lnTo>
                  <a:lnTo>
                    <a:pt x="465284" y="2889201"/>
                  </a:lnTo>
                  <a:lnTo>
                    <a:pt x="473170" y="2889201"/>
                  </a:lnTo>
                  <a:lnTo>
                    <a:pt x="481056" y="2889201"/>
                  </a:lnTo>
                  <a:lnTo>
                    <a:pt x="488943" y="2889201"/>
                  </a:lnTo>
                  <a:lnTo>
                    <a:pt x="496829" y="2889201"/>
                  </a:lnTo>
                  <a:lnTo>
                    <a:pt x="504715" y="2889201"/>
                  </a:lnTo>
                  <a:lnTo>
                    <a:pt x="512601" y="2889201"/>
                  </a:lnTo>
                  <a:lnTo>
                    <a:pt x="520487" y="2889201"/>
                  </a:lnTo>
                  <a:lnTo>
                    <a:pt x="528374" y="2889201"/>
                  </a:lnTo>
                  <a:lnTo>
                    <a:pt x="536260" y="2889201"/>
                  </a:lnTo>
                  <a:lnTo>
                    <a:pt x="544146" y="2889201"/>
                  </a:lnTo>
                  <a:lnTo>
                    <a:pt x="552032" y="2889201"/>
                  </a:lnTo>
                  <a:lnTo>
                    <a:pt x="559918" y="2889201"/>
                  </a:lnTo>
                  <a:lnTo>
                    <a:pt x="567804" y="2889201"/>
                  </a:lnTo>
                  <a:lnTo>
                    <a:pt x="575691" y="2889201"/>
                  </a:lnTo>
                  <a:lnTo>
                    <a:pt x="583577" y="2889201"/>
                  </a:lnTo>
                  <a:lnTo>
                    <a:pt x="591463" y="2889201"/>
                  </a:lnTo>
                  <a:lnTo>
                    <a:pt x="599349" y="2889201"/>
                  </a:lnTo>
                  <a:lnTo>
                    <a:pt x="607235" y="2889201"/>
                  </a:lnTo>
                  <a:lnTo>
                    <a:pt x="615122" y="2889201"/>
                  </a:lnTo>
                  <a:lnTo>
                    <a:pt x="623008" y="2889201"/>
                  </a:lnTo>
                  <a:lnTo>
                    <a:pt x="630894" y="2889201"/>
                  </a:lnTo>
                  <a:lnTo>
                    <a:pt x="638780" y="2889201"/>
                  </a:lnTo>
                  <a:lnTo>
                    <a:pt x="646666" y="2889201"/>
                  </a:lnTo>
                  <a:lnTo>
                    <a:pt x="654552" y="2889201"/>
                  </a:lnTo>
                  <a:lnTo>
                    <a:pt x="662439" y="2889201"/>
                  </a:lnTo>
                  <a:lnTo>
                    <a:pt x="670325" y="2889201"/>
                  </a:lnTo>
                  <a:lnTo>
                    <a:pt x="678211" y="2889201"/>
                  </a:lnTo>
                  <a:lnTo>
                    <a:pt x="686097" y="2889201"/>
                  </a:lnTo>
                  <a:lnTo>
                    <a:pt x="693983" y="2889201"/>
                  </a:lnTo>
                  <a:lnTo>
                    <a:pt x="701870" y="2889201"/>
                  </a:lnTo>
                  <a:lnTo>
                    <a:pt x="709756" y="2889201"/>
                  </a:lnTo>
                  <a:lnTo>
                    <a:pt x="717642" y="2889201"/>
                  </a:lnTo>
                  <a:lnTo>
                    <a:pt x="725528" y="2889201"/>
                  </a:lnTo>
                  <a:lnTo>
                    <a:pt x="733414" y="2889201"/>
                  </a:lnTo>
                  <a:lnTo>
                    <a:pt x="741300" y="2889201"/>
                  </a:lnTo>
                  <a:lnTo>
                    <a:pt x="749187" y="2889201"/>
                  </a:lnTo>
                  <a:lnTo>
                    <a:pt x="757073" y="2889201"/>
                  </a:lnTo>
                  <a:lnTo>
                    <a:pt x="764959" y="2889201"/>
                  </a:lnTo>
                  <a:lnTo>
                    <a:pt x="772845" y="2889201"/>
                  </a:lnTo>
                  <a:lnTo>
                    <a:pt x="780731" y="2889201"/>
                  </a:lnTo>
                  <a:lnTo>
                    <a:pt x="788618" y="2889201"/>
                  </a:lnTo>
                  <a:lnTo>
                    <a:pt x="796504" y="2889201"/>
                  </a:lnTo>
                  <a:lnTo>
                    <a:pt x="804390" y="2889201"/>
                  </a:lnTo>
                  <a:lnTo>
                    <a:pt x="812276" y="2889201"/>
                  </a:lnTo>
                  <a:lnTo>
                    <a:pt x="820162" y="2889201"/>
                  </a:lnTo>
                  <a:lnTo>
                    <a:pt x="828048" y="2889201"/>
                  </a:lnTo>
                  <a:lnTo>
                    <a:pt x="835935" y="2889201"/>
                  </a:lnTo>
                  <a:lnTo>
                    <a:pt x="843821" y="2889201"/>
                  </a:lnTo>
                  <a:lnTo>
                    <a:pt x="851707" y="2889201"/>
                  </a:lnTo>
                  <a:lnTo>
                    <a:pt x="859593" y="2889201"/>
                  </a:lnTo>
                  <a:lnTo>
                    <a:pt x="867479" y="2889201"/>
                  </a:lnTo>
                  <a:lnTo>
                    <a:pt x="875366" y="2889201"/>
                  </a:lnTo>
                  <a:lnTo>
                    <a:pt x="883252" y="2889201"/>
                  </a:lnTo>
                  <a:lnTo>
                    <a:pt x="891138" y="2889201"/>
                  </a:lnTo>
                  <a:lnTo>
                    <a:pt x="899024" y="2889201"/>
                  </a:lnTo>
                  <a:lnTo>
                    <a:pt x="906910" y="2889201"/>
                  </a:lnTo>
                  <a:lnTo>
                    <a:pt x="914796" y="2889201"/>
                  </a:lnTo>
                  <a:lnTo>
                    <a:pt x="922683" y="2889201"/>
                  </a:lnTo>
                  <a:lnTo>
                    <a:pt x="930569" y="2889201"/>
                  </a:lnTo>
                  <a:lnTo>
                    <a:pt x="938455" y="2889201"/>
                  </a:lnTo>
                  <a:lnTo>
                    <a:pt x="946341" y="2889201"/>
                  </a:lnTo>
                  <a:lnTo>
                    <a:pt x="954227" y="2889201"/>
                  </a:lnTo>
                  <a:lnTo>
                    <a:pt x="962113" y="2889201"/>
                  </a:lnTo>
                  <a:lnTo>
                    <a:pt x="970000" y="2889201"/>
                  </a:lnTo>
                  <a:lnTo>
                    <a:pt x="977886" y="2889201"/>
                  </a:lnTo>
                  <a:lnTo>
                    <a:pt x="985772" y="2889201"/>
                  </a:lnTo>
                  <a:lnTo>
                    <a:pt x="993658" y="2889201"/>
                  </a:lnTo>
                  <a:lnTo>
                    <a:pt x="1001544" y="2889201"/>
                  </a:lnTo>
                  <a:lnTo>
                    <a:pt x="1009431" y="2889201"/>
                  </a:lnTo>
                  <a:lnTo>
                    <a:pt x="1017317" y="2889201"/>
                  </a:lnTo>
                  <a:lnTo>
                    <a:pt x="1025203" y="2889201"/>
                  </a:lnTo>
                  <a:lnTo>
                    <a:pt x="1033089" y="2889201"/>
                  </a:lnTo>
                  <a:lnTo>
                    <a:pt x="1040975" y="2889201"/>
                  </a:lnTo>
                  <a:lnTo>
                    <a:pt x="1048861" y="2889201"/>
                  </a:lnTo>
                  <a:lnTo>
                    <a:pt x="1056748" y="2889201"/>
                  </a:lnTo>
                  <a:lnTo>
                    <a:pt x="1064634" y="2889201"/>
                  </a:lnTo>
                  <a:lnTo>
                    <a:pt x="1072520" y="2889201"/>
                  </a:lnTo>
                  <a:lnTo>
                    <a:pt x="1080406" y="2889201"/>
                  </a:lnTo>
                  <a:lnTo>
                    <a:pt x="1088292" y="2889201"/>
                  </a:lnTo>
                  <a:lnTo>
                    <a:pt x="1096179" y="2889201"/>
                  </a:lnTo>
                  <a:lnTo>
                    <a:pt x="1104065" y="2889201"/>
                  </a:lnTo>
                  <a:lnTo>
                    <a:pt x="1111951" y="2889201"/>
                  </a:lnTo>
                  <a:lnTo>
                    <a:pt x="1119837" y="2889201"/>
                  </a:lnTo>
                  <a:lnTo>
                    <a:pt x="1127723" y="2889201"/>
                  </a:lnTo>
                  <a:lnTo>
                    <a:pt x="1135609" y="2889201"/>
                  </a:lnTo>
                  <a:lnTo>
                    <a:pt x="1143496" y="2889201"/>
                  </a:lnTo>
                  <a:lnTo>
                    <a:pt x="1151382" y="2889201"/>
                  </a:lnTo>
                  <a:lnTo>
                    <a:pt x="1159268" y="2889201"/>
                  </a:lnTo>
                  <a:lnTo>
                    <a:pt x="1167154" y="2889201"/>
                  </a:lnTo>
                  <a:lnTo>
                    <a:pt x="1175040" y="2889201"/>
                  </a:lnTo>
                  <a:lnTo>
                    <a:pt x="1182927" y="2889201"/>
                  </a:lnTo>
                  <a:lnTo>
                    <a:pt x="1190813" y="2889201"/>
                  </a:lnTo>
                  <a:lnTo>
                    <a:pt x="1198699" y="2889201"/>
                  </a:lnTo>
                  <a:lnTo>
                    <a:pt x="1206585" y="2889201"/>
                  </a:lnTo>
                  <a:lnTo>
                    <a:pt x="1214471" y="2889201"/>
                  </a:lnTo>
                  <a:lnTo>
                    <a:pt x="1222357" y="2889201"/>
                  </a:lnTo>
                  <a:lnTo>
                    <a:pt x="1230244" y="2889201"/>
                  </a:lnTo>
                  <a:lnTo>
                    <a:pt x="1238130" y="2889201"/>
                  </a:lnTo>
                  <a:lnTo>
                    <a:pt x="1246016" y="2889201"/>
                  </a:lnTo>
                  <a:lnTo>
                    <a:pt x="1253902" y="2889201"/>
                  </a:lnTo>
                  <a:lnTo>
                    <a:pt x="1261788" y="2889201"/>
                  </a:lnTo>
                  <a:lnTo>
                    <a:pt x="1269675" y="2889201"/>
                  </a:lnTo>
                  <a:lnTo>
                    <a:pt x="1277561" y="2889201"/>
                  </a:lnTo>
                  <a:lnTo>
                    <a:pt x="1285447" y="2889201"/>
                  </a:lnTo>
                  <a:lnTo>
                    <a:pt x="1293333" y="2889201"/>
                  </a:lnTo>
                  <a:lnTo>
                    <a:pt x="1301219" y="2889201"/>
                  </a:lnTo>
                  <a:lnTo>
                    <a:pt x="1309105" y="2889201"/>
                  </a:lnTo>
                  <a:lnTo>
                    <a:pt x="1316992" y="2889201"/>
                  </a:lnTo>
                  <a:lnTo>
                    <a:pt x="1324878" y="2889201"/>
                  </a:lnTo>
                  <a:lnTo>
                    <a:pt x="1332764" y="2889201"/>
                  </a:lnTo>
                  <a:lnTo>
                    <a:pt x="1340650" y="2889201"/>
                  </a:lnTo>
                  <a:lnTo>
                    <a:pt x="1348536" y="2889201"/>
                  </a:lnTo>
                  <a:lnTo>
                    <a:pt x="1356423" y="2889201"/>
                  </a:lnTo>
                  <a:lnTo>
                    <a:pt x="1364309" y="2889201"/>
                  </a:lnTo>
                  <a:lnTo>
                    <a:pt x="1372195" y="2889201"/>
                  </a:lnTo>
                  <a:lnTo>
                    <a:pt x="1380081" y="2889201"/>
                  </a:lnTo>
                  <a:lnTo>
                    <a:pt x="1387967" y="2889201"/>
                  </a:lnTo>
                  <a:lnTo>
                    <a:pt x="1395853" y="2889201"/>
                  </a:lnTo>
                  <a:lnTo>
                    <a:pt x="1403740" y="2889201"/>
                  </a:lnTo>
                  <a:lnTo>
                    <a:pt x="1411626" y="2889200"/>
                  </a:lnTo>
                  <a:lnTo>
                    <a:pt x="1419512" y="2889197"/>
                  </a:lnTo>
                  <a:lnTo>
                    <a:pt x="1427398" y="2889189"/>
                  </a:lnTo>
                  <a:lnTo>
                    <a:pt x="1435284" y="2889166"/>
                  </a:lnTo>
                  <a:lnTo>
                    <a:pt x="1443170" y="2889109"/>
                  </a:lnTo>
                  <a:lnTo>
                    <a:pt x="1451057" y="2888963"/>
                  </a:lnTo>
                  <a:lnTo>
                    <a:pt x="1458943" y="2888625"/>
                  </a:lnTo>
                  <a:lnTo>
                    <a:pt x="1466829" y="2887907"/>
                  </a:lnTo>
                  <a:lnTo>
                    <a:pt x="1474715" y="2886494"/>
                  </a:lnTo>
                  <a:lnTo>
                    <a:pt x="1482601" y="2883927"/>
                  </a:lnTo>
                  <a:lnTo>
                    <a:pt x="1490488" y="2879613"/>
                  </a:lnTo>
                  <a:lnTo>
                    <a:pt x="1498374" y="2872916"/>
                  </a:lnTo>
                  <a:lnTo>
                    <a:pt x="1506260" y="2863317"/>
                  </a:lnTo>
                  <a:lnTo>
                    <a:pt x="1514146" y="2850652"/>
                  </a:lnTo>
                  <a:lnTo>
                    <a:pt x="1522032" y="2835337"/>
                  </a:lnTo>
                  <a:lnTo>
                    <a:pt x="1529918" y="2818512"/>
                  </a:lnTo>
                  <a:lnTo>
                    <a:pt x="1537805" y="2801997"/>
                  </a:lnTo>
                  <a:lnTo>
                    <a:pt x="1545691" y="2788019"/>
                  </a:lnTo>
                  <a:lnTo>
                    <a:pt x="1553577" y="2778750"/>
                  </a:lnTo>
                  <a:lnTo>
                    <a:pt x="1561463" y="2775775"/>
                  </a:lnTo>
                  <a:lnTo>
                    <a:pt x="1569349" y="2779657"/>
                  </a:lnTo>
                  <a:lnTo>
                    <a:pt x="1577236" y="2789766"/>
                  </a:lnTo>
                  <a:lnTo>
                    <a:pt x="1585122" y="2804440"/>
                  </a:lnTo>
                  <a:lnTo>
                    <a:pt x="1593008" y="2821414"/>
                  </a:lnTo>
                  <a:lnTo>
                    <a:pt x="1600894" y="2838208"/>
                  </a:lnTo>
                  <a:lnTo>
                    <a:pt x="1608780" y="2853101"/>
                  </a:lnTo>
                  <a:lnTo>
                    <a:pt x="1616666" y="2865158"/>
                  </a:lnTo>
                  <a:lnTo>
                    <a:pt x="1624553" y="2874145"/>
                  </a:lnTo>
                  <a:lnTo>
                    <a:pt x="1632439" y="2880345"/>
                  </a:lnTo>
                  <a:lnTo>
                    <a:pt x="1640325" y="2884314"/>
                  </a:lnTo>
                  <a:lnTo>
                    <a:pt x="1648211" y="2886674"/>
                  </a:lnTo>
                  <a:lnTo>
                    <a:pt x="1656097" y="2887979"/>
                  </a:lnTo>
                  <a:lnTo>
                    <a:pt x="1663984" y="2888649"/>
                  </a:lnTo>
                  <a:lnTo>
                    <a:pt x="1671870" y="2888969"/>
                  </a:lnTo>
                  <a:lnTo>
                    <a:pt x="1679756" y="2889110"/>
                  </a:lnTo>
                  <a:lnTo>
                    <a:pt x="1687642" y="2889168"/>
                  </a:lnTo>
                  <a:lnTo>
                    <a:pt x="1695528" y="2889190"/>
                  </a:lnTo>
                  <a:lnTo>
                    <a:pt x="1703414" y="2889198"/>
                  </a:lnTo>
                  <a:lnTo>
                    <a:pt x="1711301" y="2889200"/>
                  </a:lnTo>
                  <a:lnTo>
                    <a:pt x="1719187" y="2889201"/>
                  </a:lnTo>
                  <a:lnTo>
                    <a:pt x="1727073" y="2889201"/>
                  </a:lnTo>
                  <a:lnTo>
                    <a:pt x="1734959" y="2889201"/>
                  </a:lnTo>
                  <a:lnTo>
                    <a:pt x="1742845" y="2889201"/>
                  </a:lnTo>
                  <a:lnTo>
                    <a:pt x="1750732" y="2889201"/>
                  </a:lnTo>
                  <a:lnTo>
                    <a:pt x="1758618" y="2889201"/>
                  </a:lnTo>
                  <a:lnTo>
                    <a:pt x="1766504" y="2889201"/>
                  </a:lnTo>
                  <a:lnTo>
                    <a:pt x="1774390" y="2889201"/>
                  </a:lnTo>
                  <a:lnTo>
                    <a:pt x="1782276" y="2889201"/>
                  </a:lnTo>
                  <a:lnTo>
                    <a:pt x="1790162" y="2889201"/>
                  </a:lnTo>
                  <a:lnTo>
                    <a:pt x="1798049" y="2889201"/>
                  </a:lnTo>
                  <a:lnTo>
                    <a:pt x="1805935" y="2889201"/>
                  </a:lnTo>
                  <a:lnTo>
                    <a:pt x="1813821" y="2889201"/>
                  </a:lnTo>
                  <a:lnTo>
                    <a:pt x="1821707" y="2889201"/>
                  </a:lnTo>
                  <a:lnTo>
                    <a:pt x="1829593" y="2889200"/>
                  </a:lnTo>
                  <a:lnTo>
                    <a:pt x="1837479" y="2889197"/>
                  </a:lnTo>
                  <a:lnTo>
                    <a:pt x="1845366" y="2889186"/>
                  </a:lnTo>
                  <a:lnTo>
                    <a:pt x="1853252" y="2889153"/>
                  </a:lnTo>
                  <a:lnTo>
                    <a:pt x="1861138" y="2889059"/>
                  </a:lnTo>
                  <a:lnTo>
                    <a:pt x="1869024" y="2888813"/>
                  </a:lnTo>
                  <a:lnTo>
                    <a:pt x="1876910" y="2888172"/>
                  </a:lnTo>
                  <a:lnTo>
                    <a:pt x="1884797" y="2886592"/>
                  </a:lnTo>
                  <a:lnTo>
                    <a:pt x="1892683" y="2883040"/>
                  </a:lnTo>
                  <a:lnTo>
                    <a:pt x="1900569" y="2875624"/>
                  </a:lnTo>
                  <a:lnTo>
                    <a:pt x="1908455" y="2861227"/>
                  </a:lnTo>
                  <a:lnTo>
                    <a:pt x="1916341" y="2835188"/>
                  </a:lnTo>
                  <a:lnTo>
                    <a:pt x="1924227" y="2791226"/>
                  </a:lnTo>
                  <a:lnTo>
                    <a:pt x="1932114" y="2721778"/>
                  </a:lnTo>
                  <a:lnTo>
                    <a:pt x="1940000" y="2618849"/>
                  </a:lnTo>
                  <a:lnTo>
                    <a:pt x="1947886" y="2475312"/>
                  </a:lnTo>
                  <a:lnTo>
                    <a:pt x="1955772" y="2286426"/>
                  </a:lnTo>
                  <a:lnTo>
                    <a:pt x="1963658" y="2051243"/>
                  </a:lnTo>
                  <a:lnTo>
                    <a:pt x="1971545" y="1773654"/>
                  </a:lnTo>
                  <a:lnTo>
                    <a:pt x="1979431" y="1462941"/>
                  </a:lnTo>
                  <a:lnTo>
                    <a:pt x="1987317" y="1133860"/>
                  </a:lnTo>
                  <a:lnTo>
                    <a:pt x="1995203" y="806243"/>
                  </a:lnTo>
                  <a:lnTo>
                    <a:pt x="2003089" y="503911"/>
                  </a:lnTo>
                  <a:lnTo>
                    <a:pt x="2010975" y="252479"/>
                  </a:lnTo>
                  <a:lnTo>
                    <a:pt x="2018862" y="78631"/>
                  </a:lnTo>
                  <a:lnTo>
                    <a:pt x="2026748" y="0"/>
                  </a:lnTo>
                  <a:lnTo>
                    <a:pt x="2034634" y="17557"/>
                  </a:lnTo>
                  <a:lnTo>
                    <a:pt x="2042520" y="121331"/>
                  </a:lnTo>
                  <a:lnTo>
                    <a:pt x="2050406" y="290412"/>
                  </a:lnTo>
                  <a:lnTo>
                    <a:pt x="2058293" y="498362"/>
                  </a:lnTo>
                  <a:lnTo>
                    <a:pt x="2066179" y="719771"/>
                  </a:lnTo>
                  <a:lnTo>
                    <a:pt x="2074065" y="935635"/>
                  </a:lnTo>
                  <a:lnTo>
                    <a:pt x="2081951" y="1135947"/>
                  </a:lnTo>
                  <a:lnTo>
                    <a:pt x="2089837" y="1319127"/>
                  </a:lnTo>
                  <a:lnTo>
                    <a:pt x="2097723" y="1489157"/>
                  </a:lnTo>
                  <a:lnTo>
                    <a:pt x="2105610" y="1651902"/>
                  </a:lnTo>
                  <a:lnTo>
                    <a:pt x="2113496" y="1812021"/>
                  </a:lnTo>
                  <a:lnTo>
                    <a:pt x="2121382" y="1971232"/>
                  </a:lnTo>
                  <a:lnTo>
                    <a:pt x="2129268" y="2128035"/>
                  </a:lnTo>
                  <a:lnTo>
                    <a:pt x="2137154" y="2278490"/>
                  </a:lnTo>
                  <a:lnTo>
                    <a:pt x="2145041" y="2417503"/>
                  </a:lnTo>
                  <a:lnTo>
                    <a:pt x="2152927" y="2540184"/>
                  </a:lnTo>
                  <a:lnTo>
                    <a:pt x="2160813" y="2642379"/>
                  </a:lnTo>
                  <a:lnTo>
                    <a:pt x="2168699" y="2722461"/>
                  </a:lnTo>
                  <a:lnTo>
                    <a:pt x="2176585" y="2782130"/>
                  </a:lnTo>
                  <a:lnTo>
                    <a:pt x="2184471" y="2824025"/>
                  </a:lnTo>
                  <a:lnTo>
                    <a:pt x="2192358" y="2851690"/>
                  </a:lnTo>
                  <a:lnTo>
                    <a:pt x="2200244" y="2868840"/>
                  </a:lnTo>
                  <a:lnTo>
                    <a:pt x="2208130" y="2878802"/>
                  </a:lnTo>
                  <a:lnTo>
                    <a:pt x="2216016" y="2884216"/>
                  </a:lnTo>
                  <a:lnTo>
                    <a:pt x="2223902" y="2886963"/>
                  </a:lnTo>
                  <a:lnTo>
                    <a:pt x="2231789" y="2888262"/>
                  </a:lnTo>
                  <a:lnTo>
                    <a:pt x="2239675" y="2888834"/>
                  </a:lnTo>
                  <a:lnTo>
                    <a:pt x="2247561" y="2889067"/>
                  </a:lnTo>
                  <a:lnTo>
                    <a:pt x="2255447" y="2889156"/>
                  </a:lnTo>
                  <a:lnTo>
                    <a:pt x="2263333" y="2889187"/>
                  </a:lnTo>
                  <a:lnTo>
                    <a:pt x="2271219" y="2889197"/>
                  </a:lnTo>
                  <a:lnTo>
                    <a:pt x="2279106" y="2889200"/>
                  </a:lnTo>
                  <a:lnTo>
                    <a:pt x="2286992" y="2889201"/>
                  </a:lnTo>
                  <a:lnTo>
                    <a:pt x="2294878" y="2889201"/>
                  </a:lnTo>
                  <a:lnTo>
                    <a:pt x="2302764" y="2889201"/>
                  </a:lnTo>
                  <a:lnTo>
                    <a:pt x="2310650" y="2889201"/>
                  </a:lnTo>
                  <a:lnTo>
                    <a:pt x="2318536" y="2889201"/>
                  </a:lnTo>
                  <a:lnTo>
                    <a:pt x="2326423" y="2889201"/>
                  </a:lnTo>
                  <a:lnTo>
                    <a:pt x="2334309" y="2889201"/>
                  </a:lnTo>
                  <a:lnTo>
                    <a:pt x="2342195" y="2889201"/>
                  </a:lnTo>
                  <a:lnTo>
                    <a:pt x="2350081" y="2889201"/>
                  </a:lnTo>
                  <a:lnTo>
                    <a:pt x="2357967" y="2889201"/>
                  </a:lnTo>
                  <a:lnTo>
                    <a:pt x="2365854" y="2889201"/>
                  </a:lnTo>
                  <a:lnTo>
                    <a:pt x="2373740" y="2889201"/>
                  </a:lnTo>
                  <a:lnTo>
                    <a:pt x="2381626" y="2889201"/>
                  </a:lnTo>
                  <a:lnTo>
                    <a:pt x="2389512" y="2889201"/>
                  </a:lnTo>
                  <a:lnTo>
                    <a:pt x="2397398" y="2889201"/>
                  </a:lnTo>
                  <a:lnTo>
                    <a:pt x="2405284" y="2889201"/>
                  </a:lnTo>
                  <a:lnTo>
                    <a:pt x="2413171" y="2889201"/>
                  </a:lnTo>
                  <a:lnTo>
                    <a:pt x="2421057" y="2889201"/>
                  </a:lnTo>
                  <a:lnTo>
                    <a:pt x="2428943" y="2889201"/>
                  </a:lnTo>
                  <a:lnTo>
                    <a:pt x="2436829" y="2889201"/>
                  </a:lnTo>
                  <a:lnTo>
                    <a:pt x="2444715" y="2889201"/>
                  </a:lnTo>
                  <a:lnTo>
                    <a:pt x="2452602" y="2889201"/>
                  </a:lnTo>
                  <a:lnTo>
                    <a:pt x="2460488" y="2889201"/>
                  </a:lnTo>
                  <a:lnTo>
                    <a:pt x="2468374" y="2889201"/>
                  </a:lnTo>
                  <a:lnTo>
                    <a:pt x="2476260" y="2889201"/>
                  </a:lnTo>
                  <a:lnTo>
                    <a:pt x="2484146" y="2889201"/>
                  </a:lnTo>
                  <a:lnTo>
                    <a:pt x="2492032" y="2889201"/>
                  </a:lnTo>
                  <a:lnTo>
                    <a:pt x="2499919" y="2889201"/>
                  </a:lnTo>
                  <a:lnTo>
                    <a:pt x="2507805" y="2889201"/>
                  </a:lnTo>
                  <a:lnTo>
                    <a:pt x="2515691" y="2889201"/>
                  </a:lnTo>
                  <a:lnTo>
                    <a:pt x="2523577" y="2889201"/>
                  </a:lnTo>
                  <a:lnTo>
                    <a:pt x="2531463" y="2889201"/>
                  </a:lnTo>
                  <a:lnTo>
                    <a:pt x="2539350" y="2889201"/>
                  </a:lnTo>
                  <a:lnTo>
                    <a:pt x="2547236" y="2889201"/>
                  </a:lnTo>
                  <a:lnTo>
                    <a:pt x="2555122" y="2889201"/>
                  </a:lnTo>
                  <a:lnTo>
                    <a:pt x="2563008" y="2889201"/>
                  </a:lnTo>
                  <a:lnTo>
                    <a:pt x="2570894" y="2889201"/>
                  </a:lnTo>
                  <a:lnTo>
                    <a:pt x="2578780" y="2889201"/>
                  </a:lnTo>
                  <a:lnTo>
                    <a:pt x="2586667" y="2889201"/>
                  </a:lnTo>
                  <a:lnTo>
                    <a:pt x="2594553" y="2889201"/>
                  </a:lnTo>
                  <a:lnTo>
                    <a:pt x="2602439" y="2889201"/>
                  </a:lnTo>
                  <a:lnTo>
                    <a:pt x="2610325" y="2889201"/>
                  </a:lnTo>
                  <a:lnTo>
                    <a:pt x="2618211" y="2889201"/>
                  </a:lnTo>
                  <a:lnTo>
                    <a:pt x="2626098" y="2889201"/>
                  </a:lnTo>
                  <a:lnTo>
                    <a:pt x="2633984" y="2889201"/>
                  </a:lnTo>
                  <a:lnTo>
                    <a:pt x="2641870" y="2889201"/>
                  </a:lnTo>
                  <a:lnTo>
                    <a:pt x="2649756" y="2889201"/>
                  </a:lnTo>
                  <a:lnTo>
                    <a:pt x="2657642" y="2889201"/>
                  </a:lnTo>
                  <a:lnTo>
                    <a:pt x="2665528" y="2889201"/>
                  </a:lnTo>
                  <a:lnTo>
                    <a:pt x="2673415" y="2889201"/>
                  </a:lnTo>
                  <a:lnTo>
                    <a:pt x="2681301" y="2889201"/>
                  </a:lnTo>
                  <a:lnTo>
                    <a:pt x="2689187" y="2889201"/>
                  </a:lnTo>
                  <a:lnTo>
                    <a:pt x="2697073" y="2889201"/>
                  </a:lnTo>
                  <a:lnTo>
                    <a:pt x="2704959" y="2889201"/>
                  </a:lnTo>
                  <a:lnTo>
                    <a:pt x="2712846" y="2889201"/>
                  </a:lnTo>
                  <a:lnTo>
                    <a:pt x="2720732" y="2889201"/>
                  </a:lnTo>
                  <a:lnTo>
                    <a:pt x="2728618" y="2889201"/>
                  </a:lnTo>
                  <a:lnTo>
                    <a:pt x="2736504" y="2889201"/>
                  </a:lnTo>
                  <a:lnTo>
                    <a:pt x="2744390" y="2889201"/>
                  </a:lnTo>
                  <a:lnTo>
                    <a:pt x="2752276" y="2889201"/>
                  </a:lnTo>
                  <a:lnTo>
                    <a:pt x="2760163" y="2889201"/>
                  </a:lnTo>
                  <a:lnTo>
                    <a:pt x="2768049" y="2889201"/>
                  </a:lnTo>
                  <a:lnTo>
                    <a:pt x="2775935" y="2889201"/>
                  </a:lnTo>
                  <a:lnTo>
                    <a:pt x="2783821" y="2889201"/>
                  </a:lnTo>
                  <a:lnTo>
                    <a:pt x="2791707" y="2889201"/>
                  </a:lnTo>
                  <a:lnTo>
                    <a:pt x="2799593" y="2889201"/>
                  </a:lnTo>
                  <a:lnTo>
                    <a:pt x="2807480" y="2889201"/>
                  </a:lnTo>
                  <a:lnTo>
                    <a:pt x="2815366" y="2889201"/>
                  </a:lnTo>
                  <a:lnTo>
                    <a:pt x="2823252" y="2889201"/>
                  </a:lnTo>
                  <a:lnTo>
                    <a:pt x="2831138" y="2889201"/>
                  </a:lnTo>
                  <a:lnTo>
                    <a:pt x="2839024" y="2889201"/>
                  </a:lnTo>
                  <a:lnTo>
                    <a:pt x="2846911" y="2889201"/>
                  </a:lnTo>
                  <a:lnTo>
                    <a:pt x="2854797" y="2889201"/>
                  </a:lnTo>
                  <a:lnTo>
                    <a:pt x="2862683" y="2889201"/>
                  </a:lnTo>
                  <a:lnTo>
                    <a:pt x="2870569" y="2889201"/>
                  </a:lnTo>
                  <a:lnTo>
                    <a:pt x="2878455" y="2889201"/>
                  </a:lnTo>
                  <a:lnTo>
                    <a:pt x="2886341" y="2889201"/>
                  </a:lnTo>
                  <a:lnTo>
                    <a:pt x="2894228" y="2889201"/>
                  </a:lnTo>
                  <a:lnTo>
                    <a:pt x="2902114" y="2889201"/>
                  </a:lnTo>
                  <a:lnTo>
                    <a:pt x="2910000" y="2889201"/>
                  </a:lnTo>
                  <a:lnTo>
                    <a:pt x="2917886" y="2889201"/>
                  </a:lnTo>
                  <a:lnTo>
                    <a:pt x="2925772" y="2889201"/>
                  </a:lnTo>
                  <a:lnTo>
                    <a:pt x="2933659" y="2889201"/>
                  </a:lnTo>
                  <a:lnTo>
                    <a:pt x="2941545" y="2889201"/>
                  </a:lnTo>
                  <a:lnTo>
                    <a:pt x="2949431" y="2889201"/>
                  </a:lnTo>
                  <a:lnTo>
                    <a:pt x="2957317" y="2889201"/>
                  </a:lnTo>
                  <a:lnTo>
                    <a:pt x="2965203" y="2889201"/>
                  </a:lnTo>
                  <a:lnTo>
                    <a:pt x="2973089" y="2889201"/>
                  </a:lnTo>
                  <a:lnTo>
                    <a:pt x="2980976" y="2889201"/>
                  </a:lnTo>
                  <a:lnTo>
                    <a:pt x="2988862" y="2889201"/>
                  </a:lnTo>
                  <a:lnTo>
                    <a:pt x="2996748" y="2889201"/>
                  </a:lnTo>
                  <a:lnTo>
                    <a:pt x="3004634" y="2889201"/>
                  </a:lnTo>
                  <a:lnTo>
                    <a:pt x="3012520" y="2889201"/>
                  </a:lnTo>
                  <a:lnTo>
                    <a:pt x="3020407" y="2889201"/>
                  </a:lnTo>
                  <a:lnTo>
                    <a:pt x="3028293" y="2889201"/>
                  </a:lnTo>
                  <a:lnTo>
                    <a:pt x="3036179" y="2889201"/>
                  </a:lnTo>
                  <a:lnTo>
                    <a:pt x="3044065" y="2889201"/>
                  </a:lnTo>
                  <a:lnTo>
                    <a:pt x="3051951" y="2889201"/>
                  </a:lnTo>
                  <a:lnTo>
                    <a:pt x="3059837" y="2889201"/>
                  </a:lnTo>
                  <a:lnTo>
                    <a:pt x="3067724" y="2889201"/>
                  </a:lnTo>
                  <a:lnTo>
                    <a:pt x="3075610" y="2889201"/>
                  </a:lnTo>
                  <a:lnTo>
                    <a:pt x="3083496" y="2889201"/>
                  </a:lnTo>
                  <a:lnTo>
                    <a:pt x="3091382" y="2889201"/>
                  </a:lnTo>
                  <a:lnTo>
                    <a:pt x="3099268" y="2889201"/>
                  </a:lnTo>
                  <a:lnTo>
                    <a:pt x="3107155" y="2889201"/>
                  </a:lnTo>
                  <a:lnTo>
                    <a:pt x="3115041" y="2889201"/>
                  </a:lnTo>
                  <a:lnTo>
                    <a:pt x="3122927" y="2889201"/>
                  </a:lnTo>
                  <a:lnTo>
                    <a:pt x="3130813" y="2889201"/>
                  </a:lnTo>
                  <a:lnTo>
                    <a:pt x="3138699" y="2889201"/>
                  </a:lnTo>
                  <a:lnTo>
                    <a:pt x="3146585" y="2889201"/>
                  </a:lnTo>
                  <a:lnTo>
                    <a:pt x="3154472" y="2889201"/>
                  </a:lnTo>
                  <a:lnTo>
                    <a:pt x="3162358" y="2889201"/>
                  </a:lnTo>
                  <a:lnTo>
                    <a:pt x="3170244" y="2889201"/>
                  </a:lnTo>
                  <a:lnTo>
                    <a:pt x="3178130" y="2889201"/>
                  </a:lnTo>
                  <a:lnTo>
                    <a:pt x="3186016" y="2889201"/>
                  </a:lnTo>
                  <a:lnTo>
                    <a:pt x="3193903" y="2889201"/>
                  </a:lnTo>
                  <a:lnTo>
                    <a:pt x="3201789" y="2889201"/>
                  </a:lnTo>
                  <a:lnTo>
                    <a:pt x="3209675" y="2889201"/>
                  </a:lnTo>
                  <a:lnTo>
                    <a:pt x="3217561" y="2889201"/>
                  </a:lnTo>
                  <a:lnTo>
                    <a:pt x="3225447" y="2889201"/>
                  </a:lnTo>
                  <a:lnTo>
                    <a:pt x="3233333" y="2889201"/>
                  </a:lnTo>
                  <a:lnTo>
                    <a:pt x="3241220" y="2889201"/>
                  </a:lnTo>
                  <a:lnTo>
                    <a:pt x="3249106" y="2889201"/>
                  </a:lnTo>
                  <a:lnTo>
                    <a:pt x="3256992" y="2889201"/>
                  </a:lnTo>
                  <a:lnTo>
                    <a:pt x="3264878" y="2889201"/>
                  </a:lnTo>
                  <a:lnTo>
                    <a:pt x="3272764" y="2889201"/>
                  </a:lnTo>
                  <a:lnTo>
                    <a:pt x="3280650" y="2889201"/>
                  </a:lnTo>
                  <a:lnTo>
                    <a:pt x="3288537" y="2889201"/>
                  </a:lnTo>
                  <a:lnTo>
                    <a:pt x="3296423" y="2889201"/>
                  </a:lnTo>
                  <a:lnTo>
                    <a:pt x="3304309" y="2889201"/>
                  </a:lnTo>
                  <a:lnTo>
                    <a:pt x="3312195" y="2889201"/>
                  </a:lnTo>
                  <a:lnTo>
                    <a:pt x="3320081" y="2889201"/>
                  </a:lnTo>
                  <a:lnTo>
                    <a:pt x="3327968" y="2889201"/>
                  </a:lnTo>
                  <a:lnTo>
                    <a:pt x="3335854" y="2889201"/>
                  </a:lnTo>
                  <a:lnTo>
                    <a:pt x="3343740" y="2889201"/>
                  </a:lnTo>
                  <a:lnTo>
                    <a:pt x="3351626" y="2889201"/>
                  </a:lnTo>
                  <a:lnTo>
                    <a:pt x="3359512" y="2889201"/>
                  </a:lnTo>
                  <a:lnTo>
                    <a:pt x="3367398" y="2889201"/>
                  </a:lnTo>
                  <a:lnTo>
                    <a:pt x="3375285" y="2889201"/>
                  </a:lnTo>
                  <a:lnTo>
                    <a:pt x="3383171" y="2889201"/>
                  </a:lnTo>
                  <a:lnTo>
                    <a:pt x="3391057" y="2889201"/>
                  </a:lnTo>
                  <a:lnTo>
                    <a:pt x="3398943" y="2889201"/>
                  </a:lnTo>
                  <a:lnTo>
                    <a:pt x="3406829" y="2889201"/>
                  </a:lnTo>
                  <a:lnTo>
                    <a:pt x="3414716" y="2889201"/>
                  </a:lnTo>
                  <a:lnTo>
                    <a:pt x="3422602" y="2889201"/>
                  </a:lnTo>
                  <a:lnTo>
                    <a:pt x="3430488" y="2889201"/>
                  </a:lnTo>
                  <a:lnTo>
                    <a:pt x="3438374" y="2889201"/>
                  </a:lnTo>
                  <a:lnTo>
                    <a:pt x="3446260" y="2889201"/>
                  </a:lnTo>
                  <a:lnTo>
                    <a:pt x="3454146" y="2889201"/>
                  </a:lnTo>
                  <a:lnTo>
                    <a:pt x="3462033" y="2889201"/>
                  </a:lnTo>
                  <a:lnTo>
                    <a:pt x="3469919" y="2889201"/>
                  </a:lnTo>
                  <a:lnTo>
                    <a:pt x="3477805" y="2889201"/>
                  </a:lnTo>
                  <a:lnTo>
                    <a:pt x="3485691" y="2889201"/>
                  </a:lnTo>
                  <a:lnTo>
                    <a:pt x="3493577" y="2889201"/>
                  </a:lnTo>
                  <a:lnTo>
                    <a:pt x="3501464" y="2889201"/>
                  </a:lnTo>
                  <a:lnTo>
                    <a:pt x="3509350" y="2889201"/>
                  </a:lnTo>
                  <a:lnTo>
                    <a:pt x="3517236" y="2889201"/>
                  </a:lnTo>
                  <a:lnTo>
                    <a:pt x="3525122" y="2889201"/>
                  </a:lnTo>
                  <a:lnTo>
                    <a:pt x="3533008" y="2889201"/>
                  </a:lnTo>
                  <a:lnTo>
                    <a:pt x="3540894" y="2889201"/>
                  </a:lnTo>
                  <a:lnTo>
                    <a:pt x="3548781" y="2889201"/>
                  </a:lnTo>
                  <a:lnTo>
                    <a:pt x="3556667" y="2889201"/>
                  </a:lnTo>
                  <a:lnTo>
                    <a:pt x="3564553" y="2889201"/>
                  </a:lnTo>
                  <a:lnTo>
                    <a:pt x="3572439" y="2889201"/>
                  </a:lnTo>
                  <a:lnTo>
                    <a:pt x="3580325" y="2889201"/>
                  </a:lnTo>
                  <a:lnTo>
                    <a:pt x="3588212" y="2889201"/>
                  </a:lnTo>
                  <a:lnTo>
                    <a:pt x="3596098" y="2889201"/>
                  </a:lnTo>
                  <a:lnTo>
                    <a:pt x="3603984" y="2889201"/>
                  </a:lnTo>
                  <a:lnTo>
                    <a:pt x="3611870" y="2889201"/>
                  </a:lnTo>
                  <a:lnTo>
                    <a:pt x="3619756" y="2889201"/>
                  </a:lnTo>
                  <a:lnTo>
                    <a:pt x="3627642" y="2889201"/>
                  </a:lnTo>
                  <a:lnTo>
                    <a:pt x="3635529" y="2889201"/>
                  </a:lnTo>
                  <a:lnTo>
                    <a:pt x="3643415" y="2889201"/>
                  </a:lnTo>
                  <a:lnTo>
                    <a:pt x="3651301" y="2889201"/>
                  </a:lnTo>
                  <a:lnTo>
                    <a:pt x="3659187" y="2889201"/>
                  </a:lnTo>
                  <a:lnTo>
                    <a:pt x="3667073" y="2889201"/>
                  </a:lnTo>
                  <a:lnTo>
                    <a:pt x="3674959" y="2889201"/>
                  </a:lnTo>
                  <a:lnTo>
                    <a:pt x="3682846" y="2889201"/>
                  </a:lnTo>
                  <a:lnTo>
                    <a:pt x="3690732" y="2889201"/>
                  </a:lnTo>
                  <a:lnTo>
                    <a:pt x="3698618" y="2889201"/>
                  </a:lnTo>
                  <a:lnTo>
                    <a:pt x="3706504" y="2889201"/>
                  </a:lnTo>
                  <a:lnTo>
                    <a:pt x="3714390" y="2889201"/>
                  </a:lnTo>
                  <a:lnTo>
                    <a:pt x="3722277" y="2889201"/>
                  </a:lnTo>
                  <a:lnTo>
                    <a:pt x="3730163" y="2889201"/>
                  </a:lnTo>
                  <a:lnTo>
                    <a:pt x="3738049" y="2889201"/>
                  </a:lnTo>
                  <a:lnTo>
                    <a:pt x="3745935" y="2889201"/>
                  </a:lnTo>
                  <a:lnTo>
                    <a:pt x="3753821" y="2889201"/>
                  </a:lnTo>
                  <a:lnTo>
                    <a:pt x="3761707" y="2889201"/>
                  </a:lnTo>
                  <a:lnTo>
                    <a:pt x="3769594" y="2889201"/>
                  </a:lnTo>
                  <a:lnTo>
                    <a:pt x="3777480" y="2889201"/>
                  </a:lnTo>
                  <a:lnTo>
                    <a:pt x="3785366" y="2889201"/>
                  </a:lnTo>
                  <a:lnTo>
                    <a:pt x="3793252" y="2889201"/>
                  </a:lnTo>
                  <a:lnTo>
                    <a:pt x="3801138" y="2889201"/>
                  </a:lnTo>
                  <a:lnTo>
                    <a:pt x="3809025" y="2889201"/>
                  </a:lnTo>
                  <a:lnTo>
                    <a:pt x="3816911" y="2889201"/>
                  </a:lnTo>
                  <a:lnTo>
                    <a:pt x="3824797" y="2889201"/>
                  </a:lnTo>
                  <a:lnTo>
                    <a:pt x="3832683" y="2889201"/>
                  </a:lnTo>
                  <a:lnTo>
                    <a:pt x="3840569" y="2889201"/>
                  </a:lnTo>
                  <a:lnTo>
                    <a:pt x="3848455" y="2889201"/>
                  </a:lnTo>
                  <a:lnTo>
                    <a:pt x="3856342" y="2889201"/>
                  </a:lnTo>
                  <a:lnTo>
                    <a:pt x="3864228" y="2889201"/>
                  </a:lnTo>
                  <a:lnTo>
                    <a:pt x="3872114" y="2889201"/>
                  </a:lnTo>
                  <a:lnTo>
                    <a:pt x="3880000" y="2889201"/>
                  </a:lnTo>
                  <a:lnTo>
                    <a:pt x="3887886" y="2889201"/>
                  </a:lnTo>
                  <a:lnTo>
                    <a:pt x="3895773" y="2889201"/>
                  </a:lnTo>
                  <a:lnTo>
                    <a:pt x="3903659" y="2889201"/>
                  </a:lnTo>
                  <a:lnTo>
                    <a:pt x="3911545" y="2889201"/>
                  </a:lnTo>
                  <a:lnTo>
                    <a:pt x="3919431" y="2889201"/>
                  </a:lnTo>
                  <a:lnTo>
                    <a:pt x="3927317" y="2889201"/>
                  </a:lnTo>
                  <a:lnTo>
                    <a:pt x="3935203" y="2889201"/>
                  </a:lnTo>
                  <a:lnTo>
                    <a:pt x="3943090" y="2889201"/>
                  </a:lnTo>
                  <a:lnTo>
                    <a:pt x="3950976" y="2889201"/>
                  </a:lnTo>
                  <a:lnTo>
                    <a:pt x="3958862" y="2889201"/>
                  </a:lnTo>
                  <a:lnTo>
                    <a:pt x="3966748" y="2889201"/>
                  </a:lnTo>
                  <a:lnTo>
                    <a:pt x="3974634" y="2889201"/>
                  </a:lnTo>
                  <a:lnTo>
                    <a:pt x="3982521" y="2889201"/>
                  </a:lnTo>
                  <a:lnTo>
                    <a:pt x="3990407" y="2889201"/>
                  </a:lnTo>
                  <a:lnTo>
                    <a:pt x="3998293" y="2889201"/>
                  </a:lnTo>
                  <a:lnTo>
                    <a:pt x="4006179" y="2889201"/>
                  </a:lnTo>
                  <a:lnTo>
                    <a:pt x="4014065" y="2889201"/>
                  </a:lnTo>
                  <a:lnTo>
                    <a:pt x="4021951" y="2889201"/>
                  </a:lnTo>
                  <a:lnTo>
                    <a:pt x="4029838" y="2889201"/>
                  </a:lnTo>
                  <a:lnTo>
                    <a:pt x="4021951" y="2889201"/>
                  </a:lnTo>
                  <a:lnTo>
                    <a:pt x="4014065" y="2889201"/>
                  </a:lnTo>
                  <a:lnTo>
                    <a:pt x="4006179" y="2889201"/>
                  </a:lnTo>
                  <a:lnTo>
                    <a:pt x="3998293" y="2889201"/>
                  </a:lnTo>
                  <a:lnTo>
                    <a:pt x="3990407" y="2889201"/>
                  </a:lnTo>
                  <a:lnTo>
                    <a:pt x="3982521" y="2889201"/>
                  </a:lnTo>
                  <a:lnTo>
                    <a:pt x="3974634" y="2889201"/>
                  </a:lnTo>
                  <a:lnTo>
                    <a:pt x="3966748" y="2889201"/>
                  </a:lnTo>
                  <a:lnTo>
                    <a:pt x="3958862" y="2889201"/>
                  </a:lnTo>
                  <a:lnTo>
                    <a:pt x="3950976" y="2889201"/>
                  </a:lnTo>
                  <a:lnTo>
                    <a:pt x="3943090" y="2889201"/>
                  </a:lnTo>
                  <a:lnTo>
                    <a:pt x="3935203" y="2889201"/>
                  </a:lnTo>
                  <a:lnTo>
                    <a:pt x="3927317" y="2889201"/>
                  </a:lnTo>
                  <a:lnTo>
                    <a:pt x="3919431" y="2889201"/>
                  </a:lnTo>
                  <a:lnTo>
                    <a:pt x="3911545" y="2889201"/>
                  </a:lnTo>
                  <a:lnTo>
                    <a:pt x="3903659" y="2889201"/>
                  </a:lnTo>
                  <a:lnTo>
                    <a:pt x="3895773" y="2889201"/>
                  </a:lnTo>
                  <a:lnTo>
                    <a:pt x="3887886" y="2889201"/>
                  </a:lnTo>
                  <a:lnTo>
                    <a:pt x="3880000" y="2889201"/>
                  </a:lnTo>
                  <a:lnTo>
                    <a:pt x="3872114" y="2889201"/>
                  </a:lnTo>
                  <a:lnTo>
                    <a:pt x="3864228" y="2889201"/>
                  </a:lnTo>
                  <a:lnTo>
                    <a:pt x="3856342" y="2889201"/>
                  </a:lnTo>
                  <a:lnTo>
                    <a:pt x="3848455" y="2889201"/>
                  </a:lnTo>
                  <a:lnTo>
                    <a:pt x="3840569" y="2889201"/>
                  </a:lnTo>
                  <a:lnTo>
                    <a:pt x="3832683" y="2889201"/>
                  </a:lnTo>
                  <a:lnTo>
                    <a:pt x="3824797" y="2889201"/>
                  </a:lnTo>
                  <a:lnTo>
                    <a:pt x="3816911" y="2889201"/>
                  </a:lnTo>
                  <a:lnTo>
                    <a:pt x="3809025" y="2889201"/>
                  </a:lnTo>
                  <a:lnTo>
                    <a:pt x="3801138" y="2889201"/>
                  </a:lnTo>
                  <a:lnTo>
                    <a:pt x="3793252" y="2889201"/>
                  </a:lnTo>
                  <a:lnTo>
                    <a:pt x="3785366" y="2889201"/>
                  </a:lnTo>
                  <a:lnTo>
                    <a:pt x="3777480" y="2889201"/>
                  </a:lnTo>
                  <a:lnTo>
                    <a:pt x="3769594" y="2889201"/>
                  </a:lnTo>
                  <a:lnTo>
                    <a:pt x="3761707" y="2889201"/>
                  </a:lnTo>
                  <a:lnTo>
                    <a:pt x="3753821" y="2889201"/>
                  </a:lnTo>
                  <a:lnTo>
                    <a:pt x="3745935" y="2889201"/>
                  </a:lnTo>
                  <a:lnTo>
                    <a:pt x="3738049" y="2889201"/>
                  </a:lnTo>
                  <a:lnTo>
                    <a:pt x="3730163" y="2889201"/>
                  </a:lnTo>
                  <a:lnTo>
                    <a:pt x="3722277" y="2889201"/>
                  </a:lnTo>
                  <a:lnTo>
                    <a:pt x="3714390" y="2889201"/>
                  </a:lnTo>
                  <a:lnTo>
                    <a:pt x="3706504" y="2889201"/>
                  </a:lnTo>
                  <a:lnTo>
                    <a:pt x="3698618" y="2889201"/>
                  </a:lnTo>
                  <a:lnTo>
                    <a:pt x="3690732" y="2889201"/>
                  </a:lnTo>
                  <a:lnTo>
                    <a:pt x="3682846" y="2889201"/>
                  </a:lnTo>
                  <a:lnTo>
                    <a:pt x="3674959" y="2889201"/>
                  </a:lnTo>
                  <a:lnTo>
                    <a:pt x="3667073" y="2889201"/>
                  </a:lnTo>
                  <a:lnTo>
                    <a:pt x="3659187" y="2889201"/>
                  </a:lnTo>
                  <a:lnTo>
                    <a:pt x="3651301" y="2889201"/>
                  </a:lnTo>
                  <a:lnTo>
                    <a:pt x="3643415" y="2889201"/>
                  </a:lnTo>
                  <a:lnTo>
                    <a:pt x="3635529" y="2889201"/>
                  </a:lnTo>
                  <a:lnTo>
                    <a:pt x="3627642" y="2889201"/>
                  </a:lnTo>
                  <a:lnTo>
                    <a:pt x="3619756" y="2889201"/>
                  </a:lnTo>
                  <a:lnTo>
                    <a:pt x="3611870" y="2889201"/>
                  </a:lnTo>
                  <a:lnTo>
                    <a:pt x="3603984" y="2889201"/>
                  </a:lnTo>
                  <a:lnTo>
                    <a:pt x="3596098" y="2889201"/>
                  </a:lnTo>
                  <a:lnTo>
                    <a:pt x="3588212" y="2889201"/>
                  </a:lnTo>
                  <a:lnTo>
                    <a:pt x="3580325" y="2889201"/>
                  </a:lnTo>
                  <a:lnTo>
                    <a:pt x="3572439" y="2889201"/>
                  </a:lnTo>
                  <a:lnTo>
                    <a:pt x="3564553" y="2889201"/>
                  </a:lnTo>
                  <a:lnTo>
                    <a:pt x="3556667" y="2889201"/>
                  </a:lnTo>
                  <a:lnTo>
                    <a:pt x="3548781" y="2889201"/>
                  </a:lnTo>
                  <a:lnTo>
                    <a:pt x="3540894" y="2889201"/>
                  </a:lnTo>
                  <a:lnTo>
                    <a:pt x="3533008" y="2889201"/>
                  </a:lnTo>
                  <a:lnTo>
                    <a:pt x="3525122" y="2889201"/>
                  </a:lnTo>
                  <a:lnTo>
                    <a:pt x="3517236" y="2889201"/>
                  </a:lnTo>
                  <a:lnTo>
                    <a:pt x="3509350" y="2889201"/>
                  </a:lnTo>
                  <a:lnTo>
                    <a:pt x="3501464" y="2889201"/>
                  </a:lnTo>
                  <a:lnTo>
                    <a:pt x="3493577" y="2889201"/>
                  </a:lnTo>
                  <a:lnTo>
                    <a:pt x="3485691" y="2889201"/>
                  </a:lnTo>
                  <a:lnTo>
                    <a:pt x="3477805" y="2889201"/>
                  </a:lnTo>
                  <a:lnTo>
                    <a:pt x="3469919" y="2889201"/>
                  </a:lnTo>
                  <a:lnTo>
                    <a:pt x="3462033" y="2889201"/>
                  </a:lnTo>
                  <a:lnTo>
                    <a:pt x="3454146" y="2889201"/>
                  </a:lnTo>
                  <a:lnTo>
                    <a:pt x="3446260" y="2889201"/>
                  </a:lnTo>
                  <a:lnTo>
                    <a:pt x="3438374" y="2889201"/>
                  </a:lnTo>
                  <a:lnTo>
                    <a:pt x="3430488" y="2889201"/>
                  </a:lnTo>
                  <a:lnTo>
                    <a:pt x="3422602" y="2889201"/>
                  </a:lnTo>
                  <a:lnTo>
                    <a:pt x="3414716" y="2889201"/>
                  </a:lnTo>
                  <a:lnTo>
                    <a:pt x="3406829" y="2889201"/>
                  </a:lnTo>
                  <a:lnTo>
                    <a:pt x="3398943" y="2889201"/>
                  </a:lnTo>
                  <a:lnTo>
                    <a:pt x="3391057" y="2889201"/>
                  </a:lnTo>
                  <a:lnTo>
                    <a:pt x="3383171" y="2889201"/>
                  </a:lnTo>
                  <a:lnTo>
                    <a:pt x="3375285" y="2889201"/>
                  </a:lnTo>
                  <a:lnTo>
                    <a:pt x="3367398" y="2889201"/>
                  </a:lnTo>
                  <a:lnTo>
                    <a:pt x="3359512" y="2889201"/>
                  </a:lnTo>
                  <a:lnTo>
                    <a:pt x="3351626" y="2889201"/>
                  </a:lnTo>
                  <a:lnTo>
                    <a:pt x="3343740" y="2889201"/>
                  </a:lnTo>
                  <a:lnTo>
                    <a:pt x="3335854" y="2889201"/>
                  </a:lnTo>
                  <a:lnTo>
                    <a:pt x="3327968" y="2889201"/>
                  </a:lnTo>
                  <a:lnTo>
                    <a:pt x="3320081" y="2889201"/>
                  </a:lnTo>
                  <a:lnTo>
                    <a:pt x="3312195" y="2889201"/>
                  </a:lnTo>
                  <a:lnTo>
                    <a:pt x="3304309" y="2889201"/>
                  </a:lnTo>
                  <a:lnTo>
                    <a:pt x="3296423" y="2889201"/>
                  </a:lnTo>
                  <a:lnTo>
                    <a:pt x="3288537" y="2889201"/>
                  </a:lnTo>
                  <a:lnTo>
                    <a:pt x="3280650" y="2889201"/>
                  </a:lnTo>
                  <a:lnTo>
                    <a:pt x="3272764" y="2889201"/>
                  </a:lnTo>
                  <a:lnTo>
                    <a:pt x="3264878" y="2889201"/>
                  </a:lnTo>
                  <a:lnTo>
                    <a:pt x="3256992" y="2889201"/>
                  </a:lnTo>
                  <a:lnTo>
                    <a:pt x="3249106" y="2889201"/>
                  </a:lnTo>
                  <a:lnTo>
                    <a:pt x="3241220" y="2889201"/>
                  </a:lnTo>
                  <a:lnTo>
                    <a:pt x="3233333" y="2889201"/>
                  </a:lnTo>
                  <a:lnTo>
                    <a:pt x="3225447" y="2889201"/>
                  </a:lnTo>
                  <a:lnTo>
                    <a:pt x="3217561" y="2889201"/>
                  </a:lnTo>
                  <a:lnTo>
                    <a:pt x="3209675" y="2889201"/>
                  </a:lnTo>
                  <a:lnTo>
                    <a:pt x="3201789" y="2889201"/>
                  </a:lnTo>
                  <a:lnTo>
                    <a:pt x="3193903" y="2889201"/>
                  </a:lnTo>
                  <a:lnTo>
                    <a:pt x="3186016" y="2889201"/>
                  </a:lnTo>
                  <a:lnTo>
                    <a:pt x="3178130" y="2889201"/>
                  </a:lnTo>
                  <a:lnTo>
                    <a:pt x="3170244" y="2889201"/>
                  </a:lnTo>
                  <a:lnTo>
                    <a:pt x="3162358" y="2889201"/>
                  </a:lnTo>
                  <a:lnTo>
                    <a:pt x="3154472" y="2889201"/>
                  </a:lnTo>
                  <a:lnTo>
                    <a:pt x="3146585" y="2889201"/>
                  </a:lnTo>
                  <a:lnTo>
                    <a:pt x="3138699" y="2889201"/>
                  </a:lnTo>
                  <a:lnTo>
                    <a:pt x="3130813" y="2889201"/>
                  </a:lnTo>
                  <a:lnTo>
                    <a:pt x="3122927" y="2889201"/>
                  </a:lnTo>
                  <a:lnTo>
                    <a:pt x="3115041" y="2889201"/>
                  </a:lnTo>
                  <a:lnTo>
                    <a:pt x="3107155" y="2889201"/>
                  </a:lnTo>
                  <a:lnTo>
                    <a:pt x="3099268" y="2889201"/>
                  </a:lnTo>
                  <a:lnTo>
                    <a:pt x="3091382" y="2889201"/>
                  </a:lnTo>
                  <a:lnTo>
                    <a:pt x="3083496" y="2889201"/>
                  </a:lnTo>
                  <a:lnTo>
                    <a:pt x="3075610" y="2889201"/>
                  </a:lnTo>
                  <a:lnTo>
                    <a:pt x="3067724" y="2889201"/>
                  </a:lnTo>
                  <a:lnTo>
                    <a:pt x="3059837" y="2889201"/>
                  </a:lnTo>
                  <a:lnTo>
                    <a:pt x="3051951" y="2889201"/>
                  </a:lnTo>
                  <a:lnTo>
                    <a:pt x="3044065" y="2889201"/>
                  </a:lnTo>
                  <a:lnTo>
                    <a:pt x="3036179" y="2889201"/>
                  </a:lnTo>
                  <a:lnTo>
                    <a:pt x="3028293" y="2889201"/>
                  </a:lnTo>
                  <a:lnTo>
                    <a:pt x="3020407" y="2889201"/>
                  </a:lnTo>
                  <a:lnTo>
                    <a:pt x="3012520" y="2889201"/>
                  </a:lnTo>
                  <a:lnTo>
                    <a:pt x="3004634" y="2889201"/>
                  </a:lnTo>
                  <a:lnTo>
                    <a:pt x="2996748" y="2889201"/>
                  </a:lnTo>
                  <a:lnTo>
                    <a:pt x="2988862" y="2889201"/>
                  </a:lnTo>
                  <a:lnTo>
                    <a:pt x="2980976" y="2889201"/>
                  </a:lnTo>
                  <a:lnTo>
                    <a:pt x="2973089" y="2889201"/>
                  </a:lnTo>
                  <a:lnTo>
                    <a:pt x="2965203" y="2889201"/>
                  </a:lnTo>
                  <a:lnTo>
                    <a:pt x="2957317" y="2889201"/>
                  </a:lnTo>
                  <a:lnTo>
                    <a:pt x="2949431" y="2889201"/>
                  </a:lnTo>
                  <a:lnTo>
                    <a:pt x="2941545" y="2889201"/>
                  </a:lnTo>
                  <a:lnTo>
                    <a:pt x="2933659" y="2889201"/>
                  </a:lnTo>
                  <a:lnTo>
                    <a:pt x="2925772" y="2889201"/>
                  </a:lnTo>
                  <a:lnTo>
                    <a:pt x="2917886" y="2889201"/>
                  </a:lnTo>
                  <a:lnTo>
                    <a:pt x="2910000" y="2889201"/>
                  </a:lnTo>
                  <a:lnTo>
                    <a:pt x="2902114" y="2889201"/>
                  </a:lnTo>
                  <a:lnTo>
                    <a:pt x="2894228" y="2889201"/>
                  </a:lnTo>
                  <a:lnTo>
                    <a:pt x="2886341" y="2889201"/>
                  </a:lnTo>
                  <a:lnTo>
                    <a:pt x="2878455" y="2889201"/>
                  </a:lnTo>
                  <a:lnTo>
                    <a:pt x="2870569" y="2889201"/>
                  </a:lnTo>
                  <a:lnTo>
                    <a:pt x="2862683" y="2889201"/>
                  </a:lnTo>
                  <a:lnTo>
                    <a:pt x="2854797" y="2889201"/>
                  </a:lnTo>
                  <a:lnTo>
                    <a:pt x="2846911" y="2889201"/>
                  </a:lnTo>
                  <a:lnTo>
                    <a:pt x="2839024" y="2889201"/>
                  </a:lnTo>
                  <a:lnTo>
                    <a:pt x="2831138" y="2889201"/>
                  </a:lnTo>
                  <a:lnTo>
                    <a:pt x="2823252" y="2889201"/>
                  </a:lnTo>
                  <a:lnTo>
                    <a:pt x="2815366" y="2889201"/>
                  </a:lnTo>
                  <a:lnTo>
                    <a:pt x="2807480" y="2889201"/>
                  </a:lnTo>
                  <a:lnTo>
                    <a:pt x="2799593" y="2889201"/>
                  </a:lnTo>
                  <a:lnTo>
                    <a:pt x="2791707" y="2889201"/>
                  </a:lnTo>
                  <a:lnTo>
                    <a:pt x="2783821" y="2889201"/>
                  </a:lnTo>
                  <a:lnTo>
                    <a:pt x="2775935" y="2889201"/>
                  </a:lnTo>
                  <a:lnTo>
                    <a:pt x="2768049" y="2889201"/>
                  </a:lnTo>
                  <a:lnTo>
                    <a:pt x="2760163" y="2889201"/>
                  </a:lnTo>
                  <a:lnTo>
                    <a:pt x="2752276" y="2889201"/>
                  </a:lnTo>
                  <a:lnTo>
                    <a:pt x="2744390" y="2889201"/>
                  </a:lnTo>
                  <a:lnTo>
                    <a:pt x="2736504" y="2889201"/>
                  </a:lnTo>
                  <a:lnTo>
                    <a:pt x="2728618" y="2889201"/>
                  </a:lnTo>
                  <a:lnTo>
                    <a:pt x="2720732" y="2889201"/>
                  </a:lnTo>
                  <a:lnTo>
                    <a:pt x="2712846" y="2889201"/>
                  </a:lnTo>
                  <a:lnTo>
                    <a:pt x="2704959" y="2889201"/>
                  </a:lnTo>
                  <a:lnTo>
                    <a:pt x="2697073" y="2889201"/>
                  </a:lnTo>
                  <a:lnTo>
                    <a:pt x="2689187" y="2889201"/>
                  </a:lnTo>
                  <a:lnTo>
                    <a:pt x="2681301" y="2889201"/>
                  </a:lnTo>
                  <a:lnTo>
                    <a:pt x="2673415" y="2889201"/>
                  </a:lnTo>
                  <a:lnTo>
                    <a:pt x="2665528" y="2889201"/>
                  </a:lnTo>
                  <a:lnTo>
                    <a:pt x="2657642" y="2889201"/>
                  </a:lnTo>
                  <a:lnTo>
                    <a:pt x="2649756" y="2889201"/>
                  </a:lnTo>
                  <a:lnTo>
                    <a:pt x="2641870" y="2889201"/>
                  </a:lnTo>
                  <a:lnTo>
                    <a:pt x="2633984" y="2889201"/>
                  </a:lnTo>
                  <a:lnTo>
                    <a:pt x="2626098" y="2889201"/>
                  </a:lnTo>
                  <a:lnTo>
                    <a:pt x="2618211" y="2889201"/>
                  </a:lnTo>
                  <a:lnTo>
                    <a:pt x="2610325" y="2889201"/>
                  </a:lnTo>
                  <a:lnTo>
                    <a:pt x="2602439" y="2889201"/>
                  </a:lnTo>
                  <a:lnTo>
                    <a:pt x="2594553" y="2889201"/>
                  </a:lnTo>
                  <a:lnTo>
                    <a:pt x="2586667" y="2889201"/>
                  </a:lnTo>
                  <a:lnTo>
                    <a:pt x="2578780" y="2889201"/>
                  </a:lnTo>
                  <a:lnTo>
                    <a:pt x="2570894" y="2889201"/>
                  </a:lnTo>
                  <a:lnTo>
                    <a:pt x="2563008" y="2889201"/>
                  </a:lnTo>
                  <a:lnTo>
                    <a:pt x="2555122" y="2889201"/>
                  </a:lnTo>
                  <a:lnTo>
                    <a:pt x="2547236" y="2889201"/>
                  </a:lnTo>
                  <a:lnTo>
                    <a:pt x="2539350" y="2889201"/>
                  </a:lnTo>
                  <a:lnTo>
                    <a:pt x="2531463" y="2889201"/>
                  </a:lnTo>
                  <a:lnTo>
                    <a:pt x="2523577" y="2889201"/>
                  </a:lnTo>
                  <a:lnTo>
                    <a:pt x="2515691" y="2889201"/>
                  </a:lnTo>
                  <a:lnTo>
                    <a:pt x="2507805" y="2889201"/>
                  </a:lnTo>
                  <a:lnTo>
                    <a:pt x="2499919" y="2889201"/>
                  </a:lnTo>
                  <a:lnTo>
                    <a:pt x="2492032" y="2889201"/>
                  </a:lnTo>
                  <a:lnTo>
                    <a:pt x="2484146" y="2889201"/>
                  </a:lnTo>
                  <a:lnTo>
                    <a:pt x="2476260" y="2889201"/>
                  </a:lnTo>
                  <a:lnTo>
                    <a:pt x="2468374" y="2889201"/>
                  </a:lnTo>
                  <a:lnTo>
                    <a:pt x="2460488" y="2889201"/>
                  </a:lnTo>
                  <a:lnTo>
                    <a:pt x="2452602" y="2889201"/>
                  </a:lnTo>
                  <a:lnTo>
                    <a:pt x="2444715" y="2889201"/>
                  </a:lnTo>
                  <a:lnTo>
                    <a:pt x="2436829" y="2889201"/>
                  </a:lnTo>
                  <a:lnTo>
                    <a:pt x="2428943" y="2889201"/>
                  </a:lnTo>
                  <a:lnTo>
                    <a:pt x="2421057" y="2889201"/>
                  </a:lnTo>
                  <a:lnTo>
                    <a:pt x="2413171" y="2889201"/>
                  </a:lnTo>
                  <a:lnTo>
                    <a:pt x="2405284" y="2889201"/>
                  </a:lnTo>
                  <a:lnTo>
                    <a:pt x="2397398" y="2889201"/>
                  </a:lnTo>
                  <a:lnTo>
                    <a:pt x="2389512" y="2889201"/>
                  </a:lnTo>
                  <a:lnTo>
                    <a:pt x="2381626" y="2889201"/>
                  </a:lnTo>
                  <a:lnTo>
                    <a:pt x="2373740" y="2889201"/>
                  </a:lnTo>
                  <a:lnTo>
                    <a:pt x="2365854" y="2889201"/>
                  </a:lnTo>
                  <a:lnTo>
                    <a:pt x="2357967" y="2889201"/>
                  </a:lnTo>
                  <a:lnTo>
                    <a:pt x="2350081" y="2889201"/>
                  </a:lnTo>
                  <a:lnTo>
                    <a:pt x="2342195" y="2889201"/>
                  </a:lnTo>
                  <a:lnTo>
                    <a:pt x="2334309" y="2889201"/>
                  </a:lnTo>
                  <a:lnTo>
                    <a:pt x="2326423" y="2889201"/>
                  </a:lnTo>
                  <a:lnTo>
                    <a:pt x="2318536" y="2889201"/>
                  </a:lnTo>
                  <a:lnTo>
                    <a:pt x="2310650" y="2889201"/>
                  </a:lnTo>
                  <a:lnTo>
                    <a:pt x="2302764" y="2889201"/>
                  </a:lnTo>
                  <a:lnTo>
                    <a:pt x="2294878" y="2889201"/>
                  </a:lnTo>
                  <a:lnTo>
                    <a:pt x="2286992" y="2889201"/>
                  </a:lnTo>
                  <a:lnTo>
                    <a:pt x="2279106" y="2889201"/>
                  </a:lnTo>
                  <a:lnTo>
                    <a:pt x="2271219" y="2889201"/>
                  </a:lnTo>
                  <a:lnTo>
                    <a:pt x="2263333" y="2889201"/>
                  </a:lnTo>
                  <a:lnTo>
                    <a:pt x="2255447" y="2889201"/>
                  </a:lnTo>
                  <a:lnTo>
                    <a:pt x="2247561" y="2889201"/>
                  </a:lnTo>
                  <a:lnTo>
                    <a:pt x="2239675" y="2889201"/>
                  </a:lnTo>
                  <a:lnTo>
                    <a:pt x="2231789" y="2889201"/>
                  </a:lnTo>
                  <a:lnTo>
                    <a:pt x="2223902" y="2889201"/>
                  </a:lnTo>
                  <a:lnTo>
                    <a:pt x="2216016" y="2889201"/>
                  </a:lnTo>
                  <a:lnTo>
                    <a:pt x="2208130" y="2889201"/>
                  </a:lnTo>
                  <a:lnTo>
                    <a:pt x="2200244" y="2889201"/>
                  </a:lnTo>
                  <a:lnTo>
                    <a:pt x="2192358" y="2889201"/>
                  </a:lnTo>
                  <a:lnTo>
                    <a:pt x="2184471" y="2889201"/>
                  </a:lnTo>
                  <a:lnTo>
                    <a:pt x="2176585" y="2889201"/>
                  </a:lnTo>
                  <a:lnTo>
                    <a:pt x="2168699" y="2889201"/>
                  </a:lnTo>
                  <a:lnTo>
                    <a:pt x="2160813" y="2889201"/>
                  </a:lnTo>
                  <a:lnTo>
                    <a:pt x="2152927" y="2889201"/>
                  </a:lnTo>
                  <a:lnTo>
                    <a:pt x="2145041" y="2889201"/>
                  </a:lnTo>
                  <a:lnTo>
                    <a:pt x="2137154" y="2889201"/>
                  </a:lnTo>
                  <a:lnTo>
                    <a:pt x="2129268" y="2889201"/>
                  </a:lnTo>
                  <a:lnTo>
                    <a:pt x="2121382" y="2889201"/>
                  </a:lnTo>
                  <a:lnTo>
                    <a:pt x="2113496" y="2889201"/>
                  </a:lnTo>
                  <a:lnTo>
                    <a:pt x="2105610" y="2889201"/>
                  </a:lnTo>
                  <a:lnTo>
                    <a:pt x="2097723" y="2889201"/>
                  </a:lnTo>
                  <a:lnTo>
                    <a:pt x="2089837" y="2889201"/>
                  </a:lnTo>
                  <a:lnTo>
                    <a:pt x="2081951" y="2889201"/>
                  </a:lnTo>
                  <a:lnTo>
                    <a:pt x="2074065" y="2889201"/>
                  </a:lnTo>
                  <a:lnTo>
                    <a:pt x="2066179" y="2889201"/>
                  </a:lnTo>
                  <a:lnTo>
                    <a:pt x="2058293" y="2889201"/>
                  </a:lnTo>
                  <a:lnTo>
                    <a:pt x="2050406" y="2889201"/>
                  </a:lnTo>
                  <a:lnTo>
                    <a:pt x="2042520" y="2889201"/>
                  </a:lnTo>
                  <a:lnTo>
                    <a:pt x="2034634" y="2889201"/>
                  </a:lnTo>
                  <a:lnTo>
                    <a:pt x="2026748" y="2889201"/>
                  </a:lnTo>
                  <a:lnTo>
                    <a:pt x="2018862" y="2889201"/>
                  </a:lnTo>
                  <a:lnTo>
                    <a:pt x="2010975" y="2889201"/>
                  </a:lnTo>
                  <a:lnTo>
                    <a:pt x="2003089" y="2889201"/>
                  </a:lnTo>
                  <a:lnTo>
                    <a:pt x="1995203" y="2889201"/>
                  </a:lnTo>
                  <a:lnTo>
                    <a:pt x="1987317" y="2889201"/>
                  </a:lnTo>
                  <a:lnTo>
                    <a:pt x="1979431" y="2889201"/>
                  </a:lnTo>
                  <a:lnTo>
                    <a:pt x="1971545" y="2889201"/>
                  </a:lnTo>
                  <a:lnTo>
                    <a:pt x="1963658" y="2889201"/>
                  </a:lnTo>
                  <a:lnTo>
                    <a:pt x="1955772" y="2889201"/>
                  </a:lnTo>
                  <a:lnTo>
                    <a:pt x="1947886" y="2889201"/>
                  </a:lnTo>
                  <a:lnTo>
                    <a:pt x="1940000" y="2889201"/>
                  </a:lnTo>
                  <a:lnTo>
                    <a:pt x="1932114" y="2889201"/>
                  </a:lnTo>
                  <a:lnTo>
                    <a:pt x="1924227" y="2889201"/>
                  </a:lnTo>
                  <a:lnTo>
                    <a:pt x="1916341" y="2889201"/>
                  </a:lnTo>
                  <a:lnTo>
                    <a:pt x="1908455" y="2889201"/>
                  </a:lnTo>
                  <a:lnTo>
                    <a:pt x="1900569" y="2889201"/>
                  </a:lnTo>
                  <a:lnTo>
                    <a:pt x="1892683" y="2889201"/>
                  </a:lnTo>
                  <a:lnTo>
                    <a:pt x="1884797" y="2889201"/>
                  </a:lnTo>
                  <a:lnTo>
                    <a:pt x="1876910" y="2889201"/>
                  </a:lnTo>
                  <a:lnTo>
                    <a:pt x="1869024" y="2889201"/>
                  </a:lnTo>
                  <a:lnTo>
                    <a:pt x="1861138" y="2889201"/>
                  </a:lnTo>
                  <a:lnTo>
                    <a:pt x="1853252" y="2889201"/>
                  </a:lnTo>
                  <a:lnTo>
                    <a:pt x="1845366" y="2889201"/>
                  </a:lnTo>
                  <a:lnTo>
                    <a:pt x="1837479" y="2889201"/>
                  </a:lnTo>
                  <a:lnTo>
                    <a:pt x="1829593" y="2889201"/>
                  </a:lnTo>
                  <a:lnTo>
                    <a:pt x="1821707" y="2889201"/>
                  </a:lnTo>
                  <a:lnTo>
                    <a:pt x="1813821" y="2889201"/>
                  </a:lnTo>
                  <a:lnTo>
                    <a:pt x="1805935" y="2889201"/>
                  </a:lnTo>
                  <a:lnTo>
                    <a:pt x="1798049" y="2889201"/>
                  </a:lnTo>
                  <a:lnTo>
                    <a:pt x="1790162" y="2889201"/>
                  </a:lnTo>
                  <a:lnTo>
                    <a:pt x="1782276" y="2889201"/>
                  </a:lnTo>
                  <a:lnTo>
                    <a:pt x="1774390" y="2889201"/>
                  </a:lnTo>
                  <a:lnTo>
                    <a:pt x="1766504" y="2889201"/>
                  </a:lnTo>
                  <a:lnTo>
                    <a:pt x="1758618" y="2889201"/>
                  </a:lnTo>
                  <a:lnTo>
                    <a:pt x="1750732" y="2889201"/>
                  </a:lnTo>
                  <a:lnTo>
                    <a:pt x="1742845" y="2889201"/>
                  </a:lnTo>
                  <a:lnTo>
                    <a:pt x="1734959" y="2889201"/>
                  </a:lnTo>
                  <a:lnTo>
                    <a:pt x="1727073" y="2889201"/>
                  </a:lnTo>
                  <a:lnTo>
                    <a:pt x="1719187" y="2889201"/>
                  </a:lnTo>
                  <a:lnTo>
                    <a:pt x="1711301" y="2889201"/>
                  </a:lnTo>
                  <a:lnTo>
                    <a:pt x="1703414" y="2889201"/>
                  </a:lnTo>
                  <a:lnTo>
                    <a:pt x="1695528" y="2889201"/>
                  </a:lnTo>
                  <a:lnTo>
                    <a:pt x="1687642" y="2889201"/>
                  </a:lnTo>
                  <a:lnTo>
                    <a:pt x="1679756" y="2889201"/>
                  </a:lnTo>
                  <a:lnTo>
                    <a:pt x="1671870" y="2889201"/>
                  </a:lnTo>
                  <a:lnTo>
                    <a:pt x="1663984" y="2889201"/>
                  </a:lnTo>
                  <a:lnTo>
                    <a:pt x="1656097" y="2889201"/>
                  </a:lnTo>
                  <a:lnTo>
                    <a:pt x="1648211" y="2889201"/>
                  </a:lnTo>
                  <a:lnTo>
                    <a:pt x="1640325" y="2889201"/>
                  </a:lnTo>
                  <a:lnTo>
                    <a:pt x="1632439" y="2889201"/>
                  </a:lnTo>
                  <a:lnTo>
                    <a:pt x="1624553" y="2889201"/>
                  </a:lnTo>
                  <a:lnTo>
                    <a:pt x="1616666" y="2889201"/>
                  </a:lnTo>
                  <a:lnTo>
                    <a:pt x="1608780" y="2889201"/>
                  </a:lnTo>
                  <a:lnTo>
                    <a:pt x="1600894" y="2889201"/>
                  </a:lnTo>
                  <a:lnTo>
                    <a:pt x="1593008" y="2889201"/>
                  </a:lnTo>
                  <a:lnTo>
                    <a:pt x="1585122" y="2889201"/>
                  </a:lnTo>
                  <a:lnTo>
                    <a:pt x="1577236" y="2889201"/>
                  </a:lnTo>
                  <a:lnTo>
                    <a:pt x="1569349" y="2889201"/>
                  </a:lnTo>
                  <a:lnTo>
                    <a:pt x="1561463" y="2889201"/>
                  </a:lnTo>
                  <a:lnTo>
                    <a:pt x="1553577" y="2889201"/>
                  </a:lnTo>
                  <a:lnTo>
                    <a:pt x="1545691" y="2889201"/>
                  </a:lnTo>
                  <a:lnTo>
                    <a:pt x="1537805" y="2889201"/>
                  </a:lnTo>
                  <a:lnTo>
                    <a:pt x="1529918" y="2889201"/>
                  </a:lnTo>
                  <a:lnTo>
                    <a:pt x="1522032" y="2889201"/>
                  </a:lnTo>
                  <a:lnTo>
                    <a:pt x="1514146" y="2889201"/>
                  </a:lnTo>
                  <a:lnTo>
                    <a:pt x="1506260" y="2889201"/>
                  </a:lnTo>
                  <a:lnTo>
                    <a:pt x="1498374" y="2889201"/>
                  </a:lnTo>
                  <a:lnTo>
                    <a:pt x="1490488" y="2889201"/>
                  </a:lnTo>
                  <a:lnTo>
                    <a:pt x="1482601" y="2889201"/>
                  </a:lnTo>
                  <a:lnTo>
                    <a:pt x="1474715" y="2889201"/>
                  </a:lnTo>
                  <a:lnTo>
                    <a:pt x="1466829" y="2889201"/>
                  </a:lnTo>
                  <a:lnTo>
                    <a:pt x="1458943" y="2889201"/>
                  </a:lnTo>
                  <a:lnTo>
                    <a:pt x="1451057" y="2889201"/>
                  </a:lnTo>
                  <a:lnTo>
                    <a:pt x="1443170" y="2889201"/>
                  </a:lnTo>
                  <a:lnTo>
                    <a:pt x="1435284" y="2889201"/>
                  </a:lnTo>
                  <a:lnTo>
                    <a:pt x="1427398" y="2889201"/>
                  </a:lnTo>
                  <a:lnTo>
                    <a:pt x="1419512" y="2889201"/>
                  </a:lnTo>
                  <a:lnTo>
                    <a:pt x="1411626" y="2889201"/>
                  </a:lnTo>
                  <a:lnTo>
                    <a:pt x="1403740" y="2889201"/>
                  </a:lnTo>
                  <a:lnTo>
                    <a:pt x="1395853" y="2889201"/>
                  </a:lnTo>
                  <a:lnTo>
                    <a:pt x="1387967" y="2889201"/>
                  </a:lnTo>
                  <a:lnTo>
                    <a:pt x="1380081" y="2889201"/>
                  </a:lnTo>
                  <a:lnTo>
                    <a:pt x="1372195" y="2889201"/>
                  </a:lnTo>
                  <a:lnTo>
                    <a:pt x="1364309" y="2889201"/>
                  </a:lnTo>
                  <a:lnTo>
                    <a:pt x="1356423" y="2889201"/>
                  </a:lnTo>
                  <a:lnTo>
                    <a:pt x="1348536" y="2889201"/>
                  </a:lnTo>
                  <a:lnTo>
                    <a:pt x="1340650" y="2889201"/>
                  </a:lnTo>
                  <a:lnTo>
                    <a:pt x="1332764" y="2889201"/>
                  </a:lnTo>
                  <a:lnTo>
                    <a:pt x="1324878" y="2889201"/>
                  </a:lnTo>
                  <a:lnTo>
                    <a:pt x="1316992" y="2889201"/>
                  </a:lnTo>
                  <a:lnTo>
                    <a:pt x="1309105" y="2889201"/>
                  </a:lnTo>
                  <a:lnTo>
                    <a:pt x="1301219" y="2889201"/>
                  </a:lnTo>
                  <a:lnTo>
                    <a:pt x="1293333" y="2889201"/>
                  </a:lnTo>
                  <a:lnTo>
                    <a:pt x="1285447" y="2889201"/>
                  </a:lnTo>
                  <a:lnTo>
                    <a:pt x="1277561" y="2889201"/>
                  </a:lnTo>
                  <a:lnTo>
                    <a:pt x="1269675" y="2889201"/>
                  </a:lnTo>
                  <a:lnTo>
                    <a:pt x="1261788" y="2889201"/>
                  </a:lnTo>
                  <a:lnTo>
                    <a:pt x="1253902" y="2889201"/>
                  </a:lnTo>
                  <a:lnTo>
                    <a:pt x="1246016" y="2889201"/>
                  </a:lnTo>
                  <a:lnTo>
                    <a:pt x="1238130" y="2889201"/>
                  </a:lnTo>
                  <a:lnTo>
                    <a:pt x="1230244" y="2889201"/>
                  </a:lnTo>
                  <a:lnTo>
                    <a:pt x="1222357" y="2889201"/>
                  </a:lnTo>
                  <a:lnTo>
                    <a:pt x="1214471" y="2889201"/>
                  </a:lnTo>
                  <a:lnTo>
                    <a:pt x="1206585" y="2889201"/>
                  </a:lnTo>
                  <a:lnTo>
                    <a:pt x="1198699" y="2889201"/>
                  </a:lnTo>
                  <a:lnTo>
                    <a:pt x="1190813" y="2889201"/>
                  </a:lnTo>
                  <a:lnTo>
                    <a:pt x="1182927" y="2889201"/>
                  </a:lnTo>
                  <a:lnTo>
                    <a:pt x="1175040" y="2889201"/>
                  </a:lnTo>
                  <a:lnTo>
                    <a:pt x="1167154" y="2889201"/>
                  </a:lnTo>
                  <a:lnTo>
                    <a:pt x="1159268" y="2889201"/>
                  </a:lnTo>
                  <a:lnTo>
                    <a:pt x="1151382" y="2889201"/>
                  </a:lnTo>
                  <a:lnTo>
                    <a:pt x="1143496" y="2889201"/>
                  </a:lnTo>
                  <a:lnTo>
                    <a:pt x="1135609" y="2889201"/>
                  </a:lnTo>
                  <a:lnTo>
                    <a:pt x="1127723" y="2889201"/>
                  </a:lnTo>
                  <a:lnTo>
                    <a:pt x="1119837" y="2889201"/>
                  </a:lnTo>
                  <a:lnTo>
                    <a:pt x="1111951" y="2889201"/>
                  </a:lnTo>
                  <a:lnTo>
                    <a:pt x="1104065" y="2889201"/>
                  </a:lnTo>
                  <a:lnTo>
                    <a:pt x="1096179" y="2889201"/>
                  </a:lnTo>
                  <a:lnTo>
                    <a:pt x="1088292" y="2889201"/>
                  </a:lnTo>
                  <a:lnTo>
                    <a:pt x="1080406" y="2889201"/>
                  </a:lnTo>
                  <a:lnTo>
                    <a:pt x="1072520" y="2889201"/>
                  </a:lnTo>
                  <a:lnTo>
                    <a:pt x="1064634" y="2889201"/>
                  </a:lnTo>
                  <a:lnTo>
                    <a:pt x="1056748" y="2889201"/>
                  </a:lnTo>
                  <a:lnTo>
                    <a:pt x="1048861" y="2889201"/>
                  </a:lnTo>
                  <a:lnTo>
                    <a:pt x="1040975" y="2889201"/>
                  </a:lnTo>
                  <a:lnTo>
                    <a:pt x="1033089" y="2889201"/>
                  </a:lnTo>
                  <a:lnTo>
                    <a:pt x="1025203" y="2889201"/>
                  </a:lnTo>
                  <a:lnTo>
                    <a:pt x="1017317" y="2889201"/>
                  </a:lnTo>
                  <a:lnTo>
                    <a:pt x="1009431" y="2889201"/>
                  </a:lnTo>
                  <a:lnTo>
                    <a:pt x="1001544" y="2889201"/>
                  </a:lnTo>
                  <a:lnTo>
                    <a:pt x="993658" y="2889201"/>
                  </a:lnTo>
                  <a:lnTo>
                    <a:pt x="985772" y="2889201"/>
                  </a:lnTo>
                  <a:lnTo>
                    <a:pt x="977886" y="2889201"/>
                  </a:lnTo>
                  <a:lnTo>
                    <a:pt x="970000" y="2889201"/>
                  </a:lnTo>
                  <a:lnTo>
                    <a:pt x="962113" y="2889201"/>
                  </a:lnTo>
                  <a:lnTo>
                    <a:pt x="954227" y="2889201"/>
                  </a:lnTo>
                  <a:lnTo>
                    <a:pt x="946341" y="2889201"/>
                  </a:lnTo>
                  <a:lnTo>
                    <a:pt x="938455" y="2889201"/>
                  </a:lnTo>
                  <a:lnTo>
                    <a:pt x="930569" y="2889201"/>
                  </a:lnTo>
                  <a:lnTo>
                    <a:pt x="922683" y="2889201"/>
                  </a:lnTo>
                  <a:lnTo>
                    <a:pt x="914796" y="2889201"/>
                  </a:lnTo>
                  <a:lnTo>
                    <a:pt x="906910" y="2889201"/>
                  </a:lnTo>
                  <a:lnTo>
                    <a:pt x="899024" y="2889201"/>
                  </a:lnTo>
                  <a:lnTo>
                    <a:pt x="891138" y="2889201"/>
                  </a:lnTo>
                  <a:lnTo>
                    <a:pt x="883252" y="2889201"/>
                  </a:lnTo>
                  <a:lnTo>
                    <a:pt x="875366" y="2889201"/>
                  </a:lnTo>
                  <a:lnTo>
                    <a:pt x="867479" y="2889201"/>
                  </a:lnTo>
                  <a:lnTo>
                    <a:pt x="859593" y="2889201"/>
                  </a:lnTo>
                  <a:lnTo>
                    <a:pt x="851707" y="2889201"/>
                  </a:lnTo>
                  <a:lnTo>
                    <a:pt x="843821" y="2889201"/>
                  </a:lnTo>
                  <a:lnTo>
                    <a:pt x="835935" y="2889201"/>
                  </a:lnTo>
                  <a:lnTo>
                    <a:pt x="828048" y="2889201"/>
                  </a:lnTo>
                  <a:lnTo>
                    <a:pt x="820162" y="2889201"/>
                  </a:lnTo>
                  <a:lnTo>
                    <a:pt x="812276" y="2889201"/>
                  </a:lnTo>
                  <a:lnTo>
                    <a:pt x="804390" y="2889201"/>
                  </a:lnTo>
                  <a:lnTo>
                    <a:pt x="796504" y="2889201"/>
                  </a:lnTo>
                  <a:lnTo>
                    <a:pt x="788618" y="2889201"/>
                  </a:lnTo>
                  <a:lnTo>
                    <a:pt x="780731" y="2889201"/>
                  </a:lnTo>
                  <a:lnTo>
                    <a:pt x="772845" y="2889201"/>
                  </a:lnTo>
                  <a:lnTo>
                    <a:pt x="764959" y="2889201"/>
                  </a:lnTo>
                  <a:lnTo>
                    <a:pt x="757073" y="2889201"/>
                  </a:lnTo>
                  <a:lnTo>
                    <a:pt x="749187" y="2889201"/>
                  </a:lnTo>
                  <a:lnTo>
                    <a:pt x="741300" y="2889201"/>
                  </a:lnTo>
                  <a:lnTo>
                    <a:pt x="733414" y="2889201"/>
                  </a:lnTo>
                  <a:lnTo>
                    <a:pt x="725528" y="2889201"/>
                  </a:lnTo>
                  <a:lnTo>
                    <a:pt x="717642" y="2889201"/>
                  </a:lnTo>
                  <a:lnTo>
                    <a:pt x="709756" y="2889201"/>
                  </a:lnTo>
                  <a:lnTo>
                    <a:pt x="701870" y="2889201"/>
                  </a:lnTo>
                  <a:lnTo>
                    <a:pt x="693983" y="2889201"/>
                  </a:lnTo>
                  <a:lnTo>
                    <a:pt x="686097" y="2889201"/>
                  </a:lnTo>
                  <a:lnTo>
                    <a:pt x="678211" y="2889201"/>
                  </a:lnTo>
                  <a:lnTo>
                    <a:pt x="670325" y="2889201"/>
                  </a:lnTo>
                  <a:lnTo>
                    <a:pt x="662439" y="2889201"/>
                  </a:lnTo>
                  <a:lnTo>
                    <a:pt x="654552" y="2889201"/>
                  </a:lnTo>
                  <a:lnTo>
                    <a:pt x="646666" y="2889201"/>
                  </a:lnTo>
                  <a:lnTo>
                    <a:pt x="638780" y="2889201"/>
                  </a:lnTo>
                  <a:lnTo>
                    <a:pt x="630894" y="2889201"/>
                  </a:lnTo>
                  <a:lnTo>
                    <a:pt x="623008" y="2889201"/>
                  </a:lnTo>
                  <a:lnTo>
                    <a:pt x="615122" y="2889201"/>
                  </a:lnTo>
                  <a:lnTo>
                    <a:pt x="607235" y="2889201"/>
                  </a:lnTo>
                  <a:lnTo>
                    <a:pt x="599349" y="2889201"/>
                  </a:lnTo>
                  <a:lnTo>
                    <a:pt x="591463" y="2889201"/>
                  </a:lnTo>
                  <a:lnTo>
                    <a:pt x="583577" y="2889201"/>
                  </a:lnTo>
                  <a:lnTo>
                    <a:pt x="575691" y="2889201"/>
                  </a:lnTo>
                  <a:lnTo>
                    <a:pt x="567804" y="2889201"/>
                  </a:lnTo>
                  <a:lnTo>
                    <a:pt x="559918" y="2889201"/>
                  </a:lnTo>
                  <a:lnTo>
                    <a:pt x="552032" y="2889201"/>
                  </a:lnTo>
                  <a:lnTo>
                    <a:pt x="544146" y="2889201"/>
                  </a:lnTo>
                  <a:lnTo>
                    <a:pt x="536260" y="2889201"/>
                  </a:lnTo>
                  <a:lnTo>
                    <a:pt x="528374" y="2889201"/>
                  </a:lnTo>
                  <a:lnTo>
                    <a:pt x="520487" y="2889201"/>
                  </a:lnTo>
                  <a:lnTo>
                    <a:pt x="512601" y="2889201"/>
                  </a:lnTo>
                  <a:lnTo>
                    <a:pt x="504715" y="2889201"/>
                  </a:lnTo>
                  <a:lnTo>
                    <a:pt x="496829" y="2889201"/>
                  </a:lnTo>
                  <a:lnTo>
                    <a:pt x="488943" y="2889201"/>
                  </a:lnTo>
                  <a:lnTo>
                    <a:pt x="481056" y="2889201"/>
                  </a:lnTo>
                  <a:lnTo>
                    <a:pt x="473170" y="2889201"/>
                  </a:lnTo>
                  <a:lnTo>
                    <a:pt x="465284" y="2889201"/>
                  </a:lnTo>
                  <a:lnTo>
                    <a:pt x="457398" y="2889201"/>
                  </a:lnTo>
                  <a:lnTo>
                    <a:pt x="449512" y="2889201"/>
                  </a:lnTo>
                  <a:lnTo>
                    <a:pt x="441626" y="2889201"/>
                  </a:lnTo>
                  <a:lnTo>
                    <a:pt x="433739" y="2889201"/>
                  </a:lnTo>
                  <a:lnTo>
                    <a:pt x="425853" y="2889201"/>
                  </a:lnTo>
                  <a:lnTo>
                    <a:pt x="417967" y="2889201"/>
                  </a:lnTo>
                  <a:lnTo>
                    <a:pt x="410081" y="2889201"/>
                  </a:lnTo>
                  <a:lnTo>
                    <a:pt x="402195" y="2889201"/>
                  </a:lnTo>
                  <a:lnTo>
                    <a:pt x="394309" y="2889201"/>
                  </a:lnTo>
                  <a:lnTo>
                    <a:pt x="386422" y="2889201"/>
                  </a:lnTo>
                  <a:lnTo>
                    <a:pt x="378536" y="2889201"/>
                  </a:lnTo>
                  <a:lnTo>
                    <a:pt x="370650" y="2889201"/>
                  </a:lnTo>
                  <a:lnTo>
                    <a:pt x="362764" y="2889201"/>
                  </a:lnTo>
                  <a:lnTo>
                    <a:pt x="354878" y="2889201"/>
                  </a:lnTo>
                  <a:lnTo>
                    <a:pt x="346991" y="2889201"/>
                  </a:lnTo>
                  <a:lnTo>
                    <a:pt x="339105" y="2889201"/>
                  </a:lnTo>
                  <a:lnTo>
                    <a:pt x="331219" y="2889201"/>
                  </a:lnTo>
                  <a:lnTo>
                    <a:pt x="323333" y="2889201"/>
                  </a:lnTo>
                  <a:lnTo>
                    <a:pt x="315447" y="2889201"/>
                  </a:lnTo>
                  <a:lnTo>
                    <a:pt x="307561" y="2889201"/>
                  </a:lnTo>
                  <a:lnTo>
                    <a:pt x="299674" y="2889201"/>
                  </a:lnTo>
                  <a:lnTo>
                    <a:pt x="291788" y="2889201"/>
                  </a:lnTo>
                  <a:lnTo>
                    <a:pt x="283902" y="2889201"/>
                  </a:lnTo>
                  <a:lnTo>
                    <a:pt x="276016" y="2889201"/>
                  </a:lnTo>
                  <a:lnTo>
                    <a:pt x="268130" y="2889201"/>
                  </a:lnTo>
                  <a:lnTo>
                    <a:pt x="260243" y="2889201"/>
                  </a:lnTo>
                  <a:lnTo>
                    <a:pt x="252357" y="2889201"/>
                  </a:lnTo>
                  <a:lnTo>
                    <a:pt x="244471" y="2889201"/>
                  </a:lnTo>
                  <a:lnTo>
                    <a:pt x="236585" y="2889201"/>
                  </a:lnTo>
                  <a:lnTo>
                    <a:pt x="228699" y="2889201"/>
                  </a:lnTo>
                  <a:lnTo>
                    <a:pt x="220813" y="2889201"/>
                  </a:lnTo>
                  <a:lnTo>
                    <a:pt x="212926" y="2889201"/>
                  </a:lnTo>
                  <a:lnTo>
                    <a:pt x="205040" y="2889201"/>
                  </a:lnTo>
                  <a:lnTo>
                    <a:pt x="197154" y="2889201"/>
                  </a:lnTo>
                  <a:lnTo>
                    <a:pt x="189268" y="2889201"/>
                  </a:lnTo>
                  <a:lnTo>
                    <a:pt x="181382" y="2889201"/>
                  </a:lnTo>
                  <a:lnTo>
                    <a:pt x="173495" y="2889201"/>
                  </a:lnTo>
                  <a:lnTo>
                    <a:pt x="165609" y="2889201"/>
                  </a:lnTo>
                  <a:lnTo>
                    <a:pt x="157723" y="2889201"/>
                  </a:lnTo>
                  <a:lnTo>
                    <a:pt x="149837" y="2889201"/>
                  </a:lnTo>
                  <a:lnTo>
                    <a:pt x="141951" y="2889201"/>
                  </a:lnTo>
                  <a:lnTo>
                    <a:pt x="134065" y="2889201"/>
                  </a:lnTo>
                  <a:lnTo>
                    <a:pt x="126178" y="2889201"/>
                  </a:lnTo>
                  <a:lnTo>
                    <a:pt x="118292" y="2889201"/>
                  </a:lnTo>
                  <a:lnTo>
                    <a:pt x="110406" y="2889201"/>
                  </a:lnTo>
                  <a:lnTo>
                    <a:pt x="102520" y="2889201"/>
                  </a:lnTo>
                  <a:lnTo>
                    <a:pt x="94634" y="2889201"/>
                  </a:lnTo>
                  <a:lnTo>
                    <a:pt x="86747" y="2889201"/>
                  </a:lnTo>
                  <a:lnTo>
                    <a:pt x="78861" y="2889201"/>
                  </a:lnTo>
                  <a:lnTo>
                    <a:pt x="70975" y="2889201"/>
                  </a:lnTo>
                  <a:lnTo>
                    <a:pt x="63089" y="2889201"/>
                  </a:lnTo>
                  <a:lnTo>
                    <a:pt x="55203" y="2889201"/>
                  </a:lnTo>
                  <a:lnTo>
                    <a:pt x="47317" y="2889201"/>
                  </a:lnTo>
                  <a:lnTo>
                    <a:pt x="39430" y="2889201"/>
                  </a:lnTo>
                  <a:lnTo>
                    <a:pt x="31544" y="2889201"/>
                  </a:lnTo>
                  <a:lnTo>
                    <a:pt x="23658" y="2889201"/>
                  </a:lnTo>
                  <a:lnTo>
                    <a:pt x="15772" y="2889201"/>
                  </a:lnTo>
                  <a:lnTo>
                    <a:pt x="7886" y="2889201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452" name="pl452"/>
            <p:cNvSpPr/>
            <p:nvPr/>
          </p:nvSpPr>
          <p:spPr>
            <a:xfrm>
              <a:off x="7814880" y="1905530"/>
              <a:ext cx="4029838" cy="2889201"/>
            </a:xfrm>
            <a:custGeom>
              <a:avLst/>
              <a:gdLst/>
              <a:ahLst/>
              <a:cxnLst/>
              <a:rect l="0" t="0" r="0" b="0"/>
              <a:pathLst>
                <a:path w="4029838" h="2889201">
                  <a:moveTo>
                    <a:pt x="0" y="2889201"/>
                  </a:moveTo>
                  <a:lnTo>
                    <a:pt x="7886" y="2889201"/>
                  </a:lnTo>
                  <a:lnTo>
                    <a:pt x="15772" y="2889201"/>
                  </a:lnTo>
                  <a:lnTo>
                    <a:pt x="23658" y="2889201"/>
                  </a:lnTo>
                  <a:lnTo>
                    <a:pt x="31544" y="2889201"/>
                  </a:lnTo>
                  <a:lnTo>
                    <a:pt x="39430" y="2889201"/>
                  </a:lnTo>
                  <a:lnTo>
                    <a:pt x="47317" y="2889201"/>
                  </a:lnTo>
                  <a:lnTo>
                    <a:pt x="55203" y="2889201"/>
                  </a:lnTo>
                  <a:lnTo>
                    <a:pt x="63089" y="2889201"/>
                  </a:lnTo>
                  <a:lnTo>
                    <a:pt x="70975" y="2889201"/>
                  </a:lnTo>
                  <a:lnTo>
                    <a:pt x="78861" y="2889201"/>
                  </a:lnTo>
                  <a:lnTo>
                    <a:pt x="86747" y="2889201"/>
                  </a:lnTo>
                  <a:lnTo>
                    <a:pt x="94634" y="2889201"/>
                  </a:lnTo>
                  <a:lnTo>
                    <a:pt x="102520" y="2889201"/>
                  </a:lnTo>
                  <a:lnTo>
                    <a:pt x="110406" y="2889201"/>
                  </a:lnTo>
                  <a:lnTo>
                    <a:pt x="118292" y="2889201"/>
                  </a:lnTo>
                  <a:lnTo>
                    <a:pt x="126178" y="2889201"/>
                  </a:lnTo>
                  <a:lnTo>
                    <a:pt x="134065" y="2889201"/>
                  </a:lnTo>
                  <a:lnTo>
                    <a:pt x="141951" y="2889201"/>
                  </a:lnTo>
                  <a:lnTo>
                    <a:pt x="149837" y="2889201"/>
                  </a:lnTo>
                  <a:lnTo>
                    <a:pt x="157723" y="2889201"/>
                  </a:lnTo>
                  <a:lnTo>
                    <a:pt x="165609" y="2889201"/>
                  </a:lnTo>
                  <a:lnTo>
                    <a:pt x="173495" y="2889201"/>
                  </a:lnTo>
                  <a:lnTo>
                    <a:pt x="181382" y="2889201"/>
                  </a:lnTo>
                  <a:lnTo>
                    <a:pt x="189268" y="2889201"/>
                  </a:lnTo>
                  <a:lnTo>
                    <a:pt x="197154" y="2889201"/>
                  </a:lnTo>
                  <a:lnTo>
                    <a:pt x="205040" y="2889201"/>
                  </a:lnTo>
                  <a:lnTo>
                    <a:pt x="212926" y="2889201"/>
                  </a:lnTo>
                  <a:lnTo>
                    <a:pt x="220813" y="2889201"/>
                  </a:lnTo>
                  <a:lnTo>
                    <a:pt x="228699" y="2889201"/>
                  </a:lnTo>
                  <a:lnTo>
                    <a:pt x="236585" y="2889201"/>
                  </a:lnTo>
                  <a:lnTo>
                    <a:pt x="244471" y="2889201"/>
                  </a:lnTo>
                  <a:lnTo>
                    <a:pt x="252357" y="2889201"/>
                  </a:lnTo>
                  <a:lnTo>
                    <a:pt x="260243" y="2889201"/>
                  </a:lnTo>
                  <a:lnTo>
                    <a:pt x="268130" y="2889201"/>
                  </a:lnTo>
                  <a:lnTo>
                    <a:pt x="276016" y="2889201"/>
                  </a:lnTo>
                  <a:lnTo>
                    <a:pt x="283902" y="2889201"/>
                  </a:lnTo>
                  <a:lnTo>
                    <a:pt x="291788" y="2889201"/>
                  </a:lnTo>
                  <a:lnTo>
                    <a:pt x="299674" y="2889201"/>
                  </a:lnTo>
                  <a:lnTo>
                    <a:pt x="307561" y="2889201"/>
                  </a:lnTo>
                  <a:lnTo>
                    <a:pt x="315447" y="2889201"/>
                  </a:lnTo>
                  <a:lnTo>
                    <a:pt x="323333" y="2889201"/>
                  </a:lnTo>
                  <a:lnTo>
                    <a:pt x="331219" y="2889201"/>
                  </a:lnTo>
                  <a:lnTo>
                    <a:pt x="339105" y="2889201"/>
                  </a:lnTo>
                  <a:lnTo>
                    <a:pt x="346991" y="2889201"/>
                  </a:lnTo>
                  <a:lnTo>
                    <a:pt x="354878" y="2889201"/>
                  </a:lnTo>
                  <a:lnTo>
                    <a:pt x="362764" y="2889201"/>
                  </a:lnTo>
                  <a:lnTo>
                    <a:pt x="370650" y="2889201"/>
                  </a:lnTo>
                  <a:lnTo>
                    <a:pt x="378536" y="2889201"/>
                  </a:lnTo>
                  <a:lnTo>
                    <a:pt x="386422" y="2889201"/>
                  </a:lnTo>
                  <a:lnTo>
                    <a:pt x="394309" y="2889201"/>
                  </a:lnTo>
                  <a:lnTo>
                    <a:pt x="402195" y="2889201"/>
                  </a:lnTo>
                  <a:lnTo>
                    <a:pt x="410081" y="2889201"/>
                  </a:lnTo>
                  <a:lnTo>
                    <a:pt x="417967" y="2889201"/>
                  </a:lnTo>
                  <a:lnTo>
                    <a:pt x="425853" y="2889201"/>
                  </a:lnTo>
                  <a:lnTo>
                    <a:pt x="433739" y="2889201"/>
                  </a:lnTo>
                  <a:lnTo>
                    <a:pt x="441626" y="2889201"/>
                  </a:lnTo>
                  <a:lnTo>
                    <a:pt x="449512" y="2889201"/>
                  </a:lnTo>
                  <a:lnTo>
                    <a:pt x="457398" y="2889201"/>
                  </a:lnTo>
                  <a:lnTo>
                    <a:pt x="465284" y="2889201"/>
                  </a:lnTo>
                  <a:lnTo>
                    <a:pt x="473170" y="2889201"/>
                  </a:lnTo>
                  <a:lnTo>
                    <a:pt x="481056" y="2889201"/>
                  </a:lnTo>
                  <a:lnTo>
                    <a:pt x="488943" y="2889201"/>
                  </a:lnTo>
                  <a:lnTo>
                    <a:pt x="496829" y="2889201"/>
                  </a:lnTo>
                  <a:lnTo>
                    <a:pt x="504715" y="2889201"/>
                  </a:lnTo>
                  <a:lnTo>
                    <a:pt x="512601" y="2889201"/>
                  </a:lnTo>
                  <a:lnTo>
                    <a:pt x="520487" y="2889201"/>
                  </a:lnTo>
                  <a:lnTo>
                    <a:pt x="528374" y="2889201"/>
                  </a:lnTo>
                  <a:lnTo>
                    <a:pt x="536260" y="2889201"/>
                  </a:lnTo>
                  <a:lnTo>
                    <a:pt x="544146" y="2889201"/>
                  </a:lnTo>
                  <a:lnTo>
                    <a:pt x="552032" y="2889201"/>
                  </a:lnTo>
                  <a:lnTo>
                    <a:pt x="559918" y="2889201"/>
                  </a:lnTo>
                  <a:lnTo>
                    <a:pt x="567804" y="2889201"/>
                  </a:lnTo>
                  <a:lnTo>
                    <a:pt x="575691" y="2889201"/>
                  </a:lnTo>
                  <a:lnTo>
                    <a:pt x="583577" y="2889201"/>
                  </a:lnTo>
                  <a:lnTo>
                    <a:pt x="591463" y="2889201"/>
                  </a:lnTo>
                  <a:lnTo>
                    <a:pt x="599349" y="2889201"/>
                  </a:lnTo>
                  <a:lnTo>
                    <a:pt x="607235" y="2889201"/>
                  </a:lnTo>
                  <a:lnTo>
                    <a:pt x="615122" y="2889201"/>
                  </a:lnTo>
                  <a:lnTo>
                    <a:pt x="623008" y="2889201"/>
                  </a:lnTo>
                  <a:lnTo>
                    <a:pt x="630894" y="2889201"/>
                  </a:lnTo>
                  <a:lnTo>
                    <a:pt x="638780" y="2889201"/>
                  </a:lnTo>
                  <a:lnTo>
                    <a:pt x="646666" y="2889201"/>
                  </a:lnTo>
                  <a:lnTo>
                    <a:pt x="654552" y="2889201"/>
                  </a:lnTo>
                  <a:lnTo>
                    <a:pt x="662439" y="2889201"/>
                  </a:lnTo>
                  <a:lnTo>
                    <a:pt x="670325" y="2889201"/>
                  </a:lnTo>
                  <a:lnTo>
                    <a:pt x="678211" y="2889201"/>
                  </a:lnTo>
                  <a:lnTo>
                    <a:pt x="686097" y="2889201"/>
                  </a:lnTo>
                  <a:lnTo>
                    <a:pt x="693983" y="2889201"/>
                  </a:lnTo>
                  <a:lnTo>
                    <a:pt x="701870" y="2889201"/>
                  </a:lnTo>
                  <a:lnTo>
                    <a:pt x="709756" y="2889201"/>
                  </a:lnTo>
                  <a:lnTo>
                    <a:pt x="717642" y="2889201"/>
                  </a:lnTo>
                  <a:lnTo>
                    <a:pt x="725528" y="2889201"/>
                  </a:lnTo>
                  <a:lnTo>
                    <a:pt x="733414" y="2889201"/>
                  </a:lnTo>
                  <a:lnTo>
                    <a:pt x="741300" y="2889201"/>
                  </a:lnTo>
                  <a:lnTo>
                    <a:pt x="749187" y="2889201"/>
                  </a:lnTo>
                  <a:lnTo>
                    <a:pt x="757073" y="2889201"/>
                  </a:lnTo>
                  <a:lnTo>
                    <a:pt x="764959" y="2889201"/>
                  </a:lnTo>
                  <a:lnTo>
                    <a:pt x="772845" y="2889201"/>
                  </a:lnTo>
                  <a:lnTo>
                    <a:pt x="780731" y="2889201"/>
                  </a:lnTo>
                  <a:lnTo>
                    <a:pt x="788618" y="2889201"/>
                  </a:lnTo>
                  <a:lnTo>
                    <a:pt x="796504" y="2889201"/>
                  </a:lnTo>
                  <a:lnTo>
                    <a:pt x="804390" y="2889201"/>
                  </a:lnTo>
                  <a:lnTo>
                    <a:pt x="812276" y="2889201"/>
                  </a:lnTo>
                  <a:lnTo>
                    <a:pt x="820162" y="2889201"/>
                  </a:lnTo>
                  <a:lnTo>
                    <a:pt x="828048" y="2889201"/>
                  </a:lnTo>
                  <a:lnTo>
                    <a:pt x="835935" y="2889201"/>
                  </a:lnTo>
                  <a:lnTo>
                    <a:pt x="843821" y="2889201"/>
                  </a:lnTo>
                  <a:lnTo>
                    <a:pt x="851707" y="2889201"/>
                  </a:lnTo>
                  <a:lnTo>
                    <a:pt x="859593" y="2889201"/>
                  </a:lnTo>
                  <a:lnTo>
                    <a:pt x="867479" y="2889201"/>
                  </a:lnTo>
                  <a:lnTo>
                    <a:pt x="875366" y="2889201"/>
                  </a:lnTo>
                  <a:lnTo>
                    <a:pt x="883252" y="2889201"/>
                  </a:lnTo>
                  <a:lnTo>
                    <a:pt x="891138" y="2889201"/>
                  </a:lnTo>
                  <a:lnTo>
                    <a:pt x="899024" y="2889201"/>
                  </a:lnTo>
                  <a:lnTo>
                    <a:pt x="906910" y="2889201"/>
                  </a:lnTo>
                  <a:lnTo>
                    <a:pt x="914796" y="2889201"/>
                  </a:lnTo>
                  <a:lnTo>
                    <a:pt x="922683" y="2889201"/>
                  </a:lnTo>
                  <a:lnTo>
                    <a:pt x="930569" y="2889201"/>
                  </a:lnTo>
                  <a:lnTo>
                    <a:pt x="938455" y="2889201"/>
                  </a:lnTo>
                  <a:lnTo>
                    <a:pt x="946341" y="2889201"/>
                  </a:lnTo>
                  <a:lnTo>
                    <a:pt x="954227" y="2889201"/>
                  </a:lnTo>
                  <a:lnTo>
                    <a:pt x="962113" y="2889201"/>
                  </a:lnTo>
                  <a:lnTo>
                    <a:pt x="970000" y="2889201"/>
                  </a:lnTo>
                  <a:lnTo>
                    <a:pt x="977886" y="2889201"/>
                  </a:lnTo>
                  <a:lnTo>
                    <a:pt x="985772" y="2889201"/>
                  </a:lnTo>
                  <a:lnTo>
                    <a:pt x="993658" y="2889201"/>
                  </a:lnTo>
                  <a:lnTo>
                    <a:pt x="1001544" y="2889201"/>
                  </a:lnTo>
                  <a:lnTo>
                    <a:pt x="1009431" y="2889201"/>
                  </a:lnTo>
                  <a:lnTo>
                    <a:pt x="1017317" y="2889201"/>
                  </a:lnTo>
                  <a:lnTo>
                    <a:pt x="1025203" y="2889201"/>
                  </a:lnTo>
                  <a:lnTo>
                    <a:pt x="1033089" y="2889201"/>
                  </a:lnTo>
                  <a:lnTo>
                    <a:pt x="1040975" y="2889201"/>
                  </a:lnTo>
                  <a:lnTo>
                    <a:pt x="1048861" y="2889201"/>
                  </a:lnTo>
                  <a:lnTo>
                    <a:pt x="1056748" y="2889201"/>
                  </a:lnTo>
                  <a:lnTo>
                    <a:pt x="1064634" y="2889201"/>
                  </a:lnTo>
                  <a:lnTo>
                    <a:pt x="1072520" y="2889201"/>
                  </a:lnTo>
                  <a:lnTo>
                    <a:pt x="1080406" y="2889201"/>
                  </a:lnTo>
                  <a:lnTo>
                    <a:pt x="1088292" y="2889201"/>
                  </a:lnTo>
                  <a:lnTo>
                    <a:pt x="1096179" y="2889201"/>
                  </a:lnTo>
                  <a:lnTo>
                    <a:pt x="1104065" y="2889201"/>
                  </a:lnTo>
                  <a:lnTo>
                    <a:pt x="1111951" y="2889201"/>
                  </a:lnTo>
                  <a:lnTo>
                    <a:pt x="1119837" y="2889201"/>
                  </a:lnTo>
                  <a:lnTo>
                    <a:pt x="1127723" y="2889201"/>
                  </a:lnTo>
                  <a:lnTo>
                    <a:pt x="1135609" y="2889201"/>
                  </a:lnTo>
                  <a:lnTo>
                    <a:pt x="1143496" y="2889201"/>
                  </a:lnTo>
                  <a:lnTo>
                    <a:pt x="1151382" y="2889201"/>
                  </a:lnTo>
                  <a:lnTo>
                    <a:pt x="1159268" y="2889201"/>
                  </a:lnTo>
                  <a:lnTo>
                    <a:pt x="1167154" y="2889201"/>
                  </a:lnTo>
                  <a:lnTo>
                    <a:pt x="1175040" y="2889201"/>
                  </a:lnTo>
                  <a:lnTo>
                    <a:pt x="1182927" y="2889201"/>
                  </a:lnTo>
                  <a:lnTo>
                    <a:pt x="1190813" y="2889201"/>
                  </a:lnTo>
                  <a:lnTo>
                    <a:pt x="1198699" y="2889201"/>
                  </a:lnTo>
                  <a:lnTo>
                    <a:pt x="1206585" y="2889201"/>
                  </a:lnTo>
                  <a:lnTo>
                    <a:pt x="1214471" y="2889201"/>
                  </a:lnTo>
                  <a:lnTo>
                    <a:pt x="1222357" y="2889201"/>
                  </a:lnTo>
                  <a:lnTo>
                    <a:pt x="1230244" y="2889201"/>
                  </a:lnTo>
                  <a:lnTo>
                    <a:pt x="1238130" y="2889201"/>
                  </a:lnTo>
                  <a:lnTo>
                    <a:pt x="1246016" y="2889201"/>
                  </a:lnTo>
                  <a:lnTo>
                    <a:pt x="1253902" y="2889201"/>
                  </a:lnTo>
                  <a:lnTo>
                    <a:pt x="1261788" y="2889201"/>
                  </a:lnTo>
                  <a:lnTo>
                    <a:pt x="1269675" y="2889201"/>
                  </a:lnTo>
                  <a:lnTo>
                    <a:pt x="1277561" y="2889201"/>
                  </a:lnTo>
                  <a:lnTo>
                    <a:pt x="1285447" y="2889201"/>
                  </a:lnTo>
                  <a:lnTo>
                    <a:pt x="1293333" y="2889201"/>
                  </a:lnTo>
                  <a:lnTo>
                    <a:pt x="1301219" y="2889201"/>
                  </a:lnTo>
                  <a:lnTo>
                    <a:pt x="1309105" y="2889201"/>
                  </a:lnTo>
                  <a:lnTo>
                    <a:pt x="1316992" y="2889201"/>
                  </a:lnTo>
                  <a:lnTo>
                    <a:pt x="1324878" y="2889201"/>
                  </a:lnTo>
                  <a:lnTo>
                    <a:pt x="1332764" y="2889201"/>
                  </a:lnTo>
                  <a:lnTo>
                    <a:pt x="1340650" y="2889201"/>
                  </a:lnTo>
                  <a:lnTo>
                    <a:pt x="1348536" y="2889201"/>
                  </a:lnTo>
                  <a:lnTo>
                    <a:pt x="1356423" y="2889201"/>
                  </a:lnTo>
                  <a:lnTo>
                    <a:pt x="1364309" y="2889201"/>
                  </a:lnTo>
                  <a:lnTo>
                    <a:pt x="1372195" y="2889201"/>
                  </a:lnTo>
                  <a:lnTo>
                    <a:pt x="1380081" y="2889201"/>
                  </a:lnTo>
                  <a:lnTo>
                    <a:pt x="1387967" y="2889201"/>
                  </a:lnTo>
                  <a:lnTo>
                    <a:pt x="1395853" y="2889201"/>
                  </a:lnTo>
                  <a:lnTo>
                    <a:pt x="1403740" y="2889201"/>
                  </a:lnTo>
                  <a:lnTo>
                    <a:pt x="1411626" y="2889200"/>
                  </a:lnTo>
                  <a:lnTo>
                    <a:pt x="1419512" y="2889197"/>
                  </a:lnTo>
                  <a:lnTo>
                    <a:pt x="1427398" y="2889189"/>
                  </a:lnTo>
                  <a:lnTo>
                    <a:pt x="1435284" y="2889166"/>
                  </a:lnTo>
                  <a:lnTo>
                    <a:pt x="1443170" y="2889109"/>
                  </a:lnTo>
                  <a:lnTo>
                    <a:pt x="1451057" y="2888963"/>
                  </a:lnTo>
                  <a:lnTo>
                    <a:pt x="1458943" y="2888625"/>
                  </a:lnTo>
                  <a:lnTo>
                    <a:pt x="1466829" y="2887907"/>
                  </a:lnTo>
                  <a:lnTo>
                    <a:pt x="1474715" y="2886494"/>
                  </a:lnTo>
                  <a:lnTo>
                    <a:pt x="1482601" y="2883927"/>
                  </a:lnTo>
                  <a:lnTo>
                    <a:pt x="1490488" y="2879613"/>
                  </a:lnTo>
                  <a:lnTo>
                    <a:pt x="1498374" y="2872916"/>
                  </a:lnTo>
                  <a:lnTo>
                    <a:pt x="1506260" y="2863317"/>
                  </a:lnTo>
                  <a:lnTo>
                    <a:pt x="1514146" y="2850652"/>
                  </a:lnTo>
                  <a:lnTo>
                    <a:pt x="1522032" y="2835337"/>
                  </a:lnTo>
                  <a:lnTo>
                    <a:pt x="1529918" y="2818512"/>
                  </a:lnTo>
                  <a:lnTo>
                    <a:pt x="1537805" y="2801997"/>
                  </a:lnTo>
                  <a:lnTo>
                    <a:pt x="1545691" y="2788019"/>
                  </a:lnTo>
                  <a:lnTo>
                    <a:pt x="1553577" y="2778750"/>
                  </a:lnTo>
                  <a:lnTo>
                    <a:pt x="1561463" y="2775775"/>
                  </a:lnTo>
                  <a:lnTo>
                    <a:pt x="1569349" y="2779657"/>
                  </a:lnTo>
                  <a:lnTo>
                    <a:pt x="1577236" y="2789766"/>
                  </a:lnTo>
                  <a:lnTo>
                    <a:pt x="1585122" y="2804440"/>
                  </a:lnTo>
                  <a:lnTo>
                    <a:pt x="1593008" y="2821414"/>
                  </a:lnTo>
                  <a:lnTo>
                    <a:pt x="1600894" y="2838208"/>
                  </a:lnTo>
                  <a:lnTo>
                    <a:pt x="1608780" y="2853101"/>
                  </a:lnTo>
                  <a:lnTo>
                    <a:pt x="1616666" y="2865158"/>
                  </a:lnTo>
                  <a:lnTo>
                    <a:pt x="1624553" y="2874145"/>
                  </a:lnTo>
                  <a:lnTo>
                    <a:pt x="1632439" y="2880345"/>
                  </a:lnTo>
                  <a:lnTo>
                    <a:pt x="1640325" y="2884314"/>
                  </a:lnTo>
                  <a:lnTo>
                    <a:pt x="1648211" y="2886674"/>
                  </a:lnTo>
                  <a:lnTo>
                    <a:pt x="1656097" y="2887979"/>
                  </a:lnTo>
                  <a:lnTo>
                    <a:pt x="1663984" y="2888649"/>
                  </a:lnTo>
                  <a:lnTo>
                    <a:pt x="1671870" y="2888969"/>
                  </a:lnTo>
                  <a:lnTo>
                    <a:pt x="1679756" y="2889110"/>
                  </a:lnTo>
                  <a:lnTo>
                    <a:pt x="1687642" y="2889168"/>
                  </a:lnTo>
                  <a:lnTo>
                    <a:pt x="1695528" y="2889190"/>
                  </a:lnTo>
                  <a:lnTo>
                    <a:pt x="1703414" y="2889198"/>
                  </a:lnTo>
                  <a:lnTo>
                    <a:pt x="1711301" y="2889200"/>
                  </a:lnTo>
                  <a:lnTo>
                    <a:pt x="1719187" y="2889201"/>
                  </a:lnTo>
                  <a:lnTo>
                    <a:pt x="1727073" y="2889201"/>
                  </a:lnTo>
                  <a:lnTo>
                    <a:pt x="1734959" y="2889201"/>
                  </a:lnTo>
                  <a:lnTo>
                    <a:pt x="1742845" y="2889201"/>
                  </a:lnTo>
                  <a:lnTo>
                    <a:pt x="1750732" y="2889201"/>
                  </a:lnTo>
                  <a:lnTo>
                    <a:pt x="1758618" y="2889201"/>
                  </a:lnTo>
                  <a:lnTo>
                    <a:pt x="1766504" y="2889201"/>
                  </a:lnTo>
                  <a:lnTo>
                    <a:pt x="1774390" y="2889201"/>
                  </a:lnTo>
                  <a:lnTo>
                    <a:pt x="1782276" y="2889201"/>
                  </a:lnTo>
                  <a:lnTo>
                    <a:pt x="1790162" y="2889201"/>
                  </a:lnTo>
                  <a:lnTo>
                    <a:pt x="1798049" y="2889201"/>
                  </a:lnTo>
                  <a:lnTo>
                    <a:pt x="1805935" y="2889201"/>
                  </a:lnTo>
                  <a:lnTo>
                    <a:pt x="1813821" y="2889201"/>
                  </a:lnTo>
                  <a:lnTo>
                    <a:pt x="1821707" y="2889201"/>
                  </a:lnTo>
                  <a:lnTo>
                    <a:pt x="1829593" y="2889200"/>
                  </a:lnTo>
                  <a:lnTo>
                    <a:pt x="1837479" y="2889197"/>
                  </a:lnTo>
                  <a:lnTo>
                    <a:pt x="1845366" y="2889186"/>
                  </a:lnTo>
                  <a:lnTo>
                    <a:pt x="1853252" y="2889153"/>
                  </a:lnTo>
                  <a:lnTo>
                    <a:pt x="1861138" y="2889059"/>
                  </a:lnTo>
                  <a:lnTo>
                    <a:pt x="1869024" y="2888813"/>
                  </a:lnTo>
                  <a:lnTo>
                    <a:pt x="1876910" y="2888172"/>
                  </a:lnTo>
                  <a:lnTo>
                    <a:pt x="1884797" y="2886592"/>
                  </a:lnTo>
                  <a:lnTo>
                    <a:pt x="1892683" y="2883040"/>
                  </a:lnTo>
                  <a:lnTo>
                    <a:pt x="1900569" y="2875624"/>
                  </a:lnTo>
                  <a:lnTo>
                    <a:pt x="1908455" y="2861227"/>
                  </a:lnTo>
                  <a:lnTo>
                    <a:pt x="1916341" y="2835188"/>
                  </a:lnTo>
                  <a:lnTo>
                    <a:pt x="1924227" y="2791226"/>
                  </a:lnTo>
                  <a:lnTo>
                    <a:pt x="1932114" y="2721778"/>
                  </a:lnTo>
                  <a:lnTo>
                    <a:pt x="1940000" y="2618849"/>
                  </a:lnTo>
                  <a:lnTo>
                    <a:pt x="1947886" y="2475312"/>
                  </a:lnTo>
                  <a:lnTo>
                    <a:pt x="1955772" y="2286426"/>
                  </a:lnTo>
                  <a:lnTo>
                    <a:pt x="1963658" y="2051243"/>
                  </a:lnTo>
                  <a:lnTo>
                    <a:pt x="1971545" y="1773654"/>
                  </a:lnTo>
                  <a:lnTo>
                    <a:pt x="1979431" y="1462941"/>
                  </a:lnTo>
                  <a:lnTo>
                    <a:pt x="1987317" y="1133860"/>
                  </a:lnTo>
                  <a:lnTo>
                    <a:pt x="1995203" y="806243"/>
                  </a:lnTo>
                  <a:lnTo>
                    <a:pt x="2003089" y="503911"/>
                  </a:lnTo>
                  <a:lnTo>
                    <a:pt x="2010975" y="252479"/>
                  </a:lnTo>
                  <a:lnTo>
                    <a:pt x="2018862" y="78631"/>
                  </a:lnTo>
                  <a:lnTo>
                    <a:pt x="2026748" y="0"/>
                  </a:lnTo>
                  <a:lnTo>
                    <a:pt x="2034634" y="17557"/>
                  </a:lnTo>
                  <a:lnTo>
                    <a:pt x="2042520" y="121331"/>
                  </a:lnTo>
                  <a:lnTo>
                    <a:pt x="2050406" y="290412"/>
                  </a:lnTo>
                  <a:lnTo>
                    <a:pt x="2058293" y="498362"/>
                  </a:lnTo>
                  <a:lnTo>
                    <a:pt x="2066179" y="719771"/>
                  </a:lnTo>
                  <a:lnTo>
                    <a:pt x="2074065" y="935635"/>
                  </a:lnTo>
                  <a:lnTo>
                    <a:pt x="2081951" y="1135947"/>
                  </a:lnTo>
                  <a:lnTo>
                    <a:pt x="2089837" y="1319127"/>
                  </a:lnTo>
                  <a:lnTo>
                    <a:pt x="2097723" y="1489157"/>
                  </a:lnTo>
                  <a:lnTo>
                    <a:pt x="2105610" y="1651902"/>
                  </a:lnTo>
                  <a:lnTo>
                    <a:pt x="2113496" y="1812021"/>
                  </a:lnTo>
                  <a:lnTo>
                    <a:pt x="2121382" y="1971232"/>
                  </a:lnTo>
                  <a:lnTo>
                    <a:pt x="2129268" y="2128035"/>
                  </a:lnTo>
                  <a:lnTo>
                    <a:pt x="2137154" y="2278490"/>
                  </a:lnTo>
                  <a:lnTo>
                    <a:pt x="2145041" y="2417503"/>
                  </a:lnTo>
                  <a:lnTo>
                    <a:pt x="2152927" y="2540184"/>
                  </a:lnTo>
                  <a:lnTo>
                    <a:pt x="2160813" y="2642379"/>
                  </a:lnTo>
                  <a:lnTo>
                    <a:pt x="2168699" y="2722461"/>
                  </a:lnTo>
                  <a:lnTo>
                    <a:pt x="2176585" y="2782130"/>
                  </a:lnTo>
                  <a:lnTo>
                    <a:pt x="2184471" y="2824025"/>
                  </a:lnTo>
                  <a:lnTo>
                    <a:pt x="2192358" y="2851690"/>
                  </a:lnTo>
                  <a:lnTo>
                    <a:pt x="2200244" y="2868840"/>
                  </a:lnTo>
                  <a:lnTo>
                    <a:pt x="2208130" y="2878802"/>
                  </a:lnTo>
                  <a:lnTo>
                    <a:pt x="2216016" y="2884216"/>
                  </a:lnTo>
                  <a:lnTo>
                    <a:pt x="2223902" y="2886963"/>
                  </a:lnTo>
                  <a:lnTo>
                    <a:pt x="2231789" y="2888262"/>
                  </a:lnTo>
                  <a:lnTo>
                    <a:pt x="2239675" y="2888834"/>
                  </a:lnTo>
                  <a:lnTo>
                    <a:pt x="2247561" y="2889067"/>
                  </a:lnTo>
                  <a:lnTo>
                    <a:pt x="2255447" y="2889156"/>
                  </a:lnTo>
                  <a:lnTo>
                    <a:pt x="2263333" y="2889187"/>
                  </a:lnTo>
                  <a:lnTo>
                    <a:pt x="2271219" y="2889197"/>
                  </a:lnTo>
                  <a:lnTo>
                    <a:pt x="2279106" y="2889200"/>
                  </a:lnTo>
                  <a:lnTo>
                    <a:pt x="2286992" y="2889201"/>
                  </a:lnTo>
                  <a:lnTo>
                    <a:pt x="2294878" y="2889201"/>
                  </a:lnTo>
                  <a:lnTo>
                    <a:pt x="2302764" y="2889201"/>
                  </a:lnTo>
                  <a:lnTo>
                    <a:pt x="2310650" y="2889201"/>
                  </a:lnTo>
                  <a:lnTo>
                    <a:pt x="2318536" y="2889201"/>
                  </a:lnTo>
                  <a:lnTo>
                    <a:pt x="2326423" y="2889201"/>
                  </a:lnTo>
                  <a:lnTo>
                    <a:pt x="2334309" y="2889201"/>
                  </a:lnTo>
                  <a:lnTo>
                    <a:pt x="2342195" y="2889201"/>
                  </a:lnTo>
                  <a:lnTo>
                    <a:pt x="2350081" y="2889201"/>
                  </a:lnTo>
                  <a:lnTo>
                    <a:pt x="2357967" y="2889201"/>
                  </a:lnTo>
                  <a:lnTo>
                    <a:pt x="2365854" y="2889201"/>
                  </a:lnTo>
                  <a:lnTo>
                    <a:pt x="2373740" y="2889201"/>
                  </a:lnTo>
                  <a:lnTo>
                    <a:pt x="2381626" y="2889201"/>
                  </a:lnTo>
                  <a:lnTo>
                    <a:pt x="2389512" y="2889201"/>
                  </a:lnTo>
                  <a:lnTo>
                    <a:pt x="2397398" y="2889201"/>
                  </a:lnTo>
                  <a:lnTo>
                    <a:pt x="2405284" y="2889201"/>
                  </a:lnTo>
                  <a:lnTo>
                    <a:pt x="2413171" y="2889201"/>
                  </a:lnTo>
                  <a:lnTo>
                    <a:pt x="2421057" y="2889201"/>
                  </a:lnTo>
                  <a:lnTo>
                    <a:pt x="2428943" y="2889201"/>
                  </a:lnTo>
                  <a:lnTo>
                    <a:pt x="2436829" y="2889201"/>
                  </a:lnTo>
                  <a:lnTo>
                    <a:pt x="2444715" y="2889201"/>
                  </a:lnTo>
                  <a:lnTo>
                    <a:pt x="2452602" y="2889201"/>
                  </a:lnTo>
                  <a:lnTo>
                    <a:pt x="2460488" y="2889201"/>
                  </a:lnTo>
                  <a:lnTo>
                    <a:pt x="2468374" y="2889201"/>
                  </a:lnTo>
                  <a:lnTo>
                    <a:pt x="2476260" y="2889201"/>
                  </a:lnTo>
                  <a:lnTo>
                    <a:pt x="2484146" y="2889201"/>
                  </a:lnTo>
                  <a:lnTo>
                    <a:pt x="2492032" y="2889201"/>
                  </a:lnTo>
                  <a:lnTo>
                    <a:pt x="2499919" y="2889201"/>
                  </a:lnTo>
                  <a:lnTo>
                    <a:pt x="2507805" y="2889201"/>
                  </a:lnTo>
                  <a:lnTo>
                    <a:pt x="2515691" y="2889201"/>
                  </a:lnTo>
                  <a:lnTo>
                    <a:pt x="2523577" y="2889201"/>
                  </a:lnTo>
                  <a:lnTo>
                    <a:pt x="2531463" y="2889201"/>
                  </a:lnTo>
                  <a:lnTo>
                    <a:pt x="2539350" y="2889201"/>
                  </a:lnTo>
                  <a:lnTo>
                    <a:pt x="2547236" y="2889201"/>
                  </a:lnTo>
                  <a:lnTo>
                    <a:pt x="2555122" y="2889201"/>
                  </a:lnTo>
                  <a:lnTo>
                    <a:pt x="2563008" y="2889201"/>
                  </a:lnTo>
                  <a:lnTo>
                    <a:pt x="2570894" y="2889201"/>
                  </a:lnTo>
                  <a:lnTo>
                    <a:pt x="2578780" y="2889201"/>
                  </a:lnTo>
                  <a:lnTo>
                    <a:pt x="2586667" y="2889201"/>
                  </a:lnTo>
                  <a:lnTo>
                    <a:pt x="2594553" y="2889201"/>
                  </a:lnTo>
                  <a:lnTo>
                    <a:pt x="2602439" y="2889201"/>
                  </a:lnTo>
                  <a:lnTo>
                    <a:pt x="2610325" y="2889201"/>
                  </a:lnTo>
                  <a:lnTo>
                    <a:pt x="2618211" y="2889201"/>
                  </a:lnTo>
                  <a:lnTo>
                    <a:pt x="2626098" y="2889201"/>
                  </a:lnTo>
                  <a:lnTo>
                    <a:pt x="2633984" y="2889201"/>
                  </a:lnTo>
                  <a:lnTo>
                    <a:pt x="2641870" y="2889201"/>
                  </a:lnTo>
                  <a:lnTo>
                    <a:pt x="2649756" y="2889201"/>
                  </a:lnTo>
                  <a:lnTo>
                    <a:pt x="2657642" y="2889201"/>
                  </a:lnTo>
                  <a:lnTo>
                    <a:pt x="2665528" y="2889201"/>
                  </a:lnTo>
                  <a:lnTo>
                    <a:pt x="2673415" y="2889201"/>
                  </a:lnTo>
                  <a:lnTo>
                    <a:pt x="2681301" y="2889201"/>
                  </a:lnTo>
                  <a:lnTo>
                    <a:pt x="2689187" y="2889201"/>
                  </a:lnTo>
                  <a:lnTo>
                    <a:pt x="2697073" y="2889201"/>
                  </a:lnTo>
                  <a:lnTo>
                    <a:pt x="2704959" y="2889201"/>
                  </a:lnTo>
                  <a:lnTo>
                    <a:pt x="2712846" y="2889201"/>
                  </a:lnTo>
                  <a:lnTo>
                    <a:pt x="2720732" y="2889201"/>
                  </a:lnTo>
                  <a:lnTo>
                    <a:pt x="2728618" y="2889201"/>
                  </a:lnTo>
                  <a:lnTo>
                    <a:pt x="2736504" y="2889201"/>
                  </a:lnTo>
                  <a:lnTo>
                    <a:pt x="2744390" y="2889201"/>
                  </a:lnTo>
                  <a:lnTo>
                    <a:pt x="2752276" y="2889201"/>
                  </a:lnTo>
                  <a:lnTo>
                    <a:pt x="2760163" y="2889201"/>
                  </a:lnTo>
                  <a:lnTo>
                    <a:pt x="2768049" y="2889201"/>
                  </a:lnTo>
                  <a:lnTo>
                    <a:pt x="2775935" y="2889201"/>
                  </a:lnTo>
                  <a:lnTo>
                    <a:pt x="2783821" y="2889201"/>
                  </a:lnTo>
                  <a:lnTo>
                    <a:pt x="2791707" y="2889201"/>
                  </a:lnTo>
                  <a:lnTo>
                    <a:pt x="2799593" y="2889201"/>
                  </a:lnTo>
                  <a:lnTo>
                    <a:pt x="2807480" y="2889201"/>
                  </a:lnTo>
                  <a:lnTo>
                    <a:pt x="2815366" y="2889201"/>
                  </a:lnTo>
                  <a:lnTo>
                    <a:pt x="2823252" y="2889201"/>
                  </a:lnTo>
                  <a:lnTo>
                    <a:pt x="2831138" y="2889201"/>
                  </a:lnTo>
                  <a:lnTo>
                    <a:pt x="2839024" y="2889201"/>
                  </a:lnTo>
                  <a:lnTo>
                    <a:pt x="2846911" y="2889201"/>
                  </a:lnTo>
                  <a:lnTo>
                    <a:pt x="2854797" y="2889201"/>
                  </a:lnTo>
                  <a:lnTo>
                    <a:pt x="2862683" y="2889201"/>
                  </a:lnTo>
                  <a:lnTo>
                    <a:pt x="2870569" y="2889201"/>
                  </a:lnTo>
                  <a:lnTo>
                    <a:pt x="2878455" y="2889201"/>
                  </a:lnTo>
                  <a:lnTo>
                    <a:pt x="2886341" y="2889201"/>
                  </a:lnTo>
                  <a:lnTo>
                    <a:pt x="2894228" y="2889201"/>
                  </a:lnTo>
                  <a:lnTo>
                    <a:pt x="2902114" y="2889201"/>
                  </a:lnTo>
                  <a:lnTo>
                    <a:pt x="2910000" y="2889201"/>
                  </a:lnTo>
                  <a:lnTo>
                    <a:pt x="2917886" y="2889201"/>
                  </a:lnTo>
                  <a:lnTo>
                    <a:pt x="2925772" y="2889201"/>
                  </a:lnTo>
                  <a:lnTo>
                    <a:pt x="2933659" y="2889201"/>
                  </a:lnTo>
                  <a:lnTo>
                    <a:pt x="2941545" y="2889201"/>
                  </a:lnTo>
                  <a:lnTo>
                    <a:pt x="2949431" y="2889201"/>
                  </a:lnTo>
                  <a:lnTo>
                    <a:pt x="2957317" y="2889201"/>
                  </a:lnTo>
                  <a:lnTo>
                    <a:pt x="2965203" y="2889201"/>
                  </a:lnTo>
                  <a:lnTo>
                    <a:pt x="2973089" y="2889201"/>
                  </a:lnTo>
                  <a:lnTo>
                    <a:pt x="2980976" y="2889201"/>
                  </a:lnTo>
                  <a:lnTo>
                    <a:pt x="2988862" y="2889201"/>
                  </a:lnTo>
                  <a:lnTo>
                    <a:pt x="2996748" y="2889201"/>
                  </a:lnTo>
                  <a:lnTo>
                    <a:pt x="3004634" y="2889201"/>
                  </a:lnTo>
                  <a:lnTo>
                    <a:pt x="3012520" y="2889201"/>
                  </a:lnTo>
                  <a:lnTo>
                    <a:pt x="3020407" y="2889201"/>
                  </a:lnTo>
                  <a:lnTo>
                    <a:pt x="3028293" y="2889201"/>
                  </a:lnTo>
                  <a:lnTo>
                    <a:pt x="3036179" y="2889201"/>
                  </a:lnTo>
                  <a:lnTo>
                    <a:pt x="3044065" y="2889201"/>
                  </a:lnTo>
                  <a:lnTo>
                    <a:pt x="3051951" y="2889201"/>
                  </a:lnTo>
                  <a:lnTo>
                    <a:pt x="3059837" y="2889201"/>
                  </a:lnTo>
                  <a:lnTo>
                    <a:pt x="3067724" y="2889201"/>
                  </a:lnTo>
                  <a:lnTo>
                    <a:pt x="3075610" y="2889201"/>
                  </a:lnTo>
                  <a:lnTo>
                    <a:pt x="3083496" y="2889201"/>
                  </a:lnTo>
                  <a:lnTo>
                    <a:pt x="3091382" y="2889201"/>
                  </a:lnTo>
                  <a:lnTo>
                    <a:pt x="3099268" y="2889201"/>
                  </a:lnTo>
                  <a:lnTo>
                    <a:pt x="3107155" y="2889201"/>
                  </a:lnTo>
                  <a:lnTo>
                    <a:pt x="3115041" y="2889201"/>
                  </a:lnTo>
                  <a:lnTo>
                    <a:pt x="3122927" y="2889201"/>
                  </a:lnTo>
                  <a:lnTo>
                    <a:pt x="3130813" y="2889201"/>
                  </a:lnTo>
                  <a:lnTo>
                    <a:pt x="3138699" y="2889201"/>
                  </a:lnTo>
                  <a:lnTo>
                    <a:pt x="3146585" y="2889201"/>
                  </a:lnTo>
                  <a:lnTo>
                    <a:pt x="3154472" y="2889201"/>
                  </a:lnTo>
                  <a:lnTo>
                    <a:pt x="3162358" y="2889201"/>
                  </a:lnTo>
                  <a:lnTo>
                    <a:pt x="3170244" y="2889201"/>
                  </a:lnTo>
                  <a:lnTo>
                    <a:pt x="3178130" y="2889201"/>
                  </a:lnTo>
                  <a:lnTo>
                    <a:pt x="3186016" y="2889201"/>
                  </a:lnTo>
                  <a:lnTo>
                    <a:pt x="3193903" y="2889201"/>
                  </a:lnTo>
                  <a:lnTo>
                    <a:pt x="3201789" y="2889201"/>
                  </a:lnTo>
                  <a:lnTo>
                    <a:pt x="3209675" y="2889201"/>
                  </a:lnTo>
                  <a:lnTo>
                    <a:pt x="3217561" y="2889201"/>
                  </a:lnTo>
                  <a:lnTo>
                    <a:pt x="3225447" y="2889201"/>
                  </a:lnTo>
                  <a:lnTo>
                    <a:pt x="3233333" y="2889201"/>
                  </a:lnTo>
                  <a:lnTo>
                    <a:pt x="3241220" y="2889201"/>
                  </a:lnTo>
                  <a:lnTo>
                    <a:pt x="3249106" y="2889201"/>
                  </a:lnTo>
                  <a:lnTo>
                    <a:pt x="3256992" y="2889201"/>
                  </a:lnTo>
                  <a:lnTo>
                    <a:pt x="3264878" y="2889201"/>
                  </a:lnTo>
                  <a:lnTo>
                    <a:pt x="3272764" y="2889201"/>
                  </a:lnTo>
                  <a:lnTo>
                    <a:pt x="3280650" y="2889201"/>
                  </a:lnTo>
                  <a:lnTo>
                    <a:pt x="3288537" y="2889201"/>
                  </a:lnTo>
                  <a:lnTo>
                    <a:pt x="3296423" y="2889201"/>
                  </a:lnTo>
                  <a:lnTo>
                    <a:pt x="3304309" y="2889201"/>
                  </a:lnTo>
                  <a:lnTo>
                    <a:pt x="3312195" y="2889201"/>
                  </a:lnTo>
                  <a:lnTo>
                    <a:pt x="3320081" y="2889201"/>
                  </a:lnTo>
                  <a:lnTo>
                    <a:pt x="3327968" y="2889201"/>
                  </a:lnTo>
                  <a:lnTo>
                    <a:pt x="3335854" y="2889201"/>
                  </a:lnTo>
                  <a:lnTo>
                    <a:pt x="3343740" y="2889201"/>
                  </a:lnTo>
                  <a:lnTo>
                    <a:pt x="3351626" y="2889201"/>
                  </a:lnTo>
                  <a:lnTo>
                    <a:pt x="3359512" y="2889201"/>
                  </a:lnTo>
                  <a:lnTo>
                    <a:pt x="3367398" y="2889201"/>
                  </a:lnTo>
                  <a:lnTo>
                    <a:pt x="3375285" y="2889201"/>
                  </a:lnTo>
                  <a:lnTo>
                    <a:pt x="3383171" y="2889201"/>
                  </a:lnTo>
                  <a:lnTo>
                    <a:pt x="3391057" y="2889201"/>
                  </a:lnTo>
                  <a:lnTo>
                    <a:pt x="3398943" y="2889201"/>
                  </a:lnTo>
                  <a:lnTo>
                    <a:pt x="3406829" y="2889201"/>
                  </a:lnTo>
                  <a:lnTo>
                    <a:pt x="3414716" y="2889201"/>
                  </a:lnTo>
                  <a:lnTo>
                    <a:pt x="3422602" y="2889201"/>
                  </a:lnTo>
                  <a:lnTo>
                    <a:pt x="3430488" y="2889201"/>
                  </a:lnTo>
                  <a:lnTo>
                    <a:pt x="3438374" y="2889201"/>
                  </a:lnTo>
                  <a:lnTo>
                    <a:pt x="3446260" y="2889201"/>
                  </a:lnTo>
                  <a:lnTo>
                    <a:pt x="3454146" y="2889201"/>
                  </a:lnTo>
                  <a:lnTo>
                    <a:pt x="3462033" y="2889201"/>
                  </a:lnTo>
                  <a:lnTo>
                    <a:pt x="3469919" y="2889201"/>
                  </a:lnTo>
                  <a:lnTo>
                    <a:pt x="3477805" y="2889201"/>
                  </a:lnTo>
                  <a:lnTo>
                    <a:pt x="3485691" y="2889201"/>
                  </a:lnTo>
                  <a:lnTo>
                    <a:pt x="3493577" y="2889201"/>
                  </a:lnTo>
                  <a:lnTo>
                    <a:pt x="3501464" y="2889201"/>
                  </a:lnTo>
                  <a:lnTo>
                    <a:pt x="3509350" y="2889201"/>
                  </a:lnTo>
                  <a:lnTo>
                    <a:pt x="3517236" y="2889201"/>
                  </a:lnTo>
                  <a:lnTo>
                    <a:pt x="3525122" y="2889201"/>
                  </a:lnTo>
                  <a:lnTo>
                    <a:pt x="3533008" y="2889201"/>
                  </a:lnTo>
                  <a:lnTo>
                    <a:pt x="3540894" y="2889201"/>
                  </a:lnTo>
                  <a:lnTo>
                    <a:pt x="3548781" y="2889201"/>
                  </a:lnTo>
                  <a:lnTo>
                    <a:pt x="3556667" y="2889201"/>
                  </a:lnTo>
                  <a:lnTo>
                    <a:pt x="3564553" y="2889201"/>
                  </a:lnTo>
                  <a:lnTo>
                    <a:pt x="3572439" y="2889201"/>
                  </a:lnTo>
                  <a:lnTo>
                    <a:pt x="3580325" y="2889201"/>
                  </a:lnTo>
                  <a:lnTo>
                    <a:pt x="3588212" y="2889201"/>
                  </a:lnTo>
                  <a:lnTo>
                    <a:pt x="3596098" y="2889201"/>
                  </a:lnTo>
                  <a:lnTo>
                    <a:pt x="3603984" y="2889201"/>
                  </a:lnTo>
                  <a:lnTo>
                    <a:pt x="3611870" y="2889201"/>
                  </a:lnTo>
                  <a:lnTo>
                    <a:pt x="3619756" y="2889201"/>
                  </a:lnTo>
                  <a:lnTo>
                    <a:pt x="3627642" y="2889201"/>
                  </a:lnTo>
                  <a:lnTo>
                    <a:pt x="3635529" y="2889201"/>
                  </a:lnTo>
                  <a:lnTo>
                    <a:pt x="3643415" y="2889201"/>
                  </a:lnTo>
                  <a:lnTo>
                    <a:pt x="3651301" y="2889201"/>
                  </a:lnTo>
                  <a:lnTo>
                    <a:pt x="3659187" y="2889201"/>
                  </a:lnTo>
                  <a:lnTo>
                    <a:pt x="3667073" y="2889201"/>
                  </a:lnTo>
                  <a:lnTo>
                    <a:pt x="3674959" y="2889201"/>
                  </a:lnTo>
                  <a:lnTo>
                    <a:pt x="3682846" y="2889201"/>
                  </a:lnTo>
                  <a:lnTo>
                    <a:pt x="3690732" y="2889201"/>
                  </a:lnTo>
                  <a:lnTo>
                    <a:pt x="3698618" y="2889201"/>
                  </a:lnTo>
                  <a:lnTo>
                    <a:pt x="3706504" y="2889201"/>
                  </a:lnTo>
                  <a:lnTo>
                    <a:pt x="3714390" y="2889201"/>
                  </a:lnTo>
                  <a:lnTo>
                    <a:pt x="3722277" y="2889201"/>
                  </a:lnTo>
                  <a:lnTo>
                    <a:pt x="3730163" y="2889201"/>
                  </a:lnTo>
                  <a:lnTo>
                    <a:pt x="3738049" y="2889201"/>
                  </a:lnTo>
                  <a:lnTo>
                    <a:pt x="3745935" y="2889201"/>
                  </a:lnTo>
                  <a:lnTo>
                    <a:pt x="3753821" y="2889201"/>
                  </a:lnTo>
                  <a:lnTo>
                    <a:pt x="3761707" y="2889201"/>
                  </a:lnTo>
                  <a:lnTo>
                    <a:pt x="3769594" y="2889201"/>
                  </a:lnTo>
                  <a:lnTo>
                    <a:pt x="3777480" y="2889201"/>
                  </a:lnTo>
                  <a:lnTo>
                    <a:pt x="3785366" y="2889201"/>
                  </a:lnTo>
                  <a:lnTo>
                    <a:pt x="3793252" y="2889201"/>
                  </a:lnTo>
                  <a:lnTo>
                    <a:pt x="3801138" y="2889201"/>
                  </a:lnTo>
                  <a:lnTo>
                    <a:pt x="3809025" y="2889201"/>
                  </a:lnTo>
                  <a:lnTo>
                    <a:pt x="3816911" y="2889201"/>
                  </a:lnTo>
                  <a:lnTo>
                    <a:pt x="3824797" y="2889201"/>
                  </a:lnTo>
                  <a:lnTo>
                    <a:pt x="3832683" y="2889201"/>
                  </a:lnTo>
                  <a:lnTo>
                    <a:pt x="3840569" y="2889201"/>
                  </a:lnTo>
                  <a:lnTo>
                    <a:pt x="3848455" y="2889201"/>
                  </a:lnTo>
                  <a:lnTo>
                    <a:pt x="3856342" y="2889201"/>
                  </a:lnTo>
                  <a:lnTo>
                    <a:pt x="3864228" y="2889201"/>
                  </a:lnTo>
                  <a:lnTo>
                    <a:pt x="3872114" y="2889201"/>
                  </a:lnTo>
                  <a:lnTo>
                    <a:pt x="3880000" y="2889201"/>
                  </a:lnTo>
                  <a:lnTo>
                    <a:pt x="3887886" y="2889201"/>
                  </a:lnTo>
                  <a:lnTo>
                    <a:pt x="3895773" y="2889201"/>
                  </a:lnTo>
                  <a:lnTo>
                    <a:pt x="3903659" y="2889201"/>
                  </a:lnTo>
                  <a:lnTo>
                    <a:pt x="3911545" y="2889201"/>
                  </a:lnTo>
                  <a:lnTo>
                    <a:pt x="3919431" y="2889201"/>
                  </a:lnTo>
                  <a:lnTo>
                    <a:pt x="3927317" y="2889201"/>
                  </a:lnTo>
                  <a:lnTo>
                    <a:pt x="3935203" y="2889201"/>
                  </a:lnTo>
                  <a:lnTo>
                    <a:pt x="3943090" y="2889201"/>
                  </a:lnTo>
                  <a:lnTo>
                    <a:pt x="3950976" y="2889201"/>
                  </a:lnTo>
                  <a:lnTo>
                    <a:pt x="3958862" y="2889201"/>
                  </a:lnTo>
                  <a:lnTo>
                    <a:pt x="3966748" y="2889201"/>
                  </a:lnTo>
                  <a:lnTo>
                    <a:pt x="3974634" y="2889201"/>
                  </a:lnTo>
                  <a:lnTo>
                    <a:pt x="3982521" y="2889201"/>
                  </a:lnTo>
                  <a:lnTo>
                    <a:pt x="3990407" y="2889201"/>
                  </a:lnTo>
                  <a:lnTo>
                    <a:pt x="3998293" y="2889201"/>
                  </a:lnTo>
                  <a:lnTo>
                    <a:pt x="4006179" y="2889201"/>
                  </a:lnTo>
                  <a:lnTo>
                    <a:pt x="4014065" y="2889201"/>
                  </a:lnTo>
                  <a:lnTo>
                    <a:pt x="4021951" y="2889201"/>
                  </a:lnTo>
                  <a:lnTo>
                    <a:pt x="4029838" y="288920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pg453"/>
            <p:cNvSpPr/>
            <p:nvPr/>
          </p:nvSpPr>
          <p:spPr>
            <a:xfrm>
              <a:off x="7814880" y="4562198"/>
              <a:ext cx="4029838" cy="232534"/>
            </a:xfrm>
            <a:custGeom>
              <a:avLst/>
              <a:gdLst/>
              <a:ahLst/>
              <a:cxnLst/>
              <a:rect l="0" t="0" r="0" b="0"/>
              <a:pathLst>
                <a:path w="4029838" h="232534">
                  <a:moveTo>
                    <a:pt x="0" y="232534"/>
                  </a:moveTo>
                  <a:lnTo>
                    <a:pt x="7886" y="232534"/>
                  </a:lnTo>
                  <a:lnTo>
                    <a:pt x="15772" y="232534"/>
                  </a:lnTo>
                  <a:lnTo>
                    <a:pt x="23658" y="232534"/>
                  </a:lnTo>
                  <a:lnTo>
                    <a:pt x="31544" y="232534"/>
                  </a:lnTo>
                  <a:lnTo>
                    <a:pt x="39430" y="232534"/>
                  </a:lnTo>
                  <a:lnTo>
                    <a:pt x="47317" y="232534"/>
                  </a:lnTo>
                  <a:lnTo>
                    <a:pt x="55203" y="232534"/>
                  </a:lnTo>
                  <a:lnTo>
                    <a:pt x="63089" y="232534"/>
                  </a:lnTo>
                  <a:lnTo>
                    <a:pt x="70975" y="232534"/>
                  </a:lnTo>
                  <a:lnTo>
                    <a:pt x="78861" y="232534"/>
                  </a:lnTo>
                  <a:lnTo>
                    <a:pt x="86747" y="232534"/>
                  </a:lnTo>
                  <a:lnTo>
                    <a:pt x="94634" y="232534"/>
                  </a:lnTo>
                  <a:lnTo>
                    <a:pt x="102520" y="232534"/>
                  </a:lnTo>
                  <a:lnTo>
                    <a:pt x="110406" y="232534"/>
                  </a:lnTo>
                  <a:lnTo>
                    <a:pt x="118292" y="232534"/>
                  </a:lnTo>
                  <a:lnTo>
                    <a:pt x="126178" y="232534"/>
                  </a:lnTo>
                  <a:lnTo>
                    <a:pt x="134065" y="232534"/>
                  </a:lnTo>
                  <a:lnTo>
                    <a:pt x="141951" y="232534"/>
                  </a:lnTo>
                  <a:lnTo>
                    <a:pt x="149837" y="232534"/>
                  </a:lnTo>
                  <a:lnTo>
                    <a:pt x="157723" y="232534"/>
                  </a:lnTo>
                  <a:lnTo>
                    <a:pt x="165609" y="232534"/>
                  </a:lnTo>
                  <a:lnTo>
                    <a:pt x="173495" y="232534"/>
                  </a:lnTo>
                  <a:lnTo>
                    <a:pt x="181382" y="232534"/>
                  </a:lnTo>
                  <a:lnTo>
                    <a:pt x="189268" y="232534"/>
                  </a:lnTo>
                  <a:lnTo>
                    <a:pt x="197154" y="232534"/>
                  </a:lnTo>
                  <a:lnTo>
                    <a:pt x="205040" y="232534"/>
                  </a:lnTo>
                  <a:lnTo>
                    <a:pt x="212926" y="232534"/>
                  </a:lnTo>
                  <a:lnTo>
                    <a:pt x="220813" y="232534"/>
                  </a:lnTo>
                  <a:lnTo>
                    <a:pt x="228699" y="232534"/>
                  </a:lnTo>
                  <a:lnTo>
                    <a:pt x="236585" y="232534"/>
                  </a:lnTo>
                  <a:lnTo>
                    <a:pt x="244471" y="232534"/>
                  </a:lnTo>
                  <a:lnTo>
                    <a:pt x="252357" y="232534"/>
                  </a:lnTo>
                  <a:lnTo>
                    <a:pt x="260243" y="232534"/>
                  </a:lnTo>
                  <a:lnTo>
                    <a:pt x="268130" y="232534"/>
                  </a:lnTo>
                  <a:lnTo>
                    <a:pt x="276016" y="232534"/>
                  </a:lnTo>
                  <a:lnTo>
                    <a:pt x="283902" y="232534"/>
                  </a:lnTo>
                  <a:lnTo>
                    <a:pt x="291788" y="232534"/>
                  </a:lnTo>
                  <a:lnTo>
                    <a:pt x="299674" y="232534"/>
                  </a:lnTo>
                  <a:lnTo>
                    <a:pt x="307561" y="232534"/>
                  </a:lnTo>
                  <a:lnTo>
                    <a:pt x="315447" y="232534"/>
                  </a:lnTo>
                  <a:lnTo>
                    <a:pt x="323333" y="232534"/>
                  </a:lnTo>
                  <a:lnTo>
                    <a:pt x="331219" y="232534"/>
                  </a:lnTo>
                  <a:lnTo>
                    <a:pt x="339105" y="232534"/>
                  </a:lnTo>
                  <a:lnTo>
                    <a:pt x="346991" y="232534"/>
                  </a:lnTo>
                  <a:lnTo>
                    <a:pt x="354878" y="232534"/>
                  </a:lnTo>
                  <a:lnTo>
                    <a:pt x="362764" y="232534"/>
                  </a:lnTo>
                  <a:lnTo>
                    <a:pt x="370650" y="232534"/>
                  </a:lnTo>
                  <a:lnTo>
                    <a:pt x="378536" y="232534"/>
                  </a:lnTo>
                  <a:lnTo>
                    <a:pt x="386422" y="232534"/>
                  </a:lnTo>
                  <a:lnTo>
                    <a:pt x="394309" y="232534"/>
                  </a:lnTo>
                  <a:lnTo>
                    <a:pt x="402195" y="232534"/>
                  </a:lnTo>
                  <a:lnTo>
                    <a:pt x="410081" y="232534"/>
                  </a:lnTo>
                  <a:lnTo>
                    <a:pt x="417967" y="232534"/>
                  </a:lnTo>
                  <a:lnTo>
                    <a:pt x="425853" y="232534"/>
                  </a:lnTo>
                  <a:lnTo>
                    <a:pt x="433739" y="232534"/>
                  </a:lnTo>
                  <a:lnTo>
                    <a:pt x="441626" y="232534"/>
                  </a:lnTo>
                  <a:lnTo>
                    <a:pt x="449512" y="232534"/>
                  </a:lnTo>
                  <a:lnTo>
                    <a:pt x="457398" y="232534"/>
                  </a:lnTo>
                  <a:lnTo>
                    <a:pt x="465284" y="232534"/>
                  </a:lnTo>
                  <a:lnTo>
                    <a:pt x="473170" y="232534"/>
                  </a:lnTo>
                  <a:lnTo>
                    <a:pt x="481056" y="232534"/>
                  </a:lnTo>
                  <a:lnTo>
                    <a:pt x="488943" y="232534"/>
                  </a:lnTo>
                  <a:lnTo>
                    <a:pt x="496829" y="232534"/>
                  </a:lnTo>
                  <a:lnTo>
                    <a:pt x="504715" y="232534"/>
                  </a:lnTo>
                  <a:lnTo>
                    <a:pt x="512601" y="232534"/>
                  </a:lnTo>
                  <a:lnTo>
                    <a:pt x="520487" y="232534"/>
                  </a:lnTo>
                  <a:lnTo>
                    <a:pt x="528374" y="232534"/>
                  </a:lnTo>
                  <a:lnTo>
                    <a:pt x="536260" y="232534"/>
                  </a:lnTo>
                  <a:lnTo>
                    <a:pt x="544146" y="232534"/>
                  </a:lnTo>
                  <a:lnTo>
                    <a:pt x="552032" y="232534"/>
                  </a:lnTo>
                  <a:lnTo>
                    <a:pt x="559918" y="232534"/>
                  </a:lnTo>
                  <a:lnTo>
                    <a:pt x="567804" y="232534"/>
                  </a:lnTo>
                  <a:lnTo>
                    <a:pt x="575691" y="232534"/>
                  </a:lnTo>
                  <a:lnTo>
                    <a:pt x="583577" y="232534"/>
                  </a:lnTo>
                  <a:lnTo>
                    <a:pt x="591463" y="232534"/>
                  </a:lnTo>
                  <a:lnTo>
                    <a:pt x="599349" y="232534"/>
                  </a:lnTo>
                  <a:lnTo>
                    <a:pt x="607235" y="232534"/>
                  </a:lnTo>
                  <a:lnTo>
                    <a:pt x="615122" y="232534"/>
                  </a:lnTo>
                  <a:lnTo>
                    <a:pt x="623008" y="232534"/>
                  </a:lnTo>
                  <a:lnTo>
                    <a:pt x="630894" y="232534"/>
                  </a:lnTo>
                  <a:lnTo>
                    <a:pt x="638780" y="232534"/>
                  </a:lnTo>
                  <a:lnTo>
                    <a:pt x="646666" y="232534"/>
                  </a:lnTo>
                  <a:lnTo>
                    <a:pt x="654552" y="232534"/>
                  </a:lnTo>
                  <a:lnTo>
                    <a:pt x="662439" y="232534"/>
                  </a:lnTo>
                  <a:lnTo>
                    <a:pt x="670325" y="232534"/>
                  </a:lnTo>
                  <a:lnTo>
                    <a:pt x="678211" y="232534"/>
                  </a:lnTo>
                  <a:lnTo>
                    <a:pt x="686097" y="232534"/>
                  </a:lnTo>
                  <a:lnTo>
                    <a:pt x="693983" y="232534"/>
                  </a:lnTo>
                  <a:lnTo>
                    <a:pt x="701870" y="232534"/>
                  </a:lnTo>
                  <a:lnTo>
                    <a:pt x="709756" y="232534"/>
                  </a:lnTo>
                  <a:lnTo>
                    <a:pt x="717642" y="232534"/>
                  </a:lnTo>
                  <a:lnTo>
                    <a:pt x="725528" y="232534"/>
                  </a:lnTo>
                  <a:lnTo>
                    <a:pt x="733414" y="232534"/>
                  </a:lnTo>
                  <a:lnTo>
                    <a:pt x="741300" y="232534"/>
                  </a:lnTo>
                  <a:lnTo>
                    <a:pt x="749187" y="232534"/>
                  </a:lnTo>
                  <a:lnTo>
                    <a:pt x="757073" y="232534"/>
                  </a:lnTo>
                  <a:lnTo>
                    <a:pt x="764959" y="232534"/>
                  </a:lnTo>
                  <a:lnTo>
                    <a:pt x="772845" y="232534"/>
                  </a:lnTo>
                  <a:lnTo>
                    <a:pt x="780731" y="232534"/>
                  </a:lnTo>
                  <a:lnTo>
                    <a:pt x="788618" y="232534"/>
                  </a:lnTo>
                  <a:lnTo>
                    <a:pt x="796504" y="232534"/>
                  </a:lnTo>
                  <a:lnTo>
                    <a:pt x="804390" y="232534"/>
                  </a:lnTo>
                  <a:lnTo>
                    <a:pt x="812276" y="232534"/>
                  </a:lnTo>
                  <a:lnTo>
                    <a:pt x="820162" y="232534"/>
                  </a:lnTo>
                  <a:lnTo>
                    <a:pt x="828048" y="232534"/>
                  </a:lnTo>
                  <a:lnTo>
                    <a:pt x="835935" y="232534"/>
                  </a:lnTo>
                  <a:lnTo>
                    <a:pt x="843821" y="232534"/>
                  </a:lnTo>
                  <a:lnTo>
                    <a:pt x="851707" y="232534"/>
                  </a:lnTo>
                  <a:lnTo>
                    <a:pt x="859593" y="232534"/>
                  </a:lnTo>
                  <a:lnTo>
                    <a:pt x="867479" y="232534"/>
                  </a:lnTo>
                  <a:lnTo>
                    <a:pt x="875366" y="232534"/>
                  </a:lnTo>
                  <a:lnTo>
                    <a:pt x="883252" y="232534"/>
                  </a:lnTo>
                  <a:lnTo>
                    <a:pt x="891138" y="232534"/>
                  </a:lnTo>
                  <a:lnTo>
                    <a:pt x="899024" y="232534"/>
                  </a:lnTo>
                  <a:lnTo>
                    <a:pt x="906910" y="232534"/>
                  </a:lnTo>
                  <a:lnTo>
                    <a:pt x="914796" y="232534"/>
                  </a:lnTo>
                  <a:lnTo>
                    <a:pt x="922683" y="232534"/>
                  </a:lnTo>
                  <a:lnTo>
                    <a:pt x="930569" y="232534"/>
                  </a:lnTo>
                  <a:lnTo>
                    <a:pt x="938455" y="232534"/>
                  </a:lnTo>
                  <a:lnTo>
                    <a:pt x="946341" y="232534"/>
                  </a:lnTo>
                  <a:lnTo>
                    <a:pt x="954227" y="232534"/>
                  </a:lnTo>
                  <a:lnTo>
                    <a:pt x="962113" y="232534"/>
                  </a:lnTo>
                  <a:lnTo>
                    <a:pt x="970000" y="232534"/>
                  </a:lnTo>
                  <a:lnTo>
                    <a:pt x="977886" y="232534"/>
                  </a:lnTo>
                  <a:lnTo>
                    <a:pt x="985772" y="232534"/>
                  </a:lnTo>
                  <a:lnTo>
                    <a:pt x="993658" y="232534"/>
                  </a:lnTo>
                  <a:lnTo>
                    <a:pt x="1001544" y="232534"/>
                  </a:lnTo>
                  <a:lnTo>
                    <a:pt x="1009431" y="232534"/>
                  </a:lnTo>
                  <a:lnTo>
                    <a:pt x="1017317" y="232534"/>
                  </a:lnTo>
                  <a:lnTo>
                    <a:pt x="1025203" y="232534"/>
                  </a:lnTo>
                  <a:lnTo>
                    <a:pt x="1033089" y="232534"/>
                  </a:lnTo>
                  <a:lnTo>
                    <a:pt x="1040975" y="232534"/>
                  </a:lnTo>
                  <a:lnTo>
                    <a:pt x="1048861" y="232534"/>
                  </a:lnTo>
                  <a:lnTo>
                    <a:pt x="1056748" y="232534"/>
                  </a:lnTo>
                  <a:lnTo>
                    <a:pt x="1064634" y="232534"/>
                  </a:lnTo>
                  <a:lnTo>
                    <a:pt x="1072520" y="232534"/>
                  </a:lnTo>
                  <a:lnTo>
                    <a:pt x="1080406" y="232534"/>
                  </a:lnTo>
                  <a:lnTo>
                    <a:pt x="1088292" y="232534"/>
                  </a:lnTo>
                  <a:lnTo>
                    <a:pt x="1096179" y="232534"/>
                  </a:lnTo>
                  <a:lnTo>
                    <a:pt x="1104065" y="232534"/>
                  </a:lnTo>
                  <a:lnTo>
                    <a:pt x="1111951" y="232534"/>
                  </a:lnTo>
                  <a:lnTo>
                    <a:pt x="1119837" y="232534"/>
                  </a:lnTo>
                  <a:lnTo>
                    <a:pt x="1127723" y="232534"/>
                  </a:lnTo>
                  <a:lnTo>
                    <a:pt x="1135609" y="232534"/>
                  </a:lnTo>
                  <a:lnTo>
                    <a:pt x="1143496" y="232534"/>
                  </a:lnTo>
                  <a:lnTo>
                    <a:pt x="1151382" y="232534"/>
                  </a:lnTo>
                  <a:lnTo>
                    <a:pt x="1159268" y="232534"/>
                  </a:lnTo>
                  <a:lnTo>
                    <a:pt x="1167154" y="232534"/>
                  </a:lnTo>
                  <a:lnTo>
                    <a:pt x="1175040" y="232534"/>
                  </a:lnTo>
                  <a:lnTo>
                    <a:pt x="1182927" y="232534"/>
                  </a:lnTo>
                  <a:lnTo>
                    <a:pt x="1190813" y="232534"/>
                  </a:lnTo>
                  <a:lnTo>
                    <a:pt x="1198699" y="232534"/>
                  </a:lnTo>
                  <a:lnTo>
                    <a:pt x="1206585" y="232534"/>
                  </a:lnTo>
                  <a:lnTo>
                    <a:pt x="1214471" y="232534"/>
                  </a:lnTo>
                  <a:lnTo>
                    <a:pt x="1222357" y="232534"/>
                  </a:lnTo>
                  <a:lnTo>
                    <a:pt x="1230244" y="232534"/>
                  </a:lnTo>
                  <a:lnTo>
                    <a:pt x="1238130" y="232534"/>
                  </a:lnTo>
                  <a:lnTo>
                    <a:pt x="1246016" y="232534"/>
                  </a:lnTo>
                  <a:lnTo>
                    <a:pt x="1253902" y="232534"/>
                  </a:lnTo>
                  <a:lnTo>
                    <a:pt x="1261788" y="232534"/>
                  </a:lnTo>
                  <a:lnTo>
                    <a:pt x="1269675" y="232534"/>
                  </a:lnTo>
                  <a:lnTo>
                    <a:pt x="1277561" y="232534"/>
                  </a:lnTo>
                  <a:lnTo>
                    <a:pt x="1285447" y="232534"/>
                  </a:lnTo>
                  <a:lnTo>
                    <a:pt x="1293333" y="232534"/>
                  </a:lnTo>
                  <a:lnTo>
                    <a:pt x="1301219" y="232534"/>
                  </a:lnTo>
                  <a:lnTo>
                    <a:pt x="1309105" y="232534"/>
                  </a:lnTo>
                  <a:lnTo>
                    <a:pt x="1316992" y="232534"/>
                  </a:lnTo>
                  <a:lnTo>
                    <a:pt x="1324878" y="232534"/>
                  </a:lnTo>
                  <a:lnTo>
                    <a:pt x="1332764" y="232534"/>
                  </a:lnTo>
                  <a:lnTo>
                    <a:pt x="1340650" y="232534"/>
                  </a:lnTo>
                  <a:lnTo>
                    <a:pt x="1348536" y="232534"/>
                  </a:lnTo>
                  <a:lnTo>
                    <a:pt x="1356423" y="232534"/>
                  </a:lnTo>
                  <a:lnTo>
                    <a:pt x="1364309" y="232534"/>
                  </a:lnTo>
                  <a:lnTo>
                    <a:pt x="1372195" y="232534"/>
                  </a:lnTo>
                  <a:lnTo>
                    <a:pt x="1380081" y="232534"/>
                  </a:lnTo>
                  <a:lnTo>
                    <a:pt x="1387967" y="232534"/>
                  </a:lnTo>
                  <a:lnTo>
                    <a:pt x="1395853" y="232534"/>
                  </a:lnTo>
                  <a:lnTo>
                    <a:pt x="1403740" y="232534"/>
                  </a:lnTo>
                  <a:lnTo>
                    <a:pt x="1411626" y="232534"/>
                  </a:lnTo>
                  <a:lnTo>
                    <a:pt x="1419512" y="232534"/>
                  </a:lnTo>
                  <a:lnTo>
                    <a:pt x="1427398" y="232534"/>
                  </a:lnTo>
                  <a:lnTo>
                    <a:pt x="1435284" y="232534"/>
                  </a:lnTo>
                  <a:lnTo>
                    <a:pt x="1443170" y="232534"/>
                  </a:lnTo>
                  <a:lnTo>
                    <a:pt x="1451057" y="232534"/>
                  </a:lnTo>
                  <a:lnTo>
                    <a:pt x="1458943" y="232534"/>
                  </a:lnTo>
                  <a:lnTo>
                    <a:pt x="1466829" y="232534"/>
                  </a:lnTo>
                  <a:lnTo>
                    <a:pt x="1474715" y="232534"/>
                  </a:lnTo>
                  <a:lnTo>
                    <a:pt x="1482601" y="232534"/>
                  </a:lnTo>
                  <a:lnTo>
                    <a:pt x="1490488" y="232534"/>
                  </a:lnTo>
                  <a:lnTo>
                    <a:pt x="1498374" y="232534"/>
                  </a:lnTo>
                  <a:lnTo>
                    <a:pt x="1506260" y="232534"/>
                  </a:lnTo>
                  <a:lnTo>
                    <a:pt x="1514146" y="232534"/>
                  </a:lnTo>
                  <a:lnTo>
                    <a:pt x="1522032" y="232534"/>
                  </a:lnTo>
                  <a:lnTo>
                    <a:pt x="1529918" y="232534"/>
                  </a:lnTo>
                  <a:lnTo>
                    <a:pt x="1537805" y="232534"/>
                  </a:lnTo>
                  <a:lnTo>
                    <a:pt x="1545691" y="232534"/>
                  </a:lnTo>
                  <a:lnTo>
                    <a:pt x="1553577" y="232534"/>
                  </a:lnTo>
                  <a:lnTo>
                    <a:pt x="1561463" y="232534"/>
                  </a:lnTo>
                  <a:lnTo>
                    <a:pt x="1569349" y="232534"/>
                  </a:lnTo>
                  <a:lnTo>
                    <a:pt x="1577236" y="232534"/>
                  </a:lnTo>
                  <a:lnTo>
                    <a:pt x="1585122" y="232534"/>
                  </a:lnTo>
                  <a:lnTo>
                    <a:pt x="1593008" y="232534"/>
                  </a:lnTo>
                  <a:lnTo>
                    <a:pt x="1600894" y="232534"/>
                  </a:lnTo>
                  <a:lnTo>
                    <a:pt x="1608780" y="232534"/>
                  </a:lnTo>
                  <a:lnTo>
                    <a:pt x="1616666" y="232534"/>
                  </a:lnTo>
                  <a:lnTo>
                    <a:pt x="1624553" y="232534"/>
                  </a:lnTo>
                  <a:lnTo>
                    <a:pt x="1632439" y="232534"/>
                  </a:lnTo>
                  <a:lnTo>
                    <a:pt x="1640325" y="232534"/>
                  </a:lnTo>
                  <a:lnTo>
                    <a:pt x="1648211" y="232534"/>
                  </a:lnTo>
                  <a:lnTo>
                    <a:pt x="1656097" y="232534"/>
                  </a:lnTo>
                  <a:lnTo>
                    <a:pt x="1663984" y="232534"/>
                  </a:lnTo>
                  <a:lnTo>
                    <a:pt x="1671870" y="232534"/>
                  </a:lnTo>
                  <a:lnTo>
                    <a:pt x="1679756" y="232534"/>
                  </a:lnTo>
                  <a:lnTo>
                    <a:pt x="1687642" y="232534"/>
                  </a:lnTo>
                  <a:lnTo>
                    <a:pt x="1695528" y="232534"/>
                  </a:lnTo>
                  <a:lnTo>
                    <a:pt x="1703414" y="232534"/>
                  </a:lnTo>
                  <a:lnTo>
                    <a:pt x="1711301" y="232534"/>
                  </a:lnTo>
                  <a:lnTo>
                    <a:pt x="1719187" y="232533"/>
                  </a:lnTo>
                  <a:lnTo>
                    <a:pt x="1727073" y="232533"/>
                  </a:lnTo>
                  <a:lnTo>
                    <a:pt x="1734959" y="232533"/>
                  </a:lnTo>
                  <a:lnTo>
                    <a:pt x="1742845" y="232533"/>
                  </a:lnTo>
                  <a:lnTo>
                    <a:pt x="1750732" y="232533"/>
                  </a:lnTo>
                  <a:lnTo>
                    <a:pt x="1758618" y="232533"/>
                  </a:lnTo>
                  <a:lnTo>
                    <a:pt x="1766504" y="232533"/>
                  </a:lnTo>
                  <a:lnTo>
                    <a:pt x="1774390" y="232532"/>
                  </a:lnTo>
                  <a:lnTo>
                    <a:pt x="1782276" y="232531"/>
                  </a:lnTo>
                  <a:lnTo>
                    <a:pt x="1790162" y="232530"/>
                  </a:lnTo>
                  <a:lnTo>
                    <a:pt x="1798049" y="232528"/>
                  </a:lnTo>
                  <a:lnTo>
                    <a:pt x="1805935" y="232524"/>
                  </a:lnTo>
                  <a:lnTo>
                    <a:pt x="1813821" y="232520"/>
                  </a:lnTo>
                  <a:lnTo>
                    <a:pt x="1821707" y="232513"/>
                  </a:lnTo>
                  <a:lnTo>
                    <a:pt x="1829593" y="232503"/>
                  </a:lnTo>
                  <a:lnTo>
                    <a:pt x="1837479" y="232489"/>
                  </a:lnTo>
                  <a:lnTo>
                    <a:pt x="1845366" y="232469"/>
                  </a:lnTo>
                  <a:lnTo>
                    <a:pt x="1853252" y="232440"/>
                  </a:lnTo>
                  <a:lnTo>
                    <a:pt x="1861138" y="232398"/>
                  </a:lnTo>
                  <a:lnTo>
                    <a:pt x="1869024" y="232340"/>
                  </a:lnTo>
                  <a:lnTo>
                    <a:pt x="1876910" y="232260"/>
                  </a:lnTo>
                  <a:lnTo>
                    <a:pt x="1884797" y="232153"/>
                  </a:lnTo>
                  <a:lnTo>
                    <a:pt x="1892683" y="232009"/>
                  </a:lnTo>
                  <a:lnTo>
                    <a:pt x="1900569" y="231818"/>
                  </a:lnTo>
                  <a:lnTo>
                    <a:pt x="1908455" y="231558"/>
                  </a:lnTo>
                  <a:lnTo>
                    <a:pt x="1916341" y="231211"/>
                  </a:lnTo>
                  <a:lnTo>
                    <a:pt x="1924227" y="230761"/>
                  </a:lnTo>
                  <a:lnTo>
                    <a:pt x="1932114" y="230183"/>
                  </a:lnTo>
                  <a:lnTo>
                    <a:pt x="1940000" y="229450"/>
                  </a:lnTo>
                  <a:lnTo>
                    <a:pt x="1947886" y="228529"/>
                  </a:lnTo>
                  <a:lnTo>
                    <a:pt x="1955772" y="227384"/>
                  </a:lnTo>
                  <a:lnTo>
                    <a:pt x="1963658" y="225937"/>
                  </a:lnTo>
                  <a:lnTo>
                    <a:pt x="1971545" y="224137"/>
                  </a:lnTo>
                  <a:lnTo>
                    <a:pt x="1979431" y="221954"/>
                  </a:lnTo>
                  <a:lnTo>
                    <a:pt x="1987317" y="219334"/>
                  </a:lnTo>
                  <a:lnTo>
                    <a:pt x="1995203" y="216223"/>
                  </a:lnTo>
                  <a:lnTo>
                    <a:pt x="2003089" y="212565"/>
                  </a:lnTo>
                  <a:lnTo>
                    <a:pt x="2010975" y="208307"/>
                  </a:lnTo>
                  <a:lnTo>
                    <a:pt x="2018862" y="203326"/>
                  </a:lnTo>
                  <a:lnTo>
                    <a:pt x="2026748" y="197564"/>
                  </a:lnTo>
                  <a:lnTo>
                    <a:pt x="2034634" y="191052"/>
                  </a:lnTo>
                  <a:lnTo>
                    <a:pt x="2042520" y="183769"/>
                  </a:lnTo>
                  <a:lnTo>
                    <a:pt x="2050406" y="175709"/>
                  </a:lnTo>
                  <a:lnTo>
                    <a:pt x="2058293" y="166880"/>
                  </a:lnTo>
                  <a:lnTo>
                    <a:pt x="2066179" y="157305"/>
                  </a:lnTo>
                  <a:lnTo>
                    <a:pt x="2074065" y="146981"/>
                  </a:lnTo>
                  <a:lnTo>
                    <a:pt x="2081951" y="135975"/>
                  </a:lnTo>
                  <a:lnTo>
                    <a:pt x="2089837" y="124472"/>
                  </a:lnTo>
                  <a:lnTo>
                    <a:pt x="2097723" y="112590"/>
                  </a:lnTo>
                  <a:lnTo>
                    <a:pt x="2105610" y="100465"/>
                  </a:lnTo>
                  <a:lnTo>
                    <a:pt x="2113496" y="88249"/>
                  </a:lnTo>
                  <a:lnTo>
                    <a:pt x="2121382" y="76103"/>
                  </a:lnTo>
                  <a:lnTo>
                    <a:pt x="2129268" y="64230"/>
                  </a:lnTo>
                  <a:lnTo>
                    <a:pt x="2137154" y="52905"/>
                  </a:lnTo>
                  <a:lnTo>
                    <a:pt x="2145041" y="42271"/>
                  </a:lnTo>
                  <a:lnTo>
                    <a:pt x="2152927" y="32498"/>
                  </a:lnTo>
                  <a:lnTo>
                    <a:pt x="2160813" y="23743"/>
                  </a:lnTo>
                  <a:lnTo>
                    <a:pt x="2168699" y="16149"/>
                  </a:lnTo>
                  <a:lnTo>
                    <a:pt x="2176585" y="9839"/>
                  </a:lnTo>
                  <a:lnTo>
                    <a:pt x="2184471" y="4962"/>
                  </a:lnTo>
                  <a:lnTo>
                    <a:pt x="2192358" y="1798"/>
                  </a:lnTo>
                  <a:lnTo>
                    <a:pt x="2200244" y="145"/>
                  </a:lnTo>
                  <a:lnTo>
                    <a:pt x="2208130" y="0"/>
                  </a:lnTo>
                  <a:lnTo>
                    <a:pt x="2216016" y="1333"/>
                  </a:lnTo>
                  <a:lnTo>
                    <a:pt x="2223902" y="4090"/>
                  </a:lnTo>
                  <a:lnTo>
                    <a:pt x="2231789" y="8195"/>
                  </a:lnTo>
                  <a:lnTo>
                    <a:pt x="2239675" y="13559"/>
                  </a:lnTo>
                  <a:lnTo>
                    <a:pt x="2247561" y="20224"/>
                  </a:lnTo>
                  <a:lnTo>
                    <a:pt x="2255447" y="27819"/>
                  </a:lnTo>
                  <a:lnTo>
                    <a:pt x="2263333" y="36197"/>
                  </a:lnTo>
                  <a:lnTo>
                    <a:pt x="2271219" y="45211"/>
                  </a:lnTo>
                  <a:lnTo>
                    <a:pt x="2279106" y="54713"/>
                  </a:lnTo>
                  <a:lnTo>
                    <a:pt x="2286992" y="64559"/>
                  </a:lnTo>
                  <a:lnTo>
                    <a:pt x="2294878" y="74610"/>
                  </a:lnTo>
                  <a:lnTo>
                    <a:pt x="2302764" y="84722"/>
                  </a:lnTo>
                  <a:lnTo>
                    <a:pt x="2310650" y="94746"/>
                  </a:lnTo>
                  <a:lnTo>
                    <a:pt x="2318536" y="104589"/>
                  </a:lnTo>
                  <a:lnTo>
                    <a:pt x="2326423" y="114170"/>
                  </a:lnTo>
                  <a:lnTo>
                    <a:pt x="2334309" y="123424"/>
                  </a:lnTo>
                  <a:lnTo>
                    <a:pt x="2342195" y="132298"/>
                  </a:lnTo>
                  <a:lnTo>
                    <a:pt x="2350081" y="140752"/>
                  </a:lnTo>
                  <a:lnTo>
                    <a:pt x="2357967" y="148685"/>
                  </a:lnTo>
                  <a:lnTo>
                    <a:pt x="2365854" y="156137"/>
                  </a:lnTo>
                  <a:lnTo>
                    <a:pt x="2373740" y="163123"/>
                  </a:lnTo>
                  <a:lnTo>
                    <a:pt x="2381626" y="169649"/>
                  </a:lnTo>
                  <a:lnTo>
                    <a:pt x="2389512" y="175727"/>
                  </a:lnTo>
                  <a:lnTo>
                    <a:pt x="2397398" y="181369"/>
                  </a:lnTo>
                  <a:lnTo>
                    <a:pt x="2405284" y="186594"/>
                  </a:lnTo>
                  <a:lnTo>
                    <a:pt x="2413171" y="191368"/>
                  </a:lnTo>
                  <a:lnTo>
                    <a:pt x="2421057" y="195750"/>
                  </a:lnTo>
                  <a:lnTo>
                    <a:pt x="2428943" y="199783"/>
                  </a:lnTo>
                  <a:lnTo>
                    <a:pt x="2436829" y="203483"/>
                  </a:lnTo>
                  <a:lnTo>
                    <a:pt x="2444715" y="206868"/>
                  </a:lnTo>
                  <a:lnTo>
                    <a:pt x="2452602" y="209954"/>
                  </a:lnTo>
                  <a:lnTo>
                    <a:pt x="2460488" y="212756"/>
                  </a:lnTo>
                  <a:lnTo>
                    <a:pt x="2468374" y="215257"/>
                  </a:lnTo>
                  <a:lnTo>
                    <a:pt x="2476260" y="217483"/>
                  </a:lnTo>
                  <a:lnTo>
                    <a:pt x="2484146" y="219467"/>
                  </a:lnTo>
                  <a:lnTo>
                    <a:pt x="2492032" y="221218"/>
                  </a:lnTo>
                  <a:lnTo>
                    <a:pt x="2499919" y="222745"/>
                  </a:lnTo>
                  <a:lnTo>
                    <a:pt x="2507805" y="224057"/>
                  </a:lnTo>
                  <a:lnTo>
                    <a:pt x="2515691" y="225162"/>
                  </a:lnTo>
                  <a:lnTo>
                    <a:pt x="2523577" y="226050"/>
                  </a:lnTo>
                  <a:lnTo>
                    <a:pt x="2531463" y="226728"/>
                  </a:lnTo>
                  <a:lnTo>
                    <a:pt x="2539350" y="227224"/>
                  </a:lnTo>
                  <a:lnTo>
                    <a:pt x="2547236" y="227543"/>
                  </a:lnTo>
                  <a:lnTo>
                    <a:pt x="2555122" y="227690"/>
                  </a:lnTo>
                  <a:lnTo>
                    <a:pt x="2563008" y="227672"/>
                  </a:lnTo>
                  <a:lnTo>
                    <a:pt x="2570894" y="227493"/>
                  </a:lnTo>
                  <a:lnTo>
                    <a:pt x="2578780" y="227148"/>
                  </a:lnTo>
                  <a:lnTo>
                    <a:pt x="2586667" y="226638"/>
                  </a:lnTo>
                  <a:lnTo>
                    <a:pt x="2594553" y="225990"/>
                  </a:lnTo>
                  <a:lnTo>
                    <a:pt x="2602439" y="225210"/>
                  </a:lnTo>
                  <a:lnTo>
                    <a:pt x="2610325" y="224310"/>
                  </a:lnTo>
                  <a:lnTo>
                    <a:pt x="2618211" y="223299"/>
                  </a:lnTo>
                  <a:lnTo>
                    <a:pt x="2626098" y="222189"/>
                  </a:lnTo>
                  <a:lnTo>
                    <a:pt x="2633984" y="220993"/>
                  </a:lnTo>
                  <a:lnTo>
                    <a:pt x="2641870" y="219725"/>
                  </a:lnTo>
                  <a:lnTo>
                    <a:pt x="2649756" y="218415"/>
                  </a:lnTo>
                  <a:lnTo>
                    <a:pt x="2657642" y="217083"/>
                  </a:lnTo>
                  <a:lnTo>
                    <a:pt x="2665528" y="215748"/>
                  </a:lnTo>
                  <a:lnTo>
                    <a:pt x="2673415" y="214430"/>
                  </a:lnTo>
                  <a:lnTo>
                    <a:pt x="2681301" y="213150"/>
                  </a:lnTo>
                  <a:lnTo>
                    <a:pt x="2689187" y="211926"/>
                  </a:lnTo>
                  <a:lnTo>
                    <a:pt x="2697073" y="210791"/>
                  </a:lnTo>
                  <a:lnTo>
                    <a:pt x="2704959" y="209748"/>
                  </a:lnTo>
                  <a:lnTo>
                    <a:pt x="2712846" y="208806"/>
                  </a:lnTo>
                  <a:lnTo>
                    <a:pt x="2720732" y="207970"/>
                  </a:lnTo>
                  <a:lnTo>
                    <a:pt x="2728618" y="207246"/>
                  </a:lnTo>
                  <a:lnTo>
                    <a:pt x="2736504" y="206630"/>
                  </a:lnTo>
                  <a:lnTo>
                    <a:pt x="2744390" y="206122"/>
                  </a:lnTo>
                  <a:lnTo>
                    <a:pt x="2752276" y="205730"/>
                  </a:lnTo>
                  <a:lnTo>
                    <a:pt x="2760163" y="205423"/>
                  </a:lnTo>
                  <a:lnTo>
                    <a:pt x="2768049" y="205190"/>
                  </a:lnTo>
                  <a:lnTo>
                    <a:pt x="2775935" y="205019"/>
                  </a:lnTo>
                  <a:lnTo>
                    <a:pt x="2783821" y="204900"/>
                  </a:lnTo>
                  <a:lnTo>
                    <a:pt x="2791707" y="204823"/>
                  </a:lnTo>
                  <a:lnTo>
                    <a:pt x="2799593" y="204779"/>
                  </a:lnTo>
                  <a:lnTo>
                    <a:pt x="2807480" y="204767"/>
                  </a:lnTo>
                  <a:lnTo>
                    <a:pt x="2815366" y="204780"/>
                  </a:lnTo>
                  <a:lnTo>
                    <a:pt x="2823252" y="204821"/>
                  </a:lnTo>
                  <a:lnTo>
                    <a:pt x="2831138" y="204894"/>
                  </a:lnTo>
                  <a:lnTo>
                    <a:pt x="2839024" y="205007"/>
                  </a:lnTo>
                  <a:lnTo>
                    <a:pt x="2846911" y="205169"/>
                  </a:lnTo>
                  <a:lnTo>
                    <a:pt x="2854797" y="205391"/>
                  </a:lnTo>
                  <a:lnTo>
                    <a:pt x="2862683" y="205699"/>
                  </a:lnTo>
                  <a:lnTo>
                    <a:pt x="2870569" y="206098"/>
                  </a:lnTo>
                  <a:lnTo>
                    <a:pt x="2878455" y="206594"/>
                  </a:lnTo>
                  <a:lnTo>
                    <a:pt x="2886341" y="207195"/>
                  </a:lnTo>
                  <a:lnTo>
                    <a:pt x="2894228" y="207905"/>
                  </a:lnTo>
                  <a:lnTo>
                    <a:pt x="2902114" y="208726"/>
                  </a:lnTo>
                  <a:lnTo>
                    <a:pt x="2910000" y="209657"/>
                  </a:lnTo>
                  <a:lnTo>
                    <a:pt x="2917886" y="210705"/>
                  </a:lnTo>
                  <a:lnTo>
                    <a:pt x="2925772" y="211849"/>
                  </a:lnTo>
                  <a:lnTo>
                    <a:pt x="2933659" y="213071"/>
                  </a:lnTo>
                  <a:lnTo>
                    <a:pt x="2941545" y="214354"/>
                  </a:lnTo>
                  <a:lnTo>
                    <a:pt x="2949431" y="215681"/>
                  </a:lnTo>
                  <a:lnTo>
                    <a:pt x="2957317" y="217036"/>
                  </a:lnTo>
                  <a:lnTo>
                    <a:pt x="2965203" y="218399"/>
                  </a:lnTo>
                  <a:lnTo>
                    <a:pt x="2973089" y="219749"/>
                  </a:lnTo>
                  <a:lnTo>
                    <a:pt x="2980976" y="221063"/>
                  </a:lnTo>
                  <a:lnTo>
                    <a:pt x="2988862" y="222329"/>
                  </a:lnTo>
                  <a:lnTo>
                    <a:pt x="2996748" y="223533"/>
                  </a:lnTo>
                  <a:lnTo>
                    <a:pt x="3004634" y="224665"/>
                  </a:lnTo>
                  <a:lnTo>
                    <a:pt x="3012520" y="225718"/>
                  </a:lnTo>
                  <a:lnTo>
                    <a:pt x="3020407" y="226686"/>
                  </a:lnTo>
                  <a:lnTo>
                    <a:pt x="3028293" y="227556"/>
                  </a:lnTo>
                  <a:lnTo>
                    <a:pt x="3036179" y="228328"/>
                  </a:lnTo>
                  <a:lnTo>
                    <a:pt x="3044065" y="229013"/>
                  </a:lnTo>
                  <a:lnTo>
                    <a:pt x="3051951" y="229614"/>
                  </a:lnTo>
                  <a:lnTo>
                    <a:pt x="3059837" y="230135"/>
                  </a:lnTo>
                  <a:lnTo>
                    <a:pt x="3067724" y="230584"/>
                  </a:lnTo>
                  <a:lnTo>
                    <a:pt x="3075610" y="230964"/>
                  </a:lnTo>
                  <a:lnTo>
                    <a:pt x="3083496" y="231280"/>
                  </a:lnTo>
                  <a:lnTo>
                    <a:pt x="3091382" y="231537"/>
                  </a:lnTo>
                  <a:lnTo>
                    <a:pt x="3099268" y="231750"/>
                  </a:lnTo>
                  <a:lnTo>
                    <a:pt x="3107155" y="231923"/>
                  </a:lnTo>
                  <a:lnTo>
                    <a:pt x="3115041" y="232063"/>
                  </a:lnTo>
                  <a:lnTo>
                    <a:pt x="3122927" y="232175"/>
                  </a:lnTo>
                  <a:lnTo>
                    <a:pt x="3130813" y="232263"/>
                  </a:lnTo>
                  <a:lnTo>
                    <a:pt x="3138699" y="232331"/>
                  </a:lnTo>
                  <a:lnTo>
                    <a:pt x="3146585" y="232382"/>
                  </a:lnTo>
                  <a:lnTo>
                    <a:pt x="3154472" y="232422"/>
                  </a:lnTo>
                  <a:lnTo>
                    <a:pt x="3162358" y="232452"/>
                  </a:lnTo>
                  <a:lnTo>
                    <a:pt x="3170244" y="232474"/>
                  </a:lnTo>
                  <a:lnTo>
                    <a:pt x="3178130" y="232491"/>
                  </a:lnTo>
                  <a:lnTo>
                    <a:pt x="3186016" y="232504"/>
                  </a:lnTo>
                  <a:lnTo>
                    <a:pt x="3193903" y="232513"/>
                  </a:lnTo>
                  <a:lnTo>
                    <a:pt x="3201789" y="232519"/>
                  </a:lnTo>
                  <a:lnTo>
                    <a:pt x="3209675" y="232523"/>
                  </a:lnTo>
                  <a:lnTo>
                    <a:pt x="3217561" y="232527"/>
                  </a:lnTo>
                  <a:lnTo>
                    <a:pt x="3225447" y="232529"/>
                  </a:lnTo>
                  <a:lnTo>
                    <a:pt x="3233333" y="232530"/>
                  </a:lnTo>
                  <a:lnTo>
                    <a:pt x="3241220" y="232531"/>
                  </a:lnTo>
                  <a:lnTo>
                    <a:pt x="3249106" y="232532"/>
                  </a:lnTo>
                  <a:lnTo>
                    <a:pt x="3256992" y="232533"/>
                  </a:lnTo>
                  <a:lnTo>
                    <a:pt x="3264878" y="232533"/>
                  </a:lnTo>
                  <a:lnTo>
                    <a:pt x="3272764" y="232533"/>
                  </a:lnTo>
                  <a:lnTo>
                    <a:pt x="3280650" y="232533"/>
                  </a:lnTo>
                  <a:lnTo>
                    <a:pt x="3288537" y="232533"/>
                  </a:lnTo>
                  <a:lnTo>
                    <a:pt x="3296423" y="232533"/>
                  </a:lnTo>
                  <a:lnTo>
                    <a:pt x="3304309" y="232533"/>
                  </a:lnTo>
                  <a:lnTo>
                    <a:pt x="3312195" y="232534"/>
                  </a:lnTo>
                  <a:lnTo>
                    <a:pt x="3320081" y="232534"/>
                  </a:lnTo>
                  <a:lnTo>
                    <a:pt x="3327968" y="232534"/>
                  </a:lnTo>
                  <a:lnTo>
                    <a:pt x="3335854" y="232534"/>
                  </a:lnTo>
                  <a:lnTo>
                    <a:pt x="3343740" y="232534"/>
                  </a:lnTo>
                  <a:lnTo>
                    <a:pt x="3351626" y="232534"/>
                  </a:lnTo>
                  <a:lnTo>
                    <a:pt x="3359512" y="232534"/>
                  </a:lnTo>
                  <a:lnTo>
                    <a:pt x="3367398" y="232534"/>
                  </a:lnTo>
                  <a:lnTo>
                    <a:pt x="3375285" y="232534"/>
                  </a:lnTo>
                  <a:lnTo>
                    <a:pt x="3383171" y="232534"/>
                  </a:lnTo>
                  <a:lnTo>
                    <a:pt x="3391057" y="232534"/>
                  </a:lnTo>
                  <a:lnTo>
                    <a:pt x="3398943" y="232534"/>
                  </a:lnTo>
                  <a:lnTo>
                    <a:pt x="3406829" y="232534"/>
                  </a:lnTo>
                  <a:lnTo>
                    <a:pt x="3414716" y="232534"/>
                  </a:lnTo>
                  <a:lnTo>
                    <a:pt x="3422602" y="232534"/>
                  </a:lnTo>
                  <a:lnTo>
                    <a:pt x="3430488" y="232534"/>
                  </a:lnTo>
                  <a:lnTo>
                    <a:pt x="3438374" y="232534"/>
                  </a:lnTo>
                  <a:lnTo>
                    <a:pt x="3446260" y="232534"/>
                  </a:lnTo>
                  <a:lnTo>
                    <a:pt x="3454146" y="232534"/>
                  </a:lnTo>
                  <a:lnTo>
                    <a:pt x="3462033" y="232534"/>
                  </a:lnTo>
                  <a:lnTo>
                    <a:pt x="3469919" y="232534"/>
                  </a:lnTo>
                  <a:lnTo>
                    <a:pt x="3477805" y="232534"/>
                  </a:lnTo>
                  <a:lnTo>
                    <a:pt x="3485691" y="232534"/>
                  </a:lnTo>
                  <a:lnTo>
                    <a:pt x="3493577" y="232534"/>
                  </a:lnTo>
                  <a:lnTo>
                    <a:pt x="3501464" y="232534"/>
                  </a:lnTo>
                  <a:lnTo>
                    <a:pt x="3509350" y="232534"/>
                  </a:lnTo>
                  <a:lnTo>
                    <a:pt x="3517236" y="232534"/>
                  </a:lnTo>
                  <a:lnTo>
                    <a:pt x="3525122" y="232534"/>
                  </a:lnTo>
                  <a:lnTo>
                    <a:pt x="3533008" y="232534"/>
                  </a:lnTo>
                  <a:lnTo>
                    <a:pt x="3540894" y="232534"/>
                  </a:lnTo>
                  <a:lnTo>
                    <a:pt x="3548781" y="232534"/>
                  </a:lnTo>
                  <a:lnTo>
                    <a:pt x="3556667" y="232534"/>
                  </a:lnTo>
                  <a:lnTo>
                    <a:pt x="3564553" y="232534"/>
                  </a:lnTo>
                  <a:lnTo>
                    <a:pt x="3572439" y="232534"/>
                  </a:lnTo>
                  <a:lnTo>
                    <a:pt x="3580325" y="232534"/>
                  </a:lnTo>
                  <a:lnTo>
                    <a:pt x="3588212" y="232534"/>
                  </a:lnTo>
                  <a:lnTo>
                    <a:pt x="3596098" y="232534"/>
                  </a:lnTo>
                  <a:lnTo>
                    <a:pt x="3603984" y="232534"/>
                  </a:lnTo>
                  <a:lnTo>
                    <a:pt x="3611870" y="232534"/>
                  </a:lnTo>
                  <a:lnTo>
                    <a:pt x="3619756" y="232534"/>
                  </a:lnTo>
                  <a:lnTo>
                    <a:pt x="3627642" y="232534"/>
                  </a:lnTo>
                  <a:lnTo>
                    <a:pt x="3635529" y="232534"/>
                  </a:lnTo>
                  <a:lnTo>
                    <a:pt x="3643415" y="232534"/>
                  </a:lnTo>
                  <a:lnTo>
                    <a:pt x="3651301" y="232534"/>
                  </a:lnTo>
                  <a:lnTo>
                    <a:pt x="3659187" y="232534"/>
                  </a:lnTo>
                  <a:lnTo>
                    <a:pt x="3667073" y="232534"/>
                  </a:lnTo>
                  <a:lnTo>
                    <a:pt x="3674959" y="232534"/>
                  </a:lnTo>
                  <a:lnTo>
                    <a:pt x="3682846" y="232534"/>
                  </a:lnTo>
                  <a:lnTo>
                    <a:pt x="3690732" y="232534"/>
                  </a:lnTo>
                  <a:lnTo>
                    <a:pt x="3698618" y="232534"/>
                  </a:lnTo>
                  <a:lnTo>
                    <a:pt x="3706504" y="232534"/>
                  </a:lnTo>
                  <a:lnTo>
                    <a:pt x="3714390" y="232534"/>
                  </a:lnTo>
                  <a:lnTo>
                    <a:pt x="3722277" y="232534"/>
                  </a:lnTo>
                  <a:lnTo>
                    <a:pt x="3730163" y="232534"/>
                  </a:lnTo>
                  <a:lnTo>
                    <a:pt x="3738049" y="232534"/>
                  </a:lnTo>
                  <a:lnTo>
                    <a:pt x="3745935" y="232534"/>
                  </a:lnTo>
                  <a:lnTo>
                    <a:pt x="3753821" y="232534"/>
                  </a:lnTo>
                  <a:lnTo>
                    <a:pt x="3761707" y="232534"/>
                  </a:lnTo>
                  <a:lnTo>
                    <a:pt x="3769594" y="232534"/>
                  </a:lnTo>
                  <a:lnTo>
                    <a:pt x="3777480" y="232534"/>
                  </a:lnTo>
                  <a:lnTo>
                    <a:pt x="3785366" y="232534"/>
                  </a:lnTo>
                  <a:lnTo>
                    <a:pt x="3793252" y="232534"/>
                  </a:lnTo>
                  <a:lnTo>
                    <a:pt x="3801138" y="232534"/>
                  </a:lnTo>
                  <a:lnTo>
                    <a:pt x="3809025" y="232534"/>
                  </a:lnTo>
                  <a:lnTo>
                    <a:pt x="3816911" y="232534"/>
                  </a:lnTo>
                  <a:lnTo>
                    <a:pt x="3824797" y="232534"/>
                  </a:lnTo>
                  <a:lnTo>
                    <a:pt x="3832683" y="232534"/>
                  </a:lnTo>
                  <a:lnTo>
                    <a:pt x="3840569" y="232534"/>
                  </a:lnTo>
                  <a:lnTo>
                    <a:pt x="3848455" y="232534"/>
                  </a:lnTo>
                  <a:lnTo>
                    <a:pt x="3856342" y="232534"/>
                  </a:lnTo>
                  <a:lnTo>
                    <a:pt x="3864228" y="232534"/>
                  </a:lnTo>
                  <a:lnTo>
                    <a:pt x="3872114" y="232534"/>
                  </a:lnTo>
                  <a:lnTo>
                    <a:pt x="3880000" y="232534"/>
                  </a:lnTo>
                  <a:lnTo>
                    <a:pt x="3887886" y="232534"/>
                  </a:lnTo>
                  <a:lnTo>
                    <a:pt x="3895773" y="232534"/>
                  </a:lnTo>
                  <a:lnTo>
                    <a:pt x="3903659" y="232534"/>
                  </a:lnTo>
                  <a:lnTo>
                    <a:pt x="3911545" y="232534"/>
                  </a:lnTo>
                  <a:lnTo>
                    <a:pt x="3919431" y="232534"/>
                  </a:lnTo>
                  <a:lnTo>
                    <a:pt x="3927317" y="232534"/>
                  </a:lnTo>
                  <a:lnTo>
                    <a:pt x="3935203" y="232534"/>
                  </a:lnTo>
                  <a:lnTo>
                    <a:pt x="3943090" y="232534"/>
                  </a:lnTo>
                  <a:lnTo>
                    <a:pt x="3950976" y="232534"/>
                  </a:lnTo>
                  <a:lnTo>
                    <a:pt x="3958862" y="232534"/>
                  </a:lnTo>
                  <a:lnTo>
                    <a:pt x="3966748" y="232534"/>
                  </a:lnTo>
                  <a:lnTo>
                    <a:pt x="3974634" y="232534"/>
                  </a:lnTo>
                  <a:lnTo>
                    <a:pt x="3982521" y="232534"/>
                  </a:lnTo>
                  <a:lnTo>
                    <a:pt x="3990407" y="232534"/>
                  </a:lnTo>
                  <a:lnTo>
                    <a:pt x="3998293" y="232534"/>
                  </a:lnTo>
                  <a:lnTo>
                    <a:pt x="4006179" y="232534"/>
                  </a:lnTo>
                  <a:lnTo>
                    <a:pt x="4014065" y="232534"/>
                  </a:lnTo>
                  <a:lnTo>
                    <a:pt x="4021951" y="232534"/>
                  </a:lnTo>
                  <a:lnTo>
                    <a:pt x="4029838" y="232534"/>
                  </a:lnTo>
                  <a:lnTo>
                    <a:pt x="4021951" y="232534"/>
                  </a:lnTo>
                  <a:lnTo>
                    <a:pt x="4014065" y="232534"/>
                  </a:lnTo>
                  <a:lnTo>
                    <a:pt x="4006179" y="232534"/>
                  </a:lnTo>
                  <a:lnTo>
                    <a:pt x="3998293" y="232534"/>
                  </a:lnTo>
                  <a:lnTo>
                    <a:pt x="3990407" y="232534"/>
                  </a:lnTo>
                  <a:lnTo>
                    <a:pt x="3982521" y="232534"/>
                  </a:lnTo>
                  <a:lnTo>
                    <a:pt x="3974634" y="232534"/>
                  </a:lnTo>
                  <a:lnTo>
                    <a:pt x="3966748" y="232534"/>
                  </a:lnTo>
                  <a:lnTo>
                    <a:pt x="3958862" y="232534"/>
                  </a:lnTo>
                  <a:lnTo>
                    <a:pt x="3950976" y="232534"/>
                  </a:lnTo>
                  <a:lnTo>
                    <a:pt x="3943090" y="232534"/>
                  </a:lnTo>
                  <a:lnTo>
                    <a:pt x="3935203" y="232534"/>
                  </a:lnTo>
                  <a:lnTo>
                    <a:pt x="3927317" y="232534"/>
                  </a:lnTo>
                  <a:lnTo>
                    <a:pt x="3919431" y="232534"/>
                  </a:lnTo>
                  <a:lnTo>
                    <a:pt x="3911545" y="232534"/>
                  </a:lnTo>
                  <a:lnTo>
                    <a:pt x="3903659" y="232534"/>
                  </a:lnTo>
                  <a:lnTo>
                    <a:pt x="3895773" y="232534"/>
                  </a:lnTo>
                  <a:lnTo>
                    <a:pt x="3887886" y="232534"/>
                  </a:lnTo>
                  <a:lnTo>
                    <a:pt x="3880000" y="232534"/>
                  </a:lnTo>
                  <a:lnTo>
                    <a:pt x="3872114" y="232534"/>
                  </a:lnTo>
                  <a:lnTo>
                    <a:pt x="3864228" y="232534"/>
                  </a:lnTo>
                  <a:lnTo>
                    <a:pt x="3856342" y="232534"/>
                  </a:lnTo>
                  <a:lnTo>
                    <a:pt x="3848455" y="232534"/>
                  </a:lnTo>
                  <a:lnTo>
                    <a:pt x="3840569" y="232534"/>
                  </a:lnTo>
                  <a:lnTo>
                    <a:pt x="3832683" y="232534"/>
                  </a:lnTo>
                  <a:lnTo>
                    <a:pt x="3824797" y="232534"/>
                  </a:lnTo>
                  <a:lnTo>
                    <a:pt x="3816911" y="232534"/>
                  </a:lnTo>
                  <a:lnTo>
                    <a:pt x="3809025" y="232534"/>
                  </a:lnTo>
                  <a:lnTo>
                    <a:pt x="3801138" y="232534"/>
                  </a:lnTo>
                  <a:lnTo>
                    <a:pt x="3793252" y="232534"/>
                  </a:lnTo>
                  <a:lnTo>
                    <a:pt x="3785366" y="232534"/>
                  </a:lnTo>
                  <a:lnTo>
                    <a:pt x="3777480" y="232534"/>
                  </a:lnTo>
                  <a:lnTo>
                    <a:pt x="3769594" y="232534"/>
                  </a:lnTo>
                  <a:lnTo>
                    <a:pt x="3761707" y="232534"/>
                  </a:lnTo>
                  <a:lnTo>
                    <a:pt x="3753821" y="232534"/>
                  </a:lnTo>
                  <a:lnTo>
                    <a:pt x="3745935" y="232534"/>
                  </a:lnTo>
                  <a:lnTo>
                    <a:pt x="3738049" y="232534"/>
                  </a:lnTo>
                  <a:lnTo>
                    <a:pt x="3730163" y="232534"/>
                  </a:lnTo>
                  <a:lnTo>
                    <a:pt x="3722277" y="232534"/>
                  </a:lnTo>
                  <a:lnTo>
                    <a:pt x="3714390" y="232534"/>
                  </a:lnTo>
                  <a:lnTo>
                    <a:pt x="3706504" y="232534"/>
                  </a:lnTo>
                  <a:lnTo>
                    <a:pt x="3698618" y="232534"/>
                  </a:lnTo>
                  <a:lnTo>
                    <a:pt x="3690732" y="232534"/>
                  </a:lnTo>
                  <a:lnTo>
                    <a:pt x="3682846" y="232534"/>
                  </a:lnTo>
                  <a:lnTo>
                    <a:pt x="3674959" y="232534"/>
                  </a:lnTo>
                  <a:lnTo>
                    <a:pt x="3667073" y="232534"/>
                  </a:lnTo>
                  <a:lnTo>
                    <a:pt x="3659187" y="232534"/>
                  </a:lnTo>
                  <a:lnTo>
                    <a:pt x="3651301" y="232534"/>
                  </a:lnTo>
                  <a:lnTo>
                    <a:pt x="3643415" y="232534"/>
                  </a:lnTo>
                  <a:lnTo>
                    <a:pt x="3635529" y="232534"/>
                  </a:lnTo>
                  <a:lnTo>
                    <a:pt x="3627642" y="232534"/>
                  </a:lnTo>
                  <a:lnTo>
                    <a:pt x="3619756" y="232534"/>
                  </a:lnTo>
                  <a:lnTo>
                    <a:pt x="3611870" y="232534"/>
                  </a:lnTo>
                  <a:lnTo>
                    <a:pt x="3603984" y="232534"/>
                  </a:lnTo>
                  <a:lnTo>
                    <a:pt x="3596098" y="232534"/>
                  </a:lnTo>
                  <a:lnTo>
                    <a:pt x="3588212" y="232534"/>
                  </a:lnTo>
                  <a:lnTo>
                    <a:pt x="3580325" y="232534"/>
                  </a:lnTo>
                  <a:lnTo>
                    <a:pt x="3572439" y="232534"/>
                  </a:lnTo>
                  <a:lnTo>
                    <a:pt x="3564553" y="232534"/>
                  </a:lnTo>
                  <a:lnTo>
                    <a:pt x="3556667" y="232534"/>
                  </a:lnTo>
                  <a:lnTo>
                    <a:pt x="3548781" y="232534"/>
                  </a:lnTo>
                  <a:lnTo>
                    <a:pt x="3540894" y="232534"/>
                  </a:lnTo>
                  <a:lnTo>
                    <a:pt x="3533008" y="232534"/>
                  </a:lnTo>
                  <a:lnTo>
                    <a:pt x="3525122" y="232534"/>
                  </a:lnTo>
                  <a:lnTo>
                    <a:pt x="3517236" y="232534"/>
                  </a:lnTo>
                  <a:lnTo>
                    <a:pt x="3509350" y="232534"/>
                  </a:lnTo>
                  <a:lnTo>
                    <a:pt x="3501464" y="232534"/>
                  </a:lnTo>
                  <a:lnTo>
                    <a:pt x="3493577" y="232534"/>
                  </a:lnTo>
                  <a:lnTo>
                    <a:pt x="3485691" y="232534"/>
                  </a:lnTo>
                  <a:lnTo>
                    <a:pt x="3477805" y="232534"/>
                  </a:lnTo>
                  <a:lnTo>
                    <a:pt x="3469919" y="232534"/>
                  </a:lnTo>
                  <a:lnTo>
                    <a:pt x="3462033" y="232534"/>
                  </a:lnTo>
                  <a:lnTo>
                    <a:pt x="3454146" y="232534"/>
                  </a:lnTo>
                  <a:lnTo>
                    <a:pt x="3446260" y="232534"/>
                  </a:lnTo>
                  <a:lnTo>
                    <a:pt x="3438374" y="232534"/>
                  </a:lnTo>
                  <a:lnTo>
                    <a:pt x="3430488" y="232534"/>
                  </a:lnTo>
                  <a:lnTo>
                    <a:pt x="3422602" y="232534"/>
                  </a:lnTo>
                  <a:lnTo>
                    <a:pt x="3414716" y="232534"/>
                  </a:lnTo>
                  <a:lnTo>
                    <a:pt x="3406829" y="232534"/>
                  </a:lnTo>
                  <a:lnTo>
                    <a:pt x="3398943" y="232534"/>
                  </a:lnTo>
                  <a:lnTo>
                    <a:pt x="3391057" y="232534"/>
                  </a:lnTo>
                  <a:lnTo>
                    <a:pt x="3383171" y="232534"/>
                  </a:lnTo>
                  <a:lnTo>
                    <a:pt x="3375285" y="232534"/>
                  </a:lnTo>
                  <a:lnTo>
                    <a:pt x="3367398" y="232534"/>
                  </a:lnTo>
                  <a:lnTo>
                    <a:pt x="3359512" y="232534"/>
                  </a:lnTo>
                  <a:lnTo>
                    <a:pt x="3351626" y="232534"/>
                  </a:lnTo>
                  <a:lnTo>
                    <a:pt x="3343740" y="232534"/>
                  </a:lnTo>
                  <a:lnTo>
                    <a:pt x="3335854" y="232534"/>
                  </a:lnTo>
                  <a:lnTo>
                    <a:pt x="3327968" y="232534"/>
                  </a:lnTo>
                  <a:lnTo>
                    <a:pt x="3320081" y="232534"/>
                  </a:lnTo>
                  <a:lnTo>
                    <a:pt x="3312195" y="232534"/>
                  </a:lnTo>
                  <a:lnTo>
                    <a:pt x="3304309" y="232534"/>
                  </a:lnTo>
                  <a:lnTo>
                    <a:pt x="3296423" y="232534"/>
                  </a:lnTo>
                  <a:lnTo>
                    <a:pt x="3288537" y="232534"/>
                  </a:lnTo>
                  <a:lnTo>
                    <a:pt x="3280650" y="232534"/>
                  </a:lnTo>
                  <a:lnTo>
                    <a:pt x="3272764" y="232534"/>
                  </a:lnTo>
                  <a:lnTo>
                    <a:pt x="3264878" y="232534"/>
                  </a:lnTo>
                  <a:lnTo>
                    <a:pt x="3256992" y="232534"/>
                  </a:lnTo>
                  <a:lnTo>
                    <a:pt x="3249106" y="232534"/>
                  </a:lnTo>
                  <a:lnTo>
                    <a:pt x="3241220" y="232534"/>
                  </a:lnTo>
                  <a:lnTo>
                    <a:pt x="3233333" y="232534"/>
                  </a:lnTo>
                  <a:lnTo>
                    <a:pt x="3225447" y="232534"/>
                  </a:lnTo>
                  <a:lnTo>
                    <a:pt x="3217561" y="232534"/>
                  </a:lnTo>
                  <a:lnTo>
                    <a:pt x="3209675" y="232534"/>
                  </a:lnTo>
                  <a:lnTo>
                    <a:pt x="3201789" y="232534"/>
                  </a:lnTo>
                  <a:lnTo>
                    <a:pt x="3193903" y="232534"/>
                  </a:lnTo>
                  <a:lnTo>
                    <a:pt x="3186016" y="232534"/>
                  </a:lnTo>
                  <a:lnTo>
                    <a:pt x="3178130" y="232534"/>
                  </a:lnTo>
                  <a:lnTo>
                    <a:pt x="3170244" y="232534"/>
                  </a:lnTo>
                  <a:lnTo>
                    <a:pt x="3162358" y="232534"/>
                  </a:lnTo>
                  <a:lnTo>
                    <a:pt x="3154472" y="232534"/>
                  </a:lnTo>
                  <a:lnTo>
                    <a:pt x="3146585" y="232534"/>
                  </a:lnTo>
                  <a:lnTo>
                    <a:pt x="3138699" y="232534"/>
                  </a:lnTo>
                  <a:lnTo>
                    <a:pt x="3130813" y="232534"/>
                  </a:lnTo>
                  <a:lnTo>
                    <a:pt x="3122927" y="232534"/>
                  </a:lnTo>
                  <a:lnTo>
                    <a:pt x="3115041" y="232534"/>
                  </a:lnTo>
                  <a:lnTo>
                    <a:pt x="3107155" y="232534"/>
                  </a:lnTo>
                  <a:lnTo>
                    <a:pt x="3099268" y="232534"/>
                  </a:lnTo>
                  <a:lnTo>
                    <a:pt x="3091382" y="232534"/>
                  </a:lnTo>
                  <a:lnTo>
                    <a:pt x="3083496" y="232534"/>
                  </a:lnTo>
                  <a:lnTo>
                    <a:pt x="3075610" y="232534"/>
                  </a:lnTo>
                  <a:lnTo>
                    <a:pt x="3067724" y="232534"/>
                  </a:lnTo>
                  <a:lnTo>
                    <a:pt x="3059837" y="232534"/>
                  </a:lnTo>
                  <a:lnTo>
                    <a:pt x="3051951" y="232534"/>
                  </a:lnTo>
                  <a:lnTo>
                    <a:pt x="3044065" y="232534"/>
                  </a:lnTo>
                  <a:lnTo>
                    <a:pt x="3036179" y="232534"/>
                  </a:lnTo>
                  <a:lnTo>
                    <a:pt x="3028293" y="232534"/>
                  </a:lnTo>
                  <a:lnTo>
                    <a:pt x="3020407" y="232534"/>
                  </a:lnTo>
                  <a:lnTo>
                    <a:pt x="3012520" y="232534"/>
                  </a:lnTo>
                  <a:lnTo>
                    <a:pt x="3004634" y="232534"/>
                  </a:lnTo>
                  <a:lnTo>
                    <a:pt x="2996748" y="232534"/>
                  </a:lnTo>
                  <a:lnTo>
                    <a:pt x="2988862" y="232534"/>
                  </a:lnTo>
                  <a:lnTo>
                    <a:pt x="2980976" y="232534"/>
                  </a:lnTo>
                  <a:lnTo>
                    <a:pt x="2973089" y="232534"/>
                  </a:lnTo>
                  <a:lnTo>
                    <a:pt x="2965203" y="232534"/>
                  </a:lnTo>
                  <a:lnTo>
                    <a:pt x="2957317" y="232534"/>
                  </a:lnTo>
                  <a:lnTo>
                    <a:pt x="2949431" y="232534"/>
                  </a:lnTo>
                  <a:lnTo>
                    <a:pt x="2941545" y="232534"/>
                  </a:lnTo>
                  <a:lnTo>
                    <a:pt x="2933659" y="232534"/>
                  </a:lnTo>
                  <a:lnTo>
                    <a:pt x="2925772" y="232534"/>
                  </a:lnTo>
                  <a:lnTo>
                    <a:pt x="2917886" y="232534"/>
                  </a:lnTo>
                  <a:lnTo>
                    <a:pt x="2910000" y="232534"/>
                  </a:lnTo>
                  <a:lnTo>
                    <a:pt x="2902114" y="232534"/>
                  </a:lnTo>
                  <a:lnTo>
                    <a:pt x="2894228" y="232534"/>
                  </a:lnTo>
                  <a:lnTo>
                    <a:pt x="2886341" y="232534"/>
                  </a:lnTo>
                  <a:lnTo>
                    <a:pt x="2878455" y="232534"/>
                  </a:lnTo>
                  <a:lnTo>
                    <a:pt x="2870569" y="232534"/>
                  </a:lnTo>
                  <a:lnTo>
                    <a:pt x="2862683" y="232534"/>
                  </a:lnTo>
                  <a:lnTo>
                    <a:pt x="2854797" y="232534"/>
                  </a:lnTo>
                  <a:lnTo>
                    <a:pt x="2846911" y="232534"/>
                  </a:lnTo>
                  <a:lnTo>
                    <a:pt x="2839024" y="232534"/>
                  </a:lnTo>
                  <a:lnTo>
                    <a:pt x="2831138" y="232534"/>
                  </a:lnTo>
                  <a:lnTo>
                    <a:pt x="2823252" y="232534"/>
                  </a:lnTo>
                  <a:lnTo>
                    <a:pt x="2815366" y="232534"/>
                  </a:lnTo>
                  <a:lnTo>
                    <a:pt x="2807480" y="232534"/>
                  </a:lnTo>
                  <a:lnTo>
                    <a:pt x="2799593" y="232534"/>
                  </a:lnTo>
                  <a:lnTo>
                    <a:pt x="2791707" y="232534"/>
                  </a:lnTo>
                  <a:lnTo>
                    <a:pt x="2783821" y="232534"/>
                  </a:lnTo>
                  <a:lnTo>
                    <a:pt x="2775935" y="232534"/>
                  </a:lnTo>
                  <a:lnTo>
                    <a:pt x="2768049" y="232534"/>
                  </a:lnTo>
                  <a:lnTo>
                    <a:pt x="2760163" y="232534"/>
                  </a:lnTo>
                  <a:lnTo>
                    <a:pt x="2752276" y="232534"/>
                  </a:lnTo>
                  <a:lnTo>
                    <a:pt x="2744390" y="232534"/>
                  </a:lnTo>
                  <a:lnTo>
                    <a:pt x="2736504" y="232534"/>
                  </a:lnTo>
                  <a:lnTo>
                    <a:pt x="2728618" y="232534"/>
                  </a:lnTo>
                  <a:lnTo>
                    <a:pt x="2720732" y="232534"/>
                  </a:lnTo>
                  <a:lnTo>
                    <a:pt x="2712846" y="232534"/>
                  </a:lnTo>
                  <a:lnTo>
                    <a:pt x="2704959" y="232534"/>
                  </a:lnTo>
                  <a:lnTo>
                    <a:pt x="2697073" y="232534"/>
                  </a:lnTo>
                  <a:lnTo>
                    <a:pt x="2689187" y="232534"/>
                  </a:lnTo>
                  <a:lnTo>
                    <a:pt x="2681301" y="232534"/>
                  </a:lnTo>
                  <a:lnTo>
                    <a:pt x="2673415" y="232534"/>
                  </a:lnTo>
                  <a:lnTo>
                    <a:pt x="2665528" y="232534"/>
                  </a:lnTo>
                  <a:lnTo>
                    <a:pt x="2657642" y="232534"/>
                  </a:lnTo>
                  <a:lnTo>
                    <a:pt x="2649756" y="232534"/>
                  </a:lnTo>
                  <a:lnTo>
                    <a:pt x="2641870" y="232534"/>
                  </a:lnTo>
                  <a:lnTo>
                    <a:pt x="2633984" y="232534"/>
                  </a:lnTo>
                  <a:lnTo>
                    <a:pt x="2626098" y="232534"/>
                  </a:lnTo>
                  <a:lnTo>
                    <a:pt x="2618211" y="232534"/>
                  </a:lnTo>
                  <a:lnTo>
                    <a:pt x="2610325" y="232534"/>
                  </a:lnTo>
                  <a:lnTo>
                    <a:pt x="2602439" y="232534"/>
                  </a:lnTo>
                  <a:lnTo>
                    <a:pt x="2594553" y="232534"/>
                  </a:lnTo>
                  <a:lnTo>
                    <a:pt x="2586667" y="232534"/>
                  </a:lnTo>
                  <a:lnTo>
                    <a:pt x="2578780" y="232534"/>
                  </a:lnTo>
                  <a:lnTo>
                    <a:pt x="2570894" y="232534"/>
                  </a:lnTo>
                  <a:lnTo>
                    <a:pt x="2563008" y="232534"/>
                  </a:lnTo>
                  <a:lnTo>
                    <a:pt x="2555122" y="232534"/>
                  </a:lnTo>
                  <a:lnTo>
                    <a:pt x="2547236" y="232534"/>
                  </a:lnTo>
                  <a:lnTo>
                    <a:pt x="2539350" y="232534"/>
                  </a:lnTo>
                  <a:lnTo>
                    <a:pt x="2531463" y="232534"/>
                  </a:lnTo>
                  <a:lnTo>
                    <a:pt x="2523577" y="232534"/>
                  </a:lnTo>
                  <a:lnTo>
                    <a:pt x="2515691" y="232534"/>
                  </a:lnTo>
                  <a:lnTo>
                    <a:pt x="2507805" y="232534"/>
                  </a:lnTo>
                  <a:lnTo>
                    <a:pt x="2499919" y="232534"/>
                  </a:lnTo>
                  <a:lnTo>
                    <a:pt x="2492032" y="232534"/>
                  </a:lnTo>
                  <a:lnTo>
                    <a:pt x="2484146" y="232534"/>
                  </a:lnTo>
                  <a:lnTo>
                    <a:pt x="2476260" y="232534"/>
                  </a:lnTo>
                  <a:lnTo>
                    <a:pt x="2468374" y="232534"/>
                  </a:lnTo>
                  <a:lnTo>
                    <a:pt x="2460488" y="232534"/>
                  </a:lnTo>
                  <a:lnTo>
                    <a:pt x="2452602" y="232534"/>
                  </a:lnTo>
                  <a:lnTo>
                    <a:pt x="2444715" y="232534"/>
                  </a:lnTo>
                  <a:lnTo>
                    <a:pt x="2436829" y="232534"/>
                  </a:lnTo>
                  <a:lnTo>
                    <a:pt x="2428943" y="232534"/>
                  </a:lnTo>
                  <a:lnTo>
                    <a:pt x="2421057" y="232534"/>
                  </a:lnTo>
                  <a:lnTo>
                    <a:pt x="2413171" y="232534"/>
                  </a:lnTo>
                  <a:lnTo>
                    <a:pt x="2405284" y="232534"/>
                  </a:lnTo>
                  <a:lnTo>
                    <a:pt x="2397398" y="232534"/>
                  </a:lnTo>
                  <a:lnTo>
                    <a:pt x="2389512" y="232534"/>
                  </a:lnTo>
                  <a:lnTo>
                    <a:pt x="2381626" y="232534"/>
                  </a:lnTo>
                  <a:lnTo>
                    <a:pt x="2373740" y="232534"/>
                  </a:lnTo>
                  <a:lnTo>
                    <a:pt x="2365854" y="232534"/>
                  </a:lnTo>
                  <a:lnTo>
                    <a:pt x="2357967" y="232534"/>
                  </a:lnTo>
                  <a:lnTo>
                    <a:pt x="2350081" y="232534"/>
                  </a:lnTo>
                  <a:lnTo>
                    <a:pt x="2342195" y="232534"/>
                  </a:lnTo>
                  <a:lnTo>
                    <a:pt x="2334309" y="232534"/>
                  </a:lnTo>
                  <a:lnTo>
                    <a:pt x="2326423" y="232534"/>
                  </a:lnTo>
                  <a:lnTo>
                    <a:pt x="2318536" y="232534"/>
                  </a:lnTo>
                  <a:lnTo>
                    <a:pt x="2310650" y="232534"/>
                  </a:lnTo>
                  <a:lnTo>
                    <a:pt x="2302764" y="232534"/>
                  </a:lnTo>
                  <a:lnTo>
                    <a:pt x="2294878" y="232534"/>
                  </a:lnTo>
                  <a:lnTo>
                    <a:pt x="2286992" y="232534"/>
                  </a:lnTo>
                  <a:lnTo>
                    <a:pt x="2279106" y="232534"/>
                  </a:lnTo>
                  <a:lnTo>
                    <a:pt x="2271219" y="232534"/>
                  </a:lnTo>
                  <a:lnTo>
                    <a:pt x="2263333" y="232534"/>
                  </a:lnTo>
                  <a:lnTo>
                    <a:pt x="2255447" y="232534"/>
                  </a:lnTo>
                  <a:lnTo>
                    <a:pt x="2247561" y="232534"/>
                  </a:lnTo>
                  <a:lnTo>
                    <a:pt x="2239675" y="232534"/>
                  </a:lnTo>
                  <a:lnTo>
                    <a:pt x="2231789" y="232534"/>
                  </a:lnTo>
                  <a:lnTo>
                    <a:pt x="2223902" y="232534"/>
                  </a:lnTo>
                  <a:lnTo>
                    <a:pt x="2216016" y="232534"/>
                  </a:lnTo>
                  <a:lnTo>
                    <a:pt x="2208130" y="232534"/>
                  </a:lnTo>
                  <a:lnTo>
                    <a:pt x="2200244" y="232534"/>
                  </a:lnTo>
                  <a:lnTo>
                    <a:pt x="2192358" y="232534"/>
                  </a:lnTo>
                  <a:lnTo>
                    <a:pt x="2184471" y="232534"/>
                  </a:lnTo>
                  <a:lnTo>
                    <a:pt x="2176585" y="232534"/>
                  </a:lnTo>
                  <a:lnTo>
                    <a:pt x="2168699" y="232534"/>
                  </a:lnTo>
                  <a:lnTo>
                    <a:pt x="2160813" y="232534"/>
                  </a:lnTo>
                  <a:lnTo>
                    <a:pt x="2152927" y="232534"/>
                  </a:lnTo>
                  <a:lnTo>
                    <a:pt x="2145041" y="232534"/>
                  </a:lnTo>
                  <a:lnTo>
                    <a:pt x="2137154" y="232534"/>
                  </a:lnTo>
                  <a:lnTo>
                    <a:pt x="2129268" y="232534"/>
                  </a:lnTo>
                  <a:lnTo>
                    <a:pt x="2121382" y="232534"/>
                  </a:lnTo>
                  <a:lnTo>
                    <a:pt x="2113496" y="232534"/>
                  </a:lnTo>
                  <a:lnTo>
                    <a:pt x="2105610" y="232534"/>
                  </a:lnTo>
                  <a:lnTo>
                    <a:pt x="2097723" y="232534"/>
                  </a:lnTo>
                  <a:lnTo>
                    <a:pt x="2089837" y="232534"/>
                  </a:lnTo>
                  <a:lnTo>
                    <a:pt x="2081951" y="232534"/>
                  </a:lnTo>
                  <a:lnTo>
                    <a:pt x="2074065" y="232534"/>
                  </a:lnTo>
                  <a:lnTo>
                    <a:pt x="2066179" y="232534"/>
                  </a:lnTo>
                  <a:lnTo>
                    <a:pt x="2058293" y="232534"/>
                  </a:lnTo>
                  <a:lnTo>
                    <a:pt x="2050406" y="232534"/>
                  </a:lnTo>
                  <a:lnTo>
                    <a:pt x="2042520" y="232534"/>
                  </a:lnTo>
                  <a:lnTo>
                    <a:pt x="2034634" y="232534"/>
                  </a:lnTo>
                  <a:lnTo>
                    <a:pt x="2026748" y="232534"/>
                  </a:lnTo>
                  <a:lnTo>
                    <a:pt x="2018862" y="232534"/>
                  </a:lnTo>
                  <a:lnTo>
                    <a:pt x="2010975" y="232534"/>
                  </a:lnTo>
                  <a:lnTo>
                    <a:pt x="2003089" y="232534"/>
                  </a:lnTo>
                  <a:lnTo>
                    <a:pt x="1995203" y="232534"/>
                  </a:lnTo>
                  <a:lnTo>
                    <a:pt x="1987317" y="232534"/>
                  </a:lnTo>
                  <a:lnTo>
                    <a:pt x="1979431" y="232534"/>
                  </a:lnTo>
                  <a:lnTo>
                    <a:pt x="1971545" y="232534"/>
                  </a:lnTo>
                  <a:lnTo>
                    <a:pt x="1963658" y="232534"/>
                  </a:lnTo>
                  <a:lnTo>
                    <a:pt x="1955772" y="232534"/>
                  </a:lnTo>
                  <a:lnTo>
                    <a:pt x="1947886" y="232534"/>
                  </a:lnTo>
                  <a:lnTo>
                    <a:pt x="1940000" y="232534"/>
                  </a:lnTo>
                  <a:lnTo>
                    <a:pt x="1932114" y="232534"/>
                  </a:lnTo>
                  <a:lnTo>
                    <a:pt x="1924227" y="232534"/>
                  </a:lnTo>
                  <a:lnTo>
                    <a:pt x="1916341" y="232534"/>
                  </a:lnTo>
                  <a:lnTo>
                    <a:pt x="1908455" y="232534"/>
                  </a:lnTo>
                  <a:lnTo>
                    <a:pt x="1900569" y="232534"/>
                  </a:lnTo>
                  <a:lnTo>
                    <a:pt x="1892683" y="232534"/>
                  </a:lnTo>
                  <a:lnTo>
                    <a:pt x="1884797" y="232534"/>
                  </a:lnTo>
                  <a:lnTo>
                    <a:pt x="1876910" y="232534"/>
                  </a:lnTo>
                  <a:lnTo>
                    <a:pt x="1869024" y="232534"/>
                  </a:lnTo>
                  <a:lnTo>
                    <a:pt x="1861138" y="232534"/>
                  </a:lnTo>
                  <a:lnTo>
                    <a:pt x="1853252" y="232534"/>
                  </a:lnTo>
                  <a:lnTo>
                    <a:pt x="1845366" y="232534"/>
                  </a:lnTo>
                  <a:lnTo>
                    <a:pt x="1837479" y="232534"/>
                  </a:lnTo>
                  <a:lnTo>
                    <a:pt x="1829593" y="232534"/>
                  </a:lnTo>
                  <a:lnTo>
                    <a:pt x="1821707" y="232534"/>
                  </a:lnTo>
                  <a:lnTo>
                    <a:pt x="1813821" y="232534"/>
                  </a:lnTo>
                  <a:lnTo>
                    <a:pt x="1805935" y="232534"/>
                  </a:lnTo>
                  <a:lnTo>
                    <a:pt x="1798049" y="232534"/>
                  </a:lnTo>
                  <a:lnTo>
                    <a:pt x="1790162" y="232534"/>
                  </a:lnTo>
                  <a:lnTo>
                    <a:pt x="1782276" y="232534"/>
                  </a:lnTo>
                  <a:lnTo>
                    <a:pt x="1774390" y="232534"/>
                  </a:lnTo>
                  <a:lnTo>
                    <a:pt x="1766504" y="232534"/>
                  </a:lnTo>
                  <a:lnTo>
                    <a:pt x="1758618" y="232534"/>
                  </a:lnTo>
                  <a:lnTo>
                    <a:pt x="1750732" y="232534"/>
                  </a:lnTo>
                  <a:lnTo>
                    <a:pt x="1742845" y="232534"/>
                  </a:lnTo>
                  <a:lnTo>
                    <a:pt x="1734959" y="232534"/>
                  </a:lnTo>
                  <a:lnTo>
                    <a:pt x="1727073" y="232534"/>
                  </a:lnTo>
                  <a:lnTo>
                    <a:pt x="1719187" y="232534"/>
                  </a:lnTo>
                  <a:lnTo>
                    <a:pt x="1711301" y="232534"/>
                  </a:lnTo>
                  <a:lnTo>
                    <a:pt x="1703414" y="232534"/>
                  </a:lnTo>
                  <a:lnTo>
                    <a:pt x="1695528" y="232534"/>
                  </a:lnTo>
                  <a:lnTo>
                    <a:pt x="1687642" y="232534"/>
                  </a:lnTo>
                  <a:lnTo>
                    <a:pt x="1679756" y="232534"/>
                  </a:lnTo>
                  <a:lnTo>
                    <a:pt x="1671870" y="232534"/>
                  </a:lnTo>
                  <a:lnTo>
                    <a:pt x="1663984" y="232534"/>
                  </a:lnTo>
                  <a:lnTo>
                    <a:pt x="1656097" y="232534"/>
                  </a:lnTo>
                  <a:lnTo>
                    <a:pt x="1648211" y="232534"/>
                  </a:lnTo>
                  <a:lnTo>
                    <a:pt x="1640325" y="232534"/>
                  </a:lnTo>
                  <a:lnTo>
                    <a:pt x="1632439" y="232534"/>
                  </a:lnTo>
                  <a:lnTo>
                    <a:pt x="1624553" y="232534"/>
                  </a:lnTo>
                  <a:lnTo>
                    <a:pt x="1616666" y="232534"/>
                  </a:lnTo>
                  <a:lnTo>
                    <a:pt x="1608780" y="232534"/>
                  </a:lnTo>
                  <a:lnTo>
                    <a:pt x="1600894" y="232534"/>
                  </a:lnTo>
                  <a:lnTo>
                    <a:pt x="1593008" y="232534"/>
                  </a:lnTo>
                  <a:lnTo>
                    <a:pt x="1585122" y="232534"/>
                  </a:lnTo>
                  <a:lnTo>
                    <a:pt x="1577236" y="232534"/>
                  </a:lnTo>
                  <a:lnTo>
                    <a:pt x="1569349" y="232534"/>
                  </a:lnTo>
                  <a:lnTo>
                    <a:pt x="1561463" y="232534"/>
                  </a:lnTo>
                  <a:lnTo>
                    <a:pt x="1553577" y="232534"/>
                  </a:lnTo>
                  <a:lnTo>
                    <a:pt x="1545691" y="232534"/>
                  </a:lnTo>
                  <a:lnTo>
                    <a:pt x="1537805" y="232534"/>
                  </a:lnTo>
                  <a:lnTo>
                    <a:pt x="1529918" y="232534"/>
                  </a:lnTo>
                  <a:lnTo>
                    <a:pt x="1522032" y="232534"/>
                  </a:lnTo>
                  <a:lnTo>
                    <a:pt x="1514146" y="232534"/>
                  </a:lnTo>
                  <a:lnTo>
                    <a:pt x="1506260" y="232534"/>
                  </a:lnTo>
                  <a:lnTo>
                    <a:pt x="1498374" y="232534"/>
                  </a:lnTo>
                  <a:lnTo>
                    <a:pt x="1490488" y="232534"/>
                  </a:lnTo>
                  <a:lnTo>
                    <a:pt x="1482601" y="232534"/>
                  </a:lnTo>
                  <a:lnTo>
                    <a:pt x="1474715" y="232534"/>
                  </a:lnTo>
                  <a:lnTo>
                    <a:pt x="1466829" y="232534"/>
                  </a:lnTo>
                  <a:lnTo>
                    <a:pt x="1458943" y="232534"/>
                  </a:lnTo>
                  <a:lnTo>
                    <a:pt x="1451057" y="232534"/>
                  </a:lnTo>
                  <a:lnTo>
                    <a:pt x="1443170" y="232534"/>
                  </a:lnTo>
                  <a:lnTo>
                    <a:pt x="1435284" y="232534"/>
                  </a:lnTo>
                  <a:lnTo>
                    <a:pt x="1427398" y="232534"/>
                  </a:lnTo>
                  <a:lnTo>
                    <a:pt x="1419512" y="232534"/>
                  </a:lnTo>
                  <a:lnTo>
                    <a:pt x="1411626" y="232534"/>
                  </a:lnTo>
                  <a:lnTo>
                    <a:pt x="1403740" y="232534"/>
                  </a:lnTo>
                  <a:lnTo>
                    <a:pt x="1395853" y="232534"/>
                  </a:lnTo>
                  <a:lnTo>
                    <a:pt x="1387967" y="232534"/>
                  </a:lnTo>
                  <a:lnTo>
                    <a:pt x="1380081" y="232534"/>
                  </a:lnTo>
                  <a:lnTo>
                    <a:pt x="1372195" y="232534"/>
                  </a:lnTo>
                  <a:lnTo>
                    <a:pt x="1364309" y="232534"/>
                  </a:lnTo>
                  <a:lnTo>
                    <a:pt x="1356423" y="232534"/>
                  </a:lnTo>
                  <a:lnTo>
                    <a:pt x="1348536" y="232534"/>
                  </a:lnTo>
                  <a:lnTo>
                    <a:pt x="1340650" y="232534"/>
                  </a:lnTo>
                  <a:lnTo>
                    <a:pt x="1332764" y="232534"/>
                  </a:lnTo>
                  <a:lnTo>
                    <a:pt x="1324878" y="232534"/>
                  </a:lnTo>
                  <a:lnTo>
                    <a:pt x="1316992" y="232534"/>
                  </a:lnTo>
                  <a:lnTo>
                    <a:pt x="1309105" y="232534"/>
                  </a:lnTo>
                  <a:lnTo>
                    <a:pt x="1301219" y="232534"/>
                  </a:lnTo>
                  <a:lnTo>
                    <a:pt x="1293333" y="232534"/>
                  </a:lnTo>
                  <a:lnTo>
                    <a:pt x="1285447" y="232534"/>
                  </a:lnTo>
                  <a:lnTo>
                    <a:pt x="1277561" y="232534"/>
                  </a:lnTo>
                  <a:lnTo>
                    <a:pt x="1269675" y="232534"/>
                  </a:lnTo>
                  <a:lnTo>
                    <a:pt x="1261788" y="232534"/>
                  </a:lnTo>
                  <a:lnTo>
                    <a:pt x="1253902" y="232534"/>
                  </a:lnTo>
                  <a:lnTo>
                    <a:pt x="1246016" y="232534"/>
                  </a:lnTo>
                  <a:lnTo>
                    <a:pt x="1238130" y="232534"/>
                  </a:lnTo>
                  <a:lnTo>
                    <a:pt x="1230244" y="232534"/>
                  </a:lnTo>
                  <a:lnTo>
                    <a:pt x="1222357" y="232534"/>
                  </a:lnTo>
                  <a:lnTo>
                    <a:pt x="1214471" y="232534"/>
                  </a:lnTo>
                  <a:lnTo>
                    <a:pt x="1206585" y="232534"/>
                  </a:lnTo>
                  <a:lnTo>
                    <a:pt x="1198699" y="232534"/>
                  </a:lnTo>
                  <a:lnTo>
                    <a:pt x="1190813" y="232534"/>
                  </a:lnTo>
                  <a:lnTo>
                    <a:pt x="1182927" y="232534"/>
                  </a:lnTo>
                  <a:lnTo>
                    <a:pt x="1175040" y="232534"/>
                  </a:lnTo>
                  <a:lnTo>
                    <a:pt x="1167154" y="232534"/>
                  </a:lnTo>
                  <a:lnTo>
                    <a:pt x="1159268" y="232534"/>
                  </a:lnTo>
                  <a:lnTo>
                    <a:pt x="1151382" y="232534"/>
                  </a:lnTo>
                  <a:lnTo>
                    <a:pt x="1143496" y="232534"/>
                  </a:lnTo>
                  <a:lnTo>
                    <a:pt x="1135609" y="232534"/>
                  </a:lnTo>
                  <a:lnTo>
                    <a:pt x="1127723" y="232534"/>
                  </a:lnTo>
                  <a:lnTo>
                    <a:pt x="1119837" y="232534"/>
                  </a:lnTo>
                  <a:lnTo>
                    <a:pt x="1111951" y="232534"/>
                  </a:lnTo>
                  <a:lnTo>
                    <a:pt x="1104065" y="232534"/>
                  </a:lnTo>
                  <a:lnTo>
                    <a:pt x="1096179" y="232534"/>
                  </a:lnTo>
                  <a:lnTo>
                    <a:pt x="1088292" y="232534"/>
                  </a:lnTo>
                  <a:lnTo>
                    <a:pt x="1080406" y="232534"/>
                  </a:lnTo>
                  <a:lnTo>
                    <a:pt x="1072520" y="232534"/>
                  </a:lnTo>
                  <a:lnTo>
                    <a:pt x="1064634" y="232534"/>
                  </a:lnTo>
                  <a:lnTo>
                    <a:pt x="1056748" y="232534"/>
                  </a:lnTo>
                  <a:lnTo>
                    <a:pt x="1048861" y="232534"/>
                  </a:lnTo>
                  <a:lnTo>
                    <a:pt x="1040975" y="232534"/>
                  </a:lnTo>
                  <a:lnTo>
                    <a:pt x="1033089" y="232534"/>
                  </a:lnTo>
                  <a:lnTo>
                    <a:pt x="1025203" y="232534"/>
                  </a:lnTo>
                  <a:lnTo>
                    <a:pt x="1017317" y="232534"/>
                  </a:lnTo>
                  <a:lnTo>
                    <a:pt x="1009431" y="232534"/>
                  </a:lnTo>
                  <a:lnTo>
                    <a:pt x="1001544" y="232534"/>
                  </a:lnTo>
                  <a:lnTo>
                    <a:pt x="993658" y="232534"/>
                  </a:lnTo>
                  <a:lnTo>
                    <a:pt x="985772" y="232534"/>
                  </a:lnTo>
                  <a:lnTo>
                    <a:pt x="977886" y="232534"/>
                  </a:lnTo>
                  <a:lnTo>
                    <a:pt x="970000" y="232534"/>
                  </a:lnTo>
                  <a:lnTo>
                    <a:pt x="962113" y="232534"/>
                  </a:lnTo>
                  <a:lnTo>
                    <a:pt x="954227" y="232534"/>
                  </a:lnTo>
                  <a:lnTo>
                    <a:pt x="946341" y="232534"/>
                  </a:lnTo>
                  <a:lnTo>
                    <a:pt x="938455" y="232534"/>
                  </a:lnTo>
                  <a:lnTo>
                    <a:pt x="930569" y="232534"/>
                  </a:lnTo>
                  <a:lnTo>
                    <a:pt x="922683" y="232534"/>
                  </a:lnTo>
                  <a:lnTo>
                    <a:pt x="914796" y="232534"/>
                  </a:lnTo>
                  <a:lnTo>
                    <a:pt x="906910" y="232534"/>
                  </a:lnTo>
                  <a:lnTo>
                    <a:pt x="899024" y="232534"/>
                  </a:lnTo>
                  <a:lnTo>
                    <a:pt x="891138" y="232534"/>
                  </a:lnTo>
                  <a:lnTo>
                    <a:pt x="883252" y="232534"/>
                  </a:lnTo>
                  <a:lnTo>
                    <a:pt x="875366" y="232534"/>
                  </a:lnTo>
                  <a:lnTo>
                    <a:pt x="867479" y="232534"/>
                  </a:lnTo>
                  <a:lnTo>
                    <a:pt x="859593" y="232534"/>
                  </a:lnTo>
                  <a:lnTo>
                    <a:pt x="851707" y="232534"/>
                  </a:lnTo>
                  <a:lnTo>
                    <a:pt x="843821" y="232534"/>
                  </a:lnTo>
                  <a:lnTo>
                    <a:pt x="835935" y="232534"/>
                  </a:lnTo>
                  <a:lnTo>
                    <a:pt x="828048" y="232534"/>
                  </a:lnTo>
                  <a:lnTo>
                    <a:pt x="820162" y="232534"/>
                  </a:lnTo>
                  <a:lnTo>
                    <a:pt x="812276" y="232534"/>
                  </a:lnTo>
                  <a:lnTo>
                    <a:pt x="804390" y="232534"/>
                  </a:lnTo>
                  <a:lnTo>
                    <a:pt x="796504" y="232534"/>
                  </a:lnTo>
                  <a:lnTo>
                    <a:pt x="788618" y="232534"/>
                  </a:lnTo>
                  <a:lnTo>
                    <a:pt x="780731" y="232534"/>
                  </a:lnTo>
                  <a:lnTo>
                    <a:pt x="772845" y="232534"/>
                  </a:lnTo>
                  <a:lnTo>
                    <a:pt x="764959" y="232534"/>
                  </a:lnTo>
                  <a:lnTo>
                    <a:pt x="757073" y="232534"/>
                  </a:lnTo>
                  <a:lnTo>
                    <a:pt x="749187" y="232534"/>
                  </a:lnTo>
                  <a:lnTo>
                    <a:pt x="741300" y="232534"/>
                  </a:lnTo>
                  <a:lnTo>
                    <a:pt x="733414" y="232534"/>
                  </a:lnTo>
                  <a:lnTo>
                    <a:pt x="725528" y="232534"/>
                  </a:lnTo>
                  <a:lnTo>
                    <a:pt x="717642" y="232534"/>
                  </a:lnTo>
                  <a:lnTo>
                    <a:pt x="709756" y="232534"/>
                  </a:lnTo>
                  <a:lnTo>
                    <a:pt x="701870" y="232534"/>
                  </a:lnTo>
                  <a:lnTo>
                    <a:pt x="693983" y="232534"/>
                  </a:lnTo>
                  <a:lnTo>
                    <a:pt x="686097" y="232534"/>
                  </a:lnTo>
                  <a:lnTo>
                    <a:pt x="678211" y="232534"/>
                  </a:lnTo>
                  <a:lnTo>
                    <a:pt x="670325" y="232534"/>
                  </a:lnTo>
                  <a:lnTo>
                    <a:pt x="662439" y="232534"/>
                  </a:lnTo>
                  <a:lnTo>
                    <a:pt x="654552" y="232534"/>
                  </a:lnTo>
                  <a:lnTo>
                    <a:pt x="646666" y="232534"/>
                  </a:lnTo>
                  <a:lnTo>
                    <a:pt x="638780" y="232534"/>
                  </a:lnTo>
                  <a:lnTo>
                    <a:pt x="630894" y="232534"/>
                  </a:lnTo>
                  <a:lnTo>
                    <a:pt x="623008" y="232534"/>
                  </a:lnTo>
                  <a:lnTo>
                    <a:pt x="615122" y="232534"/>
                  </a:lnTo>
                  <a:lnTo>
                    <a:pt x="607235" y="232534"/>
                  </a:lnTo>
                  <a:lnTo>
                    <a:pt x="599349" y="232534"/>
                  </a:lnTo>
                  <a:lnTo>
                    <a:pt x="591463" y="232534"/>
                  </a:lnTo>
                  <a:lnTo>
                    <a:pt x="583577" y="232534"/>
                  </a:lnTo>
                  <a:lnTo>
                    <a:pt x="575691" y="232534"/>
                  </a:lnTo>
                  <a:lnTo>
                    <a:pt x="567804" y="232534"/>
                  </a:lnTo>
                  <a:lnTo>
                    <a:pt x="559918" y="232534"/>
                  </a:lnTo>
                  <a:lnTo>
                    <a:pt x="552032" y="232534"/>
                  </a:lnTo>
                  <a:lnTo>
                    <a:pt x="544146" y="232534"/>
                  </a:lnTo>
                  <a:lnTo>
                    <a:pt x="536260" y="232534"/>
                  </a:lnTo>
                  <a:lnTo>
                    <a:pt x="528374" y="232534"/>
                  </a:lnTo>
                  <a:lnTo>
                    <a:pt x="520487" y="232534"/>
                  </a:lnTo>
                  <a:lnTo>
                    <a:pt x="512601" y="232534"/>
                  </a:lnTo>
                  <a:lnTo>
                    <a:pt x="504715" y="232534"/>
                  </a:lnTo>
                  <a:lnTo>
                    <a:pt x="496829" y="232534"/>
                  </a:lnTo>
                  <a:lnTo>
                    <a:pt x="488943" y="232534"/>
                  </a:lnTo>
                  <a:lnTo>
                    <a:pt x="481056" y="232534"/>
                  </a:lnTo>
                  <a:lnTo>
                    <a:pt x="473170" y="232534"/>
                  </a:lnTo>
                  <a:lnTo>
                    <a:pt x="465284" y="232534"/>
                  </a:lnTo>
                  <a:lnTo>
                    <a:pt x="457398" y="232534"/>
                  </a:lnTo>
                  <a:lnTo>
                    <a:pt x="449512" y="232534"/>
                  </a:lnTo>
                  <a:lnTo>
                    <a:pt x="441626" y="232534"/>
                  </a:lnTo>
                  <a:lnTo>
                    <a:pt x="433739" y="232534"/>
                  </a:lnTo>
                  <a:lnTo>
                    <a:pt x="425853" y="232534"/>
                  </a:lnTo>
                  <a:lnTo>
                    <a:pt x="417967" y="232534"/>
                  </a:lnTo>
                  <a:lnTo>
                    <a:pt x="410081" y="232534"/>
                  </a:lnTo>
                  <a:lnTo>
                    <a:pt x="402195" y="232534"/>
                  </a:lnTo>
                  <a:lnTo>
                    <a:pt x="394309" y="232534"/>
                  </a:lnTo>
                  <a:lnTo>
                    <a:pt x="386422" y="232534"/>
                  </a:lnTo>
                  <a:lnTo>
                    <a:pt x="378536" y="232534"/>
                  </a:lnTo>
                  <a:lnTo>
                    <a:pt x="370650" y="232534"/>
                  </a:lnTo>
                  <a:lnTo>
                    <a:pt x="362764" y="232534"/>
                  </a:lnTo>
                  <a:lnTo>
                    <a:pt x="354878" y="232534"/>
                  </a:lnTo>
                  <a:lnTo>
                    <a:pt x="346991" y="232534"/>
                  </a:lnTo>
                  <a:lnTo>
                    <a:pt x="339105" y="232534"/>
                  </a:lnTo>
                  <a:lnTo>
                    <a:pt x="331219" y="232534"/>
                  </a:lnTo>
                  <a:lnTo>
                    <a:pt x="323333" y="232534"/>
                  </a:lnTo>
                  <a:lnTo>
                    <a:pt x="315447" y="232534"/>
                  </a:lnTo>
                  <a:lnTo>
                    <a:pt x="307561" y="232534"/>
                  </a:lnTo>
                  <a:lnTo>
                    <a:pt x="299674" y="232534"/>
                  </a:lnTo>
                  <a:lnTo>
                    <a:pt x="291788" y="232534"/>
                  </a:lnTo>
                  <a:lnTo>
                    <a:pt x="283902" y="232534"/>
                  </a:lnTo>
                  <a:lnTo>
                    <a:pt x="276016" y="232534"/>
                  </a:lnTo>
                  <a:lnTo>
                    <a:pt x="268130" y="232534"/>
                  </a:lnTo>
                  <a:lnTo>
                    <a:pt x="260243" y="232534"/>
                  </a:lnTo>
                  <a:lnTo>
                    <a:pt x="252357" y="232534"/>
                  </a:lnTo>
                  <a:lnTo>
                    <a:pt x="244471" y="232534"/>
                  </a:lnTo>
                  <a:lnTo>
                    <a:pt x="236585" y="232534"/>
                  </a:lnTo>
                  <a:lnTo>
                    <a:pt x="228699" y="232534"/>
                  </a:lnTo>
                  <a:lnTo>
                    <a:pt x="220813" y="232534"/>
                  </a:lnTo>
                  <a:lnTo>
                    <a:pt x="212926" y="232534"/>
                  </a:lnTo>
                  <a:lnTo>
                    <a:pt x="205040" y="232534"/>
                  </a:lnTo>
                  <a:lnTo>
                    <a:pt x="197154" y="232534"/>
                  </a:lnTo>
                  <a:lnTo>
                    <a:pt x="189268" y="232534"/>
                  </a:lnTo>
                  <a:lnTo>
                    <a:pt x="181382" y="232534"/>
                  </a:lnTo>
                  <a:lnTo>
                    <a:pt x="173495" y="232534"/>
                  </a:lnTo>
                  <a:lnTo>
                    <a:pt x="165609" y="232534"/>
                  </a:lnTo>
                  <a:lnTo>
                    <a:pt x="157723" y="232534"/>
                  </a:lnTo>
                  <a:lnTo>
                    <a:pt x="149837" y="232534"/>
                  </a:lnTo>
                  <a:lnTo>
                    <a:pt x="141951" y="232534"/>
                  </a:lnTo>
                  <a:lnTo>
                    <a:pt x="134065" y="232534"/>
                  </a:lnTo>
                  <a:lnTo>
                    <a:pt x="126178" y="232534"/>
                  </a:lnTo>
                  <a:lnTo>
                    <a:pt x="118292" y="232534"/>
                  </a:lnTo>
                  <a:lnTo>
                    <a:pt x="110406" y="232534"/>
                  </a:lnTo>
                  <a:lnTo>
                    <a:pt x="102520" y="232534"/>
                  </a:lnTo>
                  <a:lnTo>
                    <a:pt x="94634" y="232534"/>
                  </a:lnTo>
                  <a:lnTo>
                    <a:pt x="86747" y="232534"/>
                  </a:lnTo>
                  <a:lnTo>
                    <a:pt x="78861" y="232534"/>
                  </a:lnTo>
                  <a:lnTo>
                    <a:pt x="70975" y="232534"/>
                  </a:lnTo>
                  <a:lnTo>
                    <a:pt x="63089" y="232534"/>
                  </a:lnTo>
                  <a:lnTo>
                    <a:pt x="55203" y="232534"/>
                  </a:lnTo>
                  <a:lnTo>
                    <a:pt x="47317" y="232534"/>
                  </a:lnTo>
                  <a:lnTo>
                    <a:pt x="39430" y="232534"/>
                  </a:lnTo>
                  <a:lnTo>
                    <a:pt x="31544" y="232534"/>
                  </a:lnTo>
                  <a:lnTo>
                    <a:pt x="23658" y="232534"/>
                  </a:lnTo>
                  <a:lnTo>
                    <a:pt x="15772" y="232534"/>
                  </a:lnTo>
                  <a:lnTo>
                    <a:pt x="7886" y="232534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454" name="pl454"/>
            <p:cNvSpPr/>
            <p:nvPr/>
          </p:nvSpPr>
          <p:spPr>
            <a:xfrm>
              <a:off x="7814880" y="4562198"/>
              <a:ext cx="4029838" cy="232534"/>
            </a:xfrm>
            <a:custGeom>
              <a:avLst/>
              <a:gdLst/>
              <a:ahLst/>
              <a:cxnLst/>
              <a:rect l="0" t="0" r="0" b="0"/>
              <a:pathLst>
                <a:path w="4029838" h="232534">
                  <a:moveTo>
                    <a:pt x="0" y="232534"/>
                  </a:moveTo>
                  <a:lnTo>
                    <a:pt x="7886" y="232534"/>
                  </a:lnTo>
                  <a:lnTo>
                    <a:pt x="15772" y="232534"/>
                  </a:lnTo>
                  <a:lnTo>
                    <a:pt x="23658" y="232534"/>
                  </a:lnTo>
                  <a:lnTo>
                    <a:pt x="31544" y="232534"/>
                  </a:lnTo>
                  <a:lnTo>
                    <a:pt x="39430" y="232534"/>
                  </a:lnTo>
                  <a:lnTo>
                    <a:pt x="47317" y="232534"/>
                  </a:lnTo>
                  <a:lnTo>
                    <a:pt x="55203" y="232534"/>
                  </a:lnTo>
                  <a:lnTo>
                    <a:pt x="63089" y="232534"/>
                  </a:lnTo>
                  <a:lnTo>
                    <a:pt x="70975" y="232534"/>
                  </a:lnTo>
                  <a:lnTo>
                    <a:pt x="78861" y="232534"/>
                  </a:lnTo>
                  <a:lnTo>
                    <a:pt x="86747" y="232534"/>
                  </a:lnTo>
                  <a:lnTo>
                    <a:pt x="94634" y="232534"/>
                  </a:lnTo>
                  <a:lnTo>
                    <a:pt x="102520" y="232534"/>
                  </a:lnTo>
                  <a:lnTo>
                    <a:pt x="110406" y="232534"/>
                  </a:lnTo>
                  <a:lnTo>
                    <a:pt x="118292" y="232534"/>
                  </a:lnTo>
                  <a:lnTo>
                    <a:pt x="126178" y="232534"/>
                  </a:lnTo>
                  <a:lnTo>
                    <a:pt x="134065" y="232534"/>
                  </a:lnTo>
                  <a:lnTo>
                    <a:pt x="141951" y="232534"/>
                  </a:lnTo>
                  <a:lnTo>
                    <a:pt x="149837" y="232534"/>
                  </a:lnTo>
                  <a:lnTo>
                    <a:pt x="157723" y="232534"/>
                  </a:lnTo>
                  <a:lnTo>
                    <a:pt x="165609" y="232534"/>
                  </a:lnTo>
                  <a:lnTo>
                    <a:pt x="173495" y="232534"/>
                  </a:lnTo>
                  <a:lnTo>
                    <a:pt x="181382" y="232534"/>
                  </a:lnTo>
                  <a:lnTo>
                    <a:pt x="189268" y="232534"/>
                  </a:lnTo>
                  <a:lnTo>
                    <a:pt x="197154" y="232534"/>
                  </a:lnTo>
                  <a:lnTo>
                    <a:pt x="205040" y="232534"/>
                  </a:lnTo>
                  <a:lnTo>
                    <a:pt x="212926" y="232534"/>
                  </a:lnTo>
                  <a:lnTo>
                    <a:pt x="220813" y="232534"/>
                  </a:lnTo>
                  <a:lnTo>
                    <a:pt x="228699" y="232534"/>
                  </a:lnTo>
                  <a:lnTo>
                    <a:pt x="236585" y="232534"/>
                  </a:lnTo>
                  <a:lnTo>
                    <a:pt x="244471" y="232534"/>
                  </a:lnTo>
                  <a:lnTo>
                    <a:pt x="252357" y="232534"/>
                  </a:lnTo>
                  <a:lnTo>
                    <a:pt x="260243" y="232534"/>
                  </a:lnTo>
                  <a:lnTo>
                    <a:pt x="268130" y="232534"/>
                  </a:lnTo>
                  <a:lnTo>
                    <a:pt x="276016" y="232534"/>
                  </a:lnTo>
                  <a:lnTo>
                    <a:pt x="283902" y="232534"/>
                  </a:lnTo>
                  <a:lnTo>
                    <a:pt x="291788" y="232534"/>
                  </a:lnTo>
                  <a:lnTo>
                    <a:pt x="299674" y="232534"/>
                  </a:lnTo>
                  <a:lnTo>
                    <a:pt x="307561" y="232534"/>
                  </a:lnTo>
                  <a:lnTo>
                    <a:pt x="315447" y="232534"/>
                  </a:lnTo>
                  <a:lnTo>
                    <a:pt x="323333" y="232534"/>
                  </a:lnTo>
                  <a:lnTo>
                    <a:pt x="331219" y="232534"/>
                  </a:lnTo>
                  <a:lnTo>
                    <a:pt x="339105" y="232534"/>
                  </a:lnTo>
                  <a:lnTo>
                    <a:pt x="346991" y="232534"/>
                  </a:lnTo>
                  <a:lnTo>
                    <a:pt x="354878" y="232534"/>
                  </a:lnTo>
                  <a:lnTo>
                    <a:pt x="362764" y="232534"/>
                  </a:lnTo>
                  <a:lnTo>
                    <a:pt x="370650" y="232534"/>
                  </a:lnTo>
                  <a:lnTo>
                    <a:pt x="378536" y="232534"/>
                  </a:lnTo>
                  <a:lnTo>
                    <a:pt x="386422" y="232534"/>
                  </a:lnTo>
                  <a:lnTo>
                    <a:pt x="394309" y="232534"/>
                  </a:lnTo>
                  <a:lnTo>
                    <a:pt x="402195" y="232534"/>
                  </a:lnTo>
                  <a:lnTo>
                    <a:pt x="410081" y="232534"/>
                  </a:lnTo>
                  <a:lnTo>
                    <a:pt x="417967" y="232534"/>
                  </a:lnTo>
                  <a:lnTo>
                    <a:pt x="425853" y="232534"/>
                  </a:lnTo>
                  <a:lnTo>
                    <a:pt x="433739" y="232534"/>
                  </a:lnTo>
                  <a:lnTo>
                    <a:pt x="441626" y="232534"/>
                  </a:lnTo>
                  <a:lnTo>
                    <a:pt x="449512" y="232534"/>
                  </a:lnTo>
                  <a:lnTo>
                    <a:pt x="457398" y="232534"/>
                  </a:lnTo>
                  <a:lnTo>
                    <a:pt x="465284" y="232534"/>
                  </a:lnTo>
                  <a:lnTo>
                    <a:pt x="473170" y="232534"/>
                  </a:lnTo>
                  <a:lnTo>
                    <a:pt x="481056" y="232534"/>
                  </a:lnTo>
                  <a:lnTo>
                    <a:pt x="488943" y="232534"/>
                  </a:lnTo>
                  <a:lnTo>
                    <a:pt x="496829" y="232534"/>
                  </a:lnTo>
                  <a:lnTo>
                    <a:pt x="504715" y="232534"/>
                  </a:lnTo>
                  <a:lnTo>
                    <a:pt x="512601" y="232534"/>
                  </a:lnTo>
                  <a:lnTo>
                    <a:pt x="520487" y="232534"/>
                  </a:lnTo>
                  <a:lnTo>
                    <a:pt x="528374" y="232534"/>
                  </a:lnTo>
                  <a:lnTo>
                    <a:pt x="536260" y="232534"/>
                  </a:lnTo>
                  <a:lnTo>
                    <a:pt x="544146" y="232534"/>
                  </a:lnTo>
                  <a:lnTo>
                    <a:pt x="552032" y="232534"/>
                  </a:lnTo>
                  <a:lnTo>
                    <a:pt x="559918" y="232534"/>
                  </a:lnTo>
                  <a:lnTo>
                    <a:pt x="567804" y="232534"/>
                  </a:lnTo>
                  <a:lnTo>
                    <a:pt x="575691" y="232534"/>
                  </a:lnTo>
                  <a:lnTo>
                    <a:pt x="583577" y="232534"/>
                  </a:lnTo>
                  <a:lnTo>
                    <a:pt x="591463" y="232534"/>
                  </a:lnTo>
                  <a:lnTo>
                    <a:pt x="599349" y="232534"/>
                  </a:lnTo>
                  <a:lnTo>
                    <a:pt x="607235" y="232534"/>
                  </a:lnTo>
                  <a:lnTo>
                    <a:pt x="615122" y="232534"/>
                  </a:lnTo>
                  <a:lnTo>
                    <a:pt x="623008" y="232534"/>
                  </a:lnTo>
                  <a:lnTo>
                    <a:pt x="630894" y="232534"/>
                  </a:lnTo>
                  <a:lnTo>
                    <a:pt x="638780" y="232534"/>
                  </a:lnTo>
                  <a:lnTo>
                    <a:pt x="646666" y="232534"/>
                  </a:lnTo>
                  <a:lnTo>
                    <a:pt x="654552" y="232534"/>
                  </a:lnTo>
                  <a:lnTo>
                    <a:pt x="662439" y="232534"/>
                  </a:lnTo>
                  <a:lnTo>
                    <a:pt x="670325" y="232534"/>
                  </a:lnTo>
                  <a:lnTo>
                    <a:pt x="678211" y="232534"/>
                  </a:lnTo>
                  <a:lnTo>
                    <a:pt x="686097" y="232534"/>
                  </a:lnTo>
                  <a:lnTo>
                    <a:pt x="693983" y="232534"/>
                  </a:lnTo>
                  <a:lnTo>
                    <a:pt x="701870" y="232534"/>
                  </a:lnTo>
                  <a:lnTo>
                    <a:pt x="709756" y="232534"/>
                  </a:lnTo>
                  <a:lnTo>
                    <a:pt x="717642" y="232534"/>
                  </a:lnTo>
                  <a:lnTo>
                    <a:pt x="725528" y="232534"/>
                  </a:lnTo>
                  <a:lnTo>
                    <a:pt x="733414" y="232534"/>
                  </a:lnTo>
                  <a:lnTo>
                    <a:pt x="741300" y="232534"/>
                  </a:lnTo>
                  <a:lnTo>
                    <a:pt x="749187" y="232534"/>
                  </a:lnTo>
                  <a:lnTo>
                    <a:pt x="757073" y="232534"/>
                  </a:lnTo>
                  <a:lnTo>
                    <a:pt x="764959" y="232534"/>
                  </a:lnTo>
                  <a:lnTo>
                    <a:pt x="772845" y="232534"/>
                  </a:lnTo>
                  <a:lnTo>
                    <a:pt x="780731" y="232534"/>
                  </a:lnTo>
                  <a:lnTo>
                    <a:pt x="788618" y="232534"/>
                  </a:lnTo>
                  <a:lnTo>
                    <a:pt x="796504" y="232534"/>
                  </a:lnTo>
                  <a:lnTo>
                    <a:pt x="804390" y="232534"/>
                  </a:lnTo>
                  <a:lnTo>
                    <a:pt x="812276" y="232534"/>
                  </a:lnTo>
                  <a:lnTo>
                    <a:pt x="820162" y="232534"/>
                  </a:lnTo>
                  <a:lnTo>
                    <a:pt x="828048" y="232534"/>
                  </a:lnTo>
                  <a:lnTo>
                    <a:pt x="835935" y="232534"/>
                  </a:lnTo>
                  <a:lnTo>
                    <a:pt x="843821" y="232534"/>
                  </a:lnTo>
                  <a:lnTo>
                    <a:pt x="851707" y="232534"/>
                  </a:lnTo>
                  <a:lnTo>
                    <a:pt x="859593" y="232534"/>
                  </a:lnTo>
                  <a:lnTo>
                    <a:pt x="867479" y="232534"/>
                  </a:lnTo>
                  <a:lnTo>
                    <a:pt x="875366" y="232534"/>
                  </a:lnTo>
                  <a:lnTo>
                    <a:pt x="883252" y="232534"/>
                  </a:lnTo>
                  <a:lnTo>
                    <a:pt x="891138" y="232534"/>
                  </a:lnTo>
                  <a:lnTo>
                    <a:pt x="899024" y="232534"/>
                  </a:lnTo>
                  <a:lnTo>
                    <a:pt x="906910" y="232534"/>
                  </a:lnTo>
                  <a:lnTo>
                    <a:pt x="914796" y="232534"/>
                  </a:lnTo>
                  <a:lnTo>
                    <a:pt x="922683" y="232534"/>
                  </a:lnTo>
                  <a:lnTo>
                    <a:pt x="930569" y="232534"/>
                  </a:lnTo>
                  <a:lnTo>
                    <a:pt x="938455" y="232534"/>
                  </a:lnTo>
                  <a:lnTo>
                    <a:pt x="946341" y="232534"/>
                  </a:lnTo>
                  <a:lnTo>
                    <a:pt x="954227" y="232534"/>
                  </a:lnTo>
                  <a:lnTo>
                    <a:pt x="962113" y="232534"/>
                  </a:lnTo>
                  <a:lnTo>
                    <a:pt x="970000" y="232534"/>
                  </a:lnTo>
                  <a:lnTo>
                    <a:pt x="977886" y="232534"/>
                  </a:lnTo>
                  <a:lnTo>
                    <a:pt x="985772" y="232534"/>
                  </a:lnTo>
                  <a:lnTo>
                    <a:pt x="993658" y="232534"/>
                  </a:lnTo>
                  <a:lnTo>
                    <a:pt x="1001544" y="232534"/>
                  </a:lnTo>
                  <a:lnTo>
                    <a:pt x="1009431" y="232534"/>
                  </a:lnTo>
                  <a:lnTo>
                    <a:pt x="1017317" y="232534"/>
                  </a:lnTo>
                  <a:lnTo>
                    <a:pt x="1025203" y="232534"/>
                  </a:lnTo>
                  <a:lnTo>
                    <a:pt x="1033089" y="232534"/>
                  </a:lnTo>
                  <a:lnTo>
                    <a:pt x="1040975" y="232534"/>
                  </a:lnTo>
                  <a:lnTo>
                    <a:pt x="1048861" y="232534"/>
                  </a:lnTo>
                  <a:lnTo>
                    <a:pt x="1056748" y="232534"/>
                  </a:lnTo>
                  <a:lnTo>
                    <a:pt x="1064634" y="232534"/>
                  </a:lnTo>
                  <a:lnTo>
                    <a:pt x="1072520" y="232534"/>
                  </a:lnTo>
                  <a:lnTo>
                    <a:pt x="1080406" y="232534"/>
                  </a:lnTo>
                  <a:lnTo>
                    <a:pt x="1088292" y="232534"/>
                  </a:lnTo>
                  <a:lnTo>
                    <a:pt x="1096179" y="232534"/>
                  </a:lnTo>
                  <a:lnTo>
                    <a:pt x="1104065" y="232534"/>
                  </a:lnTo>
                  <a:lnTo>
                    <a:pt x="1111951" y="232534"/>
                  </a:lnTo>
                  <a:lnTo>
                    <a:pt x="1119837" y="232534"/>
                  </a:lnTo>
                  <a:lnTo>
                    <a:pt x="1127723" y="232534"/>
                  </a:lnTo>
                  <a:lnTo>
                    <a:pt x="1135609" y="232534"/>
                  </a:lnTo>
                  <a:lnTo>
                    <a:pt x="1143496" y="232534"/>
                  </a:lnTo>
                  <a:lnTo>
                    <a:pt x="1151382" y="232534"/>
                  </a:lnTo>
                  <a:lnTo>
                    <a:pt x="1159268" y="232534"/>
                  </a:lnTo>
                  <a:lnTo>
                    <a:pt x="1167154" y="232534"/>
                  </a:lnTo>
                  <a:lnTo>
                    <a:pt x="1175040" y="232534"/>
                  </a:lnTo>
                  <a:lnTo>
                    <a:pt x="1182927" y="232534"/>
                  </a:lnTo>
                  <a:lnTo>
                    <a:pt x="1190813" y="232534"/>
                  </a:lnTo>
                  <a:lnTo>
                    <a:pt x="1198699" y="232534"/>
                  </a:lnTo>
                  <a:lnTo>
                    <a:pt x="1206585" y="232534"/>
                  </a:lnTo>
                  <a:lnTo>
                    <a:pt x="1214471" y="232534"/>
                  </a:lnTo>
                  <a:lnTo>
                    <a:pt x="1222357" y="232534"/>
                  </a:lnTo>
                  <a:lnTo>
                    <a:pt x="1230244" y="232534"/>
                  </a:lnTo>
                  <a:lnTo>
                    <a:pt x="1238130" y="232534"/>
                  </a:lnTo>
                  <a:lnTo>
                    <a:pt x="1246016" y="232534"/>
                  </a:lnTo>
                  <a:lnTo>
                    <a:pt x="1253902" y="232534"/>
                  </a:lnTo>
                  <a:lnTo>
                    <a:pt x="1261788" y="232534"/>
                  </a:lnTo>
                  <a:lnTo>
                    <a:pt x="1269675" y="232534"/>
                  </a:lnTo>
                  <a:lnTo>
                    <a:pt x="1277561" y="232534"/>
                  </a:lnTo>
                  <a:lnTo>
                    <a:pt x="1285447" y="232534"/>
                  </a:lnTo>
                  <a:lnTo>
                    <a:pt x="1293333" y="232534"/>
                  </a:lnTo>
                  <a:lnTo>
                    <a:pt x="1301219" y="232534"/>
                  </a:lnTo>
                  <a:lnTo>
                    <a:pt x="1309105" y="232534"/>
                  </a:lnTo>
                  <a:lnTo>
                    <a:pt x="1316992" y="232534"/>
                  </a:lnTo>
                  <a:lnTo>
                    <a:pt x="1324878" y="232534"/>
                  </a:lnTo>
                  <a:lnTo>
                    <a:pt x="1332764" y="232534"/>
                  </a:lnTo>
                  <a:lnTo>
                    <a:pt x="1340650" y="232534"/>
                  </a:lnTo>
                  <a:lnTo>
                    <a:pt x="1348536" y="232534"/>
                  </a:lnTo>
                  <a:lnTo>
                    <a:pt x="1356423" y="232534"/>
                  </a:lnTo>
                  <a:lnTo>
                    <a:pt x="1364309" y="232534"/>
                  </a:lnTo>
                  <a:lnTo>
                    <a:pt x="1372195" y="232534"/>
                  </a:lnTo>
                  <a:lnTo>
                    <a:pt x="1380081" y="232534"/>
                  </a:lnTo>
                  <a:lnTo>
                    <a:pt x="1387967" y="232534"/>
                  </a:lnTo>
                  <a:lnTo>
                    <a:pt x="1395853" y="232534"/>
                  </a:lnTo>
                  <a:lnTo>
                    <a:pt x="1403740" y="232534"/>
                  </a:lnTo>
                  <a:lnTo>
                    <a:pt x="1411626" y="232534"/>
                  </a:lnTo>
                  <a:lnTo>
                    <a:pt x="1419512" y="232534"/>
                  </a:lnTo>
                  <a:lnTo>
                    <a:pt x="1427398" y="232534"/>
                  </a:lnTo>
                  <a:lnTo>
                    <a:pt x="1435284" y="232534"/>
                  </a:lnTo>
                  <a:lnTo>
                    <a:pt x="1443170" y="232534"/>
                  </a:lnTo>
                  <a:lnTo>
                    <a:pt x="1451057" y="232534"/>
                  </a:lnTo>
                  <a:lnTo>
                    <a:pt x="1458943" y="232534"/>
                  </a:lnTo>
                  <a:lnTo>
                    <a:pt x="1466829" y="232534"/>
                  </a:lnTo>
                  <a:lnTo>
                    <a:pt x="1474715" y="232534"/>
                  </a:lnTo>
                  <a:lnTo>
                    <a:pt x="1482601" y="232534"/>
                  </a:lnTo>
                  <a:lnTo>
                    <a:pt x="1490488" y="232534"/>
                  </a:lnTo>
                  <a:lnTo>
                    <a:pt x="1498374" y="232534"/>
                  </a:lnTo>
                  <a:lnTo>
                    <a:pt x="1506260" y="232534"/>
                  </a:lnTo>
                  <a:lnTo>
                    <a:pt x="1514146" y="232534"/>
                  </a:lnTo>
                  <a:lnTo>
                    <a:pt x="1522032" y="232534"/>
                  </a:lnTo>
                  <a:lnTo>
                    <a:pt x="1529918" y="232534"/>
                  </a:lnTo>
                  <a:lnTo>
                    <a:pt x="1537805" y="232534"/>
                  </a:lnTo>
                  <a:lnTo>
                    <a:pt x="1545691" y="232534"/>
                  </a:lnTo>
                  <a:lnTo>
                    <a:pt x="1553577" y="232534"/>
                  </a:lnTo>
                  <a:lnTo>
                    <a:pt x="1561463" y="232534"/>
                  </a:lnTo>
                  <a:lnTo>
                    <a:pt x="1569349" y="232534"/>
                  </a:lnTo>
                  <a:lnTo>
                    <a:pt x="1577236" y="232534"/>
                  </a:lnTo>
                  <a:lnTo>
                    <a:pt x="1585122" y="232534"/>
                  </a:lnTo>
                  <a:lnTo>
                    <a:pt x="1593008" y="232534"/>
                  </a:lnTo>
                  <a:lnTo>
                    <a:pt x="1600894" y="232534"/>
                  </a:lnTo>
                  <a:lnTo>
                    <a:pt x="1608780" y="232534"/>
                  </a:lnTo>
                  <a:lnTo>
                    <a:pt x="1616666" y="232534"/>
                  </a:lnTo>
                  <a:lnTo>
                    <a:pt x="1624553" y="232534"/>
                  </a:lnTo>
                  <a:lnTo>
                    <a:pt x="1632439" y="232534"/>
                  </a:lnTo>
                  <a:lnTo>
                    <a:pt x="1640325" y="232534"/>
                  </a:lnTo>
                  <a:lnTo>
                    <a:pt x="1648211" y="232534"/>
                  </a:lnTo>
                  <a:lnTo>
                    <a:pt x="1656097" y="232534"/>
                  </a:lnTo>
                  <a:lnTo>
                    <a:pt x="1663984" y="232534"/>
                  </a:lnTo>
                  <a:lnTo>
                    <a:pt x="1671870" y="232534"/>
                  </a:lnTo>
                  <a:lnTo>
                    <a:pt x="1679756" y="232534"/>
                  </a:lnTo>
                  <a:lnTo>
                    <a:pt x="1687642" y="232534"/>
                  </a:lnTo>
                  <a:lnTo>
                    <a:pt x="1695528" y="232534"/>
                  </a:lnTo>
                  <a:lnTo>
                    <a:pt x="1703414" y="232534"/>
                  </a:lnTo>
                  <a:lnTo>
                    <a:pt x="1711301" y="232534"/>
                  </a:lnTo>
                  <a:lnTo>
                    <a:pt x="1719187" y="232533"/>
                  </a:lnTo>
                  <a:lnTo>
                    <a:pt x="1727073" y="232533"/>
                  </a:lnTo>
                  <a:lnTo>
                    <a:pt x="1734959" y="232533"/>
                  </a:lnTo>
                  <a:lnTo>
                    <a:pt x="1742845" y="232533"/>
                  </a:lnTo>
                  <a:lnTo>
                    <a:pt x="1750732" y="232533"/>
                  </a:lnTo>
                  <a:lnTo>
                    <a:pt x="1758618" y="232533"/>
                  </a:lnTo>
                  <a:lnTo>
                    <a:pt x="1766504" y="232533"/>
                  </a:lnTo>
                  <a:lnTo>
                    <a:pt x="1774390" y="232532"/>
                  </a:lnTo>
                  <a:lnTo>
                    <a:pt x="1782276" y="232531"/>
                  </a:lnTo>
                  <a:lnTo>
                    <a:pt x="1790162" y="232530"/>
                  </a:lnTo>
                  <a:lnTo>
                    <a:pt x="1798049" y="232528"/>
                  </a:lnTo>
                  <a:lnTo>
                    <a:pt x="1805935" y="232524"/>
                  </a:lnTo>
                  <a:lnTo>
                    <a:pt x="1813821" y="232520"/>
                  </a:lnTo>
                  <a:lnTo>
                    <a:pt x="1821707" y="232513"/>
                  </a:lnTo>
                  <a:lnTo>
                    <a:pt x="1829593" y="232503"/>
                  </a:lnTo>
                  <a:lnTo>
                    <a:pt x="1837479" y="232489"/>
                  </a:lnTo>
                  <a:lnTo>
                    <a:pt x="1845366" y="232469"/>
                  </a:lnTo>
                  <a:lnTo>
                    <a:pt x="1853252" y="232440"/>
                  </a:lnTo>
                  <a:lnTo>
                    <a:pt x="1861138" y="232398"/>
                  </a:lnTo>
                  <a:lnTo>
                    <a:pt x="1869024" y="232340"/>
                  </a:lnTo>
                  <a:lnTo>
                    <a:pt x="1876910" y="232260"/>
                  </a:lnTo>
                  <a:lnTo>
                    <a:pt x="1884797" y="232153"/>
                  </a:lnTo>
                  <a:lnTo>
                    <a:pt x="1892683" y="232009"/>
                  </a:lnTo>
                  <a:lnTo>
                    <a:pt x="1900569" y="231818"/>
                  </a:lnTo>
                  <a:lnTo>
                    <a:pt x="1908455" y="231558"/>
                  </a:lnTo>
                  <a:lnTo>
                    <a:pt x="1916341" y="231211"/>
                  </a:lnTo>
                  <a:lnTo>
                    <a:pt x="1924227" y="230761"/>
                  </a:lnTo>
                  <a:lnTo>
                    <a:pt x="1932114" y="230183"/>
                  </a:lnTo>
                  <a:lnTo>
                    <a:pt x="1940000" y="229450"/>
                  </a:lnTo>
                  <a:lnTo>
                    <a:pt x="1947886" y="228529"/>
                  </a:lnTo>
                  <a:lnTo>
                    <a:pt x="1955772" y="227384"/>
                  </a:lnTo>
                  <a:lnTo>
                    <a:pt x="1963658" y="225937"/>
                  </a:lnTo>
                  <a:lnTo>
                    <a:pt x="1971545" y="224137"/>
                  </a:lnTo>
                  <a:lnTo>
                    <a:pt x="1979431" y="221954"/>
                  </a:lnTo>
                  <a:lnTo>
                    <a:pt x="1987317" y="219334"/>
                  </a:lnTo>
                  <a:lnTo>
                    <a:pt x="1995203" y="216223"/>
                  </a:lnTo>
                  <a:lnTo>
                    <a:pt x="2003089" y="212565"/>
                  </a:lnTo>
                  <a:lnTo>
                    <a:pt x="2010975" y="208307"/>
                  </a:lnTo>
                  <a:lnTo>
                    <a:pt x="2018862" y="203326"/>
                  </a:lnTo>
                  <a:lnTo>
                    <a:pt x="2026748" y="197564"/>
                  </a:lnTo>
                  <a:lnTo>
                    <a:pt x="2034634" y="191052"/>
                  </a:lnTo>
                  <a:lnTo>
                    <a:pt x="2042520" y="183769"/>
                  </a:lnTo>
                  <a:lnTo>
                    <a:pt x="2050406" y="175709"/>
                  </a:lnTo>
                  <a:lnTo>
                    <a:pt x="2058293" y="166880"/>
                  </a:lnTo>
                  <a:lnTo>
                    <a:pt x="2066179" y="157305"/>
                  </a:lnTo>
                  <a:lnTo>
                    <a:pt x="2074065" y="146981"/>
                  </a:lnTo>
                  <a:lnTo>
                    <a:pt x="2081951" y="135975"/>
                  </a:lnTo>
                  <a:lnTo>
                    <a:pt x="2089837" y="124472"/>
                  </a:lnTo>
                  <a:lnTo>
                    <a:pt x="2097723" y="112590"/>
                  </a:lnTo>
                  <a:lnTo>
                    <a:pt x="2105610" y="100465"/>
                  </a:lnTo>
                  <a:lnTo>
                    <a:pt x="2113496" y="88249"/>
                  </a:lnTo>
                  <a:lnTo>
                    <a:pt x="2121382" y="76103"/>
                  </a:lnTo>
                  <a:lnTo>
                    <a:pt x="2129268" y="64230"/>
                  </a:lnTo>
                  <a:lnTo>
                    <a:pt x="2137154" y="52905"/>
                  </a:lnTo>
                  <a:lnTo>
                    <a:pt x="2145041" y="42271"/>
                  </a:lnTo>
                  <a:lnTo>
                    <a:pt x="2152927" y="32498"/>
                  </a:lnTo>
                  <a:lnTo>
                    <a:pt x="2160813" y="23743"/>
                  </a:lnTo>
                  <a:lnTo>
                    <a:pt x="2168699" y="16149"/>
                  </a:lnTo>
                  <a:lnTo>
                    <a:pt x="2176585" y="9839"/>
                  </a:lnTo>
                  <a:lnTo>
                    <a:pt x="2184471" y="4962"/>
                  </a:lnTo>
                  <a:lnTo>
                    <a:pt x="2192358" y="1798"/>
                  </a:lnTo>
                  <a:lnTo>
                    <a:pt x="2200244" y="145"/>
                  </a:lnTo>
                  <a:lnTo>
                    <a:pt x="2208130" y="0"/>
                  </a:lnTo>
                  <a:lnTo>
                    <a:pt x="2216016" y="1333"/>
                  </a:lnTo>
                  <a:lnTo>
                    <a:pt x="2223902" y="4090"/>
                  </a:lnTo>
                  <a:lnTo>
                    <a:pt x="2231789" y="8195"/>
                  </a:lnTo>
                  <a:lnTo>
                    <a:pt x="2239675" y="13559"/>
                  </a:lnTo>
                  <a:lnTo>
                    <a:pt x="2247561" y="20224"/>
                  </a:lnTo>
                  <a:lnTo>
                    <a:pt x="2255447" y="27819"/>
                  </a:lnTo>
                  <a:lnTo>
                    <a:pt x="2263333" y="36197"/>
                  </a:lnTo>
                  <a:lnTo>
                    <a:pt x="2271219" y="45211"/>
                  </a:lnTo>
                  <a:lnTo>
                    <a:pt x="2279106" y="54713"/>
                  </a:lnTo>
                  <a:lnTo>
                    <a:pt x="2286992" y="64559"/>
                  </a:lnTo>
                  <a:lnTo>
                    <a:pt x="2294878" y="74610"/>
                  </a:lnTo>
                  <a:lnTo>
                    <a:pt x="2302764" y="84722"/>
                  </a:lnTo>
                  <a:lnTo>
                    <a:pt x="2310650" y="94746"/>
                  </a:lnTo>
                  <a:lnTo>
                    <a:pt x="2318536" y="104589"/>
                  </a:lnTo>
                  <a:lnTo>
                    <a:pt x="2326423" y="114170"/>
                  </a:lnTo>
                  <a:lnTo>
                    <a:pt x="2334309" y="123424"/>
                  </a:lnTo>
                  <a:lnTo>
                    <a:pt x="2342195" y="132298"/>
                  </a:lnTo>
                  <a:lnTo>
                    <a:pt x="2350081" y="140752"/>
                  </a:lnTo>
                  <a:lnTo>
                    <a:pt x="2357967" y="148685"/>
                  </a:lnTo>
                  <a:lnTo>
                    <a:pt x="2365854" y="156137"/>
                  </a:lnTo>
                  <a:lnTo>
                    <a:pt x="2373740" y="163123"/>
                  </a:lnTo>
                  <a:lnTo>
                    <a:pt x="2381626" y="169649"/>
                  </a:lnTo>
                  <a:lnTo>
                    <a:pt x="2389512" y="175727"/>
                  </a:lnTo>
                  <a:lnTo>
                    <a:pt x="2397398" y="181369"/>
                  </a:lnTo>
                  <a:lnTo>
                    <a:pt x="2405284" y="186594"/>
                  </a:lnTo>
                  <a:lnTo>
                    <a:pt x="2413171" y="191368"/>
                  </a:lnTo>
                  <a:lnTo>
                    <a:pt x="2421057" y="195750"/>
                  </a:lnTo>
                  <a:lnTo>
                    <a:pt x="2428943" y="199783"/>
                  </a:lnTo>
                  <a:lnTo>
                    <a:pt x="2436829" y="203483"/>
                  </a:lnTo>
                  <a:lnTo>
                    <a:pt x="2444715" y="206868"/>
                  </a:lnTo>
                  <a:lnTo>
                    <a:pt x="2452602" y="209954"/>
                  </a:lnTo>
                  <a:lnTo>
                    <a:pt x="2460488" y="212756"/>
                  </a:lnTo>
                  <a:lnTo>
                    <a:pt x="2468374" y="215257"/>
                  </a:lnTo>
                  <a:lnTo>
                    <a:pt x="2476260" y="217483"/>
                  </a:lnTo>
                  <a:lnTo>
                    <a:pt x="2484146" y="219467"/>
                  </a:lnTo>
                  <a:lnTo>
                    <a:pt x="2492032" y="221218"/>
                  </a:lnTo>
                  <a:lnTo>
                    <a:pt x="2499919" y="222745"/>
                  </a:lnTo>
                  <a:lnTo>
                    <a:pt x="2507805" y="224057"/>
                  </a:lnTo>
                  <a:lnTo>
                    <a:pt x="2515691" y="225162"/>
                  </a:lnTo>
                  <a:lnTo>
                    <a:pt x="2523577" y="226050"/>
                  </a:lnTo>
                  <a:lnTo>
                    <a:pt x="2531463" y="226728"/>
                  </a:lnTo>
                  <a:lnTo>
                    <a:pt x="2539350" y="227224"/>
                  </a:lnTo>
                  <a:lnTo>
                    <a:pt x="2547236" y="227543"/>
                  </a:lnTo>
                  <a:lnTo>
                    <a:pt x="2555122" y="227690"/>
                  </a:lnTo>
                  <a:lnTo>
                    <a:pt x="2563008" y="227672"/>
                  </a:lnTo>
                  <a:lnTo>
                    <a:pt x="2570894" y="227493"/>
                  </a:lnTo>
                  <a:lnTo>
                    <a:pt x="2578780" y="227148"/>
                  </a:lnTo>
                  <a:lnTo>
                    <a:pt x="2586667" y="226638"/>
                  </a:lnTo>
                  <a:lnTo>
                    <a:pt x="2594553" y="225990"/>
                  </a:lnTo>
                  <a:lnTo>
                    <a:pt x="2602439" y="225210"/>
                  </a:lnTo>
                  <a:lnTo>
                    <a:pt x="2610325" y="224310"/>
                  </a:lnTo>
                  <a:lnTo>
                    <a:pt x="2618211" y="223299"/>
                  </a:lnTo>
                  <a:lnTo>
                    <a:pt x="2626098" y="222189"/>
                  </a:lnTo>
                  <a:lnTo>
                    <a:pt x="2633984" y="220993"/>
                  </a:lnTo>
                  <a:lnTo>
                    <a:pt x="2641870" y="219725"/>
                  </a:lnTo>
                  <a:lnTo>
                    <a:pt x="2649756" y="218415"/>
                  </a:lnTo>
                  <a:lnTo>
                    <a:pt x="2657642" y="217083"/>
                  </a:lnTo>
                  <a:lnTo>
                    <a:pt x="2665528" y="215748"/>
                  </a:lnTo>
                  <a:lnTo>
                    <a:pt x="2673415" y="214430"/>
                  </a:lnTo>
                  <a:lnTo>
                    <a:pt x="2681301" y="213150"/>
                  </a:lnTo>
                  <a:lnTo>
                    <a:pt x="2689187" y="211926"/>
                  </a:lnTo>
                  <a:lnTo>
                    <a:pt x="2697073" y="210791"/>
                  </a:lnTo>
                  <a:lnTo>
                    <a:pt x="2704959" y="209748"/>
                  </a:lnTo>
                  <a:lnTo>
                    <a:pt x="2712846" y="208806"/>
                  </a:lnTo>
                  <a:lnTo>
                    <a:pt x="2720732" y="207970"/>
                  </a:lnTo>
                  <a:lnTo>
                    <a:pt x="2728618" y="207246"/>
                  </a:lnTo>
                  <a:lnTo>
                    <a:pt x="2736504" y="206630"/>
                  </a:lnTo>
                  <a:lnTo>
                    <a:pt x="2744390" y="206122"/>
                  </a:lnTo>
                  <a:lnTo>
                    <a:pt x="2752276" y="205730"/>
                  </a:lnTo>
                  <a:lnTo>
                    <a:pt x="2760163" y="205423"/>
                  </a:lnTo>
                  <a:lnTo>
                    <a:pt x="2768049" y="205190"/>
                  </a:lnTo>
                  <a:lnTo>
                    <a:pt x="2775935" y="205019"/>
                  </a:lnTo>
                  <a:lnTo>
                    <a:pt x="2783821" y="204900"/>
                  </a:lnTo>
                  <a:lnTo>
                    <a:pt x="2791707" y="204823"/>
                  </a:lnTo>
                  <a:lnTo>
                    <a:pt x="2799593" y="204779"/>
                  </a:lnTo>
                  <a:lnTo>
                    <a:pt x="2807480" y="204767"/>
                  </a:lnTo>
                  <a:lnTo>
                    <a:pt x="2815366" y="204780"/>
                  </a:lnTo>
                  <a:lnTo>
                    <a:pt x="2823252" y="204821"/>
                  </a:lnTo>
                  <a:lnTo>
                    <a:pt x="2831138" y="204894"/>
                  </a:lnTo>
                  <a:lnTo>
                    <a:pt x="2839024" y="205007"/>
                  </a:lnTo>
                  <a:lnTo>
                    <a:pt x="2846911" y="205169"/>
                  </a:lnTo>
                  <a:lnTo>
                    <a:pt x="2854797" y="205391"/>
                  </a:lnTo>
                  <a:lnTo>
                    <a:pt x="2862683" y="205699"/>
                  </a:lnTo>
                  <a:lnTo>
                    <a:pt x="2870569" y="206098"/>
                  </a:lnTo>
                  <a:lnTo>
                    <a:pt x="2878455" y="206594"/>
                  </a:lnTo>
                  <a:lnTo>
                    <a:pt x="2886341" y="207195"/>
                  </a:lnTo>
                  <a:lnTo>
                    <a:pt x="2894228" y="207905"/>
                  </a:lnTo>
                  <a:lnTo>
                    <a:pt x="2902114" y="208726"/>
                  </a:lnTo>
                  <a:lnTo>
                    <a:pt x="2910000" y="209657"/>
                  </a:lnTo>
                  <a:lnTo>
                    <a:pt x="2917886" y="210705"/>
                  </a:lnTo>
                  <a:lnTo>
                    <a:pt x="2925772" y="211849"/>
                  </a:lnTo>
                  <a:lnTo>
                    <a:pt x="2933659" y="213071"/>
                  </a:lnTo>
                  <a:lnTo>
                    <a:pt x="2941545" y="214354"/>
                  </a:lnTo>
                  <a:lnTo>
                    <a:pt x="2949431" y="215681"/>
                  </a:lnTo>
                  <a:lnTo>
                    <a:pt x="2957317" y="217036"/>
                  </a:lnTo>
                  <a:lnTo>
                    <a:pt x="2965203" y="218399"/>
                  </a:lnTo>
                  <a:lnTo>
                    <a:pt x="2973089" y="219749"/>
                  </a:lnTo>
                  <a:lnTo>
                    <a:pt x="2980976" y="221063"/>
                  </a:lnTo>
                  <a:lnTo>
                    <a:pt x="2988862" y="222329"/>
                  </a:lnTo>
                  <a:lnTo>
                    <a:pt x="2996748" y="223533"/>
                  </a:lnTo>
                  <a:lnTo>
                    <a:pt x="3004634" y="224665"/>
                  </a:lnTo>
                  <a:lnTo>
                    <a:pt x="3012520" y="225718"/>
                  </a:lnTo>
                  <a:lnTo>
                    <a:pt x="3020407" y="226686"/>
                  </a:lnTo>
                  <a:lnTo>
                    <a:pt x="3028293" y="227556"/>
                  </a:lnTo>
                  <a:lnTo>
                    <a:pt x="3036179" y="228328"/>
                  </a:lnTo>
                  <a:lnTo>
                    <a:pt x="3044065" y="229013"/>
                  </a:lnTo>
                  <a:lnTo>
                    <a:pt x="3051951" y="229614"/>
                  </a:lnTo>
                  <a:lnTo>
                    <a:pt x="3059837" y="230135"/>
                  </a:lnTo>
                  <a:lnTo>
                    <a:pt x="3067724" y="230584"/>
                  </a:lnTo>
                  <a:lnTo>
                    <a:pt x="3075610" y="230964"/>
                  </a:lnTo>
                  <a:lnTo>
                    <a:pt x="3083496" y="231280"/>
                  </a:lnTo>
                  <a:lnTo>
                    <a:pt x="3091382" y="231537"/>
                  </a:lnTo>
                  <a:lnTo>
                    <a:pt x="3099268" y="231750"/>
                  </a:lnTo>
                  <a:lnTo>
                    <a:pt x="3107155" y="231923"/>
                  </a:lnTo>
                  <a:lnTo>
                    <a:pt x="3115041" y="232063"/>
                  </a:lnTo>
                  <a:lnTo>
                    <a:pt x="3122927" y="232175"/>
                  </a:lnTo>
                  <a:lnTo>
                    <a:pt x="3130813" y="232263"/>
                  </a:lnTo>
                  <a:lnTo>
                    <a:pt x="3138699" y="232331"/>
                  </a:lnTo>
                  <a:lnTo>
                    <a:pt x="3146585" y="232382"/>
                  </a:lnTo>
                  <a:lnTo>
                    <a:pt x="3154472" y="232422"/>
                  </a:lnTo>
                  <a:lnTo>
                    <a:pt x="3162358" y="232452"/>
                  </a:lnTo>
                  <a:lnTo>
                    <a:pt x="3170244" y="232474"/>
                  </a:lnTo>
                  <a:lnTo>
                    <a:pt x="3178130" y="232491"/>
                  </a:lnTo>
                  <a:lnTo>
                    <a:pt x="3186016" y="232504"/>
                  </a:lnTo>
                  <a:lnTo>
                    <a:pt x="3193903" y="232513"/>
                  </a:lnTo>
                  <a:lnTo>
                    <a:pt x="3201789" y="232519"/>
                  </a:lnTo>
                  <a:lnTo>
                    <a:pt x="3209675" y="232523"/>
                  </a:lnTo>
                  <a:lnTo>
                    <a:pt x="3217561" y="232527"/>
                  </a:lnTo>
                  <a:lnTo>
                    <a:pt x="3225447" y="232529"/>
                  </a:lnTo>
                  <a:lnTo>
                    <a:pt x="3233333" y="232530"/>
                  </a:lnTo>
                  <a:lnTo>
                    <a:pt x="3241220" y="232531"/>
                  </a:lnTo>
                  <a:lnTo>
                    <a:pt x="3249106" y="232532"/>
                  </a:lnTo>
                  <a:lnTo>
                    <a:pt x="3256992" y="232533"/>
                  </a:lnTo>
                  <a:lnTo>
                    <a:pt x="3264878" y="232533"/>
                  </a:lnTo>
                  <a:lnTo>
                    <a:pt x="3272764" y="232533"/>
                  </a:lnTo>
                  <a:lnTo>
                    <a:pt x="3280650" y="232533"/>
                  </a:lnTo>
                  <a:lnTo>
                    <a:pt x="3288537" y="232533"/>
                  </a:lnTo>
                  <a:lnTo>
                    <a:pt x="3296423" y="232533"/>
                  </a:lnTo>
                  <a:lnTo>
                    <a:pt x="3304309" y="232533"/>
                  </a:lnTo>
                  <a:lnTo>
                    <a:pt x="3312195" y="232534"/>
                  </a:lnTo>
                  <a:lnTo>
                    <a:pt x="3320081" y="232534"/>
                  </a:lnTo>
                  <a:lnTo>
                    <a:pt x="3327968" y="232534"/>
                  </a:lnTo>
                  <a:lnTo>
                    <a:pt x="3335854" y="232534"/>
                  </a:lnTo>
                  <a:lnTo>
                    <a:pt x="3343740" y="232534"/>
                  </a:lnTo>
                  <a:lnTo>
                    <a:pt x="3351626" y="232534"/>
                  </a:lnTo>
                  <a:lnTo>
                    <a:pt x="3359512" y="232534"/>
                  </a:lnTo>
                  <a:lnTo>
                    <a:pt x="3367398" y="232534"/>
                  </a:lnTo>
                  <a:lnTo>
                    <a:pt x="3375285" y="232534"/>
                  </a:lnTo>
                  <a:lnTo>
                    <a:pt x="3383171" y="232534"/>
                  </a:lnTo>
                  <a:lnTo>
                    <a:pt x="3391057" y="232534"/>
                  </a:lnTo>
                  <a:lnTo>
                    <a:pt x="3398943" y="232534"/>
                  </a:lnTo>
                  <a:lnTo>
                    <a:pt x="3406829" y="232534"/>
                  </a:lnTo>
                  <a:lnTo>
                    <a:pt x="3414716" y="232534"/>
                  </a:lnTo>
                  <a:lnTo>
                    <a:pt x="3422602" y="232534"/>
                  </a:lnTo>
                  <a:lnTo>
                    <a:pt x="3430488" y="232534"/>
                  </a:lnTo>
                  <a:lnTo>
                    <a:pt x="3438374" y="232534"/>
                  </a:lnTo>
                  <a:lnTo>
                    <a:pt x="3446260" y="232534"/>
                  </a:lnTo>
                  <a:lnTo>
                    <a:pt x="3454146" y="232534"/>
                  </a:lnTo>
                  <a:lnTo>
                    <a:pt x="3462033" y="232534"/>
                  </a:lnTo>
                  <a:lnTo>
                    <a:pt x="3469919" y="232534"/>
                  </a:lnTo>
                  <a:lnTo>
                    <a:pt x="3477805" y="232534"/>
                  </a:lnTo>
                  <a:lnTo>
                    <a:pt x="3485691" y="232534"/>
                  </a:lnTo>
                  <a:lnTo>
                    <a:pt x="3493577" y="232534"/>
                  </a:lnTo>
                  <a:lnTo>
                    <a:pt x="3501464" y="232534"/>
                  </a:lnTo>
                  <a:lnTo>
                    <a:pt x="3509350" y="232534"/>
                  </a:lnTo>
                  <a:lnTo>
                    <a:pt x="3517236" y="232534"/>
                  </a:lnTo>
                  <a:lnTo>
                    <a:pt x="3525122" y="232534"/>
                  </a:lnTo>
                  <a:lnTo>
                    <a:pt x="3533008" y="232534"/>
                  </a:lnTo>
                  <a:lnTo>
                    <a:pt x="3540894" y="232534"/>
                  </a:lnTo>
                  <a:lnTo>
                    <a:pt x="3548781" y="232534"/>
                  </a:lnTo>
                  <a:lnTo>
                    <a:pt x="3556667" y="232534"/>
                  </a:lnTo>
                  <a:lnTo>
                    <a:pt x="3564553" y="232534"/>
                  </a:lnTo>
                  <a:lnTo>
                    <a:pt x="3572439" y="232534"/>
                  </a:lnTo>
                  <a:lnTo>
                    <a:pt x="3580325" y="232534"/>
                  </a:lnTo>
                  <a:lnTo>
                    <a:pt x="3588212" y="232534"/>
                  </a:lnTo>
                  <a:lnTo>
                    <a:pt x="3596098" y="232534"/>
                  </a:lnTo>
                  <a:lnTo>
                    <a:pt x="3603984" y="232534"/>
                  </a:lnTo>
                  <a:lnTo>
                    <a:pt x="3611870" y="232534"/>
                  </a:lnTo>
                  <a:lnTo>
                    <a:pt x="3619756" y="232534"/>
                  </a:lnTo>
                  <a:lnTo>
                    <a:pt x="3627642" y="232534"/>
                  </a:lnTo>
                  <a:lnTo>
                    <a:pt x="3635529" y="232534"/>
                  </a:lnTo>
                  <a:lnTo>
                    <a:pt x="3643415" y="232534"/>
                  </a:lnTo>
                  <a:lnTo>
                    <a:pt x="3651301" y="232534"/>
                  </a:lnTo>
                  <a:lnTo>
                    <a:pt x="3659187" y="232534"/>
                  </a:lnTo>
                  <a:lnTo>
                    <a:pt x="3667073" y="232534"/>
                  </a:lnTo>
                  <a:lnTo>
                    <a:pt x="3674959" y="232534"/>
                  </a:lnTo>
                  <a:lnTo>
                    <a:pt x="3682846" y="232534"/>
                  </a:lnTo>
                  <a:lnTo>
                    <a:pt x="3690732" y="232534"/>
                  </a:lnTo>
                  <a:lnTo>
                    <a:pt x="3698618" y="232534"/>
                  </a:lnTo>
                  <a:lnTo>
                    <a:pt x="3706504" y="232534"/>
                  </a:lnTo>
                  <a:lnTo>
                    <a:pt x="3714390" y="232534"/>
                  </a:lnTo>
                  <a:lnTo>
                    <a:pt x="3722277" y="232534"/>
                  </a:lnTo>
                  <a:lnTo>
                    <a:pt x="3730163" y="232534"/>
                  </a:lnTo>
                  <a:lnTo>
                    <a:pt x="3738049" y="232534"/>
                  </a:lnTo>
                  <a:lnTo>
                    <a:pt x="3745935" y="232534"/>
                  </a:lnTo>
                  <a:lnTo>
                    <a:pt x="3753821" y="232534"/>
                  </a:lnTo>
                  <a:lnTo>
                    <a:pt x="3761707" y="232534"/>
                  </a:lnTo>
                  <a:lnTo>
                    <a:pt x="3769594" y="232534"/>
                  </a:lnTo>
                  <a:lnTo>
                    <a:pt x="3777480" y="232534"/>
                  </a:lnTo>
                  <a:lnTo>
                    <a:pt x="3785366" y="232534"/>
                  </a:lnTo>
                  <a:lnTo>
                    <a:pt x="3793252" y="232534"/>
                  </a:lnTo>
                  <a:lnTo>
                    <a:pt x="3801138" y="232534"/>
                  </a:lnTo>
                  <a:lnTo>
                    <a:pt x="3809025" y="232534"/>
                  </a:lnTo>
                  <a:lnTo>
                    <a:pt x="3816911" y="232534"/>
                  </a:lnTo>
                  <a:lnTo>
                    <a:pt x="3824797" y="232534"/>
                  </a:lnTo>
                  <a:lnTo>
                    <a:pt x="3832683" y="232534"/>
                  </a:lnTo>
                  <a:lnTo>
                    <a:pt x="3840569" y="232534"/>
                  </a:lnTo>
                  <a:lnTo>
                    <a:pt x="3848455" y="232534"/>
                  </a:lnTo>
                  <a:lnTo>
                    <a:pt x="3856342" y="232534"/>
                  </a:lnTo>
                  <a:lnTo>
                    <a:pt x="3864228" y="232534"/>
                  </a:lnTo>
                  <a:lnTo>
                    <a:pt x="3872114" y="232534"/>
                  </a:lnTo>
                  <a:lnTo>
                    <a:pt x="3880000" y="232534"/>
                  </a:lnTo>
                  <a:lnTo>
                    <a:pt x="3887886" y="232534"/>
                  </a:lnTo>
                  <a:lnTo>
                    <a:pt x="3895773" y="232534"/>
                  </a:lnTo>
                  <a:lnTo>
                    <a:pt x="3903659" y="232534"/>
                  </a:lnTo>
                  <a:lnTo>
                    <a:pt x="3911545" y="232534"/>
                  </a:lnTo>
                  <a:lnTo>
                    <a:pt x="3919431" y="232534"/>
                  </a:lnTo>
                  <a:lnTo>
                    <a:pt x="3927317" y="232534"/>
                  </a:lnTo>
                  <a:lnTo>
                    <a:pt x="3935203" y="232534"/>
                  </a:lnTo>
                  <a:lnTo>
                    <a:pt x="3943090" y="232534"/>
                  </a:lnTo>
                  <a:lnTo>
                    <a:pt x="3950976" y="232534"/>
                  </a:lnTo>
                  <a:lnTo>
                    <a:pt x="3958862" y="232534"/>
                  </a:lnTo>
                  <a:lnTo>
                    <a:pt x="3966748" y="232534"/>
                  </a:lnTo>
                  <a:lnTo>
                    <a:pt x="3974634" y="232534"/>
                  </a:lnTo>
                  <a:lnTo>
                    <a:pt x="3982521" y="232534"/>
                  </a:lnTo>
                  <a:lnTo>
                    <a:pt x="3990407" y="232534"/>
                  </a:lnTo>
                  <a:lnTo>
                    <a:pt x="3998293" y="232534"/>
                  </a:lnTo>
                  <a:lnTo>
                    <a:pt x="4006179" y="232534"/>
                  </a:lnTo>
                  <a:lnTo>
                    <a:pt x="4014065" y="232534"/>
                  </a:lnTo>
                  <a:lnTo>
                    <a:pt x="4021951" y="232534"/>
                  </a:lnTo>
                  <a:lnTo>
                    <a:pt x="4029838" y="23253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rc455"/>
            <p:cNvSpPr/>
            <p:nvPr/>
          </p:nvSpPr>
          <p:spPr>
            <a:xfrm>
              <a:off x="7613389" y="1761070"/>
              <a:ext cx="4432821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pl456"/>
            <p:cNvSpPr/>
            <p:nvPr/>
          </p:nvSpPr>
          <p:spPr>
            <a:xfrm>
              <a:off x="8217864" y="49391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pl457"/>
            <p:cNvSpPr/>
            <p:nvPr/>
          </p:nvSpPr>
          <p:spPr>
            <a:xfrm>
              <a:off x="9023832" y="49391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pl458"/>
            <p:cNvSpPr/>
            <p:nvPr/>
          </p:nvSpPr>
          <p:spPr>
            <a:xfrm>
              <a:off x="9829799" y="49391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pl459"/>
            <p:cNvSpPr/>
            <p:nvPr/>
          </p:nvSpPr>
          <p:spPr>
            <a:xfrm>
              <a:off x="10635767" y="49391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pl460"/>
            <p:cNvSpPr/>
            <p:nvPr/>
          </p:nvSpPr>
          <p:spPr>
            <a:xfrm>
              <a:off x="11441735" y="49391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tx461"/>
            <p:cNvSpPr/>
            <p:nvPr/>
          </p:nvSpPr>
          <p:spPr>
            <a:xfrm>
              <a:off x="8168178" y="5001495"/>
              <a:ext cx="99372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462" name="tx462"/>
            <p:cNvSpPr/>
            <p:nvPr/>
          </p:nvSpPr>
          <p:spPr>
            <a:xfrm>
              <a:off x="8974146" y="5001495"/>
              <a:ext cx="99372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463" name="tx463"/>
            <p:cNvSpPr/>
            <p:nvPr/>
          </p:nvSpPr>
          <p:spPr>
            <a:xfrm>
              <a:off x="9798722" y="5000131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64" name="tx464"/>
            <p:cNvSpPr/>
            <p:nvPr/>
          </p:nvSpPr>
          <p:spPr>
            <a:xfrm>
              <a:off x="10604689" y="5001495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65" name="tx465"/>
            <p:cNvSpPr/>
            <p:nvPr/>
          </p:nvSpPr>
          <p:spPr>
            <a:xfrm>
              <a:off x="11410657" y="5001495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66" name="tx466"/>
            <p:cNvSpPr/>
            <p:nvPr/>
          </p:nvSpPr>
          <p:spPr>
            <a:xfrm>
              <a:off x="9076627" y="5119812"/>
              <a:ext cx="1506345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Rate of Change (Z/year)</a:t>
              </a:r>
            </a:p>
          </p:txBody>
        </p:sp>
        <p:sp>
          <p:nvSpPr>
            <p:cNvPr id="467" name="rc467"/>
            <p:cNvSpPr/>
            <p:nvPr/>
          </p:nvSpPr>
          <p:spPr>
            <a:xfrm>
              <a:off x="2971800" y="5349081"/>
              <a:ext cx="3048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rc468"/>
            <p:cNvSpPr/>
            <p:nvPr/>
          </p:nvSpPr>
          <p:spPr>
            <a:xfrm>
              <a:off x="3467413" y="5418670"/>
              <a:ext cx="248279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69" name="pl469"/>
            <p:cNvSpPr/>
            <p:nvPr/>
          </p:nvSpPr>
          <p:spPr>
            <a:xfrm>
              <a:off x="3467413" y="8285478"/>
              <a:ext cx="2482797" cy="0"/>
            </a:xfrm>
            <a:custGeom>
              <a:avLst/>
              <a:gdLst/>
              <a:ahLst/>
              <a:cxnLst/>
              <a:rect l="0" t="0" r="0" b="0"/>
              <a:pathLst>
                <a:path w="2482797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pl470"/>
            <p:cNvSpPr/>
            <p:nvPr/>
          </p:nvSpPr>
          <p:spPr>
            <a:xfrm>
              <a:off x="3467413" y="7542061"/>
              <a:ext cx="2482797" cy="0"/>
            </a:xfrm>
            <a:custGeom>
              <a:avLst/>
              <a:gdLst/>
              <a:ahLst/>
              <a:cxnLst/>
              <a:rect l="0" t="0" r="0" b="0"/>
              <a:pathLst>
                <a:path w="2482797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pl471"/>
            <p:cNvSpPr/>
            <p:nvPr/>
          </p:nvSpPr>
          <p:spPr>
            <a:xfrm>
              <a:off x="3467413" y="6798643"/>
              <a:ext cx="2482797" cy="0"/>
            </a:xfrm>
            <a:custGeom>
              <a:avLst/>
              <a:gdLst/>
              <a:ahLst/>
              <a:cxnLst/>
              <a:rect l="0" t="0" r="0" b="0"/>
              <a:pathLst>
                <a:path w="2482797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pl472"/>
            <p:cNvSpPr/>
            <p:nvPr/>
          </p:nvSpPr>
          <p:spPr>
            <a:xfrm>
              <a:off x="3467413" y="6055226"/>
              <a:ext cx="2482797" cy="0"/>
            </a:xfrm>
            <a:custGeom>
              <a:avLst/>
              <a:gdLst/>
              <a:ahLst/>
              <a:cxnLst/>
              <a:rect l="0" t="0" r="0" b="0"/>
              <a:pathLst>
                <a:path w="2482797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pl473"/>
            <p:cNvSpPr/>
            <p:nvPr/>
          </p:nvSpPr>
          <p:spPr>
            <a:xfrm>
              <a:off x="3990758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pl474"/>
            <p:cNvSpPr/>
            <p:nvPr/>
          </p:nvSpPr>
          <p:spPr>
            <a:xfrm>
              <a:off x="4519119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pl475"/>
            <p:cNvSpPr/>
            <p:nvPr/>
          </p:nvSpPr>
          <p:spPr>
            <a:xfrm>
              <a:off x="5047480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pl476"/>
            <p:cNvSpPr/>
            <p:nvPr/>
          </p:nvSpPr>
          <p:spPr>
            <a:xfrm>
              <a:off x="5575841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pl477"/>
            <p:cNvSpPr/>
            <p:nvPr/>
          </p:nvSpPr>
          <p:spPr>
            <a:xfrm>
              <a:off x="3467413" y="7913770"/>
              <a:ext cx="2482797" cy="0"/>
            </a:xfrm>
            <a:custGeom>
              <a:avLst/>
              <a:gdLst/>
              <a:ahLst/>
              <a:cxnLst/>
              <a:rect l="0" t="0" r="0" b="0"/>
              <a:pathLst>
                <a:path w="2482797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pl478"/>
            <p:cNvSpPr/>
            <p:nvPr/>
          </p:nvSpPr>
          <p:spPr>
            <a:xfrm>
              <a:off x="3467413" y="7170352"/>
              <a:ext cx="2482797" cy="0"/>
            </a:xfrm>
            <a:custGeom>
              <a:avLst/>
              <a:gdLst/>
              <a:ahLst/>
              <a:cxnLst/>
              <a:rect l="0" t="0" r="0" b="0"/>
              <a:pathLst>
                <a:path w="2482797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pl479"/>
            <p:cNvSpPr/>
            <p:nvPr/>
          </p:nvSpPr>
          <p:spPr>
            <a:xfrm>
              <a:off x="3467413" y="6426935"/>
              <a:ext cx="2482797" cy="0"/>
            </a:xfrm>
            <a:custGeom>
              <a:avLst/>
              <a:gdLst/>
              <a:ahLst/>
              <a:cxnLst/>
              <a:rect l="0" t="0" r="0" b="0"/>
              <a:pathLst>
                <a:path w="2482797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pl480"/>
            <p:cNvSpPr/>
            <p:nvPr/>
          </p:nvSpPr>
          <p:spPr>
            <a:xfrm>
              <a:off x="3467413" y="5683517"/>
              <a:ext cx="2482797" cy="0"/>
            </a:xfrm>
            <a:custGeom>
              <a:avLst/>
              <a:gdLst/>
              <a:ahLst/>
              <a:cxnLst/>
              <a:rect l="0" t="0" r="0" b="0"/>
              <a:pathLst>
                <a:path w="2482797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pl481"/>
            <p:cNvSpPr/>
            <p:nvPr/>
          </p:nvSpPr>
          <p:spPr>
            <a:xfrm>
              <a:off x="3726577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pl482"/>
            <p:cNvSpPr/>
            <p:nvPr/>
          </p:nvSpPr>
          <p:spPr>
            <a:xfrm>
              <a:off x="4254938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pl483"/>
            <p:cNvSpPr/>
            <p:nvPr/>
          </p:nvSpPr>
          <p:spPr>
            <a:xfrm>
              <a:off x="4783300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pl484"/>
            <p:cNvSpPr/>
            <p:nvPr/>
          </p:nvSpPr>
          <p:spPr>
            <a:xfrm>
              <a:off x="5311661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pl485"/>
            <p:cNvSpPr/>
            <p:nvPr/>
          </p:nvSpPr>
          <p:spPr>
            <a:xfrm>
              <a:off x="5840022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pt486"/>
            <p:cNvSpPr/>
            <p:nvPr/>
          </p:nvSpPr>
          <p:spPr>
            <a:xfrm>
              <a:off x="3811190" y="72121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pt487"/>
            <p:cNvSpPr/>
            <p:nvPr/>
          </p:nvSpPr>
          <p:spPr>
            <a:xfrm>
              <a:off x="3639090" y="70120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pt488"/>
            <p:cNvSpPr/>
            <p:nvPr/>
          </p:nvSpPr>
          <p:spPr>
            <a:xfrm>
              <a:off x="3619591" y="720242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pt489"/>
            <p:cNvSpPr/>
            <p:nvPr/>
          </p:nvSpPr>
          <p:spPr>
            <a:xfrm>
              <a:off x="3648416" y="70670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pt490"/>
            <p:cNvSpPr/>
            <p:nvPr/>
          </p:nvSpPr>
          <p:spPr>
            <a:xfrm>
              <a:off x="4524178" y="69339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pt491"/>
            <p:cNvSpPr/>
            <p:nvPr/>
          </p:nvSpPr>
          <p:spPr>
            <a:xfrm>
              <a:off x="3860079" y="685809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pt492"/>
            <p:cNvSpPr/>
            <p:nvPr/>
          </p:nvSpPr>
          <p:spPr>
            <a:xfrm>
              <a:off x="3600374" y="72010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pt493"/>
            <p:cNvSpPr/>
            <p:nvPr/>
          </p:nvSpPr>
          <p:spPr>
            <a:xfrm>
              <a:off x="3618743" y="69809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pt494"/>
            <p:cNvSpPr/>
            <p:nvPr/>
          </p:nvSpPr>
          <p:spPr>
            <a:xfrm>
              <a:off x="3580310" y="71240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pt495"/>
            <p:cNvSpPr/>
            <p:nvPr/>
          </p:nvSpPr>
          <p:spPr>
            <a:xfrm>
              <a:off x="4026245" y="675900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pt496"/>
            <p:cNvSpPr/>
            <p:nvPr/>
          </p:nvSpPr>
          <p:spPr>
            <a:xfrm>
              <a:off x="3584549" y="71279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pt497"/>
            <p:cNvSpPr/>
            <p:nvPr/>
          </p:nvSpPr>
          <p:spPr>
            <a:xfrm>
              <a:off x="3577767" y="70993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pt498"/>
            <p:cNvSpPr/>
            <p:nvPr/>
          </p:nvSpPr>
          <p:spPr>
            <a:xfrm>
              <a:off x="3668197" y="70038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pt499"/>
            <p:cNvSpPr/>
            <p:nvPr/>
          </p:nvSpPr>
          <p:spPr>
            <a:xfrm>
              <a:off x="3693348" y="71649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pt500"/>
            <p:cNvSpPr/>
            <p:nvPr/>
          </p:nvSpPr>
          <p:spPr>
            <a:xfrm>
              <a:off x="3622982" y="71641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pt501"/>
            <p:cNvSpPr/>
            <p:nvPr/>
          </p:nvSpPr>
          <p:spPr>
            <a:xfrm>
              <a:off x="3584266" y="71014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pt502"/>
            <p:cNvSpPr/>
            <p:nvPr/>
          </p:nvSpPr>
          <p:spPr>
            <a:xfrm>
              <a:off x="4072309" y="668206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pt503"/>
            <p:cNvSpPr/>
            <p:nvPr/>
          </p:nvSpPr>
          <p:spPr>
            <a:xfrm>
              <a:off x="5812530" y="79643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pt504"/>
            <p:cNvSpPr/>
            <p:nvPr/>
          </p:nvSpPr>
          <p:spPr>
            <a:xfrm>
              <a:off x="4239322" y="71990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pt505"/>
            <p:cNvSpPr/>
            <p:nvPr/>
          </p:nvSpPr>
          <p:spPr>
            <a:xfrm>
              <a:off x="3592744" y="71118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pt506"/>
            <p:cNvSpPr/>
            <p:nvPr/>
          </p:nvSpPr>
          <p:spPr>
            <a:xfrm>
              <a:off x="3576071" y="72009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pt507"/>
            <p:cNvSpPr/>
            <p:nvPr/>
          </p:nvSpPr>
          <p:spPr>
            <a:xfrm>
              <a:off x="3658589" y="70375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pt508"/>
            <p:cNvSpPr/>
            <p:nvPr/>
          </p:nvSpPr>
          <p:spPr>
            <a:xfrm>
              <a:off x="3583984" y="71408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pt509"/>
            <p:cNvSpPr/>
            <p:nvPr/>
          </p:nvSpPr>
          <p:spPr>
            <a:xfrm>
              <a:off x="3668197" y="71800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pt510"/>
            <p:cNvSpPr/>
            <p:nvPr/>
          </p:nvSpPr>
          <p:spPr>
            <a:xfrm>
              <a:off x="3608287" y="71095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pt511"/>
            <p:cNvSpPr/>
            <p:nvPr/>
          </p:nvSpPr>
          <p:spPr>
            <a:xfrm>
              <a:off x="3710587" y="685102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pt512"/>
            <p:cNvSpPr/>
            <p:nvPr/>
          </p:nvSpPr>
          <p:spPr>
            <a:xfrm>
              <a:off x="3674697" y="72178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pt513"/>
            <p:cNvSpPr/>
            <p:nvPr/>
          </p:nvSpPr>
          <p:spPr>
            <a:xfrm>
              <a:off x="3770214" y="687668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pt514"/>
            <p:cNvSpPr/>
            <p:nvPr/>
          </p:nvSpPr>
          <p:spPr>
            <a:xfrm>
              <a:off x="3635416" y="70704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pt515"/>
            <p:cNvSpPr/>
            <p:nvPr/>
          </p:nvSpPr>
          <p:spPr>
            <a:xfrm>
              <a:off x="3569006" y="72066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pt516"/>
            <p:cNvSpPr/>
            <p:nvPr/>
          </p:nvSpPr>
          <p:spPr>
            <a:xfrm>
              <a:off x="3606309" y="71290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pt517"/>
            <p:cNvSpPr/>
            <p:nvPr/>
          </p:nvSpPr>
          <p:spPr>
            <a:xfrm>
              <a:off x="3571267" y="70772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pt518"/>
            <p:cNvSpPr/>
            <p:nvPr/>
          </p:nvSpPr>
          <p:spPr>
            <a:xfrm>
              <a:off x="3590766" y="71455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pt519"/>
            <p:cNvSpPr/>
            <p:nvPr/>
          </p:nvSpPr>
          <p:spPr>
            <a:xfrm>
              <a:off x="3611396" y="71419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pt520"/>
            <p:cNvSpPr/>
            <p:nvPr/>
          </p:nvSpPr>
          <p:spPr>
            <a:xfrm>
              <a:off x="3605179" y="70680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pt521"/>
            <p:cNvSpPr/>
            <p:nvPr/>
          </p:nvSpPr>
          <p:spPr>
            <a:xfrm>
              <a:off x="3606309" y="71854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pt522"/>
            <p:cNvSpPr/>
            <p:nvPr/>
          </p:nvSpPr>
          <p:spPr>
            <a:xfrm>
              <a:off x="3555442" y="71672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pt523"/>
            <p:cNvSpPr/>
            <p:nvPr/>
          </p:nvSpPr>
          <p:spPr>
            <a:xfrm>
              <a:off x="3719912" y="70516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pt524"/>
            <p:cNvSpPr/>
            <p:nvPr/>
          </p:nvSpPr>
          <p:spPr>
            <a:xfrm>
              <a:off x="3645307" y="71131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pt525"/>
            <p:cNvSpPr/>
            <p:nvPr/>
          </p:nvSpPr>
          <p:spPr>
            <a:xfrm>
              <a:off x="3984139" y="647371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pt526"/>
            <p:cNvSpPr/>
            <p:nvPr/>
          </p:nvSpPr>
          <p:spPr>
            <a:xfrm>
              <a:off x="3770779" y="69942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pt527"/>
            <p:cNvSpPr/>
            <p:nvPr/>
          </p:nvSpPr>
          <p:spPr>
            <a:xfrm>
              <a:off x="3715673" y="69846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pt528"/>
            <p:cNvSpPr/>
            <p:nvPr/>
          </p:nvSpPr>
          <p:spPr>
            <a:xfrm>
              <a:off x="3596983" y="70123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pt529"/>
            <p:cNvSpPr/>
            <p:nvPr/>
          </p:nvSpPr>
          <p:spPr>
            <a:xfrm>
              <a:off x="3580593" y="69674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pt530"/>
            <p:cNvSpPr/>
            <p:nvPr/>
          </p:nvSpPr>
          <p:spPr>
            <a:xfrm>
              <a:off x="3617330" y="69333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pt531"/>
            <p:cNvSpPr/>
            <p:nvPr/>
          </p:nvSpPr>
          <p:spPr>
            <a:xfrm>
              <a:off x="4035289" y="688512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pt532"/>
            <p:cNvSpPr/>
            <p:nvPr/>
          </p:nvSpPr>
          <p:spPr>
            <a:xfrm>
              <a:off x="4178564" y="684966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pt533"/>
            <p:cNvSpPr/>
            <p:nvPr/>
          </p:nvSpPr>
          <p:spPr>
            <a:xfrm>
              <a:off x="3620156" y="70036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pt534"/>
            <p:cNvSpPr/>
            <p:nvPr/>
          </p:nvSpPr>
          <p:spPr>
            <a:xfrm>
              <a:off x="3621569" y="71086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pt535"/>
            <p:cNvSpPr/>
            <p:nvPr/>
          </p:nvSpPr>
          <p:spPr>
            <a:xfrm>
              <a:off x="3580310" y="71108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pt536"/>
            <p:cNvSpPr/>
            <p:nvPr/>
          </p:nvSpPr>
          <p:spPr>
            <a:xfrm>
              <a:off x="3605179" y="70926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pt537"/>
            <p:cNvSpPr/>
            <p:nvPr/>
          </p:nvSpPr>
          <p:spPr>
            <a:xfrm>
              <a:off x="3639090" y="71591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pt538"/>
            <p:cNvSpPr/>
            <p:nvPr/>
          </p:nvSpPr>
          <p:spPr>
            <a:xfrm>
              <a:off x="4120915" y="70336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pt539"/>
            <p:cNvSpPr/>
            <p:nvPr/>
          </p:nvSpPr>
          <p:spPr>
            <a:xfrm>
              <a:off x="3696739" y="70931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pt540"/>
            <p:cNvSpPr/>
            <p:nvPr/>
          </p:nvSpPr>
          <p:spPr>
            <a:xfrm>
              <a:off x="3573810" y="71204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pt541"/>
            <p:cNvSpPr/>
            <p:nvPr/>
          </p:nvSpPr>
          <p:spPr>
            <a:xfrm>
              <a:off x="3611113" y="71994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pt542"/>
            <p:cNvSpPr/>
            <p:nvPr/>
          </p:nvSpPr>
          <p:spPr>
            <a:xfrm>
              <a:off x="3576354" y="71341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pt543"/>
            <p:cNvSpPr/>
            <p:nvPr/>
          </p:nvSpPr>
          <p:spPr>
            <a:xfrm>
              <a:off x="3593310" y="70895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pt544"/>
            <p:cNvSpPr/>
            <p:nvPr/>
          </p:nvSpPr>
          <p:spPr>
            <a:xfrm>
              <a:off x="3582006" y="71133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pt545"/>
            <p:cNvSpPr/>
            <p:nvPr/>
          </p:nvSpPr>
          <p:spPr>
            <a:xfrm>
              <a:off x="3717086" y="70994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pt546"/>
            <p:cNvSpPr/>
            <p:nvPr/>
          </p:nvSpPr>
          <p:spPr>
            <a:xfrm>
              <a:off x="3612809" y="71256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pt547"/>
            <p:cNvSpPr/>
            <p:nvPr/>
          </p:nvSpPr>
          <p:spPr>
            <a:xfrm>
              <a:off x="3604613" y="71466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pt548"/>
            <p:cNvSpPr/>
            <p:nvPr/>
          </p:nvSpPr>
          <p:spPr>
            <a:xfrm>
              <a:off x="3719912" y="71610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pt549"/>
            <p:cNvSpPr/>
            <p:nvPr/>
          </p:nvSpPr>
          <p:spPr>
            <a:xfrm>
              <a:off x="3598396" y="71534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pt550"/>
            <p:cNvSpPr/>
            <p:nvPr/>
          </p:nvSpPr>
          <p:spPr>
            <a:xfrm>
              <a:off x="3707195" y="71126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pt551"/>
            <p:cNvSpPr/>
            <p:nvPr/>
          </p:nvSpPr>
          <p:spPr>
            <a:xfrm>
              <a:off x="4155674" y="69273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pt552"/>
            <p:cNvSpPr/>
            <p:nvPr/>
          </p:nvSpPr>
          <p:spPr>
            <a:xfrm>
              <a:off x="3784627" y="70625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pt553"/>
            <p:cNvSpPr/>
            <p:nvPr/>
          </p:nvSpPr>
          <p:spPr>
            <a:xfrm>
              <a:off x="3578049" y="71143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pt554"/>
            <p:cNvSpPr/>
            <p:nvPr/>
          </p:nvSpPr>
          <p:spPr>
            <a:xfrm>
              <a:off x="3589636" y="71283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pt555"/>
            <p:cNvSpPr/>
            <p:nvPr/>
          </p:nvSpPr>
          <p:spPr>
            <a:xfrm>
              <a:off x="3578615" y="71183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pt556"/>
            <p:cNvSpPr/>
            <p:nvPr/>
          </p:nvSpPr>
          <p:spPr>
            <a:xfrm>
              <a:off x="3648416" y="70184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pt557"/>
            <p:cNvSpPr/>
            <p:nvPr/>
          </p:nvSpPr>
          <p:spPr>
            <a:xfrm>
              <a:off x="3697870" y="681244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pt558"/>
            <p:cNvSpPr/>
            <p:nvPr/>
          </p:nvSpPr>
          <p:spPr>
            <a:xfrm>
              <a:off x="3606874" y="69332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pt559"/>
            <p:cNvSpPr/>
            <p:nvPr/>
          </p:nvSpPr>
          <p:spPr>
            <a:xfrm>
              <a:off x="4226040" y="662955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pt560"/>
            <p:cNvSpPr/>
            <p:nvPr/>
          </p:nvSpPr>
          <p:spPr>
            <a:xfrm>
              <a:off x="3594723" y="71317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pt561"/>
            <p:cNvSpPr/>
            <p:nvPr/>
          </p:nvSpPr>
          <p:spPr>
            <a:xfrm>
              <a:off x="3705500" y="70224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pt562"/>
            <p:cNvSpPr/>
            <p:nvPr/>
          </p:nvSpPr>
          <p:spPr>
            <a:xfrm>
              <a:off x="3565333" y="70766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pt563"/>
            <p:cNvSpPr/>
            <p:nvPr/>
          </p:nvSpPr>
          <p:spPr>
            <a:xfrm>
              <a:off x="3594723" y="71347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pt564"/>
            <p:cNvSpPr/>
            <p:nvPr/>
          </p:nvSpPr>
          <p:spPr>
            <a:xfrm>
              <a:off x="3574941" y="69556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pt565"/>
            <p:cNvSpPr/>
            <p:nvPr/>
          </p:nvSpPr>
          <p:spPr>
            <a:xfrm>
              <a:off x="3669893" y="71597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pt566"/>
            <p:cNvSpPr/>
            <p:nvPr/>
          </p:nvSpPr>
          <p:spPr>
            <a:xfrm>
              <a:off x="3650676" y="71246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pt567"/>
            <p:cNvSpPr/>
            <p:nvPr/>
          </p:nvSpPr>
          <p:spPr>
            <a:xfrm>
              <a:off x="3752128" y="70005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pt568"/>
            <p:cNvSpPr/>
            <p:nvPr/>
          </p:nvSpPr>
          <p:spPr>
            <a:xfrm>
              <a:off x="3752976" y="70110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pt569"/>
            <p:cNvSpPr/>
            <p:nvPr/>
          </p:nvSpPr>
          <p:spPr>
            <a:xfrm>
              <a:off x="4463420" y="80020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pt570"/>
            <p:cNvSpPr/>
            <p:nvPr/>
          </p:nvSpPr>
          <p:spPr>
            <a:xfrm>
              <a:off x="3759193" y="71680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pt571"/>
            <p:cNvSpPr/>
            <p:nvPr/>
          </p:nvSpPr>
          <p:spPr>
            <a:xfrm>
              <a:off x="3746759" y="682345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pt572"/>
            <p:cNvSpPr/>
            <p:nvPr/>
          </p:nvSpPr>
          <p:spPr>
            <a:xfrm>
              <a:off x="3663676" y="71049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pt573"/>
            <p:cNvSpPr/>
            <p:nvPr/>
          </p:nvSpPr>
          <p:spPr>
            <a:xfrm>
              <a:off x="3755802" y="71018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pt574"/>
            <p:cNvSpPr/>
            <p:nvPr/>
          </p:nvSpPr>
          <p:spPr>
            <a:xfrm>
              <a:off x="4213324" y="582723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pt575"/>
            <p:cNvSpPr/>
            <p:nvPr/>
          </p:nvSpPr>
          <p:spPr>
            <a:xfrm>
              <a:off x="4271256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pt576"/>
            <p:cNvSpPr/>
            <p:nvPr/>
          </p:nvSpPr>
          <p:spPr>
            <a:xfrm>
              <a:off x="3661415" y="69741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pt577"/>
            <p:cNvSpPr/>
            <p:nvPr/>
          </p:nvSpPr>
          <p:spPr>
            <a:xfrm>
              <a:off x="3808082" y="675835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pt578"/>
            <p:cNvSpPr/>
            <p:nvPr/>
          </p:nvSpPr>
          <p:spPr>
            <a:xfrm>
              <a:off x="3592179" y="71141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pt579"/>
            <p:cNvSpPr/>
            <p:nvPr/>
          </p:nvSpPr>
          <p:spPr>
            <a:xfrm>
              <a:off x="3823625" y="70489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pt580"/>
            <p:cNvSpPr/>
            <p:nvPr/>
          </p:nvSpPr>
          <p:spPr>
            <a:xfrm>
              <a:off x="3600374" y="670983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pt581"/>
            <p:cNvSpPr/>
            <p:nvPr/>
          </p:nvSpPr>
          <p:spPr>
            <a:xfrm>
              <a:off x="3592744" y="71057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pl582"/>
            <p:cNvSpPr/>
            <p:nvPr/>
          </p:nvSpPr>
          <p:spPr>
            <a:xfrm>
              <a:off x="3467413" y="6952174"/>
              <a:ext cx="2482797" cy="0"/>
            </a:xfrm>
            <a:custGeom>
              <a:avLst/>
              <a:gdLst/>
              <a:ahLst/>
              <a:cxnLst/>
              <a:rect l="0" t="0" r="0" b="0"/>
              <a:pathLst>
                <a:path w="2482797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pg583"/>
            <p:cNvSpPr/>
            <p:nvPr/>
          </p:nvSpPr>
          <p:spPr>
            <a:xfrm>
              <a:off x="3580268" y="6656201"/>
              <a:ext cx="2257088" cy="1796130"/>
            </a:xfrm>
            <a:custGeom>
              <a:avLst/>
              <a:gdLst/>
              <a:ahLst/>
              <a:cxnLst/>
              <a:rect l="0" t="0" r="0" b="0"/>
              <a:pathLst>
                <a:path w="2257088" h="1796130">
                  <a:moveTo>
                    <a:pt x="0" y="423314"/>
                  </a:moveTo>
                  <a:lnTo>
                    <a:pt x="28570" y="415870"/>
                  </a:lnTo>
                  <a:lnTo>
                    <a:pt x="57141" y="403315"/>
                  </a:lnTo>
                  <a:lnTo>
                    <a:pt x="85712" y="385303"/>
                  </a:lnTo>
                  <a:lnTo>
                    <a:pt x="114282" y="362682"/>
                  </a:lnTo>
                  <a:lnTo>
                    <a:pt x="142853" y="337101"/>
                  </a:lnTo>
                  <a:lnTo>
                    <a:pt x="171424" y="309793"/>
                  </a:lnTo>
                  <a:lnTo>
                    <a:pt x="199995" y="281888"/>
                  </a:lnTo>
                  <a:lnTo>
                    <a:pt x="228565" y="254379"/>
                  </a:lnTo>
                  <a:lnTo>
                    <a:pt x="257136" y="228669"/>
                  </a:lnTo>
                  <a:lnTo>
                    <a:pt x="285707" y="205252"/>
                  </a:lnTo>
                  <a:lnTo>
                    <a:pt x="314278" y="184137"/>
                  </a:lnTo>
                  <a:lnTo>
                    <a:pt x="342848" y="165110"/>
                  </a:lnTo>
                  <a:lnTo>
                    <a:pt x="371419" y="147838"/>
                  </a:lnTo>
                  <a:lnTo>
                    <a:pt x="399990" y="131945"/>
                  </a:lnTo>
                  <a:lnTo>
                    <a:pt x="428561" y="117062"/>
                  </a:lnTo>
                  <a:lnTo>
                    <a:pt x="457131" y="102887"/>
                  </a:lnTo>
                  <a:lnTo>
                    <a:pt x="485702" y="89230"/>
                  </a:lnTo>
                  <a:lnTo>
                    <a:pt x="514273" y="76047"/>
                  </a:lnTo>
                  <a:lnTo>
                    <a:pt x="542844" y="63439"/>
                  </a:lnTo>
                  <a:lnTo>
                    <a:pt x="571414" y="51619"/>
                  </a:lnTo>
                  <a:lnTo>
                    <a:pt x="599985" y="40779"/>
                  </a:lnTo>
                  <a:lnTo>
                    <a:pt x="628556" y="31062"/>
                  </a:lnTo>
                  <a:lnTo>
                    <a:pt x="657126" y="22572"/>
                  </a:lnTo>
                  <a:lnTo>
                    <a:pt x="685697" y="15383"/>
                  </a:lnTo>
                  <a:lnTo>
                    <a:pt x="714268" y="9541"/>
                  </a:lnTo>
                  <a:lnTo>
                    <a:pt x="742839" y="5076"/>
                  </a:lnTo>
                  <a:lnTo>
                    <a:pt x="771409" y="1999"/>
                  </a:lnTo>
                  <a:lnTo>
                    <a:pt x="799980" y="310"/>
                  </a:lnTo>
                  <a:lnTo>
                    <a:pt x="828551" y="0"/>
                  </a:lnTo>
                  <a:lnTo>
                    <a:pt x="857122" y="1050"/>
                  </a:lnTo>
                  <a:lnTo>
                    <a:pt x="885692" y="3438"/>
                  </a:lnTo>
                  <a:lnTo>
                    <a:pt x="914263" y="7135"/>
                  </a:lnTo>
                  <a:lnTo>
                    <a:pt x="942834" y="12108"/>
                  </a:lnTo>
                  <a:lnTo>
                    <a:pt x="971405" y="18322"/>
                  </a:lnTo>
                  <a:lnTo>
                    <a:pt x="999975" y="25736"/>
                  </a:lnTo>
                  <a:lnTo>
                    <a:pt x="1028546" y="34309"/>
                  </a:lnTo>
                  <a:lnTo>
                    <a:pt x="1057117" y="43998"/>
                  </a:lnTo>
                  <a:lnTo>
                    <a:pt x="1085688" y="54756"/>
                  </a:lnTo>
                  <a:lnTo>
                    <a:pt x="1114258" y="66537"/>
                  </a:lnTo>
                  <a:lnTo>
                    <a:pt x="1142829" y="79291"/>
                  </a:lnTo>
                  <a:lnTo>
                    <a:pt x="1171400" y="92970"/>
                  </a:lnTo>
                  <a:lnTo>
                    <a:pt x="1199971" y="107522"/>
                  </a:lnTo>
                  <a:lnTo>
                    <a:pt x="1228541" y="122897"/>
                  </a:lnTo>
                  <a:lnTo>
                    <a:pt x="1257112" y="139044"/>
                  </a:lnTo>
                  <a:lnTo>
                    <a:pt x="1285683" y="155912"/>
                  </a:lnTo>
                  <a:lnTo>
                    <a:pt x="1314253" y="173450"/>
                  </a:lnTo>
                  <a:lnTo>
                    <a:pt x="1342824" y="191608"/>
                  </a:lnTo>
                  <a:lnTo>
                    <a:pt x="1371395" y="210337"/>
                  </a:lnTo>
                  <a:lnTo>
                    <a:pt x="1399966" y="229589"/>
                  </a:lnTo>
                  <a:lnTo>
                    <a:pt x="1428536" y="249319"/>
                  </a:lnTo>
                  <a:lnTo>
                    <a:pt x="1457107" y="269481"/>
                  </a:lnTo>
                  <a:lnTo>
                    <a:pt x="1485678" y="290032"/>
                  </a:lnTo>
                  <a:lnTo>
                    <a:pt x="1514249" y="310934"/>
                  </a:lnTo>
                  <a:lnTo>
                    <a:pt x="1542819" y="332148"/>
                  </a:lnTo>
                  <a:lnTo>
                    <a:pt x="1571390" y="353638"/>
                  </a:lnTo>
                  <a:lnTo>
                    <a:pt x="1599961" y="375371"/>
                  </a:lnTo>
                  <a:lnTo>
                    <a:pt x="1628532" y="397318"/>
                  </a:lnTo>
                  <a:lnTo>
                    <a:pt x="1657102" y="419450"/>
                  </a:lnTo>
                  <a:lnTo>
                    <a:pt x="1685673" y="441741"/>
                  </a:lnTo>
                  <a:lnTo>
                    <a:pt x="1714244" y="464168"/>
                  </a:lnTo>
                  <a:lnTo>
                    <a:pt x="1742815" y="486709"/>
                  </a:lnTo>
                  <a:lnTo>
                    <a:pt x="1771385" y="509346"/>
                  </a:lnTo>
                  <a:lnTo>
                    <a:pt x="1799956" y="532060"/>
                  </a:lnTo>
                  <a:lnTo>
                    <a:pt x="1828527" y="554835"/>
                  </a:lnTo>
                  <a:lnTo>
                    <a:pt x="1857097" y="577657"/>
                  </a:lnTo>
                  <a:lnTo>
                    <a:pt x="1885668" y="600511"/>
                  </a:lnTo>
                  <a:lnTo>
                    <a:pt x="1914239" y="623386"/>
                  </a:lnTo>
                  <a:lnTo>
                    <a:pt x="1942810" y="646269"/>
                  </a:lnTo>
                  <a:lnTo>
                    <a:pt x="1971380" y="669150"/>
                  </a:lnTo>
                  <a:lnTo>
                    <a:pt x="1999951" y="692017"/>
                  </a:lnTo>
                  <a:lnTo>
                    <a:pt x="2028522" y="714862"/>
                  </a:lnTo>
                  <a:lnTo>
                    <a:pt x="2057093" y="737673"/>
                  </a:lnTo>
                  <a:lnTo>
                    <a:pt x="2085663" y="760443"/>
                  </a:lnTo>
                  <a:lnTo>
                    <a:pt x="2114234" y="783161"/>
                  </a:lnTo>
                  <a:lnTo>
                    <a:pt x="2142805" y="805818"/>
                  </a:lnTo>
                  <a:lnTo>
                    <a:pt x="2171376" y="828406"/>
                  </a:lnTo>
                  <a:lnTo>
                    <a:pt x="2199946" y="850916"/>
                  </a:lnTo>
                  <a:lnTo>
                    <a:pt x="2228517" y="873337"/>
                  </a:lnTo>
                  <a:lnTo>
                    <a:pt x="2257088" y="895661"/>
                  </a:lnTo>
                  <a:lnTo>
                    <a:pt x="2257088" y="1796130"/>
                  </a:lnTo>
                  <a:lnTo>
                    <a:pt x="2228517" y="1751828"/>
                  </a:lnTo>
                  <a:lnTo>
                    <a:pt x="2199946" y="1707668"/>
                  </a:lnTo>
                  <a:lnTo>
                    <a:pt x="2171376" y="1663687"/>
                  </a:lnTo>
                  <a:lnTo>
                    <a:pt x="2142805" y="1619923"/>
                  </a:lnTo>
                  <a:lnTo>
                    <a:pt x="2114234" y="1576411"/>
                  </a:lnTo>
                  <a:lnTo>
                    <a:pt x="2085663" y="1533188"/>
                  </a:lnTo>
                  <a:lnTo>
                    <a:pt x="2057093" y="1490292"/>
                  </a:lnTo>
                  <a:lnTo>
                    <a:pt x="2028522" y="1447758"/>
                  </a:lnTo>
                  <a:lnTo>
                    <a:pt x="1999951" y="1405622"/>
                  </a:lnTo>
                  <a:lnTo>
                    <a:pt x="1971380" y="1363922"/>
                  </a:lnTo>
                  <a:lnTo>
                    <a:pt x="1942810" y="1322692"/>
                  </a:lnTo>
                  <a:lnTo>
                    <a:pt x="1914239" y="1281968"/>
                  </a:lnTo>
                  <a:lnTo>
                    <a:pt x="1885668" y="1241785"/>
                  </a:lnTo>
                  <a:lnTo>
                    <a:pt x="1857097" y="1202176"/>
                  </a:lnTo>
                  <a:lnTo>
                    <a:pt x="1828527" y="1163175"/>
                  </a:lnTo>
                  <a:lnTo>
                    <a:pt x="1799956" y="1124814"/>
                  </a:lnTo>
                  <a:lnTo>
                    <a:pt x="1771385" y="1087124"/>
                  </a:lnTo>
                  <a:lnTo>
                    <a:pt x="1742815" y="1050134"/>
                  </a:lnTo>
                  <a:lnTo>
                    <a:pt x="1714244" y="1013873"/>
                  </a:lnTo>
                  <a:lnTo>
                    <a:pt x="1685673" y="978367"/>
                  </a:lnTo>
                  <a:lnTo>
                    <a:pt x="1657102" y="943640"/>
                  </a:lnTo>
                  <a:lnTo>
                    <a:pt x="1628532" y="909714"/>
                  </a:lnTo>
                  <a:lnTo>
                    <a:pt x="1599961" y="876610"/>
                  </a:lnTo>
                  <a:lnTo>
                    <a:pt x="1571390" y="844346"/>
                  </a:lnTo>
                  <a:lnTo>
                    <a:pt x="1542819" y="812936"/>
                  </a:lnTo>
                  <a:lnTo>
                    <a:pt x="1514249" y="782393"/>
                  </a:lnTo>
                  <a:lnTo>
                    <a:pt x="1485678" y="752728"/>
                  </a:lnTo>
                  <a:lnTo>
                    <a:pt x="1457107" y="723949"/>
                  </a:lnTo>
                  <a:lnTo>
                    <a:pt x="1428536" y="696061"/>
                  </a:lnTo>
                  <a:lnTo>
                    <a:pt x="1399966" y="669067"/>
                  </a:lnTo>
                  <a:lnTo>
                    <a:pt x="1371395" y="642970"/>
                  </a:lnTo>
                  <a:lnTo>
                    <a:pt x="1342824" y="617767"/>
                  </a:lnTo>
                  <a:lnTo>
                    <a:pt x="1314253" y="593457"/>
                  </a:lnTo>
                  <a:lnTo>
                    <a:pt x="1285683" y="570038"/>
                  </a:lnTo>
                  <a:lnTo>
                    <a:pt x="1257112" y="547504"/>
                  </a:lnTo>
                  <a:lnTo>
                    <a:pt x="1228541" y="525850"/>
                  </a:lnTo>
                  <a:lnTo>
                    <a:pt x="1199971" y="505072"/>
                  </a:lnTo>
                  <a:lnTo>
                    <a:pt x="1171400" y="485164"/>
                  </a:lnTo>
                  <a:lnTo>
                    <a:pt x="1142829" y="466121"/>
                  </a:lnTo>
                  <a:lnTo>
                    <a:pt x="1114258" y="447939"/>
                  </a:lnTo>
                  <a:lnTo>
                    <a:pt x="1085688" y="430613"/>
                  </a:lnTo>
                  <a:lnTo>
                    <a:pt x="1057117" y="414140"/>
                  </a:lnTo>
                  <a:lnTo>
                    <a:pt x="1028546" y="398520"/>
                  </a:lnTo>
                  <a:lnTo>
                    <a:pt x="999975" y="383752"/>
                  </a:lnTo>
                  <a:lnTo>
                    <a:pt x="971405" y="369838"/>
                  </a:lnTo>
                  <a:lnTo>
                    <a:pt x="942834" y="356782"/>
                  </a:lnTo>
                  <a:lnTo>
                    <a:pt x="914263" y="344592"/>
                  </a:lnTo>
                  <a:lnTo>
                    <a:pt x="885692" y="333275"/>
                  </a:lnTo>
                  <a:lnTo>
                    <a:pt x="857122" y="322846"/>
                  </a:lnTo>
                  <a:lnTo>
                    <a:pt x="828551" y="313321"/>
                  </a:lnTo>
                  <a:lnTo>
                    <a:pt x="799980" y="304723"/>
                  </a:lnTo>
                  <a:lnTo>
                    <a:pt x="771409" y="297080"/>
                  </a:lnTo>
                  <a:lnTo>
                    <a:pt x="742839" y="290428"/>
                  </a:lnTo>
                  <a:lnTo>
                    <a:pt x="714268" y="284814"/>
                  </a:lnTo>
                  <a:lnTo>
                    <a:pt x="685697" y="280294"/>
                  </a:lnTo>
                  <a:lnTo>
                    <a:pt x="657126" y="276943"/>
                  </a:lnTo>
                  <a:lnTo>
                    <a:pt x="628556" y="274853"/>
                  </a:lnTo>
                  <a:lnTo>
                    <a:pt x="599985" y="274144"/>
                  </a:lnTo>
                  <a:lnTo>
                    <a:pt x="571414" y="274967"/>
                  </a:lnTo>
                  <a:lnTo>
                    <a:pt x="542844" y="277508"/>
                  </a:lnTo>
                  <a:lnTo>
                    <a:pt x="514273" y="281985"/>
                  </a:lnTo>
                  <a:lnTo>
                    <a:pt x="485702" y="288549"/>
                  </a:lnTo>
                  <a:lnTo>
                    <a:pt x="457131" y="297224"/>
                  </a:lnTo>
                  <a:lnTo>
                    <a:pt x="428561" y="307887"/>
                  </a:lnTo>
                  <a:lnTo>
                    <a:pt x="399990" y="320270"/>
                  </a:lnTo>
                  <a:lnTo>
                    <a:pt x="371419" y="333993"/>
                  </a:lnTo>
                  <a:lnTo>
                    <a:pt x="342848" y="348610"/>
                  </a:lnTo>
                  <a:lnTo>
                    <a:pt x="314278" y="363664"/>
                  </a:lnTo>
                  <a:lnTo>
                    <a:pt x="285707" y="378746"/>
                  </a:lnTo>
                  <a:lnTo>
                    <a:pt x="257136" y="393563"/>
                  </a:lnTo>
                  <a:lnTo>
                    <a:pt x="228565" y="408047"/>
                  </a:lnTo>
                  <a:lnTo>
                    <a:pt x="199995" y="422570"/>
                  </a:lnTo>
                  <a:lnTo>
                    <a:pt x="171424" y="437788"/>
                  </a:lnTo>
                  <a:lnTo>
                    <a:pt x="142853" y="453481"/>
                  </a:lnTo>
                  <a:lnTo>
                    <a:pt x="114282" y="470311"/>
                  </a:lnTo>
                  <a:lnTo>
                    <a:pt x="85712" y="489691"/>
                  </a:lnTo>
                  <a:lnTo>
                    <a:pt x="57141" y="513378"/>
                  </a:lnTo>
                  <a:lnTo>
                    <a:pt x="28570" y="542365"/>
                  </a:lnTo>
                  <a:lnTo>
                    <a:pt x="0" y="576450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84" name="pl584"/>
            <p:cNvSpPr/>
            <p:nvPr/>
          </p:nvSpPr>
          <p:spPr>
            <a:xfrm>
              <a:off x="3580268" y="6656201"/>
              <a:ext cx="2257088" cy="895661"/>
            </a:xfrm>
            <a:custGeom>
              <a:avLst/>
              <a:gdLst/>
              <a:ahLst/>
              <a:cxnLst/>
              <a:rect l="0" t="0" r="0" b="0"/>
              <a:pathLst>
                <a:path w="2257088" h="895661">
                  <a:moveTo>
                    <a:pt x="0" y="423314"/>
                  </a:moveTo>
                  <a:lnTo>
                    <a:pt x="28570" y="415870"/>
                  </a:lnTo>
                  <a:lnTo>
                    <a:pt x="57141" y="403315"/>
                  </a:lnTo>
                  <a:lnTo>
                    <a:pt x="85712" y="385303"/>
                  </a:lnTo>
                  <a:lnTo>
                    <a:pt x="114282" y="362682"/>
                  </a:lnTo>
                  <a:lnTo>
                    <a:pt x="142853" y="337101"/>
                  </a:lnTo>
                  <a:lnTo>
                    <a:pt x="171424" y="309793"/>
                  </a:lnTo>
                  <a:lnTo>
                    <a:pt x="199995" y="281888"/>
                  </a:lnTo>
                  <a:lnTo>
                    <a:pt x="228565" y="254379"/>
                  </a:lnTo>
                  <a:lnTo>
                    <a:pt x="257136" y="228669"/>
                  </a:lnTo>
                  <a:lnTo>
                    <a:pt x="285707" y="205252"/>
                  </a:lnTo>
                  <a:lnTo>
                    <a:pt x="314278" y="184137"/>
                  </a:lnTo>
                  <a:lnTo>
                    <a:pt x="342848" y="165110"/>
                  </a:lnTo>
                  <a:lnTo>
                    <a:pt x="371419" y="147838"/>
                  </a:lnTo>
                  <a:lnTo>
                    <a:pt x="399990" y="131945"/>
                  </a:lnTo>
                  <a:lnTo>
                    <a:pt x="428561" y="117062"/>
                  </a:lnTo>
                  <a:lnTo>
                    <a:pt x="457131" y="102887"/>
                  </a:lnTo>
                  <a:lnTo>
                    <a:pt x="485702" y="89230"/>
                  </a:lnTo>
                  <a:lnTo>
                    <a:pt x="514273" y="76047"/>
                  </a:lnTo>
                  <a:lnTo>
                    <a:pt x="542844" y="63439"/>
                  </a:lnTo>
                  <a:lnTo>
                    <a:pt x="571414" y="51619"/>
                  </a:lnTo>
                  <a:lnTo>
                    <a:pt x="599985" y="40779"/>
                  </a:lnTo>
                  <a:lnTo>
                    <a:pt x="628556" y="31062"/>
                  </a:lnTo>
                  <a:lnTo>
                    <a:pt x="657126" y="22572"/>
                  </a:lnTo>
                  <a:lnTo>
                    <a:pt x="685697" y="15383"/>
                  </a:lnTo>
                  <a:lnTo>
                    <a:pt x="714268" y="9541"/>
                  </a:lnTo>
                  <a:lnTo>
                    <a:pt x="742839" y="5076"/>
                  </a:lnTo>
                  <a:lnTo>
                    <a:pt x="771409" y="1999"/>
                  </a:lnTo>
                  <a:lnTo>
                    <a:pt x="799980" y="310"/>
                  </a:lnTo>
                  <a:lnTo>
                    <a:pt x="828551" y="0"/>
                  </a:lnTo>
                  <a:lnTo>
                    <a:pt x="857122" y="1050"/>
                  </a:lnTo>
                  <a:lnTo>
                    <a:pt x="885692" y="3438"/>
                  </a:lnTo>
                  <a:lnTo>
                    <a:pt x="914263" y="7135"/>
                  </a:lnTo>
                  <a:lnTo>
                    <a:pt x="942834" y="12108"/>
                  </a:lnTo>
                  <a:lnTo>
                    <a:pt x="971405" y="18322"/>
                  </a:lnTo>
                  <a:lnTo>
                    <a:pt x="999975" y="25736"/>
                  </a:lnTo>
                  <a:lnTo>
                    <a:pt x="1028546" y="34309"/>
                  </a:lnTo>
                  <a:lnTo>
                    <a:pt x="1057117" y="43998"/>
                  </a:lnTo>
                  <a:lnTo>
                    <a:pt x="1085688" y="54756"/>
                  </a:lnTo>
                  <a:lnTo>
                    <a:pt x="1114258" y="66537"/>
                  </a:lnTo>
                  <a:lnTo>
                    <a:pt x="1142829" y="79291"/>
                  </a:lnTo>
                  <a:lnTo>
                    <a:pt x="1171400" y="92970"/>
                  </a:lnTo>
                  <a:lnTo>
                    <a:pt x="1199971" y="107522"/>
                  </a:lnTo>
                  <a:lnTo>
                    <a:pt x="1228541" y="122897"/>
                  </a:lnTo>
                  <a:lnTo>
                    <a:pt x="1257112" y="139044"/>
                  </a:lnTo>
                  <a:lnTo>
                    <a:pt x="1285683" y="155912"/>
                  </a:lnTo>
                  <a:lnTo>
                    <a:pt x="1314253" y="173450"/>
                  </a:lnTo>
                  <a:lnTo>
                    <a:pt x="1342824" y="191608"/>
                  </a:lnTo>
                  <a:lnTo>
                    <a:pt x="1371395" y="210337"/>
                  </a:lnTo>
                  <a:lnTo>
                    <a:pt x="1399966" y="229589"/>
                  </a:lnTo>
                  <a:lnTo>
                    <a:pt x="1428536" y="249319"/>
                  </a:lnTo>
                  <a:lnTo>
                    <a:pt x="1457107" y="269481"/>
                  </a:lnTo>
                  <a:lnTo>
                    <a:pt x="1485678" y="290032"/>
                  </a:lnTo>
                  <a:lnTo>
                    <a:pt x="1514249" y="310934"/>
                  </a:lnTo>
                  <a:lnTo>
                    <a:pt x="1542819" y="332148"/>
                  </a:lnTo>
                  <a:lnTo>
                    <a:pt x="1571390" y="353638"/>
                  </a:lnTo>
                  <a:lnTo>
                    <a:pt x="1599961" y="375371"/>
                  </a:lnTo>
                  <a:lnTo>
                    <a:pt x="1628532" y="397318"/>
                  </a:lnTo>
                  <a:lnTo>
                    <a:pt x="1657102" y="419450"/>
                  </a:lnTo>
                  <a:lnTo>
                    <a:pt x="1685673" y="441741"/>
                  </a:lnTo>
                  <a:lnTo>
                    <a:pt x="1714244" y="464168"/>
                  </a:lnTo>
                  <a:lnTo>
                    <a:pt x="1742815" y="486709"/>
                  </a:lnTo>
                  <a:lnTo>
                    <a:pt x="1771385" y="509346"/>
                  </a:lnTo>
                  <a:lnTo>
                    <a:pt x="1799956" y="532060"/>
                  </a:lnTo>
                  <a:lnTo>
                    <a:pt x="1828527" y="554835"/>
                  </a:lnTo>
                  <a:lnTo>
                    <a:pt x="1857097" y="577657"/>
                  </a:lnTo>
                  <a:lnTo>
                    <a:pt x="1885668" y="600511"/>
                  </a:lnTo>
                  <a:lnTo>
                    <a:pt x="1914239" y="623386"/>
                  </a:lnTo>
                  <a:lnTo>
                    <a:pt x="1942810" y="646269"/>
                  </a:lnTo>
                  <a:lnTo>
                    <a:pt x="1971380" y="669150"/>
                  </a:lnTo>
                  <a:lnTo>
                    <a:pt x="1999951" y="692017"/>
                  </a:lnTo>
                  <a:lnTo>
                    <a:pt x="2028522" y="714862"/>
                  </a:lnTo>
                  <a:lnTo>
                    <a:pt x="2057093" y="737673"/>
                  </a:lnTo>
                  <a:lnTo>
                    <a:pt x="2085663" y="760443"/>
                  </a:lnTo>
                  <a:lnTo>
                    <a:pt x="2114234" y="783161"/>
                  </a:lnTo>
                  <a:lnTo>
                    <a:pt x="2142805" y="805818"/>
                  </a:lnTo>
                  <a:lnTo>
                    <a:pt x="2171376" y="828406"/>
                  </a:lnTo>
                  <a:lnTo>
                    <a:pt x="2199946" y="850916"/>
                  </a:lnTo>
                  <a:lnTo>
                    <a:pt x="2228517" y="873337"/>
                  </a:lnTo>
                  <a:lnTo>
                    <a:pt x="2257088" y="895661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585" name="pl585"/>
            <p:cNvSpPr/>
            <p:nvPr/>
          </p:nvSpPr>
          <p:spPr>
            <a:xfrm>
              <a:off x="3580268" y="6930346"/>
              <a:ext cx="2257088" cy="1521985"/>
            </a:xfrm>
            <a:custGeom>
              <a:avLst/>
              <a:gdLst/>
              <a:ahLst/>
              <a:cxnLst/>
              <a:rect l="0" t="0" r="0" b="0"/>
              <a:pathLst>
                <a:path w="2257088" h="1521985">
                  <a:moveTo>
                    <a:pt x="2257088" y="1521985"/>
                  </a:moveTo>
                  <a:lnTo>
                    <a:pt x="2228517" y="1477683"/>
                  </a:lnTo>
                  <a:lnTo>
                    <a:pt x="2199946" y="1433523"/>
                  </a:lnTo>
                  <a:lnTo>
                    <a:pt x="2171376" y="1389543"/>
                  </a:lnTo>
                  <a:lnTo>
                    <a:pt x="2142805" y="1345778"/>
                  </a:lnTo>
                  <a:lnTo>
                    <a:pt x="2114234" y="1302266"/>
                  </a:lnTo>
                  <a:lnTo>
                    <a:pt x="2085663" y="1259044"/>
                  </a:lnTo>
                  <a:lnTo>
                    <a:pt x="2057093" y="1216147"/>
                  </a:lnTo>
                  <a:lnTo>
                    <a:pt x="2028522" y="1173613"/>
                  </a:lnTo>
                  <a:lnTo>
                    <a:pt x="1999951" y="1131477"/>
                  </a:lnTo>
                  <a:lnTo>
                    <a:pt x="1971380" y="1089777"/>
                  </a:lnTo>
                  <a:lnTo>
                    <a:pt x="1942810" y="1048547"/>
                  </a:lnTo>
                  <a:lnTo>
                    <a:pt x="1914239" y="1007823"/>
                  </a:lnTo>
                  <a:lnTo>
                    <a:pt x="1885668" y="967640"/>
                  </a:lnTo>
                  <a:lnTo>
                    <a:pt x="1857097" y="928031"/>
                  </a:lnTo>
                  <a:lnTo>
                    <a:pt x="1828527" y="889030"/>
                  </a:lnTo>
                  <a:lnTo>
                    <a:pt x="1799956" y="850669"/>
                  </a:lnTo>
                  <a:lnTo>
                    <a:pt x="1771385" y="812979"/>
                  </a:lnTo>
                  <a:lnTo>
                    <a:pt x="1742815" y="775989"/>
                  </a:lnTo>
                  <a:lnTo>
                    <a:pt x="1714244" y="739728"/>
                  </a:lnTo>
                  <a:lnTo>
                    <a:pt x="1685673" y="704222"/>
                  </a:lnTo>
                  <a:lnTo>
                    <a:pt x="1657102" y="669495"/>
                  </a:lnTo>
                  <a:lnTo>
                    <a:pt x="1628532" y="635569"/>
                  </a:lnTo>
                  <a:lnTo>
                    <a:pt x="1599961" y="602465"/>
                  </a:lnTo>
                  <a:lnTo>
                    <a:pt x="1571390" y="570201"/>
                  </a:lnTo>
                  <a:lnTo>
                    <a:pt x="1542819" y="538791"/>
                  </a:lnTo>
                  <a:lnTo>
                    <a:pt x="1514249" y="508248"/>
                  </a:lnTo>
                  <a:lnTo>
                    <a:pt x="1485678" y="478584"/>
                  </a:lnTo>
                  <a:lnTo>
                    <a:pt x="1457107" y="449804"/>
                  </a:lnTo>
                  <a:lnTo>
                    <a:pt x="1428536" y="421916"/>
                  </a:lnTo>
                  <a:lnTo>
                    <a:pt x="1399966" y="394923"/>
                  </a:lnTo>
                  <a:lnTo>
                    <a:pt x="1371395" y="368825"/>
                  </a:lnTo>
                  <a:lnTo>
                    <a:pt x="1342824" y="343622"/>
                  </a:lnTo>
                  <a:lnTo>
                    <a:pt x="1314253" y="319312"/>
                  </a:lnTo>
                  <a:lnTo>
                    <a:pt x="1285683" y="295893"/>
                  </a:lnTo>
                  <a:lnTo>
                    <a:pt x="1257112" y="273359"/>
                  </a:lnTo>
                  <a:lnTo>
                    <a:pt x="1228541" y="251705"/>
                  </a:lnTo>
                  <a:lnTo>
                    <a:pt x="1199971" y="230927"/>
                  </a:lnTo>
                  <a:lnTo>
                    <a:pt x="1171400" y="211020"/>
                  </a:lnTo>
                  <a:lnTo>
                    <a:pt x="1142829" y="191977"/>
                  </a:lnTo>
                  <a:lnTo>
                    <a:pt x="1114258" y="173794"/>
                  </a:lnTo>
                  <a:lnTo>
                    <a:pt x="1085688" y="156468"/>
                  </a:lnTo>
                  <a:lnTo>
                    <a:pt x="1057117" y="139995"/>
                  </a:lnTo>
                  <a:lnTo>
                    <a:pt x="1028546" y="124375"/>
                  </a:lnTo>
                  <a:lnTo>
                    <a:pt x="999975" y="109607"/>
                  </a:lnTo>
                  <a:lnTo>
                    <a:pt x="971405" y="95693"/>
                  </a:lnTo>
                  <a:lnTo>
                    <a:pt x="942834" y="82638"/>
                  </a:lnTo>
                  <a:lnTo>
                    <a:pt x="914263" y="70447"/>
                  </a:lnTo>
                  <a:lnTo>
                    <a:pt x="885692" y="59130"/>
                  </a:lnTo>
                  <a:lnTo>
                    <a:pt x="857122" y="48701"/>
                  </a:lnTo>
                  <a:lnTo>
                    <a:pt x="828551" y="39176"/>
                  </a:lnTo>
                  <a:lnTo>
                    <a:pt x="799980" y="30578"/>
                  </a:lnTo>
                  <a:lnTo>
                    <a:pt x="771409" y="22935"/>
                  </a:lnTo>
                  <a:lnTo>
                    <a:pt x="742839" y="16283"/>
                  </a:lnTo>
                  <a:lnTo>
                    <a:pt x="714268" y="10669"/>
                  </a:lnTo>
                  <a:lnTo>
                    <a:pt x="685697" y="6149"/>
                  </a:lnTo>
                  <a:lnTo>
                    <a:pt x="657126" y="2798"/>
                  </a:lnTo>
                  <a:lnTo>
                    <a:pt x="628556" y="708"/>
                  </a:lnTo>
                  <a:lnTo>
                    <a:pt x="599985" y="0"/>
                  </a:lnTo>
                  <a:lnTo>
                    <a:pt x="571414" y="822"/>
                  </a:lnTo>
                  <a:lnTo>
                    <a:pt x="542844" y="3363"/>
                  </a:lnTo>
                  <a:lnTo>
                    <a:pt x="514273" y="7840"/>
                  </a:lnTo>
                  <a:lnTo>
                    <a:pt x="485702" y="14404"/>
                  </a:lnTo>
                  <a:lnTo>
                    <a:pt x="457131" y="23079"/>
                  </a:lnTo>
                  <a:lnTo>
                    <a:pt x="428561" y="33742"/>
                  </a:lnTo>
                  <a:lnTo>
                    <a:pt x="399990" y="46125"/>
                  </a:lnTo>
                  <a:lnTo>
                    <a:pt x="371419" y="59848"/>
                  </a:lnTo>
                  <a:lnTo>
                    <a:pt x="342848" y="74465"/>
                  </a:lnTo>
                  <a:lnTo>
                    <a:pt x="314278" y="89519"/>
                  </a:lnTo>
                  <a:lnTo>
                    <a:pt x="285707" y="104601"/>
                  </a:lnTo>
                  <a:lnTo>
                    <a:pt x="257136" y="119418"/>
                  </a:lnTo>
                  <a:lnTo>
                    <a:pt x="228565" y="133902"/>
                  </a:lnTo>
                  <a:lnTo>
                    <a:pt x="199995" y="148425"/>
                  </a:lnTo>
                  <a:lnTo>
                    <a:pt x="171424" y="163643"/>
                  </a:lnTo>
                  <a:lnTo>
                    <a:pt x="142853" y="179336"/>
                  </a:lnTo>
                  <a:lnTo>
                    <a:pt x="114282" y="196166"/>
                  </a:lnTo>
                  <a:lnTo>
                    <a:pt x="85712" y="215546"/>
                  </a:lnTo>
                  <a:lnTo>
                    <a:pt x="57141" y="239233"/>
                  </a:lnTo>
                  <a:lnTo>
                    <a:pt x="28570" y="268220"/>
                  </a:lnTo>
                  <a:lnTo>
                    <a:pt x="0" y="302305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586" name="pl586"/>
            <p:cNvSpPr/>
            <p:nvPr/>
          </p:nvSpPr>
          <p:spPr>
            <a:xfrm>
              <a:off x="3580268" y="6803379"/>
              <a:ext cx="2257088" cy="1198718"/>
            </a:xfrm>
            <a:custGeom>
              <a:avLst/>
              <a:gdLst/>
              <a:ahLst/>
              <a:cxnLst/>
              <a:rect l="0" t="0" r="0" b="0"/>
              <a:pathLst>
                <a:path w="2257088" h="1198718">
                  <a:moveTo>
                    <a:pt x="0" y="352704"/>
                  </a:moveTo>
                  <a:lnTo>
                    <a:pt x="28570" y="331939"/>
                  </a:lnTo>
                  <a:lnTo>
                    <a:pt x="57141" y="311168"/>
                  </a:lnTo>
                  <a:lnTo>
                    <a:pt x="85712" y="290319"/>
                  </a:lnTo>
                  <a:lnTo>
                    <a:pt x="114282" y="269318"/>
                  </a:lnTo>
                  <a:lnTo>
                    <a:pt x="142853" y="248113"/>
                  </a:lnTo>
                  <a:lnTo>
                    <a:pt x="171424" y="226612"/>
                  </a:lnTo>
                  <a:lnTo>
                    <a:pt x="199995" y="205051"/>
                  </a:lnTo>
                  <a:lnTo>
                    <a:pt x="228565" y="184035"/>
                  </a:lnTo>
                  <a:lnTo>
                    <a:pt x="257136" y="163938"/>
                  </a:lnTo>
                  <a:lnTo>
                    <a:pt x="285707" y="144821"/>
                  </a:lnTo>
                  <a:lnTo>
                    <a:pt x="314278" y="126723"/>
                  </a:lnTo>
                  <a:lnTo>
                    <a:pt x="342848" y="109682"/>
                  </a:lnTo>
                  <a:lnTo>
                    <a:pt x="371419" y="93738"/>
                  </a:lnTo>
                  <a:lnTo>
                    <a:pt x="399990" y="78930"/>
                  </a:lnTo>
                  <a:lnTo>
                    <a:pt x="428561" y="65296"/>
                  </a:lnTo>
                  <a:lnTo>
                    <a:pt x="457131" y="52877"/>
                  </a:lnTo>
                  <a:lnTo>
                    <a:pt x="485702" y="41712"/>
                  </a:lnTo>
                  <a:lnTo>
                    <a:pt x="514273" y="31838"/>
                  </a:lnTo>
                  <a:lnTo>
                    <a:pt x="542844" y="23296"/>
                  </a:lnTo>
                  <a:lnTo>
                    <a:pt x="571414" y="16115"/>
                  </a:lnTo>
                  <a:lnTo>
                    <a:pt x="599985" y="10284"/>
                  </a:lnTo>
                  <a:lnTo>
                    <a:pt x="628556" y="5779"/>
                  </a:lnTo>
                  <a:lnTo>
                    <a:pt x="657126" y="2579"/>
                  </a:lnTo>
                  <a:lnTo>
                    <a:pt x="685697" y="660"/>
                  </a:lnTo>
                  <a:lnTo>
                    <a:pt x="714268" y="0"/>
                  </a:lnTo>
                  <a:lnTo>
                    <a:pt x="742839" y="574"/>
                  </a:lnTo>
                  <a:lnTo>
                    <a:pt x="771409" y="2362"/>
                  </a:lnTo>
                  <a:lnTo>
                    <a:pt x="799980" y="5338"/>
                  </a:lnTo>
                  <a:lnTo>
                    <a:pt x="828551" y="9482"/>
                  </a:lnTo>
                  <a:lnTo>
                    <a:pt x="857122" y="14770"/>
                  </a:lnTo>
                  <a:lnTo>
                    <a:pt x="885692" y="21179"/>
                  </a:lnTo>
                  <a:lnTo>
                    <a:pt x="914263" y="28685"/>
                  </a:lnTo>
                  <a:lnTo>
                    <a:pt x="942834" y="37267"/>
                  </a:lnTo>
                  <a:lnTo>
                    <a:pt x="971405" y="46902"/>
                  </a:lnTo>
                  <a:lnTo>
                    <a:pt x="999975" y="57566"/>
                  </a:lnTo>
                  <a:lnTo>
                    <a:pt x="1028546" y="69237"/>
                  </a:lnTo>
                  <a:lnTo>
                    <a:pt x="1057117" y="81891"/>
                  </a:lnTo>
                  <a:lnTo>
                    <a:pt x="1085688" y="95506"/>
                  </a:lnTo>
                  <a:lnTo>
                    <a:pt x="1114258" y="110060"/>
                  </a:lnTo>
                  <a:lnTo>
                    <a:pt x="1142829" y="125528"/>
                  </a:lnTo>
                  <a:lnTo>
                    <a:pt x="1171400" y="141889"/>
                  </a:lnTo>
                  <a:lnTo>
                    <a:pt x="1199971" y="159119"/>
                  </a:lnTo>
                  <a:lnTo>
                    <a:pt x="1228541" y="177196"/>
                  </a:lnTo>
                  <a:lnTo>
                    <a:pt x="1257112" y="196096"/>
                  </a:lnTo>
                  <a:lnTo>
                    <a:pt x="1285683" y="215797"/>
                  </a:lnTo>
                  <a:lnTo>
                    <a:pt x="1314253" y="236276"/>
                  </a:lnTo>
                  <a:lnTo>
                    <a:pt x="1342824" y="257509"/>
                  </a:lnTo>
                  <a:lnTo>
                    <a:pt x="1371395" y="279475"/>
                  </a:lnTo>
                  <a:lnTo>
                    <a:pt x="1399966" y="302150"/>
                  </a:lnTo>
                  <a:lnTo>
                    <a:pt x="1428536" y="325512"/>
                  </a:lnTo>
                  <a:lnTo>
                    <a:pt x="1457107" y="349537"/>
                  </a:lnTo>
                  <a:lnTo>
                    <a:pt x="1485678" y="374202"/>
                  </a:lnTo>
                  <a:lnTo>
                    <a:pt x="1514249" y="399486"/>
                  </a:lnTo>
                  <a:lnTo>
                    <a:pt x="1542819" y="425364"/>
                  </a:lnTo>
                  <a:lnTo>
                    <a:pt x="1571390" y="451814"/>
                  </a:lnTo>
                  <a:lnTo>
                    <a:pt x="1599961" y="478813"/>
                  </a:lnTo>
                  <a:lnTo>
                    <a:pt x="1628532" y="506338"/>
                  </a:lnTo>
                  <a:lnTo>
                    <a:pt x="1657102" y="534367"/>
                  </a:lnTo>
                  <a:lnTo>
                    <a:pt x="1685673" y="562876"/>
                  </a:lnTo>
                  <a:lnTo>
                    <a:pt x="1714244" y="591842"/>
                  </a:lnTo>
                  <a:lnTo>
                    <a:pt x="1742815" y="621244"/>
                  </a:lnTo>
                  <a:lnTo>
                    <a:pt x="1771385" y="651057"/>
                  </a:lnTo>
                  <a:lnTo>
                    <a:pt x="1799956" y="681259"/>
                  </a:lnTo>
                  <a:lnTo>
                    <a:pt x="1828527" y="711827"/>
                  </a:lnTo>
                  <a:lnTo>
                    <a:pt x="1857097" y="742738"/>
                  </a:lnTo>
                  <a:lnTo>
                    <a:pt x="1885668" y="773970"/>
                  </a:lnTo>
                  <a:lnTo>
                    <a:pt x="1914239" y="805499"/>
                  </a:lnTo>
                  <a:lnTo>
                    <a:pt x="1942810" y="837303"/>
                  </a:lnTo>
                  <a:lnTo>
                    <a:pt x="1971380" y="869358"/>
                  </a:lnTo>
                  <a:lnTo>
                    <a:pt x="1999951" y="901642"/>
                  </a:lnTo>
                  <a:lnTo>
                    <a:pt x="2028522" y="934132"/>
                  </a:lnTo>
                  <a:lnTo>
                    <a:pt x="2057093" y="966805"/>
                  </a:lnTo>
                  <a:lnTo>
                    <a:pt x="2085663" y="999638"/>
                  </a:lnTo>
                  <a:lnTo>
                    <a:pt x="2114234" y="1032608"/>
                  </a:lnTo>
                  <a:lnTo>
                    <a:pt x="2142805" y="1065693"/>
                  </a:lnTo>
                  <a:lnTo>
                    <a:pt x="2171376" y="1098869"/>
                  </a:lnTo>
                  <a:lnTo>
                    <a:pt x="2199946" y="1132114"/>
                  </a:lnTo>
                  <a:lnTo>
                    <a:pt x="2228517" y="1165404"/>
                  </a:lnTo>
                  <a:lnTo>
                    <a:pt x="2257088" y="1198718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rc587"/>
            <p:cNvSpPr/>
            <p:nvPr/>
          </p:nvSpPr>
          <p:spPr>
            <a:xfrm>
              <a:off x="3467413" y="5418670"/>
              <a:ext cx="248279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tx588"/>
            <p:cNvSpPr/>
            <p:nvPr/>
          </p:nvSpPr>
          <p:spPr>
            <a:xfrm>
              <a:off x="3212205" y="7872078"/>
              <a:ext cx="192578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589" name="tx589"/>
            <p:cNvSpPr/>
            <p:nvPr/>
          </p:nvSpPr>
          <p:spPr>
            <a:xfrm>
              <a:off x="3249421" y="7128660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590" name="tx590"/>
            <p:cNvSpPr/>
            <p:nvPr/>
          </p:nvSpPr>
          <p:spPr>
            <a:xfrm>
              <a:off x="3249421" y="6385243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591" name="tx591"/>
            <p:cNvSpPr/>
            <p:nvPr/>
          </p:nvSpPr>
          <p:spPr>
            <a:xfrm>
              <a:off x="3249421" y="5641825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592" name="pl592"/>
            <p:cNvSpPr/>
            <p:nvPr/>
          </p:nvSpPr>
          <p:spPr>
            <a:xfrm>
              <a:off x="3432619" y="791377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pl593"/>
            <p:cNvSpPr/>
            <p:nvPr/>
          </p:nvSpPr>
          <p:spPr>
            <a:xfrm>
              <a:off x="3432619" y="717035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pl594"/>
            <p:cNvSpPr/>
            <p:nvPr/>
          </p:nvSpPr>
          <p:spPr>
            <a:xfrm>
              <a:off x="3432619" y="642693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pl595"/>
            <p:cNvSpPr/>
            <p:nvPr/>
          </p:nvSpPr>
          <p:spPr>
            <a:xfrm>
              <a:off x="3432619" y="568351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pl596"/>
            <p:cNvSpPr/>
            <p:nvPr/>
          </p:nvSpPr>
          <p:spPr>
            <a:xfrm>
              <a:off x="3726577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pl597"/>
            <p:cNvSpPr/>
            <p:nvPr/>
          </p:nvSpPr>
          <p:spPr>
            <a:xfrm>
              <a:off x="4254938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pl598"/>
            <p:cNvSpPr/>
            <p:nvPr/>
          </p:nvSpPr>
          <p:spPr>
            <a:xfrm>
              <a:off x="4783300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pl599"/>
            <p:cNvSpPr/>
            <p:nvPr/>
          </p:nvSpPr>
          <p:spPr>
            <a:xfrm>
              <a:off x="5311661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pl600"/>
            <p:cNvSpPr/>
            <p:nvPr/>
          </p:nvSpPr>
          <p:spPr>
            <a:xfrm>
              <a:off x="5840022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tx601"/>
            <p:cNvSpPr/>
            <p:nvPr/>
          </p:nvSpPr>
          <p:spPr>
            <a:xfrm>
              <a:off x="3648896" y="8657731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602" name="tx602"/>
            <p:cNvSpPr/>
            <p:nvPr/>
          </p:nvSpPr>
          <p:spPr>
            <a:xfrm>
              <a:off x="4177257" y="8657731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603" name="tx603"/>
            <p:cNvSpPr/>
            <p:nvPr/>
          </p:nvSpPr>
          <p:spPr>
            <a:xfrm>
              <a:off x="4705619" y="8657731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604" name="tx604"/>
            <p:cNvSpPr/>
            <p:nvPr/>
          </p:nvSpPr>
          <p:spPr>
            <a:xfrm>
              <a:off x="5233980" y="8659095"/>
              <a:ext cx="15536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605" name="tx605"/>
            <p:cNvSpPr/>
            <p:nvPr/>
          </p:nvSpPr>
          <p:spPr>
            <a:xfrm>
              <a:off x="5731264" y="8657731"/>
              <a:ext cx="21751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606" name="tx606"/>
            <p:cNvSpPr/>
            <p:nvPr/>
          </p:nvSpPr>
          <p:spPr>
            <a:xfrm>
              <a:off x="3633402" y="8777412"/>
              <a:ext cx="2150820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Baseline Plasma pT217 / AB42 (Z)</a:t>
              </a:r>
            </a:p>
          </p:txBody>
        </p:sp>
        <p:sp>
          <p:nvSpPr>
            <p:cNvPr id="607" name="tx607"/>
            <p:cNvSpPr/>
            <p:nvPr/>
          </p:nvSpPr>
          <p:spPr>
            <a:xfrm rot="-5400000">
              <a:off x="2217923" y="6942179"/>
              <a:ext cx="1715827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ARC pT217 / AB42 (Z/year)</a:t>
              </a:r>
            </a:p>
          </p:txBody>
        </p:sp>
        <p:sp>
          <p:nvSpPr>
            <p:cNvPr id="608" name="rc608"/>
            <p:cNvSpPr/>
            <p:nvPr/>
          </p:nvSpPr>
          <p:spPr>
            <a:xfrm>
              <a:off x="6019800" y="5715794"/>
              <a:ext cx="3048000" cy="29241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09" name="pl609"/>
            <p:cNvSpPr/>
            <p:nvPr/>
          </p:nvSpPr>
          <p:spPr>
            <a:xfrm>
              <a:off x="6664435" y="7750895"/>
              <a:ext cx="2314796" cy="0"/>
            </a:xfrm>
            <a:custGeom>
              <a:avLst/>
              <a:gdLst/>
              <a:ahLst/>
              <a:cxnLst/>
              <a:rect l="0" t="0" r="0" b="0"/>
              <a:pathLst>
                <a:path w="2314796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pl610"/>
            <p:cNvSpPr/>
            <p:nvPr/>
          </p:nvSpPr>
          <p:spPr>
            <a:xfrm>
              <a:off x="6664435" y="7224805"/>
              <a:ext cx="2314796" cy="0"/>
            </a:xfrm>
            <a:custGeom>
              <a:avLst/>
              <a:gdLst/>
              <a:ahLst/>
              <a:cxnLst/>
              <a:rect l="0" t="0" r="0" b="0"/>
              <a:pathLst>
                <a:path w="2314796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pl611"/>
            <p:cNvSpPr/>
            <p:nvPr/>
          </p:nvSpPr>
          <p:spPr>
            <a:xfrm>
              <a:off x="6664435" y="6698715"/>
              <a:ext cx="2314796" cy="0"/>
            </a:xfrm>
            <a:custGeom>
              <a:avLst/>
              <a:gdLst/>
              <a:ahLst/>
              <a:cxnLst/>
              <a:rect l="0" t="0" r="0" b="0"/>
              <a:pathLst>
                <a:path w="2314796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pl612"/>
            <p:cNvSpPr/>
            <p:nvPr/>
          </p:nvSpPr>
          <p:spPr>
            <a:xfrm>
              <a:off x="6664435" y="6172624"/>
              <a:ext cx="2314796" cy="0"/>
            </a:xfrm>
            <a:custGeom>
              <a:avLst/>
              <a:gdLst/>
              <a:ahLst/>
              <a:cxnLst/>
              <a:rect l="0" t="0" r="0" b="0"/>
              <a:pathLst>
                <a:path w="2314796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pl613"/>
            <p:cNvSpPr/>
            <p:nvPr/>
          </p:nvSpPr>
          <p:spPr>
            <a:xfrm>
              <a:off x="7032698" y="5804361"/>
              <a:ext cx="0" cy="2314796"/>
            </a:xfrm>
            <a:custGeom>
              <a:avLst/>
              <a:gdLst/>
              <a:ahLst/>
              <a:cxnLst/>
              <a:rect l="0" t="0" r="0" b="0"/>
              <a:pathLst>
                <a:path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pl614"/>
            <p:cNvSpPr/>
            <p:nvPr/>
          </p:nvSpPr>
          <p:spPr>
            <a:xfrm>
              <a:off x="7558788" y="5804361"/>
              <a:ext cx="0" cy="2314796"/>
            </a:xfrm>
            <a:custGeom>
              <a:avLst/>
              <a:gdLst/>
              <a:ahLst/>
              <a:cxnLst/>
              <a:rect l="0" t="0" r="0" b="0"/>
              <a:pathLst>
                <a:path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pl615"/>
            <p:cNvSpPr/>
            <p:nvPr/>
          </p:nvSpPr>
          <p:spPr>
            <a:xfrm>
              <a:off x="8084878" y="5804361"/>
              <a:ext cx="0" cy="2314796"/>
            </a:xfrm>
            <a:custGeom>
              <a:avLst/>
              <a:gdLst/>
              <a:ahLst/>
              <a:cxnLst/>
              <a:rect l="0" t="0" r="0" b="0"/>
              <a:pathLst>
                <a:path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pl616"/>
            <p:cNvSpPr/>
            <p:nvPr/>
          </p:nvSpPr>
          <p:spPr>
            <a:xfrm>
              <a:off x="8610969" y="5804361"/>
              <a:ext cx="0" cy="2314796"/>
            </a:xfrm>
            <a:custGeom>
              <a:avLst/>
              <a:gdLst/>
              <a:ahLst/>
              <a:cxnLst/>
              <a:rect l="0" t="0" r="0" b="0"/>
              <a:pathLst>
                <a:path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pl617"/>
            <p:cNvSpPr/>
            <p:nvPr/>
          </p:nvSpPr>
          <p:spPr>
            <a:xfrm>
              <a:off x="6664435" y="8013940"/>
              <a:ext cx="2314796" cy="0"/>
            </a:xfrm>
            <a:custGeom>
              <a:avLst/>
              <a:gdLst/>
              <a:ahLst/>
              <a:cxnLst/>
              <a:rect l="0" t="0" r="0" b="0"/>
              <a:pathLst>
                <a:path w="2314796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pl618"/>
            <p:cNvSpPr/>
            <p:nvPr/>
          </p:nvSpPr>
          <p:spPr>
            <a:xfrm>
              <a:off x="6664435" y="7487850"/>
              <a:ext cx="2314796" cy="0"/>
            </a:xfrm>
            <a:custGeom>
              <a:avLst/>
              <a:gdLst/>
              <a:ahLst/>
              <a:cxnLst/>
              <a:rect l="0" t="0" r="0" b="0"/>
              <a:pathLst>
                <a:path w="2314796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pl619"/>
            <p:cNvSpPr/>
            <p:nvPr/>
          </p:nvSpPr>
          <p:spPr>
            <a:xfrm>
              <a:off x="6664435" y="6961760"/>
              <a:ext cx="2314796" cy="0"/>
            </a:xfrm>
            <a:custGeom>
              <a:avLst/>
              <a:gdLst/>
              <a:ahLst/>
              <a:cxnLst/>
              <a:rect l="0" t="0" r="0" b="0"/>
              <a:pathLst>
                <a:path w="2314796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pl620"/>
            <p:cNvSpPr/>
            <p:nvPr/>
          </p:nvSpPr>
          <p:spPr>
            <a:xfrm>
              <a:off x="6664435" y="6435669"/>
              <a:ext cx="2314796" cy="0"/>
            </a:xfrm>
            <a:custGeom>
              <a:avLst/>
              <a:gdLst/>
              <a:ahLst/>
              <a:cxnLst/>
              <a:rect l="0" t="0" r="0" b="0"/>
              <a:pathLst>
                <a:path w="2314796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pl621"/>
            <p:cNvSpPr/>
            <p:nvPr/>
          </p:nvSpPr>
          <p:spPr>
            <a:xfrm>
              <a:off x="6664435" y="5909579"/>
              <a:ext cx="2314796" cy="0"/>
            </a:xfrm>
            <a:custGeom>
              <a:avLst/>
              <a:gdLst/>
              <a:ahLst/>
              <a:cxnLst/>
              <a:rect l="0" t="0" r="0" b="0"/>
              <a:pathLst>
                <a:path w="2314796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pl622"/>
            <p:cNvSpPr/>
            <p:nvPr/>
          </p:nvSpPr>
          <p:spPr>
            <a:xfrm>
              <a:off x="6769653" y="5804361"/>
              <a:ext cx="0" cy="2314796"/>
            </a:xfrm>
            <a:custGeom>
              <a:avLst/>
              <a:gdLst/>
              <a:ahLst/>
              <a:cxnLst/>
              <a:rect l="0" t="0" r="0" b="0"/>
              <a:pathLst>
                <a:path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pl623"/>
            <p:cNvSpPr/>
            <p:nvPr/>
          </p:nvSpPr>
          <p:spPr>
            <a:xfrm>
              <a:off x="7295743" y="5804361"/>
              <a:ext cx="0" cy="2314796"/>
            </a:xfrm>
            <a:custGeom>
              <a:avLst/>
              <a:gdLst/>
              <a:ahLst/>
              <a:cxnLst/>
              <a:rect l="0" t="0" r="0" b="0"/>
              <a:pathLst>
                <a:path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pl624"/>
            <p:cNvSpPr/>
            <p:nvPr/>
          </p:nvSpPr>
          <p:spPr>
            <a:xfrm>
              <a:off x="7821833" y="5804361"/>
              <a:ext cx="0" cy="2314796"/>
            </a:xfrm>
            <a:custGeom>
              <a:avLst/>
              <a:gdLst/>
              <a:ahLst/>
              <a:cxnLst/>
              <a:rect l="0" t="0" r="0" b="0"/>
              <a:pathLst>
                <a:path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pl625"/>
            <p:cNvSpPr/>
            <p:nvPr/>
          </p:nvSpPr>
          <p:spPr>
            <a:xfrm>
              <a:off x="8347924" y="5804361"/>
              <a:ext cx="0" cy="2314796"/>
            </a:xfrm>
            <a:custGeom>
              <a:avLst/>
              <a:gdLst/>
              <a:ahLst/>
              <a:cxnLst/>
              <a:rect l="0" t="0" r="0" b="0"/>
              <a:pathLst>
                <a:path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pl626"/>
            <p:cNvSpPr/>
            <p:nvPr/>
          </p:nvSpPr>
          <p:spPr>
            <a:xfrm>
              <a:off x="8874014" y="5804361"/>
              <a:ext cx="0" cy="2314796"/>
            </a:xfrm>
            <a:custGeom>
              <a:avLst/>
              <a:gdLst/>
              <a:ahLst/>
              <a:cxnLst/>
              <a:rect l="0" t="0" r="0" b="0"/>
              <a:pathLst>
                <a:path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pl627"/>
            <p:cNvSpPr/>
            <p:nvPr/>
          </p:nvSpPr>
          <p:spPr>
            <a:xfrm>
              <a:off x="6769653" y="5909579"/>
              <a:ext cx="2104360" cy="2104360"/>
            </a:xfrm>
            <a:custGeom>
              <a:avLst/>
              <a:gdLst/>
              <a:ahLst/>
              <a:cxnLst/>
              <a:rect l="0" t="0" r="0" b="0"/>
              <a:pathLst>
                <a:path w="2104360" h="2104360">
                  <a:moveTo>
                    <a:pt x="0" y="2104360"/>
                  </a:moveTo>
                  <a:lnTo>
                    <a:pt x="25979" y="2104360"/>
                  </a:lnTo>
                  <a:lnTo>
                    <a:pt x="51959" y="2104360"/>
                  </a:lnTo>
                  <a:lnTo>
                    <a:pt x="77939" y="2104360"/>
                  </a:lnTo>
                  <a:lnTo>
                    <a:pt x="77939" y="1964069"/>
                  </a:lnTo>
                  <a:lnTo>
                    <a:pt x="103919" y="1964069"/>
                  </a:lnTo>
                  <a:lnTo>
                    <a:pt x="103919" y="1823778"/>
                  </a:lnTo>
                  <a:lnTo>
                    <a:pt x="103919" y="1683488"/>
                  </a:lnTo>
                  <a:lnTo>
                    <a:pt x="103919" y="1543197"/>
                  </a:lnTo>
                  <a:lnTo>
                    <a:pt x="129898" y="1543197"/>
                  </a:lnTo>
                  <a:lnTo>
                    <a:pt x="155878" y="1543197"/>
                  </a:lnTo>
                  <a:lnTo>
                    <a:pt x="155878" y="1402906"/>
                  </a:lnTo>
                  <a:lnTo>
                    <a:pt x="155878" y="1262616"/>
                  </a:lnTo>
                  <a:lnTo>
                    <a:pt x="155878" y="1122325"/>
                  </a:lnTo>
                  <a:lnTo>
                    <a:pt x="155878" y="982034"/>
                  </a:lnTo>
                  <a:lnTo>
                    <a:pt x="155878" y="841744"/>
                  </a:lnTo>
                  <a:lnTo>
                    <a:pt x="181858" y="841744"/>
                  </a:lnTo>
                  <a:lnTo>
                    <a:pt x="207838" y="841744"/>
                  </a:lnTo>
                  <a:lnTo>
                    <a:pt x="207838" y="701453"/>
                  </a:lnTo>
                  <a:lnTo>
                    <a:pt x="233817" y="701453"/>
                  </a:lnTo>
                  <a:lnTo>
                    <a:pt x="259797" y="701453"/>
                  </a:lnTo>
                  <a:lnTo>
                    <a:pt x="259797" y="561162"/>
                  </a:lnTo>
                  <a:lnTo>
                    <a:pt x="285777" y="561162"/>
                  </a:lnTo>
                  <a:lnTo>
                    <a:pt x="311757" y="561162"/>
                  </a:lnTo>
                  <a:lnTo>
                    <a:pt x="337736" y="561162"/>
                  </a:lnTo>
                  <a:lnTo>
                    <a:pt x="363716" y="561162"/>
                  </a:lnTo>
                  <a:lnTo>
                    <a:pt x="363716" y="420872"/>
                  </a:lnTo>
                  <a:lnTo>
                    <a:pt x="415676" y="420872"/>
                  </a:lnTo>
                  <a:lnTo>
                    <a:pt x="441655" y="420872"/>
                  </a:lnTo>
                  <a:lnTo>
                    <a:pt x="467635" y="420872"/>
                  </a:lnTo>
                  <a:lnTo>
                    <a:pt x="467635" y="280581"/>
                  </a:lnTo>
                  <a:lnTo>
                    <a:pt x="493615" y="280581"/>
                  </a:lnTo>
                  <a:lnTo>
                    <a:pt x="519595" y="280581"/>
                  </a:lnTo>
                  <a:lnTo>
                    <a:pt x="519595" y="140290"/>
                  </a:lnTo>
                  <a:lnTo>
                    <a:pt x="545574" y="140290"/>
                  </a:lnTo>
                  <a:lnTo>
                    <a:pt x="571554" y="140290"/>
                  </a:lnTo>
                  <a:lnTo>
                    <a:pt x="597534" y="140290"/>
                  </a:lnTo>
                  <a:lnTo>
                    <a:pt x="623514" y="140290"/>
                  </a:lnTo>
                  <a:lnTo>
                    <a:pt x="675473" y="140290"/>
                  </a:lnTo>
                  <a:lnTo>
                    <a:pt x="701453" y="140290"/>
                  </a:lnTo>
                  <a:lnTo>
                    <a:pt x="727433" y="140290"/>
                  </a:lnTo>
                  <a:lnTo>
                    <a:pt x="753412" y="140290"/>
                  </a:lnTo>
                  <a:lnTo>
                    <a:pt x="779392" y="140290"/>
                  </a:lnTo>
                  <a:lnTo>
                    <a:pt x="831352" y="140290"/>
                  </a:lnTo>
                  <a:lnTo>
                    <a:pt x="857331" y="140290"/>
                  </a:lnTo>
                  <a:lnTo>
                    <a:pt x="909291" y="140290"/>
                  </a:lnTo>
                  <a:lnTo>
                    <a:pt x="935271" y="140290"/>
                  </a:lnTo>
                  <a:lnTo>
                    <a:pt x="961251" y="140290"/>
                  </a:lnTo>
                  <a:lnTo>
                    <a:pt x="987230" y="140290"/>
                  </a:lnTo>
                  <a:lnTo>
                    <a:pt x="1013210" y="140290"/>
                  </a:lnTo>
                  <a:lnTo>
                    <a:pt x="1039190" y="140290"/>
                  </a:lnTo>
                  <a:lnTo>
                    <a:pt x="1065170" y="140290"/>
                  </a:lnTo>
                  <a:lnTo>
                    <a:pt x="1091149" y="140290"/>
                  </a:lnTo>
                  <a:lnTo>
                    <a:pt x="1117129" y="140290"/>
                  </a:lnTo>
                  <a:lnTo>
                    <a:pt x="1143109" y="140290"/>
                  </a:lnTo>
                  <a:lnTo>
                    <a:pt x="1169089" y="140290"/>
                  </a:lnTo>
                  <a:lnTo>
                    <a:pt x="1195068" y="140290"/>
                  </a:lnTo>
                  <a:lnTo>
                    <a:pt x="1221048" y="140290"/>
                  </a:lnTo>
                  <a:lnTo>
                    <a:pt x="1273008" y="140290"/>
                  </a:lnTo>
                  <a:lnTo>
                    <a:pt x="1324967" y="140290"/>
                  </a:lnTo>
                  <a:lnTo>
                    <a:pt x="1350947" y="140290"/>
                  </a:lnTo>
                  <a:lnTo>
                    <a:pt x="1376927" y="0"/>
                  </a:lnTo>
                  <a:lnTo>
                    <a:pt x="1402906" y="0"/>
                  </a:lnTo>
                  <a:lnTo>
                    <a:pt x="1428886" y="0"/>
                  </a:lnTo>
                  <a:lnTo>
                    <a:pt x="1480846" y="0"/>
                  </a:lnTo>
                  <a:lnTo>
                    <a:pt x="1506825" y="0"/>
                  </a:lnTo>
                  <a:lnTo>
                    <a:pt x="1558785" y="0"/>
                  </a:lnTo>
                  <a:lnTo>
                    <a:pt x="1584765" y="0"/>
                  </a:lnTo>
                  <a:lnTo>
                    <a:pt x="1610744" y="0"/>
                  </a:lnTo>
                  <a:lnTo>
                    <a:pt x="1636724" y="0"/>
                  </a:lnTo>
                  <a:lnTo>
                    <a:pt x="1662704" y="0"/>
                  </a:lnTo>
                  <a:lnTo>
                    <a:pt x="1688684" y="0"/>
                  </a:lnTo>
                  <a:lnTo>
                    <a:pt x="1714663" y="0"/>
                  </a:lnTo>
                  <a:lnTo>
                    <a:pt x="1740643" y="0"/>
                  </a:lnTo>
                  <a:lnTo>
                    <a:pt x="1766623" y="0"/>
                  </a:lnTo>
                  <a:lnTo>
                    <a:pt x="1818583" y="0"/>
                  </a:lnTo>
                  <a:lnTo>
                    <a:pt x="1844562" y="0"/>
                  </a:lnTo>
                  <a:lnTo>
                    <a:pt x="1870542" y="0"/>
                  </a:lnTo>
                  <a:lnTo>
                    <a:pt x="1896522" y="0"/>
                  </a:lnTo>
                  <a:lnTo>
                    <a:pt x="1922502" y="0"/>
                  </a:lnTo>
                  <a:lnTo>
                    <a:pt x="1948481" y="0"/>
                  </a:lnTo>
                  <a:lnTo>
                    <a:pt x="1974461" y="0"/>
                  </a:lnTo>
                  <a:lnTo>
                    <a:pt x="2000441" y="0"/>
                  </a:lnTo>
                  <a:lnTo>
                    <a:pt x="2026421" y="0"/>
                  </a:lnTo>
                  <a:lnTo>
                    <a:pt x="2052400" y="0"/>
                  </a:lnTo>
                  <a:lnTo>
                    <a:pt x="2078380" y="0"/>
                  </a:lnTo>
                  <a:lnTo>
                    <a:pt x="21043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pl628"/>
            <p:cNvSpPr/>
            <p:nvPr/>
          </p:nvSpPr>
          <p:spPr>
            <a:xfrm>
              <a:off x="6664435" y="5804361"/>
              <a:ext cx="2314796" cy="2314796"/>
            </a:xfrm>
            <a:custGeom>
              <a:avLst/>
              <a:gdLst/>
              <a:ahLst/>
              <a:cxnLst/>
              <a:rect l="0" t="0" r="0" b="0"/>
              <a:pathLst>
                <a:path w="2314796" h="2314796">
                  <a:moveTo>
                    <a:pt x="0" y="2314796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pg629"/>
            <p:cNvSpPr/>
            <p:nvPr/>
          </p:nvSpPr>
          <p:spPr>
            <a:xfrm>
              <a:off x="7295743" y="6949282"/>
              <a:ext cx="1683488" cy="1071452"/>
            </a:xfrm>
            <a:custGeom>
              <a:avLst/>
              <a:gdLst/>
              <a:ahLst/>
              <a:cxnLst/>
              <a:rect l="0" t="0" r="0" b="0"/>
              <a:pathLst>
                <a:path w="1683488" h="855331">
                  <a:moveTo>
                    <a:pt x="27318" y="855331"/>
                  </a:moveTo>
                  <a:lnTo>
                    <a:pt x="1683488" y="855331"/>
                  </a:lnTo>
                  <a:lnTo>
                    <a:pt x="1683488" y="0"/>
                  </a:lnTo>
                  <a:lnTo>
                    <a:pt x="27318" y="0"/>
                  </a:lnTo>
                  <a:lnTo>
                    <a:pt x="30610" y="199"/>
                  </a:lnTo>
                  <a:lnTo>
                    <a:pt x="26218" y="22"/>
                  </a:lnTo>
                  <a:lnTo>
                    <a:pt x="21853" y="552"/>
                  </a:lnTo>
                  <a:lnTo>
                    <a:pt x="17630" y="1775"/>
                  </a:lnTo>
                  <a:lnTo>
                    <a:pt x="13659" y="3659"/>
                  </a:lnTo>
                  <a:lnTo>
                    <a:pt x="10040" y="6157"/>
                  </a:lnTo>
                  <a:lnTo>
                    <a:pt x="6870" y="9202"/>
                  </a:lnTo>
                  <a:lnTo>
                    <a:pt x="4229" y="12717"/>
                  </a:lnTo>
                  <a:lnTo>
                    <a:pt x="2186" y="16610"/>
                  </a:lnTo>
                  <a:lnTo>
                    <a:pt x="793" y="20780"/>
                  </a:lnTo>
                  <a:lnTo>
                    <a:pt x="88" y="25119"/>
                  </a:lnTo>
                  <a:lnTo>
                    <a:pt x="0" y="27318"/>
                  </a:lnTo>
                  <a:lnTo>
                    <a:pt x="0" y="828013"/>
                  </a:lnTo>
                  <a:lnTo>
                    <a:pt x="88" y="825815"/>
                  </a:lnTo>
                  <a:lnTo>
                    <a:pt x="88" y="830211"/>
                  </a:lnTo>
                  <a:lnTo>
                    <a:pt x="793" y="834551"/>
                  </a:lnTo>
                  <a:lnTo>
                    <a:pt x="2186" y="838721"/>
                  </a:lnTo>
                  <a:lnTo>
                    <a:pt x="4229" y="842614"/>
                  </a:lnTo>
                  <a:lnTo>
                    <a:pt x="6870" y="846128"/>
                  </a:lnTo>
                  <a:lnTo>
                    <a:pt x="10040" y="849174"/>
                  </a:lnTo>
                  <a:lnTo>
                    <a:pt x="13659" y="851671"/>
                  </a:lnTo>
                  <a:lnTo>
                    <a:pt x="17630" y="853556"/>
                  </a:lnTo>
                  <a:lnTo>
                    <a:pt x="21853" y="854779"/>
                  </a:lnTo>
                  <a:lnTo>
                    <a:pt x="26218" y="855309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8623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tx630"/>
            <p:cNvSpPr/>
            <p:nvPr/>
          </p:nvSpPr>
          <p:spPr>
            <a:xfrm>
              <a:off x="6858000" y="7101681"/>
              <a:ext cx="2214701" cy="13924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Threshold = -0.02 </a:t>
              </a:r>
              <a:endParaRPr lang="en-US" sz="1195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  <a:p>
              <a:pPr marL="0" marR="0" indent="0" algn="l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[-0.018, 0.503]</a:t>
              </a:r>
            </a:p>
          </p:txBody>
        </p:sp>
        <p:sp>
          <p:nvSpPr>
            <p:cNvPr id="631" name="tx631"/>
            <p:cNvSpPr/>
            <p:nvPr/>
          </p:nvSpPr>
          <p:spPr>
            <a:xfrm>
              <a:off x="7341273" y="7425771"/>
              <a:ext cx="873178" cy="11234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AUC = 0.862</a:t>
              </a:r>
            </a:p>
          </p:txBody>
        </p:sp>
        <p:sp>
          <p:nvSpPr>
            <p:cNvPr id="632" name="tx632"/>
            <p:cNvSpPr/>
            <p:nvPr/>
          </p:nvSpPr>
          <p:spPr>
            <a:xfrm>
              <a:off x="7341273" y="7645724"/>
              <a:ext cx="1176935" cy="1109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Precision = 0.412</a:t>
              </a:r>
            </a:p>
          </p:txBody>
        </p:sp>
        <p:sp>
          <p:nvSpPr>
            <p:cNvPr id="633" name="tx633"/>
            <p:cNvSpPr/>
            <p:nvPr/>
          </p:nvSpPr>
          <p:spPr>
            <a:xfrm>
              <a:off x="7341273" y="7864194"/>
              <a:ext cx="974480" cy="1110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Recall = 0.933</a:t>
              </a:r>
            </a:p>
          </p:txBody>
        </p:sp>
        <p:sp>
          <p:nvSpPr>
            <p:cNvPr id="634" name="tx634"/>
            <p:cNvSpPr/>
            <p:nvPr/>
          </p:nvSpPr>
          <p:spPr>
            <a:xfrm>
              <a:off x="6307884" y="7960878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635" name="tx635"/>
            <p:cNvSpPr/>
            <p:nvPr/>
          </p:nvSpPr>
          <p:spPr>
            <a:xfrm>
              <a:off x="6307884" y="7434787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636" name="tx636"/>
            <p:cNvSpPr/>
            <p:nvPr/>
          </p:nvSpPr>
          <p:spPr>
            <a:xfrm>
              <a:off x="6307884" y="6908697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637" name="tx637"/>
            <p:cNvSpPr/>
            <p:nvPr/>
          </p:nvSpPr>
          <p:spPr>
            <a:xfrm>
              <a:off x="6307884" y="6382607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638" name="tx638"/>
            <p:cNvSpPr/>
            <p:nvPr/>
          </p:nvSpPr>
          <p:spPr>
            <a:xfrm>
              <a:off x="6307884" y="5856517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639" name="tx639"/>
            <p:cNvSpPr/>
            <p:nvPr/>
          </p:nvSpPr>
          <p:spPr>
            <a:xfrm>
              <a:off x="6631233" y="8196716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640" name="tx640"/>
            <p:cNvSpPr/>
            <p:nvPr/>
          </p:nvSpPr>
          <p:spPr>
            <a:xfrm>
              <a:off x="7157323" y="8196716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641" name="tx641"/>
            <p:cNvSpPr/>
            <p:nvPr/>
          </p:nvSpPr>
          <p:spPr>
            <a:xfrm>
              <a:off x="7683413" y="8196716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642" name="tx642"/>
            <p:cNvSpPr/>
            <p:nvPr/>
          </p:nvSpPr>
          <p:spPr>
            <a:xfrm>
              <a:off x="8209503" y="8196716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643" name="tx643"/>
            <p:cNvSpPr/>
            <p:nvPr/>
          </p:nvSpPr>
          <p:spPr>
            <a:xfrm>
              <a:off x="8735594" y="8196716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644" name="tx644"/>
            <p:cNvSpPr/>
            <p:nvPr/>
          </p:nvSpPr>
          <p:spPr>
            <a:xfrm>
              <a:off x="6443449" y="8346439"/>
              <a:ext cx="2756768" cy="1668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645" name="tx645"/>
            <p:cNvSpPr/>
            <p:nvPr/>
          </p:nvSpPr>
          <p:spPr>
            <a:xfrm rot="-5400000">
              <a:off x="4936867" y="6878329"/>
              <a:ext cx="2430685" cy="1668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646" name="rc646"/>
            <p:cNvSpPr/>
            <p:nvPr/>
          </p:nvSpPr>
          <p:spPr>
            <a:xfrm>
              <a:off x="9067800" y="5349081"/>
              <a:ext cx="1524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rc647"/>
            <p:cNvSpPr/>
            <p:nvPr/>
          </p:nvSpPr>
          <p:spPr>
            <a:xfrm>
              <a:off x="9563413" y="5418670"/>
              <a:ext cx="95879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48" name="pl648"/>
            <p:cNvSpPr/>
            <p:nvPr/>
          </p:nvSpPr>
          <p:spPr>
            <a:xfrm>
              <a:off x="9563413" y="8285478"/>
              <a:ext cx="958797" cy="0"/>
            </a:xfrm>
            <a:custGeom>
              <a:avLst/>
              <a:gdLst/>
              <a:ahLst/>
              <a:cxnLst/>
              <a:rect l="0" t="0" r="0" b="0"/>
              <a:pathLst>
                <a:path w="958797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pl649"/>
            <p:cNvSpPr/>
            <p:nvPr/>
          </p:nvSpPr>
          <p:spPr>
            <a:xfrm>
              <a:off x="9563413" y="7542061"/>
              <a:ext cx="958797" cy="0"/>
            </a:xfrm>
            <a:custGeom>
              <a:avLst/>
              <a:gdLst/>
              <a:ahLst/>
              <a:cxnLst/>
              <a:rect l="0" t="0" r="0" b="0"/>
              <a:pathLst>
                <a:path w="958797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pl650"/>
            <p:cNvSpPr/>
            <p:nvPr/>
          </p:nvSpPr>
          <p:spPr>
            <a:xfrm>
              <a:off x="9563413" y="6798643"/>
              <a:ext cx="958797" cy="0"/>
            </a:xfrm>
            <a:custGeom>
              <a:avLst/>
              <a:gdLst/>
              <a:ahLst/>
              <a:cxnLst/>
              <a:rect l="0" t="0" r="0" b="0"/>
              <a:pathLst>
                <a:path w="958797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pl651"/>
            <p:cNvSpPr/>
            <p:nvPr/>
          </p:nvSpPr>
          <p:spPr>
            <a:xfrm>
              <a:off x="9563413" y="6055226"/>
              <a:ext cx="958797" cy="0"/>
            </a:xfrm>
            <a:custGeom>
              <a:avLst/>
              <a:gdLst/>
              <a:ahLst/>
              <a:cxnLst/>
              <a:rect l="0" t="0" r="0" b="0"/>
              <a:pathLst>
                <a:path w="958797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pl652"/>
            <p:cNvSpPr/>
            <p:nvPr/>
          </p:nvSpPr>
          <p:spPr>
            <a:xfrm>
              <a:off x="9765516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pl653"/>
            <p:cNvSpPr/>
            <p:nvPr/>
          </p:nvSpPr>
          <p:spPr>
            <a:xfrm>
              <a:off x="9969557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pl654"/>
            <p:cNvSpPr/>
            <p:nvPr/>
          </p:nvSpPr>
          <p:spPr>
            <a:xfrm>
              <a:off x="10173598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pl655"/>
            <p:cNvSpPr/>
            <p:nvPr/>
          </p:nvSpPr>
          <p:spPr>
            <a:xfrm>
              <a:off x="10377638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pl656"/>
            <p:cNvSpPr/>
            <p:nvPr/>
          </p:nvSpPr>
          <p:spPr>
            <a:xfrm>
              <a:off x="9563413" y="7913770"/>
              <a:ext cx="958797" cy="0"/>
            </a:xfrm>
            <a:custGeom>
              <a:avLst/>
              <a:gdLst/>
              <a:ahLst/>
              <a:cxnLst/>
              <a:rect l="0" t="0" r="0" b="0"/>
              <a:pathLst>
                <a:path w="958797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pl657"/>
            <p:cNvSpPr/>
            <p:nvPr/>
          </p:nvSpPr>
          <p:spPr>
            <a:xfrm>
              <a:off x="9563413" y="7170352"/>
              <a:ext cx="958797" cy="0"/>
            </a:xfrm>
            <a:custGeom>
              <a:avLst/>
              <a:gdLst/>
              <a:ahLst/>
              <a:cxnLst/>
              <a:rect l="0" t="0" r="0" b="0"/>
              <a:pathLst>
                <a:path w="958797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pl658"/>
            <p:cNvSpPr/>
            <p:nvPr/>
          </p:nvSpPr>
          <p:spPr>
            <a:xfrm>
              <a:off x="9563413" y="6426935"/>
              <a:ext cx="958797" cy="0"/>
            </a:xfrm>
            <a:custGeom>
              <a:avLst/>
              <a:gdLst/>
              <a:ahLst/>
              <a:cxnLst/>
              <a:rect l="0" t="0" r="0" b="0"/>
              <a:pathLst>
                <a:path w="958797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pl659"/>
            <p:cNvSpPr/>
            <p:nvPr/>
          </p:nvSpPr>
          <p:spPr>
            <a:xfrm>
              <a:off x="9563413" y="5683517"/>
              <a:ext cx="958797" cy="0"/>
            </a:xfrm>
            <a:custGeom>
              <a:avLst/>
              <a:gdLst/>
              <a:ahLst/>
              <a:cxnLst/>
              <a:rect l="0" t="0" r="0" b="0"/>
              <a:pathLst>
                <a:path w="958797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pl660"/>
            <p:cNvSpPr/>
            <p:nvPr/>
          </p:nvSpPr>
          <p:spPr>
            <a:xfrm>
              <a:off x="9663496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pl661"/>
            <p:cNvSpPr/>
            <p:nvPr/>
          </p:nvSpPr>
          <p:spPr>
            <a:xfrm>
              <a:off x="9867537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pl662"/>
            <p:cNvSpPr/>
            <p:nvPr/>
          </p:nvSpPr>
          <p:spPr>
            <a:xfrm>
              <a:off x="10071577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pl663"/>
            <p:cNvSpPr/>
            <p:nvPr/>
          </p:nvSpPr>
          <p:spPr>
            <a:xfrm>
              <a:off x="10275618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pl664"/>
            <p:cNvSpPr/>
            <p:nvPr/>
          </p:nvSpPr>
          <p:spPr>
            <a:xfrm>
              <a:off x="10479658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pt665"/>
            <p:cNvSpPr/>
            <p:nvPr/>
          </p:nvSpPr>
          <p:spPr>
            <a:xfrm>
              <a:off x="9680933" y="72121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pt666"/>
            <p:cNvSpPr/>
            <p:nvPr/>
          </p:nvSpPr>
          <p:spPr>
            <a:xfrm>
              <a:off x="9614472" y="70120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pt667"/>
            <p:cNvSpPr/>
            <p:nvPr/>
          </p:nvSpPr>
          <p:spPr>
            <a:xfrm>
              <a:off x="9606942" y="720242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pt668"/>
            <p:cNvSpPr/>
            <p:nvPr/>
          </p:nvSpPr>
          <p:spPr>
            <a:xfrm>
              <a:off x="9618073" y="70670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pt669"/>
            <p:cNvSpPr/>
            <p:nvPr/>
          </p:nvSpPr>
          <p:spPr>
            <a:xfrm>
              <a:off x="9956272" y="69339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pt670"/>
            <p:cNvSpPr/>
            <p:nvPr/>
          </p:nvSpPr>
          <p:spPr>
            <a:xfrm>
              <a:off x="9699813" y="685809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pt671"/>
            <p:cNvSpPr/>
            <p:nvPr/>
          </p:nvSpPr>
          <p:spPr>
            <a:xfrm>
              <a:off x="9599521" y="72010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pt672"/>
            <p:cNvSpPr/>
            <p:nvPr/>
          </p:nvSpPr>
          <p:spPr>
            <a:xfrm>
              <a:off x="9606615" y="69809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pt673"/>
            <p:cNvSpPr/>
            <p:nvPr/>
          </p:nvSpPr>
          <p:spPr>
            <a:xfrm>
              <a:off x="9591773" y="71240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pt674"/>
            <p:cNvSpPr/>
            <p:nvPr/>
          </p:nvSpPr>
          <p:spPr>
            <a:xfrm>
              <a:off x="9763982" y="675900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pt675"/>
            <p:cNvSpPr/>
            <p:nvPr/>
          </p:nvSpPr>
          <p:spPr>
            <a:xfrm>
              <a:off x="9593410" y="71279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pt676"/>
            <p:cNvSpPr/>
            <p:nvPr/>
          </p:nvSpPr>
          <p:spPr>
            <a:xfrm>
              <a:off x="9590790" y="70993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pt677"/>
            <p:cNvSpPr/>
            <p:nvPr/>
          </p:nvSpPr>
          <p:spPr>
            <a:xfrm>
              <a:off x="9625713" y="70038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pt678"/>
            <p:cNvSpPr/>
            <p:nvPr/>
          </p:nvSpPr>
          <p:spPr>
            <a:xfrm>
              <a:off x="9635425" y="71649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pt679"/>
            <p:cNvSpPr/>
            <p:nvPr/>
          </p:nvSpPr>
          <p:spPr>
            <a:xfrm>
              <a:off x="9608251" y="71641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pt680"/>
            <p:cNvSpPr/>
            <p:nvPr/>
          </p:nvSpPr>
          <p:spPr>
            <a:xfrm>
              <a:off x="9593300" y="71014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pt681"/>
            <p:cNvSpPr/>
            <p:nvPr/>
          </p:nvSpPr>
          <p:spPr>
            <a:xfrm>
              <a:off x="9781771" y="668206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pt682"/>
            <p:cNvSpPr/>
            <p:nvPr/>
          </p:nvSpPr>
          <p:spPr>
            <a:xfrm>
              <a:off x="10453803" y="79643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pt683"/>
            <p:cNvSpPr/>
            <p:nvPr/>
          </p:nvSpPr>
          <p:spPr>
            <a:xfrm>
              <a:off x="9846267" y="71990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pt684"/>
            <p:cNvSpPr/>
            <p:nvPr/>
          </p:nvSpPr>
          <p:spPr>
            <a:xfrm>
              <a:off x="9596574" y="71118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pt685"/>
            <p:cNvSpPr/>
            <p:nvPr/>
          </p:nvSpPr>
          <p:spPr>
            <a:xfrm>
              <a:off x="9590136" y="72009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pt686"/>
            <p:cNvSpPr/>
            <p:nvPr/>
          </p:nvSpPr>
          <p:spPr>
            <a:xfrm>
              <a:off x="9622002" y="70375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pt687"/>
            <p:cNvSpPr/>
            <p:nvPr/>
          </p:nvSpPr>
          <p:spPr>
            <a:xfrm>
              <a:off x="9593191" y="71408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pt688"/>
            <p:cNvSpPr/>
            <p:nvPr/>
          </p:nvSpPr>
          <p:spPr>
            <a:xfrm>
              <a:off x="9625713" y="71800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pt689"/>
            <p:cNvSpPr/>
            <p:nvPr/>
          </p:nvSpPr>
          <p:spPr>
            <a:xfrm>
              <a:off x="9602577" y="71095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pt690"/>
            <p:cNvSpPr/>
            <p:nvPr/>
          </p:nvSpPr>
          <p:spPr>
            <a:xfrm>
              <a:off x="9642082" y="685102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pt691"/>
            <p:cNvSpPr/>
            <p:nvPr/>
          </p:nvSpPr>
          <p:spPr>
            <a:xfrm>
              <a:off x="9628223" y="72178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pt692"/>
            <p:cNvSpPr/>
            <p:nvPr/>
          </p:nvSpPr>
          <p:spPr>
            <a:xfrm>
              <a:off x="9665109" y="687668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pt693"/>
            <p:cNvSpPr/>
            <p:nvPr/>
          </p:nvSpPr>
          <p:spPr>
            <a:xfrm>
              <a:off x="9613053" y="70704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pt694"/>
            <p:cNvSpPr/>
            <p:nvPr/>
          </p:nvSpPr>
          <p:spPr>
            <a:xfrm>
              <a:off x="9587407" y="72066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pt695"/>
            <p:cNvSpPr/>
            <p:nvPr/>
          </p:nvSpPr>
          <p:spPr>
            <a:xfrm>
              <a:off x="9601813" y="71290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pt696"/>
            <p:cNvSpPr/>
            <p:nvPr/>
          </p:nvSpPr>
          <p:spPr>
            <a:xfrm>
              <a:off x="9588280" y="70772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pt697"/>
            <p:cNvSpPr/>
            <p:nvPr/>
          </p:nvSpPr>
          <p:spPr>
            <a:xfrm>
              <a:off x="9595810" y="71455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pt698"/>
            <p:cNvSpPr/>
            <p:nvPr/>
          </p:nvSpPr>
          <p:spPr>
            <a:xfrm>
              <a:off x="9603777" y="71419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pt699"/>
            <p:cNvSpPr/>
            <p:nvPr/>
          </p:nvSpPr>
          <p:spPr>
            <a:xfrm>
              <a:off x="9601376" y="70680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pt700"/>
            <p:cNvSpPr/>
            <p:nvPr/>
          </p:nvSpPr>
          <p:spPr>
            <a:xfrm>
              <a:off x="9601813" y="71854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pt701"/>
            <p:cNvSpPr/>
            <p:nvPr/>
          </p:nvSpPr>
          <p:spPr>
            <a:xfrm>
              <a:off x="9582169" y="71672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pt702"/>
            <p:cNvSpPr/>
            <p:nvPr/>
          </p:nvSpPr>
          <p:spPr>
            <a:xfrm>
              <a:off x="9645684" y="70516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pt703"/>
            <p:cNvSpPr/>
            <p:nvPr/>
          </p:nvSpPr>
          <p:spPr>
            <a:xfrm>
              <a:off x="9616873" y="71131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pt704"/>
            <p:cNvSpPr/>
            <p:nvPr/>
          </p:nvSpPr>
          <p:spPr>
            <a:xfrm>
              <a:off x="9747722" y="647371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pt705"/>
            <p:cNvSpPr/>
            <p:nvPr/>
          </p:nvSpPr>
          <p:spPr>
            <a:xfrm>
              <a:off x="9665327" y="69942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pt706"/>
            <p:cNvSpPr/>
            <p:nvPr/>
          </p:nvSpPr>
          <p:spPr>
            <a:xfrm>
              <a:off x="9644047" y="69846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pt707"/>
            <p:cNvSpPr/>
            <p:nvPr/>
          </p:nvSpPr>
          <p:spPr>
            <a:xfrm>
              <a:off x="9598211" y="70123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pt708"/>
            <p:cNvSpPr/>
            <p:nvPr/>
          </p:nvSpPr>
          <p:spPr>
            <a:xfrm>
              <a:off x="9591882" y="69674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pt709"/>
            <p:cNvSpPr/>
            <p:nvPr/>
          </p:nvSpPr>
          <p:spPr>
            <a:xfrm>
              <a:off x="9606069" y="69333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pt710"/>
            <p:cNvSpPr/>
            <p:nvPr/>
          </p:nvSpPr>
          <p:spPr>
            <a:xfrm>
              <a:off x="9767474" y="688512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pt711"/>
            <p:cNvSpPr/>
            <p:nvPr/>
          </p:nvSpPr>
          <p:spPr>
            <a:xfrm>
              <a:off x="9822804" y="684966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pt712"/>
            <p:cNvSpPr/>
            <p:nvPr/>
          </p:nvSpPr>
          <p:spPr>
            <a:xfrm>
              <a:off x="9607160" y="70036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pt713"/>
            <p:cNvSpPr/>
            <p:nvPr/>
          </p:nvSpPr>
          <p:spPr>
            <a:xfrm>
              <a:off x="9607706" y="71086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pt714"/>
            <p:cNvSpPr/>
            <p:nvPr/>
          </p:nvSpPr>
          <p:spPr>
            <a:xfrm>
              <a:off x="9591773" y="71108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pt715"/>
            <p:cNvSpPr/>
            <p:nvPr/>
          </p:nvSpPr>
          <p:spPr>
            <a:xfrm>
              <a:off x="9601376" y="70926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pt716"/>
            <p:cNvSpPr/>
            <p:nvPr/>
          </p:nvSpPr>
          <p:spPr>
            <a:xfrm>
              <a:off x="9614472" y="71591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pt717"/>
            <p:cNvSpPr/>
            <p:nvPr/>
          </p:nvSpPr>
          <p:spPr>
            <a:xfrm>
              <a:off x="9800541" y="70336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pt718"/>
            <p:cNvSpPr/>
            <p:nvPr/>
          </p:nvSpPr>
          <p:spPr>
            <a:xfrm>
              <a:off x="9636735" y="70931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pt719"/>
            <p:cNvSpPr/>
            <p:nvPr/>
          </p:nvSpPr>
          <p:spPr>
            <a:xfrm>
              <a:off x="9589263" y="71204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pt720"/>
            <p:cNvSpPr/>
            <p:nvPr/>
          </p:nvSpPr>
          <p:spPr>
            <a:xfrm>
              <a:off x="9603668" y="71994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pt721"/>
            <p:cNvSpPr/>
            <p:nvPr/>
          </p:nvSpPr>
          <p:spPr>
            <a:xfrm>
              <a:off x="9590245" y="71341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pt722"/>
            <p:cNvSpPr/>
            <p:nvPr/>
          </p:nvSpPr>
          <p:spPr>
            <a:xfrm>
              <a:off x="9596793" y="70895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pt723"/>
            <p:cNvSpPr/>
            <p:nvPr/>
          </p:nvSpPr>
          <p:spPr>
            <a:xfrm>
              <a:off x="9592427" y="71133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pt724"/>
            <p:cNvSpPr/>
            <p:nvPr/>
          </p:nvSpPr>
          <p:spPr>
            <a:xfrm>
              <a:off x="9644592" y="70994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pt725"/>
            <p:cNvSpPr/>
            <p:nvPr/>
          </p:nvSpPr>
          <p:spPr>
            <a:xfrm>
              <a:off x="9604323" y="71256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pt726"/>
            <p:cNvSpPr/>
            <p:nvPr/>
          </p:nvSpPr>
          <p:spPr>
            <a:xfrm>
              <a:off x="9601158" y="71466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pt727"/>
            <p:cNvSpPr/>
            <p:nvPr/>
          </p:nvSpPr>
          <p:spPr>
            <a:xfrm>
              <a:off x="9645684" y="71610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pt728"/>
            <p:cNvSpPr/>
            <p:nvPr/>
          </p:nvSpPr>
          <p:spPr>
            <a:xfrm>
              <a:off x="9598757" y="71534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pt729"/>
            <p:cNvSpPr/>
            <p:nvPr/>
          </p:nvSpPr>
          <p:spPr>
            <a:xfrm>
              <a:off x="9640773" y="71126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pt730"/>
            <p:cNvSpPr/>
            <p:nvPr/>
          </p:nvSpPr>
          <p:spPr>
            <a:xfrm>
              <a:off x="9813964" y="69273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pt731"/>
            <p:cNvSpPr/>
            <p:nvPr/>
          </p:nvSpPr>
          <p:spPr>
            <a:xfrm>
              <a:off x="9670675" y="70625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pt732"/>
            <p:cNvSpPr/>
            <p:nvPr/>
          </p:nvSpPr>
          <p:spPr>
            <a:xfrm>
              <a:off x="9590900" y="71143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pt733"/>
            <p:cNvSpPr/>
            <p:nvPr/>
          </p:nvSpPr>
          <p:spPr>
            <a:xfrm>
              <a:off x="9595374" y="71283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pt734"/>
            <p:cNvSpPr/>
            <p:nvPr/>
          </p:nvSpPr>
          <p:spPr>
            <a:xfrm>
              <a:off x="9591118" y="71183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pt735"/>
            <p:cNvSpPr/>
            <p:nvPr/>
          </p:nvSpPr>
          <p:spPr>
            <a:xfrm>
              <a:off x="9618073" y="70184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pt736"/>
            <p:cNvSpPr/>
            <p:nvPr/>
          </p:nvSpPr>
          <p:spPr>
            <a:xfrm>
              <a:off x="9637171" y="681244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pt737"/>
            <p:cNvSpPr/>
            <p:nvPr/>
          </p:nvSpPr>
          <p:spPr>
            <a:xfrm>
              <a:off x="9602031" y="69332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pt738"/>
            <p:cNvSpPr/>
            <p:nvPr/>
          </p:nvSpPr>
          <p:spPr>
            <a:xfrm>
              <a:off x="9841138" y="662955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pt739"/>
            <p:cNvSpPr/>
            <p:nvPr/>
          </p:nvSpPr>
          <p:spPr>
            <a:xfrm>
              <a:off x="9597338" y="71317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pt740"/>
            <p:cNvSpPr/>
            <p:nvPr/>
          </p:nvSpPr>
          <p:spPr>
            <a:xfrm>
              <a:off x="9640118" y="70224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pt741"/>
            <p:cNvSpPr/>
            <p:nvPr/>
          </p:nvSpPr>
          <p:spPr>
            <a:xfrm>
              <a:off x="9585989" y="70766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pt742"/>
            <p:cNvSpPr/>
            <p:nvPr/>
          </p:nvSpPr>
          <p:spPr>
            <a:xfrm>
              <a:off x="9597338" y="71347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pt743"/>
            <p:cNvSpPr/>
            <p:nvPr/>
          </p:nvSpPr>
          <p:spPr>
            <a:xfrm>
              <a:off x="9589699" y="69556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pt744"/>
            <p:cNvSpPr/>
            <p:nvPr/>
          </p:nvSpPr>
          <p:spPr>
            <a:xfrm>
              <a:off x="9626367" y="71597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pt745"/>
            <p:cNvSpPr/>
            <p:nvPr/>
          </p:nvSpPr>
          <p:spPr>
            <a:xfrm>
              <a:off x="9618946" y="71246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pt746"/>
            <p:cNvSpPr/>
            <p:nvPr/>
          </p:nvSpPr>
          <p:spPr>
            <a:xfrm>
              <a:off x="9658125" y="70005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pt747"/>
            <p:cNvSpPr/>
            <p:nvPr/>
          </p:nvSpPr>
          <p:spPr>
            <a:xfrm>
              <a:off x="9658452" y="70110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pt748"/>
            <p:cNvSpPr/>
            <p:nvPr/>
          </p:nvSpPr>
          <p:spPr>
            <a:xfrm>
              <a:off x="9932809" y="80020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pt749"/>
            <p:cNvSpPr/>
            <p:nvPr/>
          </p:nvSpPr>
          <p:spPr>
            <a:xfrm>
              <a:off x="9660853" y="71680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pt750"/>
            <p:cNvSpPr/>
            <p:nvPr/>
          </p:nvSpPr>
          <p:spPr>
            <a:xfrm>
              <a:off x="9656051" y="682345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pt751"/>
            <p:cNvSpPr/>
            <p:nvPr/>
          </p:nvSpPr>
          <p:spPr>
            <a:xfrm>
              <a:off x="9623966" y="71049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pt752"/>
            <p:cNvSpPr/>
            <p:nvPr/>
          </p:nvSpPr>
          <p:spPr>
            <a:xfrm>
              <a:off x="9659543" y="71018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pt753"/>
            <p:cNvSpPr/>
            <p:nvPr/>
          </p:nvSpPr>
          <p:spPr>
            <a:xfrm>
              <a:off x="9836227" y="582723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pt754"/>
            <p:cNvSpPr/>
            <p:nvPr/>
          </p:nvSpPr>
          <p:spPr>
            <a:xfrm>
              <a:off x="9858599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pt755"/>
            <p:cNvSpPr/>
            <p:nvPr/>
          </p:nvSpPr>
          <p:spPr>
            <a:xfrm>
              <a:off x="9623093" y="69741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pt756"/>
            <p:cNvSpPr/>
            <p:nvPr/>
          </p:nvSpPr>
          <p:spPr>
            <a:xfrm>
              <a:off x="9679733" y="675835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pt757"/>
            <p:cNvSpPr/>
            <p:nvPr/>
          </p:nvSpPr>
          <p:spPr>
            <a:xfrm>
              <a:off x="9596356" y="71141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pt758"/>
            <p:cNvSpPr/>
            <p:nvPr/>
          </p:nvSpPr>
          <p:spPr>
            <a:xfrm>
              <a:off x="9685735" y="70489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pt759"/>
            <p:cNvSpPr/>
            <p:nvPr/>
          </p:nvSpPr>
          <p:spPr>
            <a:xfrm>
              <a:off x="9599521" y="670983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pt760"/>
            <p:cNvSpPr/>
            <p:nvPr/>
          </p:nvSpPr>
          <p:spPr>
            <a:xfrm>
              <a:off x="9596574" y="71057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pl761"/>
            <p:cNvSpPr/>
            <p:nvPr/>
          </p:nvSpPr>
          <p:spPr>
            <a:xfrm>
              <a:off x="9563413" y="6952174"/>
              <a:ext cx="958797" cy="0"/>
            </a:xfrm>
            <a:custGeom>
              <a:avLst/>
              <a:gdLst/>
              <a:ahLst/>
              <a:cxnLst/>
              <a:rect l="0" t="0" r="0" b="0"/>
              <a:pathLst>
                <a:path w="958797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pg762"/>
            <p:cNvSpPr/>
            <p:nvPr/>
          </p:nvSpPr>
          <p:spPr>
            <a:xfrm>
              <a:off x="9606995" y="6656201"/>
              <a:ext cx="871633" cy="1796130"/>
            </a:xfrm>
            <a:custGeom>
              <a:avLst/>
              <a:gdLst/>
              <a:ahLst/>
              <a:cxnLst/>
              <a:rect l="0" t="0" r="0" b="0"/>
              <a:pathLst>
                <a:path w="871633" h="1796130">
                  <a:moveTo>
                    <a:pt x="0" y="423314"/>
                  </a:moveTo>
                  <a:lnTo>
                    <a:pt x="11033" y="415870"/>
                  </a:lnTo>
                  <a:lnTo>
                    <a:pt x="22066" y="403315"/>
                  </a:lnTo>
                  <a:lnTo>
                    <a:pt x="33100" y="385303"/>
                  </a:lnTo>
                  <a:lnTo>
                    <a:pt x="44133" y="362682"/>
                  </a:lnTo>
                  <a:lnTo>
                    <a:pt x="55166" y="337101"/>
                  </a:lnTo>
                  <a:lnTo>
                    <a:pt x="66200" y="309793"/>
                  </a:lnTo>
                  <a:lnTo>
                    <a:pt x="77233" y="281888"/>
                  </a:lnTo>
                  <a:lnTo>
                    <a:pt x="88266" y="254379"/>
                  </a:lnTo>
                  <a:lnTo>
                    <a:pt x="99300" y="228669"/>
                  </a:lnTo>
                  <a:lnTo>
                    <a:pt x="110333" y="205252"/>
                  </a:lnTo>
                  <a:lnTo>
                    <a:pt x="121366" y="184137"/>
                  </a:lnTo>
                  <a:lnTo>
                    <a:pt x="132400" y="165110"/>
                  </a:lnTo>
                  <a:lnTo>
                    <a:pt x="143433" y="147838"/>
                  </a:lnTo>
                  <a:lnTo>
                    <a:pt x="154466" y="131945"/>
                  </a:lnTo>
                  <a:lnTo>
                    <a:pt x="165500" y="117062"/>
                  </a:lnTo>
                  <a:lnTo>
                    <a:pt x="176533" y="102887"/>
                  </a:lnTo>
                  <a:lnTo>
                    <a:pt x="187566" y="89230"/>
                  </a:lnTo>
                  <a:lnTo>
                    <a:pt x="198600" y="76047"/>
                  </a:lnTo>
                  <a:lnTo>
                    <a:pt x="209633" y="63439"/>
                  </a:lnTo>
                  <a:lnTo>
                    <a:pt x="220666" y="51619"/>
                  </a:lnTo>
                  <a:lnTo>
                    <a:pt x="231700" y="40779"/>
                  </a:lnTo>
                  <a:lnTo>
                    <a:pt x="242733" y="31062"/>
                  </a:lnTo>
                  <a:lnTo>
                    <a:pt x="253766" y="22572"/>
                  </a:lnTo>
                  <a:lnTo>
                    <a:pt x="264800" y="15383"/>
                  </a:lnTo>
                  <a:lnTo>
                    <a:pt x="275833" y="9541"/>
                  </a:lnTo>
                  <a:lnTo>
                    <a:pt x="286866" y="5076"/>
                  </a:lnTo>
                  <a:lnTo>
                    <a:pt x="297900" y="1999"/>
                  </a:lnTo>
                  <a:lnTo>
                    <a:pt x="308933" y="310"/>
                  </a:lnTo>
                  <a:lnTo>
                    <a:pt x="319966" y="0"/>
                  </a:lnTo>
                  <a:lnTo>
                    <a:pt x="331000" y="1050"/>
                  </a:lnTo>
                  <a:lnTo>
                    <a:pt x="342033" y="3438"/>
                  </a:lnTo>
                  <a:lnTo>
                    <a:pt x="353066" y="7135"/>
                  </a:lnTo>
                  <a:lnTo>
                    <a:pt x="364100" y="12108"/>
                  </a:lnTo>
                  <a:lnTo>
                    <a:pt x="375133" y="18322"/>
                  </a:lnTo>
                  <a:lnTo>
                    <a:pt x="386166" y="25736"/>
                  </a:lnTo>
                  <a:lnTo>
                    <a:pt x="397200" y="34309"/>
                  </a:lnTo>
                  <a:lnTo>
                    <a:pt x="408233" y="43998"/>
                  </a:lnTo>
                  <a:lnTo>
                    <a:pt x="419266" y="54756"/>
                  </a:lnTo>
                  <a:lnTo>
                    <a:pt x="430300" y="66537"/>
                  </a:lnTo>
                  <a:lnTo>
                    <a:pt x="441333" y="79291"/>
                  </a:lnTo>
                  <a:lnTo>
                    <a:pt x="452366" y="92970"/>
                  </a:lnTo>
                  <a:lnTo>
                    <a:pt x="463400" y="107522"/>
                  </a:lnTo>
                  <a:lnTo>
                    <a:pt x="474433" y="122897"/>
                  </a:lnTo>
                  <a:lnTo>
                    <a:pt x="485466" y="139044"/>
                  </a:lnTo>
                  <a:lnTo>
                    <a:pt x="496500" y="155912"/>
                  </a:lnTo>
                  <a:lnTo>
                    <a:pt x="507533" y="173450"/>
                  </a:lnTo>
                  <a:lnTo>
                    <a:pt x="518566" y="191608"/>
                  </a:lnTo>
                  <a:lnTo>
                    <a:pt x="529600" y="210337"/>
                  </a:lnTo>
                  <a:lnTo>
                    <a:pt x="540633" y="229589"/>
                  </a:lnTo>
                  <a:lnTo>
                    <a:pt x="551666" y="249319"/>
                  </a:lnTo>
                  <a:lnTo>
                    <a:pt x="562700" y="269481"/>
                  </a:lnTo>
                  <a:lnTo>
                    <a:pt x="573733" y="290032"/>
                  </a:lnTo>
                  <a:lnTo>
                    <a:pt x="584766" y="310934"/>
                  </a:lnTo>
                  <a:lnTo>
                    <a:pt x="595800" y="332148"/>
                  </a:lnTo>
                  <a:lnTo>
                    <a:pt x="606833" y="353638"/>
                  </a:lnTo>
                  <a:lnTo>
                    <a:pt x="617866" y="375371"/>
                  </a:lnTo>
                  <a:lnTo>
                    <a:pt x="628900" y="397318"/>
                  </a:lnTo>
                  <a:lnTo>
                    <a:pt x="639933" y="419450"/>
                  </a:lnTo>
                  <a:lnTo>
                    <a:pt x="650967" y="441741"/>
                  </a:lnTo>
                  <a:lnTo>
                    <a:pt x="662000" y="464168"/>
                  </a:lnTo>
                  <a:lnTo>
                    <a:pt x="673033" y="486709"/>
                  </a:lnTo>
                  <a:lnTo>
                    <a:pt x="684067" y="509346"/>
                  </a:lnTo>
                  <a:lnTo>
                    <a:pt x="695100" y="532060"/>
                  </a:lnTo>
                  <a:lnTo>
                    <a:pt x="706133" y="554835"/>
                  </a:lnTo>
                  <a:lnTo>
                    <a:pt x="717167" y="577657"/>
                  </a:lnTo>
                  <a:lnTo>
                    <a:pt x="728200" y="600511"/>
                  </a:lnTo>
                  <a:lnTo>
                    <a:pt x="739233" y="623386"/>
                  </a:lnTo>
                  <a:lnTo>
                    <a:pt x="750267" y="646269"/>
                  </a:lnTo>
                  <a:lnTo>
                    <a:pt x="761300" y="669150"/>
                  </a:lnTo>
                  <a:lnTo>
                    <a:pt x="772333" y="692017"/>
                  </a:lnTo>
                  <a:lnTo>
                    <a:pt x="783367" y="714862"/>
                  </a:lnTo>
                  <a:lnTo>
                    <a:pt x="794400" y="737673"/>
                  </a:lnTo>
                  <a:lnTo>
                    <a:pt x="805433" y="760443"/>
                  </a:lnTo>
                  <a:lnTo>
                    <a:pt x="816467" y="783161"/>
                  </a:lnTo>
                  <a:lnTo>
                    <a:pt x="827500" y="805818"/>
                  </a:lnTo>
                  <a:lnTo>
                    <a:pt x="838533" y="828406"/>
                  </a:lnTo>
                  <a:lnTo>
                    <a:pt x="849567" y="850916"/>
                  </a:lnTo>
                  <a:lnTo>
                    <a:pt x="860600" y="873337"/>
                  </a:lnTo>
                  <a:lnTo>
                    <a:pt x="871633" y="895661"/>
                  </a:lnTo>
                  <a:lnTo>
                    <a:pt x="871633" y="1796130"/>
                  </a:lnTo>
                  <a:lnTo>
                    <a:pt x="860600" y="1751828"/>
                  </a:lnTo>
                  <a:lnTo>
                    <a:pt x="849567" y="1707668"/>
                  </a:lnTo>
                  <a:lnTo>
                    <a:pt x="838533" y="1663687"/>
                  </a:lnTo>
                  <a:lnTo>
                    <a:pt x="827500" y="1619923"/>
                  </a:lnTo>
                  <a:lnTo>
                    <a:pt x="816467" y="1576411"/>
                  </a:lnTo>
                  <a:lnTo>
                    <a:pt x="805433" y="1533188"/>
                  </a:lnTo>
                  <a:lnTo>
                    <a:pt x="794400" y="1490292"/>
                  </a:lnTo>
                  <a:lnTo>
                    <a:pt x="783367" y="1447758"/>
                  </a:lnTo>
                  <a:lnTo>
                    <a:pt x="772333" y="1405622"/>
                  </a:lnTo>
                  <a:lnTo>
                    <a:pt x="761300" y="1363922"/>
                  </a:lnTo>
                  <a:lnTo>
                    <a:pt x="750267" y="1322692"/>
                  </a:lnTo>
                  <a:lnTo>
                    <a:pt x="739233" y="1281968"/>
                  </a:lnTo>
                  <a:lnTo>
                    <a:pt x="728200" y="1241785"/>
                  </a:lnTo>
                  <a:lnTo>
                    <a:pt x="717167" y="1202176"/>
                  </a:lnTo>
                  <a:lnTo>
                    <a:pt x="706133" y="1163175"/>
                  </a:lnTo>
                  <a:lnTo>
                    <a:pt x="695100" y="1124814"/>
                  </a:lnTo>
                  <a:lnTo>
                    <a:pt x="684067" y="1087124"/>
                  </a:lnTo>
                  <a:lnTo>
                    <a:pt x="673033" y="1050134"/>
                  </a:lnTo>
                  <a:lnTo>
                    <a:pt x="662000" y="1013873"/>
                  </a:lnTo>
                  <a:lnTo>
                    <a:pt x="650967" y="978367"/>
                  </a:lnTo>
                  <a:lnTo>
                    <a:pt x="639933" y="943640"/>
                  </a:lnTo>
                  <a:lnTo>
                    <a:pt x="628900" y="909714"/>
                  </a:lnTo>
                  <a:lnTo>
                    <a:pt x="617866" y="876610"/>
                  </a:lnTo>
                  <a:lnTo>
                    <a:pt x="606833" y="844346"/>
                  </a:lnTo>
                  <a:lnTo>
                    <a:pt x="595800" y="812936"/>
                  </a:lnTo>
                  <a:lnTo>
                    <a:pt x="584766" y="782393"/>
                  </a:lnTo>
                  <a:lnTo>
                    <a:pt x="573733" y="752728"/>
                  </a:lnTo>
                  <a:lnTo>
                    <a:pt x="562700" y="723949"/>
                  </a:lnTo>
                  <a:lnTo>
                    <a:pt x="551666" y="696061"/>
                  </a:lnTo>
                  <a:lnTo>
                    <a:pt x="540633" y="669067"/>
                  </a:lnTo>
                  <a:lnTo>
                    <a:pt x="529600" y="642970"/>
                  </a:lnTo>
                  <a:lnTo>
                    <a:pt x="518566" y="617767"/>
                  </a:lnTo>
                  <a:lnTo>
                    <a:pt x="507533" y="593457"/>
                  </a:lnTo>
                  <a:lnTo>
                    <a:pt x="496500" y="570038"/>
                  </a:lnTo>
                  <a:lnTo>
                    <a:pt x="485466" y="547504"/>
                  </a:lnTo>
                  <a:lnTo>
                    <a:pt x="474433" y="525850"/>
                  </a:lnTo>
                  <a:lnTo>
                    <a:pt x="463400" y="505072"/>
                  </a:lnTo>
                  <a:lnTo>
                    <a:pt x="452366" y="485164"/>
                  </a:lnTo>
                  <a:lnTo>
                    <a:pt x="441333" y="466121"/>
                  </a:lnTo>
                  <a:lnTo>
                    <a:pt x="430300" y="447939"/>
                  </a:lnTo>
                  <a:lnTo>
                    <a:pt x="419266" y="430613"/>
                  </a:lnTo>
                  <a:lnTo>
                    <a:pt x="408233" y="414140"/>
                  </a:lnTo>
                  <a:lnTo>
                    <a:pt x="397200" y="398520"/>
                  </a:lnTo>
                  <a:lnTo>
                    <a:pt x="386166" y="383752"/>
                  </a:lnTo>
                  <a:lnTo>
                    <a:pt x="375133" y="369838"/>
                  </a:lnTo>
                  <a:lnTo>
                    <a:pt x="364100" y="356782"/>
                  </a:lnTo>
                  <a:lnTo>
                    <a:pt x="353066" y="344592"/>
                  </a:lnTo>
                  <a:lnTo>
                    <a:pt x="342033" y="333275"/>
                  </a:lnTo>
                  <a:lnTo>
                    <a:pt x="331000" y="322846"/>
                  </a:lnTo>
                  <a:lnTo>
                    <a:pt x="319966" y="313321"/>
                  </a:lnTo>
                  <a:lnTo>
                    <a:pt x="308933" y="304723"/>
                  </a:lnTo>
                  <a:lnTo>
                    <a:pt x="297900" y="297080"/>
                  </a:lnTo>
                  <a:lnTo>
                    <a:pt x="286866" y="290428"/>
                  </a:lnTo>
                  <a:lnTo>
                    <a:pt x="275833" y="284814"/>
                  </a:lnTo>
                  <a:lnTo>
                    <a:pt x="264800" y="280294"/>
                  </a:lnTo>
                  <a:lnTo>
                    <a:pt x="253766" y="276943"/>
                  </a:lnTo>
                  <a:lnTo>
                    <a:pt x="242733" y="274853"/>
                  </a:lnTo>
                  <a:lnTo>
                    <a:pt x="231700" y="274144"/>
                  </a:lnTo>
                  <a:lnTo>
                    <a:pt x="220666" y="274967"/>
                  </a:lnTo>
                  <a:lnTo>
                    <a:pt x="209633" y="277508"/>
                  </a:lnTo>
                  <a:lnTo>
                    <a:pt x="198600" y="281985"/>
                  </a:lnTo>
                  <a:lnTo>
                    <a:pt x="187566" y="288549"/>
                  </a:lnTo>
                  <a:lnTo>
                    <a:pt x="176533" y="297224"/>
                  </a:lnTo>
                  <a:lnTo>
                    <a:pt x="165500" y="307887"/>
                  </a:lnTo>
                  <a:lnTo>
                    <a:pt x="154466" y="320270"/>
                  </a:lnTo>
                  <a:lnTo>
                    <a:pt x="143433" y="333993"/>
                  </a:lnTo>
                  <a:lnTo>
                    <a:pt x="132400" y="348610"/>
                  </a:lnTo>
                  <a:lnTo>
                    <a:pt x="121366" y="363664"/>
                  </a:lnTo>
                  <a:lnTo>
                    <a:pt x="110333" y="378746"/>
                  </a:lnTo>
                  <a:lnTo>
                    <a:pt x="99300" y="393563"/>
                  </a:lnTo>
                  <a:lnTo>
                    <a:pt x="88266" y="408047"/>
                  </a:lnTo>
                  <a:lnTo>
                    <a:pt x="77233" y="422570"/>
                  </a:lnTo>
                  <a:lnTo>
                    <a:pt x="66200" y="437788"/>
                  </a:lnTo>
                  <a:lnTo>
                    <a:pt x="55166" y="453481"/>
                  </a:lnTo>
                  <a:lnTo>
                    <a:pt x="44133" y="470311"/>
                  </a:lnTo>
                  <a:lnTo>
                    <a:pt x="33100" y="489691"/>
                  </a:lnTo>
                  <a:lnTo>
                    <a:pt x="22066" y="513378"/>
                  </a:lnTo>
                  <a:lnTo>
                    <a:pt x="11033" y="542365"/>
                  </a:lnTo>
                  <a:lnTo>
                    <a:pt x="0" y="576450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63" name="pl763"/>
            <p:cNvSpPr/>
            <p:nvPr/>
          </p:nvSpPr>
          <p:spPr>
            <a:xfrm>
              <a:off x="9606995" y="6656201"/>
              <a:ext cx="871633" cy="895661"/>
            </a:xfrm>
            <a:custGeom>
              <a:avLst/>
              <a:gdLst/>
              <a:ahLst/>
              <a:cxnLst/>
              <a:rect l="0" t="0" r="0" b="0"/>
              <a:pathLst>
                <a:path w="871633" h="895661">
                  <a:moveTo>
                    <a:pt x="0" y="423314"/>
                  </a:moveTo>
                  <a:lnTo>
                    <a:pt x="11033" y="415870"/>
                  </a:lnTo>
                  <a:lnTo>
                    <a:pt x="22066" y="403315"/>
                  </a:lnTo>
                  <a:lnTo>
                    <a:pt x="33100" y="385303"/>
                  </a:lnTo>
                  <a:lnTo>
                    <a:pt x="44133" y="362682"/>
                  </a:lnTo>
                  <a:lnTo>
                    <a:pt x="55166" y="337101"/>
                  </a:lnTo>
                  <a:lnTo>
                    <a:pt x="66200" y="309793"/>
                  </a:lnTo>
                  <a:lnTo>
                    <a:pt x="77233" y="281888"/>
                  </a:lnTo>
                  <a:lnTo>
                    <a:pt x="88266" y="254379"/>
                  </a:lnTo>
                  <a:lnTo>
                    <a:pt x="99300" y="228669"/>
                  </a:lnTo>
                  <a:lnTo>
                    <a:pt x="110333" y="205252"/>
                  </a:lnTo>
                  <a:lnTo>
                    <a:pt x="121366" y="184137"/>
                  </a:lnTo>
                  <a:lnTo>
                    <a:pt x="132400" y="165110"/>
                  </a:lnTo>
                  <a:lnTo>
                    <a:pt x="143433" y="147838"/>
                  </a:lnTo>
                  <a:lnTo>
                    <a:pt x="154466" y="131945"/>
                  </a:lnTo>
                  <a:lnTo>
                    <a:pt x="165500" y="117062"/>
                  </a:lnTo>
                  <a:lnTo>
                    <a:pt x="176533" y="102887"/>
                  </a:lnTo>
                  <a:lnTo>
                    <a:pt x="187566" y="89230"/>
                  </a:lnTo>
                  <a:lnTo>
                    <a:pt x="198600" y="76047"/>
                  </a:lnTo>
                  <a:lnTo>
                    <a:pt x="209633" y="63439"/>
                  </a:lnTo>
                  <a:lnTo>
                    <a:pt x="220666" y="51619"/>
                  </a:lnTo>
                  <a:lnTo>
                    <a:pt x="231700" y="40779"/>
                  </a:lnTo>
                  <a:lnTo>
                    <a:pt x="242733" y="31062"/>
                  </a:lnTo>
                  <a:lnTo>
                    <a:pt x="253766" y="22572"/>
                  </a:lnTo>
                  <a:lnTo>
                    <a:pt x="264800" y="15383"/>
                  </a:lnTo>
                  <a:lnTo>
                    <a:pt x="275833" y="9541"/>
                  </a:lnTo>
                  <a:lnTo>
                    <a:pt x="286866" y="5076"/>
                  </a:lnTo>
                  <a:lnTo>
                    <a:pt x="297900" y="1999"/>
                  </a:lnTo>
                  <a:lnTo>
                    <a:pt x="308933" y="310"/>
                  </a:lnTo>
                  <a:lnTo>
                    <a:pt x="319966" y="0"/>
                  </a:lnTo>
                  <a:lnTo>
                    <a:pt x="331000" y="1050"/>
                  </a:lnTo>
                  <a:lnTo>
                    <a:pt x="342033" y="3438"/>
                  </a:lnTo>
                  <a:lnTo>
                    <a:pt x="353066" y="7135"/>
                  </a:lnTo>
                  <a:lnTo>
                    <a:pt x="364100" y="12108"/>
                  </a:lnTo>
                  <a:lnTo>
                    <a:pt x="375133" y="18322"/>
                  </a:lnTo>
                  <a:lnTo>
                    <a:pt x="386166" y="25736"/>
                  </a:lnTo>
                  <a:lnTo>
                    <a:pt x="397200" y="34309"/>
                  </a:lnTo>
                  <a:lnTo>
                    <a:pt x="408233" y="43998"/>
                  </a:lnTo>
                  <a:lnTo>
                    <a:pt x="419266" y="54756"/>
                  </a:lnTo>
                  <a:lnTo>
                    <a:pt x="430300" y="66537"/>
                  </a:lnTo>
                  <a:lnTo>
                    <a:pt x="441333" y="79291"/>
                  </a:lnTo>
                  <a:lnTo>
                    <a:pt x="452366" y="92970"/>
                  </a:lnTo>
                  <a:lnTo>
                    <a:pt x="463400" y="107522"/>
                  </a:lnTo>
                  <a:lnTo>
                    <a:pt x="474433" y="122897"/>
                  </a:lnTo>
                  <a:lnTo>
                    <a:pt x="485466" y="139044"/>
                  </a:lnTo>
                  <a:lnTo>
                    <a:pt x="496500" y="155912"/>
                  </a:lnTo>
                  <a:lnTo>
                    <a:pt x="507533" y="173450"/>
                  </a:lnTo>
                  <a:lnTo>
                    <a:pt x="518566" y="191608"/>
                  </a:lnTo>
                  <a:lnTo>
                    <a:pt x="529600" y="210337"/>
                  </a:lnTo>
                  <a:lnTo>
                    <a:pt x="540633" y="229589"/>
                  </a:lnTo>
                  <a:lnTo>
                    <a:pt x="551666" y="249319"/>
                  </a:lnTo>
                  <a:lnTo>
                    <a:pt x="562700" y="269481"/>
                  </a:lnTo>
                  <a:lnTo>
                    <a:pt x="573733" y="290032"/>
                  </a:lnTo>
                  <a:lnTo>
                    <a:pt x="584766" y="310934"/>
                  </a:lnTo>
                  <a:lnTo>
                    <a:pt x="595800" y="332148"/>
                  </a:lnTo>
                  <a:lnTo>
                    <a:pt x="606833" y="353638"/>
                  </a:lnTo>
                  <a:lnTo>
                    <a:pt x="617866" y="375371"/>
                  </a:lnTo>
                  <a:lnTo>
                    <a:pt x="628900" y="397318"/>
                  </a:lnTo>
                  <a:lnTo>
                    <a:pt x="639933" y="419450"/>
                  </a:lnTo>
                  <a:lnTo>
                    <a:pt x="650967" y="441741"/>
                  </a:lnTo>
                  <a:lnTo>
                    <a:pt x="662000" y="464168"/>
                  </a:lnTo>
                  <a:lnTo>
                    <a:pt x="673033" y="486709"/>
                  </a:lnTo>
                  <a:lnTo>
                    <a:pt x="684067" y="509346"/>
                  </a:lnTo>
                  <a:lnTo>
                    <a:pt x="695100" y="532060"/>
                  </a:lnTo>
                  <a:lnTo>
                    <a:pt x="706133" y="554835"/>
                  </a:lnTo>
                  <a:lnTo>
                    <a:pt x="717167" y="577657"/>
                  </a:lnTo>
                  <a:lnTo>
                    <a:pt x="728200" y="600511"/>
                  </a:lnTo>
                  <a:lnTo>
                    <a:pt x="739233" y="623386"/>
                  </a:lnTo>
                  <a:lnTo>
                    <a:pt x="750267" y="646269"/>
                  </a:lnTo>
                  <a:lnTo>
                    <a:pt x="761300" y="669150"/>
                  </a:lnTo>
                  <a:lnTo>
                    <a:pt x="772333" y="692017"/>
                  </a:lnTo>
                  <a:lnTo>
                    <a:pt x="783367" y="714862"/>
                  </a:lnTo>
                  <a:lnTo>
                    <a:pt x="794400" y="737673"/>
                  </a:lnTo>
                  <a:lnTo>
                    <a:pt x="805433" y="760443"/>
                  </a:lnTo>
                  <a:lnTo>
                    <a:pt x="816467" y="783161"/>
                  </a:lnTo>
                  <a:lnTo>
                    <a:pt x="827500" y="805818"/>
                  </a:lnTo>
                  <a:lnTo>
                    <a:pt x="838533" y="828406"/>
                  </a:lnTo>
                  <a:lnTo>
                    <a:pt x="849567" y="850916"/>
                  </a:lnTo>
                  <a:lnTo>
                    <a:pt x="860600" y="873337"/>
                  </a:lnTo>
                  <a:lnTo>
                    <a:pt x="871633" y="895661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764" name="pl764"/>
            <p:cNvSpPr/>
            <p:nvPr/>
          </p:nvSpPr>
          <p:spPr>
            <a:xfrm>
              <a:off x="9606995" y="6930346"/>
              <a:ext cx="871633" cy="1521985"/>
            </a:xfrm>
            <a:custGeom>
              <a:avLst/>
              <a:gdLst/>
              <a:ahLst/>
              <a:cxnLst/>
              <a:rect l="0" t="0" r="0" b="0"/>
              <a:pathLst>
                <a:path w="871633" h="1521985">
                  <a:moveTo>
                    <a:pt x="871633" y="1521985"/>
                  </a:moveTo>
                  <a:lnTo>
                    <a:pt x="860600" y="1477683"/>
                  </a:lnTo>
                  <a:lnTo>
                    <a:pt x="849567" y="1433523"/>
                  </a:lnTo>
                  <a:lnTo>
                    <a:pt x="838533" y="1389543"/>
                  </a:lnTo>
                  <a:lnTo>
                    <a:pt x="827500" y="1345778"/>
                  </a:lnTo>
                  <a:lnTo>
                    <a:pt x="816467" y="1302266"/>
                  </a:lnTo>
                  <a:lnTo>
                    <a:pt x="805433" y="1259044"/>
                  </a:lnTo>
                  <a:lnTo>
                    <a:pt x="794400" y="1216147"/>
                  </a:lnTo>
                  <a:lnTo>
                    <a:pt x="783367" y="1173613"/>
                  </a:lnTo>
                  <a:lnTo>
                    <a:pt x="772333" y="1131477"/>
                  </a:lnTo>
                  <a:lnTo>
                    <a:pt x="761300" y="1089777"/>
                  </a:lnTo>
                  <a:lnTo>
                    <a:pt x="750267" y="1048547"/>
                  </a:lnTo>
                  <a:lnTo>
                    <a:pt x="739233" y="1007823"/>
                  </a:lnTo>
                  <a:lnTo>
                    <a:pt x="728200" y="967640"/>
                  </a:lnTo>
                  <a:lnTo>
                    <a:pt x="717167" y="928031"/>
                  </a:lnTo>
                  <a:lnTo>
                    <a:pt x="706133" y="889030"/>
                  </a:lnTo>
                  <a:lnTo>
                    <a:pt x="695100" y="850669"/>
                  </a:lnTo>
                  <a:lnTo>
                    <a:pt x="684067" y="812979"/>
                  </a:lnTo>
                  <a:lnTo>
                    <a:pt x="673033" y="775989"/>
                  </a:lnTo>
                  <a:lnTo>
                    <a:pt x="662000" y="739728"/>
                  </a:lnTo>
                  <a:lnTo>
                    <a:pt x="650967" y="704222"/>
                  </a:lnTo>
                  <a:lnTo>
                    <a:pt x="639933" y="669495"/>
                  </a:lnTo>
                  <a:lnTo>
                    <a:pt x="628900" y="635569"/>
                  </a:lnTo>
                  <a:lnTo>
                    <a:pt x="617866" y="602465"/>
                  </a:lnTo>
                  <a:lnTo>
                    <a:pt x="606833" y="570201"/>
                  </a:lnTo>
                  <a:lnTo>
                    <a:pt x="595800" y="538791"/>
                  </a:lnTo>
                  <a:lnTo>
                    <a:pt x="584766" y="508248"/>
                  </a:lnTo>
                  <a:lnTo>
                    <a:pt x="573733" y="478584"/>
                  </a:lnTo>
                  <a:lnTo>
                    <a:pt x="562700" y="449804"/>
                  </a:lnTo>
                  <a:lnTo>
                    <a:pt x="551666" y="421916"/>
                  </a:lnTo>
                  <a:lnTo>
                    <a:pt x="540633" y="394923"/>
                  </a:lnTo>
                  <a:lnTo>
                    <a:pt x="529600" y="368825"/>
                  </a:lnTo>
                  <a:lnTo>
                    <a:pt x="518566" y="343622"/>
                  </a:lnTo>
                  <a:lnTo>
                    <a:pt x="507533" y="319312"/>
                  </a:lnTo>
                  <a:lnTo>
                    <a:pt x="496500" y="295893"/>
                  </a:lnTo>
                  <a:lnTo>
                    <a:pt x="485466" y="273359"/>
                  </a:lnTo>
                  <a:lnTo>
                    <a:pt x="474433" y="251705"/>
                  </a:lnTo>
                  <a:lnTo>
                    <a:pt x="463400" y="230927"/>
                  </a:lnTo>
                  <a:lnTo>
                    <a:pt x="452366" y="211020"/>
                  </a:lnTo>
                  <a:lnTo>
                    <a:pt x="441333" y="191977"/>
                  </a:lnTo>
                  <a:lnTo>
                    <a:pt x="430300" y="173794"/>
                  </a:lnTo>
                  <a:lnTo>
                    <a:pt x="419266" y="156468"/>
                  </a:lnTo>
                  <a:lnTo>
                    <a:pt x="408233" y="139995"/>
                  </a:lnTo>
                  <a:lnTo>
                    <a:pt x="397200" y="124375"/>
                  </a:lnTo>
                  <a:lnTo>
                    <a:pt x="386166" y="109607"/>
                  </a:lnTo>
                  <a:lnTo>
                    <a:pt x="375133" y="95693"/>
                  </a:lnTo>
                  <a:lnTo>
                    <a:pt x="364100" y="82638"/>
                  </a:lnTo>
                  <a:lnTo>
                    <a:pt x="353066" y="70447"/>
                  </a:lnTo>
                  <a:lnTo>
                    <a:pt x="342033" y="59130"/>
                  </a:lnTo>
                  <a:lnTo>
                    <a:pt x="331000" y="48701"/>
                  </a:lnTo>
                  <a:lnTo>
                    <a:pt x="319966" y="39176"/>
                  </a:lnTo>
                  <a:lnTo>
                    <a:pt x="308933" y="30578"/>
                  </a:lnTo>
                  <a:lnTo>
                    <a:pt x="297900" y="22935"/>
                  </a:lnTo>
                  <a:lnTo>
                    <a:pt x="286866" y="16283"/>
                  </a:lnTo>
                  <a:lnTo>
                    <a:pt x="275833" y="10669"/>
                  </a:lnTo>
                  <a:lnTo>
                    <a:pt x="264800" y="6149"/>
                  </a:lnTo>
                  <a:lnTo>
                    <a:pt x="253766" y="2798"/>
                  </a:lnTo>
                  <a:lnTo>
                    <a:pt x="242733" y="708"/>
                  </a:lnTo>
                  <a:lnTo>
                    <a:pt x="231700" y="0"/>
                  </a:lnTo>
                  <a:lnTo>
                    <a:pt x="220666" y="822"/>
                  </a:lnTo>
                  <a:lnTo>
                    <a:pt x="209633" y="3363"/>
                  </a:lnTo>
                  <a:lnTo>
                    <a:pt x="198600" y="7840"/>
                  </a:lnTo>
                  <a:lnTo>
                    <a:pt x="187566" y="14404"/>
                  </a:lnTo>
                  <a:lnTo>
                    <a:pt x="176533" y="23079"/>
                  </a:lnTo>
                  <a:lnTo>
                    <a:pt x="165500" y="33742"/>
                  </a:lnTo>
                  <a:lnTo>
                    <a:pt x="154466" y="46125"/>
                  </a:lnTo>
                  <a:lnTo>
                    <a:pt x="143433" y="59848"/>
                  </a:lnTo>
                  <a:lnTo>
                    <a:pt x="132400" y="74465"/>
                  </a:lnTo>
                  <a:lnTo>
                    <a:pt x="121366" y="89519"/>
                  </a:lnTo>
                  <a:lnTo>
                    <a:pt x="110333" y="104601"/>
                  </a:lnTo>
                  <a:lnTo>
                    <a:pt x="99300" y="119418"/>
                  </a:lnTo>
                  <a:lnTo>
                    <a:pt x="88266" y="133902"/>
                  </a:lnTo>
                  <a:lnTo>
                    <a:pt x="77233" y="148425"/>
                  </a:lnTo>
                  <a:lnTo>
                    <a:pt x="66200" y="163643"/>
                  </a:lnTo>
                  <a:lnTo>
                    <a:pt x="55166" y="179336"/>
                  </a:lnTo>
                  <a:lnTo>
                    <a:pt x="44133" y="196166"/>
                  </a:lnTo>
                  <a:lnTo>
                    <a:pt x="33100" y="215546"/>
                  </a:lnTo>
                  <a:lnTo>
                    <a:pt x="22066" y="239233"/>
                  </a:lnTo>
                  <a:lnTo>
                    <a:pt x="11033" y="268220"/>
                  </a:lnTo>
                  <a:lnTo>
                    <a:pt x="0" y="302305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765" name="pl765"/>
            <p:cNvSpPr/>
            <p:nvPr/>
          </p:nvSpPr>
          <p:spPr>
            <a:xfrm>
              <a:off x="9606995" y="6803379"/>
              <a:ext cx="871633" cy="1198718"/>
            </a:xfrm>
            <a:custGeom>
              <a:avLst/>
              <a:gdLst/>
              <a:ahLst/>
              <a:cxnLst/>
              <a:rect l="0" t="0" r="0" b="0"/>
              <a:pathLst>
                <a:path w="871633" h="1198718">
                  <a:moveTo>
                    <a:pt x="0" y="352704"/>
                  </a:moveTo>
                  <a:lnTo>
                    <a:pt x="11033" y="331939"/>
                  </a:lnTo>
                  <a:lnTo>
                    <a:pt x="22066" y="311168"/>
                  </a:lnTo>
                  <a:lnTo>
                    <a:pt x="33100" y="290319"/>
                  </a:lnTo>
                  <a:lnTo>
                    <a:pt x="44133" y="269318"/>
                  </a:lnTo>
                  <a:lnTo>
                    <a:pt x="55166" y="248113"/>
                  </a:lnTo>
                  <a:lnTo>
                    <a:pt x="66200" y="226612"/>
                  </a:lnTo>
                  <a:lnTo>
                    <a:pt x="77233" y="205051"/>
                  </a:lnTo>
                  <a:lnTo>
                    <a:pt x="88266" y="184035"/>
                  </a:lnTo>
                  <a:lnTo>
                    <a:pt x="99300" y="163938"/>
                  </a:lnTo>
                  <a:lnTo>
                    <a:pt x="110333" y="144821"/>
                  </a:lnTo>
                  <a:lnTo>
                    <a:pt x="121366" y="126723"/>
                  </a:lnTo>
                  <a:lnTo>
                    <a:pt x="132400" y="109682"/>
                  </a:lnTo>
                  <a:lnTo>
                    <a:pt x="143433" y="93738"/>
                  </a:lnTo>
                  <a:lnTo>
                    <a:pt x="154466" y="78930"/>
                  </a:lnTo>
                  <a:lnTo>
                    <a:pt x="165500" y="65296"/>
                  </a:lnTo>
                  <a:lnTo>
                    <a:pt x="176533" y="52877"/>
                  </a:lnTo>
                  <a:lnTo>
                    <a:pt x="187566" y="41712"/>
                  </a:lnTo>
                  <a:lnTo>
                    <a:pt x="198600" y="31838"/>
                  </a:lnTo>
                  <a:lnTo>
                    <a:pt x="209633" y="23296"/>
                  </a:lnTo>
                  <a:lnTo>
                    <a:pt x="220666" y="16115"/>
                  </a:lnTo>
                  <a:lnTo>
                    <a:pt x="231700" y="10284"/>
                  </a:lnTo>
                  <a:lnTo>
                    <a:pt x="242733" y="5779"/>
                  </a:lnTo>
                  <a:lnTo>
                    <a:pt x="253766" y="2579"/>
                  </a:lnTo>
                  <a:lnTo>
                    <a:pt x="264800" y="660"/>
                  </a:lnTo>
                  <a:lnTo>
                    <a:pt x="275833" y="0"/>
                  </a:lnTo>
                  <a:lnTo>
                    <a:pt x="286866" y="574"/>
                  </a:lnTo>
                  <a:lnTo>
                    <a:pt x="297900" y="2362"/>
                  </a:lnTo>
                  <a:lnTo>
                    <a:pt x="308933" y="5338"/>
                  </a:lnTo>
                  <a:lnTo>
                    <a:pt x="319966" y="9482"/>
                  </a:lnTo>
                  <a:lnTo>
                    <a:pt x="331000" y="14770"/>
                  </a:lnTo>
                  <a:lnTo>
                    <a:pt x="342033" y="21179"/>
                  </a:lnTo>
                  <a:lnTo>
                    <a:pt x="353066" y="28685"/>
                  </a:lnTo>
                  <a:lnTo>
                    <a:pt x="364100" y="37267"/>
                  </a:lnTo>
                  <a:lnTo>
                    <a:pt x="375133" y="46902"/>
                  </a:lnTo>
                  <a:lnTo>
                    <a:pt x="386166" y="57566"/>
                  </a:lnTo>
                  <a:lnTo>
                    <a:pt x="397200" y="69237"/>
                  </a:lnTo>
                  <a:lnTo>
                    <a:pt x="408233" y="81891"/>
                  </a:lnTo>
                  <a:lnTo>
                    <a:pt x="419266" y="95506"/>
                  </a:lnTo>
                  <a:lnTo>
                    <a:pt x="430300" y="110060"/>
                  </a:lnTo>
                  <a:lnTo>
                    <a:pt x="441333" y="125528"/>
                  </a:lnTo>
                  <a:lnTo>
                    <a:pt x="452366" y="141889"/>
                  </a:lnTo>
                  <a:lnTo>
                    <a:pt x="463400" y="159119"/>
                  </a:lnTo>
                  <a:lnTo>
                    <a:pt x="474433" y="177196"/>
                  </a:lnTo>
                  <a:lnTo>
                    <a:pt x="485466" y="196096"/>
                  </a:lnTo>
                  <a:lnTo>
                    <a:pt x="496500" y="215797"/>
                  </a:lnTo>
                  <a:lnTo>
                    <a:pt x="507533" y="236276"/>
                  </a:lnTo>
                  <a:lnTo>
                    <a:pt x="518566" y="257509"/>
                  </a:lnTo>
                  <a:lnTo>
                    <a:pt x="529600" y="279475"/>
                  </a:lnTo>
                  <a:lnTo>
                    <a:pt x="540633" y="302150"/>
                  </a:lnTo>
                  <a:lnTo>
                    <a:pt x="551666" y="325512"/>
                  </a:lnTo>
                  <a:lnTo>
                    <a:pt x="562700" y="349537"/>
                  </a:lnTo>
                  <a:lnTo>
                    <a:pt x="573733" y="374202"/>
                  </a:lnTo>
                  <a:lnTo>
                    <a:pt x="584766" y="399486"/>
                  </a:lnTo>
                  <a:lnTo>
                    <a:pt x="595800" y="425364"/>
                  </a:lnTo>
                  <a:lnTo>
                    <a:pt x="606833" y="451814"/>
                  </a:lnTo>
                  <a:lnTo>
                    <a:pt x="617866" y="478813"/>
                  </a:lnTo>
                  <a:lnTo>
                    <a:pt x="628900" y="506338"/>
                  </a:lnTo>
                  <a:lnTo>
                    <a:pt x="639933" y="534367"/>
                  </a:lnTo>
                  <a:lnTo>
                    <a:pt x="650967" y="562876"/>
                  </a:lnTo>
                  <a:lnTo>
                    <a:pt x="662000" y="591842"/>
                  </a:lnTo>
                  <a:lnTo>
                    <a:pt x="673033" y="621244"/>
                  </a:lnTo>
                  <a:lnTo>
                    <a:pt x="684067" y="651057"/>
                  </a:lnTo>
                  <a:lnTo>
                    <a:pt x="695100" y="681259"/>
                  </a:lnTo>
                  <a:lnTo>
                    <a:pt x="706133" y="711827"/>
                  </a:lnTo>
                  <a:lnTo>
                    <a:pt x="717167" y="742738"/>
                  </a:lnTo>
                  <a:lnTo>
                    <a:pt x="728200" y="773970"/>
                  </a:lnTo>
                  <a:lnTo>
                    <a:pt x="739233" y="805499"/>
                  </a:lnTo>
                  <a:lnTo>
                    <a:pt x="750267" y="837303"/>
                  </a:lnTo>
                  <a:lnTo>
                    <a:pt x="761300" y="869358"/>
                  </a:lnTo>
                  <a:lnTo>
                    <a:pt x="772333" y="901642"/>
                  </a:lnTo>
                  <a:lnTo>
                    <a:pt x="783367" y="934132"/>
                  </a:lnTo>
                  <a:lnTo>
                    <a:pt x="794400" y="966805"/>
                  </a:lnTo>
                  <a:lnTo>
                    <a:pt x="805433" y="999638"/>
                  </a:lnTo>
                  <a:lnTo>
                    <a:pt x="816467" y="1032608"/>
                  </a:lnTo>
                  <a:lnTo>
                    <a:pt x="827500" y="1065693"/>
                  </a:lnTo>
                  <a:lnTo>
                    <a:pt x="838533" y="1098869"/>
                  </a:lnTo>
                  <a:lnTo>
                    <a:pt x="849567" y="1132114"/>
                  </a:lnTo>
                  <a:lnTo>
                    <a:pt x="860600" y="1165404"/>
                  </a:lnTo>
                  <a:lnTo>
                    <a:pt x="871633" y="1198718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pl766"/>
            <p:cNvSpPr/>
            <p:nvPr/>
          </p:nvSpPr>
          <p:spPr>
            <a:xfrm>
              <a:off x="9672774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rc767"/>
            <p:cNvSpPr/>
            <p:nvPr/>
          </p:nvSpPr>
          <p:spPr>
            <a:xfrm>
              <a:off x="9563413" y="5418670"/>
              <a:ext cx="95879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tx768"/>
            <p:cNvSpPr/>
            <p:nvPr/>
          </p:nvSpPr>
          <p:spPr>
            <a:xfrm>
              <a:off x="9308205" y="7872078"/>
              <a:ext cx="192578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9345421" y="7128660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9345421" y="6385243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9345421" y="5641825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772" name="pl772"/>
            <p:cNvSpPr/>
            <p:nvPr/>
          </p:nvSpPr>
          <p:spPr>
            <a:xfrm>
              <a:off x="9528619" y="791377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pl773"/>
            <p:cNvSpPr/>
            <p:nvPr/>
          </p:nvSpPr>
          <p:spPr>
            <a:xfrm>
              <a:off x="9528619" y="717035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pl774"/>
            <p:cNvSpPr/>
            <p:nvPr/>
          </p:nvSpPr>
          <p:spPr>
            <a:xfrm>
              <a:off x="9528619" y="642693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pl775"/>
            <p:cNvSpPr/>
            <p:nvPr/>
          </p:nvSpPr>
          <p:spPr>
            <a:xfrm>
              <a:off x="9528619" y="568351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pl776"/>
            <p:cNvSpPr/>
            <p:nvPr/>
          </p:nvSpPr>
          <p:spPr>
            <a:xfrm>
              <a:off x="9663496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pl777"/>
            <p:cNvSpPr/>
            <p:nvPr/>
          </p:nvSpPr>
          <p:spPr>
            <a:xfrm>
              <a:off x="9867537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pl778"/>
            <p:cNvSpPr/>
            <p:nvPr/>
          </p:nvSpPr>
          <p:spPr>
            <a:xfrm>
              <a:off x="10071577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pl779"/>
            <p:cNvSpPr/>
            <p:nvPr/>
          </p:nvSpPr>
          <p:spPr>
            <a:xfrm>
              <a:off x="10275618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pl780"/>
            <p:cNvSpPr/>
            <p:nvPr/>
          </p:nvSpPr>
          <p:spPr>
            <a:xfrm>
              <a:off x="10479658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tx781"/>
            <p:cNvSpPr/>
            <p:nvPr/>
          </p:nvSpPr>
          <p:spPr>
            <a:xfrm>
              <a:off x="9585815" y="8657731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9789856" y="8657731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9993896" y="8657731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10197937" y="8659095"/>
              <a:ext cx="15536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10370900" y="8657731"/>
              <a:ext cx="21751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9685547" y="8780345"/>
              <a:ext cx="714530" cy="1281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1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 pT217 / AB42 (Z)</a:t>
              </a:r>
              <a:endPara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787" name="tx787"/>
            <p:cNvSpPr/>
            <p:nvPr/>
          </p:nvSpPr>
          <p:spPr>
            <a:xfrm rot="-5400000">
              <a:off x="8695096" y="6942997"/>
              <a:ext cx="955116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RofC</a:t>
              </a:r>
              <a:r>
                <a:rPr lang="en-US" sz="11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Plasma pT217 / AB42 (Z)</a:t>
              </a:r>
              <a:endPara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788" name="rc788"/>
            <p:cNvSpPr/>
            <p:nvPr/>
          </p:nvSpPr>
          <p:spPr>
            <a:xfrm>
              <a:off x="10591800" y="53490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rc789"/>
            <p:cNvSpPr/>
            <p:nvPr/>
          </p:nvSpPr>
          <p:spPr>
            <a:xfrm>
              <a:off x="11115988" y="5418670"/>
              <a:ext cx="930222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90" name="pl790"/>
            <p:cNvSpPr/>
            <p:nvPr/>
          </p:nvSpPr>
          <p:spPr>
            <a:xfrm>
              <a:off x="11115988" y="6761015"/>
              <a:ext cx="930222" cy="0"/>
            </a:xfrm>
            <a:custGeom>
              <a:avLst/>
              <a:gdLst/>
              <a:ahLst/>
              <a:cxnLst/>
              <a:rect l="0" t="0" r="0" b="0"/>
              <a:pathLst>
                <a:path w="930222">
                  <a:moveTo>
                    <a:pt x="0" y="0"/>
                  </a:moveTo>
                  <a:lnTo>
                    <a:pt x="930222" y="0"/>
                  </a:lnTo>
                  <a:lnTo>
                    <a:pt x="93022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pl791"/>
            <p:cNvSpPr/>
            <p:nvPr/>
          </p:nvSpPr>
          <p:spPr>
            <a:xfrm>
              <a:off x="11115988" y="6476026"/>
              <a:ext cx="930222" cy="0"/>
            </a:xfrm>
            <a:custGeom>
              <a:avLst/>
              <a:gdLst/>
              <a:ahLst/>
              <a:cxnLst/>
              <a:rect l="0" t="0" r="0" b="0"/>
              <a:pathLst>
                <a:path w="930222">
                  <a:moveTo>
                    <a:pt x="0" y="0"/>
                  </a:moveTo>
                  <a:lnTo>
                    <a:pt x="930222" y="0"/>
                  </a:lnTo>
                  <a:lnTo>
                    <a:pt x="93022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pl792"/>
            <p:cNvSpPr/>
            <p:nvPr/>
          </p:nvSpPr>
          <p:spPr>
            <a:xfrm>
              <a:off x="11115988" y="6191037"/>
              <a:ext cx="930222" cy="0"/>
            </a:xfrm>
            <a:custGeom>
              <a:avLst/>
              <a:gdLst/>
              <a:ahLst/>
              <a:cxnLst/>
              <a:rect l="0" t="0" r="0" b="0"/>
              <a:pathLst>
                <a:path w="930222">
                  <a:moveTo>
                    <a:pt x="0" y="0"/>
                  </a:moveTo>
                  <a:lnTo>
                    <a:pt x="930222" y="0"/>
                  </a:lnTo>
                  <a:lnTo>
                    <a:pt x="93022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pl793"/>
            <p:cNvSpPr/>
            <p:nvPr/>
          </p:nvSpPr>
          <p:spPr>
            <a:xfrm>
              <a:off x="11115988" y="5906048"/>
              <a:ext cx="930222" cy="0"/>
            </a:xfrm>
            <a:custGeom>
              <a:avLst/>
              <a:gdLst/>
              <a:ahLst/>
              <a:cxnLst/>
              <a:rect l="0" t="0" r="0" b="0"/>
              <a:pathLst>
                <a:path w="930222">
                  <a:moveTo>
                    <a:pt x="0" y="0"/>
                  </a:moveTo>
                  <a:lnTo>
                    <a:pt x="930222" y="0"/>
                  </a:lnTo>
                  <a:lnTo>
                    <a:pt x="93022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pl794"/>
            <p:cNvSpPr/>
            <p:nvPr/>
          </p:nvSpPr>
          <p:spPr>
            <a:xfrm>
              <a:off x="11115988" y="5621059"/>
              <a:ext cx="930222" cy="0"/>
            </a:xfrm>
            <a:custGeom>
              <a:avLst/>
              <a:gdLst/>
              <a:ahLst/>
              <a:cxnLst/>
              <a:rect l="0" t="0" r="0" b="0"/>
              <a:pathLst>
                <a:path w="930222">
                  <a:moveTo>
                    <a:pt x="0" y="0"/>
                  </a:moveTo>
                  <a:lnTo>
                    <a:pt x="930222" y="0"/>
                  </a:lnTo>
                  <a:lnTo>
                    <a:pt x="93022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pl795"/>
            <p:cNvSpPr/>
            <p:nvPr/>
          </p:nvSpPr>
          <p:spPr>
            <a:xfrm>
              <a:off x="11323445" y="5418670"/>
              <a:ext cx="0" cy="1349322"/>
            </a:xfrm>
            <a:custGeom>
              <a:avLst/>
              <a:gdLst/>
              <a:ahLst/>
              <a:cxnLst/>
              <a:rect l="0" t="0" r="0" b="0"/>
              <a:pathLst>
                <a:path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pl796"/>
            <p:cNvSpPr/>
            <p:nvPr/>
          </p:nvSpPr>
          <p:spPr>
            <a:xfrm>
              <a:off x="11653794" y="5418670"/>
              <a:ext cx="0" cy="1349322"/>
            </a:xfrm>
            <a:custGeom>
              <a:avLst/>
              <a:gdLst/>
              <a:ahLst/>
              <a:cxnLst/>
              <a:rect l="0" t="0" r="0" b="0"/>
              <a:pathLst>
                <a:path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pl797"/>
            <p:cNvSpPr/>
            <p:nvPr/>
          </p:nvSpPr>
          <p:spPr>
            <a:xfrm>
              <a:off x="11984143" y="5418670"/>
              <a:ext cx="0" cy="1349322"/>
            </a:xfrm>
            <a:custGeom>
              <a:avLst/>
              <a:gdLst/>
              <a:ahLst/>
              <a:cxnLst/>
              <a:rect l="0" t="0" r="0" b="0"/>
              <a:pathLst>
                <a:path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pl798"/>
            <p:cNvSpPr/>
            <p:nvPr/>
          </p:nvSpPr>
          <p:spPr>
            <a:xfrm>
              <a:off x="11115988" y="6618521"/>
              <a:ext cx="930222" cy="0"/>
            </a:xfrm>
            <a:custGeom>
              <a:avLst/>
              <a:gdLst/>
              <a:ahLst/>
              <a:cxnLst/>
              <a:rect l="0" t="0" r="0" b="0"/>
              <a:pathLst>
                <a:path w="930222">
                  <a:moveTo>
                    <a:pt x="0" y="0"/>
                  </a:moveTo>
                  <a:lnTo>
                    <a:pt x="930222" y="0"/>
                  </a:lnTo>
                  <a:lnTo>
                    <a:pt x="93022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pl799"/>
            <p:cNvSpPr/>
            <p:nvPr/>
          </p:nvSpPr>
          <p:spPr>
            <a:xfrm>
              <a:off x="11115988" y="6333532"/>
              <a:ext cx="930222" cy="0"/>
            </a:xfrm>
            <a:custGeom>
              <a:avLst/>
              <a:gdLst/>
              <a:ahLst/>
              <a:cxnLst/>
              <a:rect l="0" t="0" r="0" b="0"/>
              <a:pathLst>
                <a:path w="930222">
                  <a:moveTo>
                    <a:pt x="0" y="0"/>
                  </a:moveTo>
                  <a:lnTo>
                    <a:pt x="930222" y="0"/>
                  </a:lnTo>
                  <a:lnTo>
                    <a:pt x="93022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pl800"/>
            <p:cNvSpPr/>
            <p:nvPr/>
          </p:nvSpPr>
          <p:spPr>
            <a:xfrm>
              <a:off x="11115988" y="6048543"/>
              <a:ext cx="930222" cy="0"/>
            </a:xfrm>
            <a:custGeom>
              <a:avLst/>
              <a:gdLst/>
              <a:ahLst/>
              <a:cxnLst/>
              <a:rect l="0" t="0" r="0" b="0"/>
              <a:pathLst>
                <a:path w="930222">
                  <a:moveTo>
                    <a:pt x="0" y="0"/>
                  </a:moveTo>
                  <a:lnTo>
                    <a:pt x="930222" y="0"/>
                  </a:lnTo>
                  <a:lnTo>
                    <a:pt x="93022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pl801"/>
            <p:cNvSpPr/>
            <p:nvPr/>
          </p:nvSpPr>
          <p:spPr>
            <a:xfrm>
              <a:off x="11115988" y="5763554"/>
              <a:ext cx="930222" cy="0"/>
            </a:xfrm>
            <a:custGeom>
              <a:avLst/>
              <a:gdLst/>
              <a:ahLst/>
              <a:cxnLst/>
              <a:rect l="0" t="0" r="0" b="0"/>
              <a:pathLst>
                <a:path w="930222">
                  <a:moveTo>
                    <a:pt x="0" y="0"/>
                  </a:moveTo>
                  <a:lnTo>
                    <a:pt x="930222" y="0"/>
                  </a:lnTo>
                  <a:lnTo>
                    <a:pt x="93022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pl802"/>
            <p:cNvSpPr/>
            <p:nvPr/>
          </p:nvSpPr>
          <p:spPr>
            <a:xfrm>
              <a:off x="11115988" y="5478565"/>
              <a:ext cx="930222" cy="0"/>
            </a:xfrm>
            <a:custGeom>
              <a:avLst/>
              <a:gdLst/>
              <a:ahLst/>
              <a:cxnLst/>
              <a:rect l="0" t="0" r="0" b="0"/>
              <a:pathLst>
                <a:path w="930222">
                  <a:moveTo>
                    <a:pt x="0" y="0"/>
                  </a:moveTo>
                  <a:lnTo>
                    <a:pt x="930222" y="0"/>
                  </a:lnTo>
                  <a:lnTo>
                    <a:pt x="93022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pl803"/>
            <p:cNvSpPr/>
            <p:nvPr/>
          </p:nvSpPr>
          <p:spPr>
            <a:xfrm>
              <a:off x="11158271" y="5418670"/>
              <a:ext cx="0" cy="1349322"/>
            </a:xfrm>
            <a:custGeom>
              <a:avLst/>
              <a:gdLst/>
              <a:ahLst/>
              <a:cxnLst/>
              <a:rect l="0" t="0" r="0" b="0"/>
              <a:pathLst>
                <a:path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pl804"/>
            <p:cNvSpPr/>
            <p:nvPr/>
          </p:nvSpPr>
          <p:spPr>
            <a:xfrm>
              <a:off x="11488620" y="5418670"/>
              <a:ext cx="0" cy="1349322"/>
            </a:xfrm>
            <a:custGeom>
              <a:avLst/>
              <a:gdLst/>
              <a:ahLst/>
              <a:cxnLst/>
              <a:rect l="0" t="0" r="0" b="0"/>
              <a:pathLst>
                <a:path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pl805"/>
            <p:cNvSpPr/>
            <p:nvPr/>
          </p:nvSpPr>
          <p:spPr>
            <a:xfrm>
              <a:off x="11818969" y="5418670"/>
              <a:ext cx="0" cy="1349322"/>
            </a:xfrm>
            <a:custGeom>
              <a:avLst/>
              <a:gdLst/>
              <a:ahLst/>
              <a:cxnLst/>
              <a:rect l="0" t="0" r="0" b="0"/>
              <a:pathLst>
                <a:path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pt806"/>
            <p:cNvSpPr/>
            <p:nvPr/>
          </p:nvSpPr>
          <p:spPr>
            <a:xfrm>
              <a:off x="11133445" y="6627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pt807"/>
            <p:cNvSpPr/>
            <p:nvPr/>
          </p:nvSpPr>
          <p:spPr>
            <a:xfrm>
              <a:off x="11617504" y="6552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pt808"/>
            <p:cNvSpPr/>
            <p:nvPr/>
          </p:nvSpPr>
          <p:spPr>
            <a:xfrm>
              <a:off x="11133445" y="6638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pt809"/>
            <p:cNvSpPr/>
            <p:nvPr/>
          </p:nvSpPr>
          <p:spPr>
            <a:xfrm>
              <a:off x="11534838" y="6664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pt810"/>
            <p:cNvSpPr/>
            <p:nvPr/>
          </p:nvSpPr>
          <p:spPr>
            <a:xfrm>
              <a:off x="11133445" y="66224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pt811"/>
            <p:cNvSpPr/>
            <p:nvPr/>
          </p:nvSpPr>
          <p:spPr>
            <a:xfrm>
              <a:off x="11538818" y="6585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pt812"/>
            <p:cNvSpPr/>
            <p:nvPr/>
          </p:nvSpPr>
          <p:spPr>
            <a:xfrm>
              <a:off x="11133445" y="6648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pt813"/>
            <p:cNvSpPr/>
            <p:nvPr/>
          </p:nvSpPr>
          <p:spPr>
            <a:xfrm>
              <a:off x="11371495" y="6663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pt814"/>
            <p:cNvSpPr/>
            <p:nvPr/>
          </p:nvSpPr>
          <p:spPr>
            <a:xfrm>
              <a:off x="11133445" y="6638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pt815"/>
            <p:cNvSpPr/>
            <p:nvPr/>
          </p:nvSpPr>
          <p:spPr>
            <a:xfrm>
              <a:off x="11340201" y="6598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pt816"/>
            <p:cNvSpPr/>
            <p:nvPr/>
          </p:nvSpPr>
          <p:spPr>
            <a:xfrm>
              <a:off x="11133445" y="6659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pt817"/>
            <p:cNvSpPr/>
            <p:nvPr/>
          </p:nvSpPr>
          <p:spPr>
            <a:xfrm>
              <a:off x="11506800" y="66499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pt818"/>
            <p:cNvSpPr/>
            <p:nvPr/>
          </p:nvSpPr>
          <p:spPr>
            <a:xfrm>
              <a:off x="11133445" y="6381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pt819"/>
            <p:cNvSpPr/>
            <p:nvPr/>
          </p:nvSpPr>
          <p:spPr>
            <a:xfrm>
              <a:off x="11133445" y="6381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pt820"/>
            <p:cNvSpPr/>
            <p:nvPr/>
          </p:nvSpPr>
          <p:spPr>
            <a:xfrm>
              <a:off x="11133445" y="6611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pt821"/>
            <p:cNvSpPr/>
            <p:nvPr/>
          </p:nvSpPr>
          <p:spPr>
            <a:xfrm>
              <a:off x="11608822" y="6533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pt822"/>
            <p:cNvSpPr/>
            <p:nvPr/>
          </p:nvSpPr>
          <p:spPr>
            <a:xfrm>
              <a:off x="11133445" y="6598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pt823"/>
            <p:cNvSpPr/>
            <p:nvPr/>
          </p:nvSpPr>
          <p:spPr>
            <a:xfrm>
              <a:off x="11470442" y="6605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pt824"/>
            <p:cNvSpPr/>
            <p:nvPr/>
          </p:nvSpPr>
          <p:spPr>
            <a:xfrm>
              <a:off x="11133445" y="6636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pt825"/>
            <p:cNvSpPr/>
            <p:nvPr/>
          </p:nvSpPr>
          <p:spPr>
            <a:xfrm>
              <a:off x="11310355" y="6640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pt826"/>
            <p:cNvSpPr/>
            <p:nvPr/>
          </p:nvSpPr>
          <p:spPr>
            <a:xfrm>
              <a:off x="11133445" y="66570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pt827"/>
            <p:cNvSpPr/>
            <p:nvPr/>
          </p:nvSpPr>
          <p:spPr>
            <a:xfrm>
              <a:off x="11359737" y="66454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pt828"/>
            <p:cNvSpPr/>
            <p:nvPr/>
          </p:nvSpPr>
          <p:spPr>
            <a:xfrm>
              <a:off x="11133445" y="6303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pt829"/>
            <p:cNvSpPr/>
            <p:nvPr/>
          </p:nvSpPr>
          <p:spPr>
            <a:xfrm>
              <a:off x="11565227" y="6330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pt830"/>
            <p:cNvSpPr/>
            <p:nvPr/>
          </p:nvSpPr>
          <p:spPr>
            <a:xfrm>
              <a:off x="11133445" y="6652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pt831"/>
            <p:cNvSpPr/>
            <p:nvPr/>
          </p:nvSpPr>
          <p:spPr>
            <a:xfrm>
              <a:off x="11543521" y="6636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pt832"/>
            <p:cNvSpPr/>
            <p:nvPr/>
          </p:nvSpPr>
          <p:spPr>
            <a:xfrm>
              <a:off x="11133445" y="6661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pt833"/>
            <p:cNvSpPr/>
            <p:nvPr/>
          </p:nvSpPr>
          <p:spPr>
            <a:xfrm>
              <a:off x="11268569" y="6670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pt834"/>
            <p:cNvSpPr/>
            <p:nvPr/>
          </p:nvSpPr>
          <p:spPr>
            <a:xfrm>
              <a:off x="11133445" y="66572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pt835"/>
            <p:cNvSpPr/>
            <p:nvPr/>
          </p:nvSpPr>
          <p:spPr>
            <a:xfrm>
              <a:off x="11412919" y="6655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pt836"/>
            <p:cNvSpPr/>
            <p:nvPr/>
          </p:nvSpPr>
          <p:spPr>
            <a:xfrm>
              <a:off x="11133445" y="6608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pt837"/>
            <p:cNvSpPr/>
            <p:nvPr/>
          </p:nvSpPr>
          <p:spPr>
            <a:xfrm>
              <a:off x="11277976" y="6620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pt838"/>
            <p:cNvSpPr/>
            <p:nvPr/>
          </p:nvSpPr>
          <p:spPr>
            <a:xfrm>
              <a:off x="11133445" y="6625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pt839"/>
            <p:cNvSpPr/>
            <p:nvPr/>
          </p:nvSpPr>
          <p:spPr>
            <a:xfrm>
              <a:off x="11133445" y="6625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pt840"/>
            <p:cNvSpPr/>
            <p:nvPr/>
          </p:nvSpPr>
          <p:spPr>
            <a:xfrm>
              <a:off x="11133445" y="6665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pt841"/>
            <p:cNvSpPr/>
            <p:nvPr/>
          </p:nvSpPr>
          <p:spPr>
            <a:xfrm>
              <a:off x="11366430" y="6681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pt842"/>
            <p:cNvSpPr/>
            <p:nvPr/>
          </p:nvSpPr>
          <p:spPr>
            <a:xfrm>
              <a:off x="11133445" y="6567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pt843"/>
            <p:cNvSpPr/>
            <p:nvPr/>
          </p:nvSpPr>
          <p:spPr>
            <a:xfrm>
              <a:off x="11133445" y="6567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pt844"/>
            <p:cNvSpPr/>
            <p:nvPr/>
          </p:nvSpPr>
          <p:spPr>
            <a:xfrm>
              <a:off x="11133445" y="6645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pt845"/>
            <p:cNvSpPr/>
            <p:nvPr/>
          </p:nvSpPr>
          <p:spPr>
            <a:xfrm>
              <a:off x="11530859" y="6637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pt846"/>
            <p:cNvSpPr/>
            <p:nvPr/>
          </p:nvSpPr>
          <p:spPr>
            <a:xfrm>
              <a:off x="11133445" y="6664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pt847"/>
            <p:cNvSpPr/>
            <p:nvPr/>
          </p:nvSpPr>
          <p:spPr>
            <a:xfrm>
              <a:off x="11544968" y="6631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pt848"/>
            <p:cNvSpPr/>
            <p:nvPr/>
          </p:nvSpPr>
          <p:spPr>
            <a:xfrm>
              <a:off x="11133445" y="6653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pt849"/>
            <p:cNvSpPr/>
            <p:nvPr/>
          </p:nvSpPr>
          <p:spPr>
            <a:xfrm>
              <a:off x="11520910" y="6653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pt850"/>
            <p:cNvSpPr/>
            <p:nvPr/>
          </p:nvSpPr>
          <p:spPr>
            <a:xfrm>
              <a:off x="11133445" y="66424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pt851"/>
            <p:cNvSpPr/>
            <p:nvPr/>
          </p:nvSpPr>
          <p:spPr>
            <a:xfrm>
              <a:off x="11492148" y="6640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pt852"/>
            <p:cNvSpPr/>
            <p:nvPr/>
          </p:nvSpPr>
          <p:spPr>
            <a:xfrm>
              <a:off x="11133445" y="6645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pt853"/>
            <p:cNvSpPr/>
            <p:nvPr/>
          </p:nvSpPr>
          <p:spPr>
            <a:xfrm>
              <a:off x="11448916" y="6617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pt854"/>
            <p:cNvSpPr/>
            <p:nvPr/>
          </p:nvSpPr>
          <p:spPr>
            <a:xfrm>
              <a:off x="11133445" y="6645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pt855"/>
            <p:cNvSpPr/>
            <p:nvPr/>
          </p:nvSpPr>
          <p:spPr>
            <a:xfrm>
              <a:off x="11353949" y="6655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pt856"/>
            <p:cNvSpPr/>
            <p:nvPr/>
          </p:nvSpPr>
          <p:spPr>
            <a:xfrm>
              <a:off x="11133445" y="6672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pt857"/>
            <p:cNvSpPr/>
            <p:nvPr/>
          </p:nvSpPr>
          <p:spPr>
            <a:xfrm>
              <a:off x="11303119" y="6676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pt858"/>
            <p:cNvSpPr/>
            <p:nvPr/>
          </p:nvSpPr>
          <p:spPr>
            <a:xfrm>
              <a:off x="11133445" y="6583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pt859"/>
            <p:cNvSpPr/>
            <p:nvPr/>
          </p:nvSpPr>
          <p:spPr>
            <a:xfrm>
              <a:off x="11865142" y="65041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pt860"/>
            <p:cNvSpPr/>
            <p:nvPr/>
          </p:nvSpPr>
          <p:spPr>
            <a:xfrm>
              <a:off x="11133445" y="6674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pt861"/>
            <p:cNvSpPr/>
            <p:nvPr/>
          </p:nvSpPr>
          <p:spPr>
            <a:xfrm>
              <a:off x="11133445" y="6674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pt862"/>
            <p:cNvSpPr/>
            <p:nvPr/>
          </p:nvSpPr>
          <p:spPr>
            <a:xfrm>
              <a:off x="11133445" y="6624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pt863"/>
            <p:cNvSpPr/>
            <p:nvPr/>
          </p:nvSpPr>
          <p:spPr>
            <a:xfrm>
              <a:off x="11524708" y="6609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pt864"/>
            <p:cNvSpPr/>
            <p:nvPr/>
          </p:nvSpPr>
          <p:spPr>
            <a:xfrm>
              <a:off x="11133445" y="6650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pt865"/>
            <p:cNvSpPr/>
            <p:nvPr/>
          </p:nvSpPr>
          <p:spPr>
            <a:xfrm>
              <a:off x="11262600" y="6630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pt866"/>
            <p:cNvSpPr/>
            <p:nvPr/>
          </p:nvSpPr>
          <p:spPr>
            <a:xfrm>
              <a:off x="11133445" y="6659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pt867"/>
            <p:cNvSpPr/>
            <p:nvPr/>
          </p:nvSpPr>
          <p:spPr>
            <a:xfrm>
              <a:off x="11270197" y="6630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pt868"/>
            <p:cNvSpPr/>
            <p:nvPr/>
          </p:nvSpPr>
          <p:spPr>
            <a:xfrm>
              <a:off x="11133445" y="6659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pt869"/>
            <p:cNvSpPr/>
            <p:nvPr/>
          </p:nvSpPr>
          <p:spPr>
            <a:xfrm>
              <a:off x="11339659" y="66509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pt870"/>
            <p:cNvSpPr/>
            <p:nvPr/>
          </p:nvSpPr>
          <p:spPr>
            <a:xfrm>
              <a:off x="11133445" y="6645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pt871"/>
            <p:cNvSpPr/>
            <p:nvPr/>
          </p:nvSpPr>
          <p:spPr>
            <a:xfrm>
              <a:off x="11332061" y="66335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pt872"/>
            <p:cNvSpPr/>
            <p:nvPr/>
          </p:nvSpPr>
          <p:spPr>
            <a:xfrm>
              <a:off x="11133445" y="6627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pt873"/>
            <p:cNvSpPr/>
            <p:nvPr/>
          </p:nvSpPr>
          <p:spPr>
            <a:xfrm>
              <a:off x="11528326" y="66337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pt874"/>
            <p:cNvSpPr/>
            <p:nvPr/>
          </p:nvSpPr>
          <p:spPr>
            <a:xfrm>
              <a:off x="11133445" y="6596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pt875"/>
            <p:cNvSpPr/>
            <p:nvPr/>
          </p:nvSpPr>
          <p:spPr>
            <a:xfrm>
              <a:off x="11459226" y="6576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pt876"/>
            <p:cNvSpPr/>
            <p:nvPr/>
          </p:nvSpPr>
          <p:spPr>
            <a:xfrm>
              <a:off x="11133445" y="6662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pt877"/>
            <p:cNvSpPr/>
            <p:nvPr/>
          </p:nvSpPr>
          <p:spPr>
            <a:xfrm>
              <a:off x="11562514" y="6650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pt878"/>
            <p:cNvSpPr/>
            <p:nvPr/>
          </p:nvSpPr>
          <p:spPr>
            <a:xfrm>
              <a:off x="11133445" y="6642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pt879"/>
            <p:cNvSpPr/>
            <p:nvPr/>
          </p:nvSpPr>
          <p:spPr>
            <a:xfrm>
              <a:off x="11574634" y="6670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pt880"/>
            <p:cNvSpPr/>
            <p:nvPr/>
          </p:nvSpPr>
          <p:spPr>
            <a:xfrm>
              <a:off x="11133445" y="6652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pt881"/>
            <p:cNvSpPr/>
            <p:nvPr/>
          </p:nvSpPr>
          <p:spPr>
            <a:xfrm>
              <a:off x="11528326" y="6626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pt882"/>
            <p:cNvSpPr/>
            <p:nvPr/>
          </p:nvSpPr>
          <p:spPr>
            <a:xfrm>
              <a:off x="11133445" y="6658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pt883"/>
            <p:cNvSpPr/>
            <p:nvPr/>
          </p:nvSpPr>
          <p:spPr>
            <a:xfrm>
              <a:off x="11517292" y="6643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pt884"/>
            <p:cNvSpPr/>
            <p:nvPr/>
          </p:nvSpPr>
          <p:spPr>
            <a:xfrm>
              <a:off x="11133445" y="6585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pt885"/>
            <p:cNvSpPr/>
            <p:nvPr/>
          </p:nvSpPr>
          <p:spPr>
            <a:xfrm>
              <a:off x="11589467" y="6561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pt886"/>
            <p:cNvSpPr/>
            <p:nvPr/>
          </p:nvSpPr>
          <p:spPr>
            <a:xfrm>
              <a:off x="11133445" y="6660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pt887"/>
            <p:cNvSpPr/>
            <p:nvPr/>
          </p:nvSpPr>
          <p:spPr>
            <a:xfrm>
              <a:off x="11550214" y="6645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pt888"/>
            <p:cNvSpPr/>
            <p:nvPr/>
          </p:nvSpPr>
          <p:spPr>
            <a:xfrm>
              <a:off x="11133445" y="6654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pt889"/>
            <p:cNvSpPr/>
            <p:nvPr/>
          </p:nvSpPr>
          <p:spPr>
            <a:xfrm>
              <a:off x="11505534" y="6646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pt890"/>
            <p:cNvSpPr/>
            <p:nvPr/>
          </p:nvSpPr>
          <p:spPr>
            <a:xfrm>
              <a:off x="11133445" y="6660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pt891"/>
            <p:cNvSpPr/>
            <p:nvPr/>
          </p:nvSpPr>
          <p:spPr>
            <a:xfrm>
              <a:off x="11535019" y="6647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pt892"/>
            <p:cNvSpPr/>
            <p:nvPr/>
          </p:nvSpPr>
          <p:spPr>
            <a:xfrm>
              <a:off x="11133445" y="66224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pt893"/>
            <p:cNvSpPr/>
            <p:nvPr/>
          </p:nvSpPr>
          <p:spPr>
            <a:xfrm>
              <a:off x="11263685" y="6603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pt894"/>
            <p:cNvSpPr/>
            <p:nvPr/>
          </p:nvSpPr>
          <p:spPr>
            <a:xfrm>
              <a:off x="11133445" y="6595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pt895"/>
            <p:cNvSpPr/>
            <p:nvPr/>
          </p:nvSpPr>
          <p:spPr>
            <a:xfrm>
              <a:off x="11254098" y="65491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pt896"/>
            <p:cNvSpPr/>
            <p:nvPr/>
          </p:nvSpPr>
          <p:spPr>
            <a:xfrm>
              <a:off x="11133445" y="66448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pt897"/>
            <p:cNvSpPr/>
            <p:nvPr/>
          </p:nvSpPr>
          <p:spPr>
            <a:xfrm>
              <a:off x="11249214" y="6616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pt898"/>
            <p:cNvSpPr/>
            <p:nvPr/>
          </p:nvSpPr>
          <p:spPr>
            <a:xfrm>
              <a:off x="11133445" y="65759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pt899"/>
            <p:cNvSpPr/>
            <p:nvPr/>
          </p:nvSpPr>
          <p:spPr>
            <a:xfrm>
              <a:off x="11133445" y="6556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pt900"/>
            <p:cNvSpPr/>
            <p:nvPr/>
          </p:nvSpPr>
          <p:spPr>
            <a:xfrm>
              <a:off x="11133445" y="6651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pt901"/>
            <p:cNvSpPr/>
            <p:nvPr/>
          </p:nvSpPr>
          <p:spPr>
            <a:xfrm>
              <a:off x="11578794" y="6644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pt902"/>
            <p:cNvSpPr/>
            <p:nvPr/>
          </p:nvSpPr>
          <p:spPr>
            <a:xfrm>
              <a:off x="11133445" y="6591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pt903"/>
            <p:cNvSpPr/>
            <p:nvPr/>
          </p:nvSpPr>
          <p:spPr>
            <a:xfrm>
              <a:off x="11578432" y="6528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pt904"/>
            <p:cNvSpPr/>
            <p:nvPr/>
          </p:nvSpPr>
          <p:spPr>
            <a:xfrm>
              <a:off x="11133445" y="66672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pt905"/>
            <p:cNvSpPr/>
            <p:nvPr/>
          </p:nvSpPr>
          <p:spPr>
            <a:xfrm>
              <a:off x="11486902" y="6639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pt906"/>
            <p:cNvSpPr/>
            <p:nvPr/>
          </p:nvSpPr>
          <p:spPr>
            <a:xfrm>
              <a:off x="11133445" y="6662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pt907"/>
            <p:cNvSpPr/>
            <p:nvPr/>
          </p:nvSpPr>
          <p:spPr>
            <a:xfrm>
              <a:off x="11346533" y="6615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pt908"/>
            <p:cNvSpPr/>
            <p:nvPr/>
          </p:nvSpPr>
          <p:spPr>
            <a:xfrm>
              <a:off x="11133445" y="6610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pt909"/>
            <p:cNvSpPr/>
            <p:nvPr/>
          </p:nvSpPr>
          <p:spPr>
            <a:xfrm>
              <a:off x="11595617" y="6618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pt910"/>
            <p:cNvSpPr/>
            <p:nvPr/>
          </p:nvSpPr>
          <p:spPr>
            <a:xfrm>
              <a:off x="11133445" y="66212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pt911"/>
            <p:cNvSpPr/>
            <p:nvPr/>
          </p:nvSpPr>
          <p:spPr>
            <a:xfrm>
              <a:off x="11579156" y="66104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pt912"/>
            <p:cNvSpPr/>
            <p:nvPr/>
          </p:nvSpPr>
          <p:spPr>
            <a:xfrm>
              <a:off x="11133445" y="6614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pt913"/>
            <p:cNvSpPr/>
            <p:nvPr/>
          </p:nvSpPr>
          <p:spPr>
            <a:xfrm>
              <a:off x="11531944" y="6595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pt914"/>
            <p:cNvSpPr/>
            <p:nvPr/>
          </p:nvSpPr>
          <p:spPr>
            <a:xfrm>
              <a:off x="11133445" y="6564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pt915"/>
            <p:cNvSpPr/>
            <p:nvPr/>
          </p:nvSpPr>
          <p:spPr>
            <a:xfrm>
              <a:off x="11504268" y="6545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pt916"/>
            <p:cNvSpPr/>
            <p:nvPr/>
          </p:nvSpPr>
          <p:spPr>
            <a:xfrm>
              <a:off x="11133445" y="6652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pt917"/>
            <p:cNvSpPr/>
            <p:nvPr/>
          </p:nvSpPr>
          <p:spPr>
            <a:xfrm>
              <a:off x="11527422" y="6638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pt918"/>
            <p:cNvSpPr/>
            <p:nvPr/>
          </p:nvSpPr>
          <p:spPr>
            <a:xfrm>
              <a:off x="11133445" y="6648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pt919"/>
            <p:cNvSpPr/>
            <p:nvPr/>
          </p:nvSpPr>
          <p:spPr>
            <a:xfrm>
              <a:off x="11412014" y="6507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pt920"/>
            <p:cNvSpPr/>
            <p:nvPr/>
          </p:nvSpPr>
          <p:spPr>
            <a:xfrm>
              <a:off x="11133445" y="6652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pt921"/>
            <p:cNvSpPr/>
            <p:nvPr/>
          </p:nvSpPr>
          <p:spPr>
            <a:xfrm>
              <a:off x="11324826" y="66436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pl922"/>
            <p:cNvSpPr/>
            <p:nvPr/>
          </p:nvSpPr>
          <p:spPr>
            <a:xfrm>
              <a:off x="11158271" y="6577350"/>
              <a:ext cx="484059" cy="74968"/>
            </a:xfrm>
            <a:custGeom>
              <a:avLst/>
              <a:gdLst/>
              <a:ahLst/>
              <a:cxnLst/>
              <a:rect l="0" t="0" r="0" b="0"/>
              <a:pathLst>
                <a:path w="484059" h="74968">
                  <a:moveTo>
                    <a:pt x="0" y="74968"/>
                  </a:moveTo>
                  <a:lnTo>
                    <a:pt x="4840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pl923"/>
            <p:cNvSpPr/>
            <p:nvPr/>
          </p:nvSpPr>
          <p:spPr>
            <a:xfrm>
              <a:off x="11158271" y="6662837"/>
              <a:ext cx="401392" cy="26502"/>
            </a:xfrm>
            <a:custGeom>
              <a:avLst/>
              <a:gdLst/>
              <a:ahLst/>
              <a:cxnLst/>
              <a:rect l="0" t="0" r="0" b="0"/>
              <a:pathLst>
                <a:path w="401392" h="26502">
                  <a:moveTo>
                    <a:pt x="0" y="0"/>
                  </a:moveTo>
                  <a:lnTo>
                    <a:pt x="401392" y="265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pl924"/>
            <p:cNvSpPr/>
            <p:nvPr/>
          </p:nvSpPr>
          <p:spPr>
            <a:xfrm>
              <a:off x="11158271" y="6610391"/>
              <a:ext cx="405372" cy="36897"/>
            </a:xfrm>
            <a:custGeom>
              <a:avLst/>
              <a:gdLst/>
              <a:ahLst/>
              <a:cxnLst/>
              <a:rect l="0" t="0" r="0" b="0"/>
              <a:pathLst>
                <a:path w="405372" h="36897">
                  <a:moveTo>
                    <a:pt x="0" y="36897"/>
                  </a:moveTo>
                  <a:lnTo>
                    <a:pt x="40537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pl925"/>
            <p:cNvSpPr/>
            <p:nvPr/>
          </p:nvSpPr>
          <p:spPr>
            <a:xfrm>
              <a:off x="11158271" y="6673202"/>
              <a:ext cx="238050" cy="15325"/>
            </a:xfrm>
            <a:custGeom>
              <a:avLst/>
              <a:gdLst/>
              <a:ahLst/>
              <a:cxnLst/>
              <a:rect l="0" t="0" r="0" b="0"/>
              <a:pathLst>
                <a:path w="238050" h="15325">
                  <a:moveTo>
                    <a:pt x="0" y="0"/>
                  </a:moveTo>
                  <a:lnTo>
                    <a:pt x="238050" y="1532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pl926"/>
            <p:cNvSpPr/>
            <p:nvPr/>
          </p:nvSpPr>
          <p:spPr>
            <a:xfrm>
              <a:off x="11158271" y="6623815"/>
              <a:ext cx="206756" cy="39478"/>
            </a:xfrm>
            <a:custGeom>
              <a:avLst/>
              <a:gdLst/>
              <a:ahLst/>
              <a:cxnLst/>
              <a:rect l="0" t="0" r="0" b="0"/>
              <a:pathLst>
                <a:path w="206756" h="39478">
                  <a:moveTo>
                    <a:pt x="0" y="39478"/>
                  </a:moveTo>
                  <a:lnTo>
                    <a:pt x="20675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pl927"/>
            <p:cNvSpPr/>
            <p:nvPr/>
          </p:nvSpPr>
          <p:spPr>
            <a:xfrm>
              <a:off x="11158271" y="6674726"/>
              <a:ext cx="373355" cy="9298"/>
            </a:xfrm>
            <a:custGeom>
              <a:avLst/>
              <a:gdLst/>
              <a:ahLst/>
              <a:cxnLst/>
              <a:rect l="0" t="0" r="0" b="0"/>
              <a:pathLst>
                <a:path w="373355" h="9298">
                  <a:moveTo>
                    <a:pt x="0" y="9298"/>
                  </a:moveTo>
                  <a:lnTo>
                    <a:pt x="3733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pl928"/>
            <p:cNvSpPr/>
            <p:nvPr/>
          </p:nvSpPr>
          <p:spPr>
            <a:xfrm>
              <a:off x="11158271" y="6406454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pl929"/>
            <p:cNvSpPr/>
            <p:nvPr/>
          </p:nvSpPr>
          <p:spPr>
            <a:xfrm>
              <a:off x="11158271" y="6558443"/>
              <a:ext cx="475376" cy="78176"/>
            </a:xfrm>
            <a:custGeom>
              <a:avLst/>
              <a:gdLst/>
              <a:ahLst/>
              <a:cxnLst/>
              <a:rect l="0" t="0" r="0" b="0"/>
              <a:pathLst>
                <a:path w="475376" h="78176">
                  <a:moveTo>
                    <a:pt x="0" y="78176"/>
                  </a:moveTo>
                  <a:lnTo>
                    <a:pt x="47537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pl930"/>
            <p:cNvSpPr/>
            <p:nvPr/>
          </p:nvSpPr>
          <p:spPr>
            <a:xfrm>
              <a:off x="11158271" y="6623053"/>
              <a:ext cx="336996" cy="7577"/>
            </a:xfrm>
            <a:custGeom>
              <a:avLst/>
              <a:gdLst/>
              <a:ahLst/>
              <a:cxnLst/>
              <a:rect l="0" t="0" r="0" b="0"/>
              <a:pathLst>
                <a:path w="336996" h="7577">
                  <a:moveTo>
                    <a:pt x="0" y="0"/>
                  </a:moveTo>
                  <a:lnTo>
                    <a:pt x="336996" y="75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pl931"/>
            <p:cNvSpPr/>
            <p:nvPr/>
          </p:nvSpPr>
          <p:spPr>
            <a:xfrm>
              <a:off x="11158271" y="6661007"/>
              <a:ext cx="176909" cy="3819"/>
            </a:xfrm>
            <a:custGeom>
              <a:avLst/>
              <a:gdLst/>
              <a:ahLst/>
              <a:cxnLst/>
              <a:rect l="0" t="0" r="0" b="0"/>
              <a:pathLst>
                <a:path w="176909" h="3819">
                  <a:moveTo>
                    <a:pt x="0" y="0"/>
                  </a:moveTo>
                  <a:lnTo>
                    <a:pt x="176909" y="38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pl932"/>
            <p:cNvSpPr/>
            <p:nvPr/>
          </p:nvSpPr>
          <p:spPr>
            <a:xfrm>
              <a:off x="11158271" y="6670306"/>
              <a:ext cx="226292" cy="11584"/>
            </a:xfrm>
            <a:custGeom>
              <a:avLst/>
              <a:gdLst/>
              <a:ahLst/>
              <a:cxnLst/>
              <a:rect l="0" t="0" r="0" b="0"/>
              <a:pathLst>
                <a:path w="226292" h="11584">
                  <a:moveTo>
                    <a:pt x="0" y="11584"/>
                  </a:moveTo>
                  <a:lnTo>
                    <a:pt x="22629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pl933"/>
            <p:cNvSpPr/>
            <p:nvPr/>
          </p:nvSpPr>
          <p:spPr>
            <a:xfrm>
              <a:off x="11158271" y="6328564"/>
              <a:ext cx="431782" cy="26827"/>
            </a:xfrm>
            <a:custGeom>
              <a:avLst/>
              <a:gdLst/>
              <a:ahLst/>
              <a:cxnLst/>
              <a:rect l="0" t="0" r="0" b="0"/>
              <a:pathLst>
                <a:path w="431782" h="26827">
                  <a:moveTo>
                    <a:pt x="0" y="0"/>
                  </a:moveTo>
                  <a:lnTo>
                    <a:pt x="431782" y="268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pl934"/>
            <p:cNvSpPr/>
            <p:nvPr/>
          </p:nvSpPr>
          <p:spPr>
            <a:xfrm>
              <a:off x="11158271" y="6661312"/>
              <a:ext cx="410075" cy="16004"/>
            </a:xfrm>
            <a:custGeom>
              <a:avLst/>
              <a:gdLst/>
              <a:ahLst/>
              <a:cxnLst/>
              <a:rect l="0" t="0" r="0" b="0"/>
              <a:pathLst>
                <a:path w="410075" h="16004">
                  <a:moveTo>
                    <a:pt x="0" y="16004"/>
                  </a:moveTo>
                  <a:lnTo>
                    <a:pt x="41007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pl935"/>
            <p:cNvSpPr/>
            <p:nvPr/>
          </p:nvSpPr>
          <p:spPr>
            <a:xfrm>
              <a:off x="11158271" y="6686310"/>
              <a:ext cx="135124" cy="8688"/>
            </a:xfrm>
            <a:custGeom>
              <a:avLst/>
              <a:gdLst/>
              <a:ahLst/>
              <a:cxnLst/>
              <a:rect l="0" t="0" r="0" b="0"/>
              <a:pathLst>
                <a:path w="135124" h="8688">
                  <a:moveTo>
                    <a:pt x="0" y="0"/>
                  </a:moveTo>
                  <a:lnTo>
                    <a:pt x="135124" y="868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pl936"/>
            <p:cNvSpPr/>
            <p:nvPr/>
          </p:nvSpPr>
          <p:spPr>
            <a:xfrm>
              <a:off x="11158271" y="6680541"/>
              <a:ext cx="279473" cy="1501"/>
            </a:xfrm>
            <a:custGeom>
              <a:avLst/>
              <a:gdLst/>
              <a:ahLst/>
              <a:cxnLst/>
              <a:rect l="0" t="0" r="0" b="0"/>
              <a:pathLst>
                <a:path w="279473" h="1501">
                  <a:moveTo>
                    <a:pt x="0" y="1501"/>
                  </a:moveTo>
                  <a:lnTo>
                    <a:pt x="27947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pl937"/>
            <p:cNvSpPr/>
            <p:nvPr/>
          </p:nvSpPr>
          <p:spPr>
            <a:xfrm>
              <a:off x="11158271" y="6633113"/>
              <a:ext cx="144530" cy="12136"/>
            </a:xfrm>
            <a:custGeom>
              <a:avLst/>
              <a:gdLst/>
              <a:ahLst/>
              <a:cxnLst/>
              <a:rect l="0" t="0" r="0" b="0"/>
              <a:pathLst>
                <a:path w="144530" h="12136">
                  <a:moveTo>
                    <a:pt x="0" y="0"/>
                  </a:moveTo>
                  <a:lnTo>
                    <a:pt x="144530" y="1213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pl938"/>
            <p:cNvSpPr/>
            <p:nvPr/>
          </p:nvSpPr>
          <p:spPr>
            <a:xfrm>
              <a:off x="11158271" y="6650808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pl939"/>
            <p:cNvSpPr/>
            <p:nvPr/>
          </p:nvSpPr>
          <p:spPr>
            <a:xfrm>
              <a:off x="11158271" y="6690121"/>
              <a:ext cx="232985" cy="16538"/>
            </a:xfrm>
            <a:custGeom>
              <a:avLst/>
              <a:gdLst/>
              <a:ahLst/>
              <a:cxnLst/>
              <a:rect l="0" t="0" r="0" b="0"/>
              <a:pathLst>
                <a:path w="232985" h="16538">
                  <a:moveTo>
                    <a:pt x="0" y="0"/>
                  </a:moveTo>
                  <a:lnTo>
                    <a:pt x="232985" y="165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pl940"/>
            <p:cNvSpPr/>
            <p:nvPr/>
          </p:nvSpPr>
          <p:spPr>
            <a:xfrm>
              <a:off x="11158271" y="6592180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pl941"/>
            <p:cNvSpPr/>
            <p:nvPr/>
          </p:nvSpPr>
          <p:spPr>
            <a:xfrm>
              <a:off x="11158271" y="6662379"/>
              <a:ext cx="397413" cy="7621"/>
            </a:xfrm>
            <a:custGeom>
              <a:avLst/>
              <a:gdLst/>
              <a:ahLst/>
              <a:cxnLst/>
              <a:rect l="0" t="0" r="0" b="0"/>
              <a:pathLst>
                <a:path w="397413" h="7621">
                  <a:moveTo>
                    <a:pt x="0" y="7621"/>
                  </a:moveTo>
                  <a:lnTo>
                    <a:pt x="3974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pl942"/>
            <p:cNvSpPr/>
            <p:nvPr/>
          </p:nvSpPr>
          <p:spPr>
            <a:xfrm>
              <a:off x="11158271" y="6656282"/>
              <a:ext cx="411522" cy="32619"/>
            </a:xfrm>
            <a:custGeom>
              <a:avLst/>
              <a:gdLst/>
              <a:ahLst/>
              <a:cxnLst/>
              <a:rect l="0" t="0" r="0" b="0"/>
              <a:pathLst>
                <a:path w="411522" h="32619">
                  <a:moveTo>
                    <a:pt x="0" y="32619"/>
                  </a:moveTo>
                  <a:lnTo>
                    <a:pt x="4115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pl943"/>
            <p:cNvSpPr/>
            <p:nvPr/>
          </p:nvSpPr>
          <p:spPr>
            <a:xfrm>
              <a:off x="11158271" y="6678384"/>
              <a:ext cx="387464" cy="0"/>
            </a:xfrm>
            <a:custGeom>
              <a:avLst/>
              <a:gdLst/>
              <a:ahLst/>
              <a:cxnLst/>
              <a:rect l="0" t="0" r="0" b="0"/>
              <a:pathLst>
                <a:path w="387464">
                  <a:moveTo>
                    <a:pt x="0" y="0"/>
                  </a:moveTo>
                  <a:lnTo>
                    <a:pt x="38746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pl944"/>
            <p:cNvSpPr/>
            <p:nvPr/>
          </p:nvSpPr>
          <p:spPr>
            <a:xfrm>
              <a:off x="11158271" y="6665759"/>
              <a:ext cx="358703" cy="1497"/>
            </a:xfrm>
            <a:custGeom>
              <a:avLst/>
              <a:gdLst/>
              <a:ahLst/>
              <a:cxnLst/>
              <a:rect l="0" t="0" r="0" b="0"/>
              <a:pathLst>
                <a:path w="358703" h="1497">
                  <a:moveTo>
                    <a:pt x="0" y="1497"/>
                  </a:moveTo>
                  <a:lnTo>
                    <a:pt x="3587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pl945"/>
            <p:cNvSpPr/>
            <p:nvPr/>
          </p:nvSpPr>
          <p:spPr>
            <a:xfrm>
              <a:off x="11158271" y="6642259"/>
              <a:ext cx="315470" cy="28351"/>
            </a:xfrm>
            <a:custGeom>
              <a:avLst/>
              <a:gdLst/>
              <a:ahLst/>
              <a:cxnLst/>
              <a:rect l="0" t="0" r="0" b="0"/>
              <a:pathLst>
                <a:path w="315470" h="28351">
                  <a:moveTo>
                    <a:pt x="0" y="28351"/>
                  </a:moveTo>
                  <a:lnTo>
                    <a:pt x="3154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pl946"/>
            <p:cNvSpPr/>
            <p:nvPr/>
          </p:nvSpPr>
          <p:spPr>
            <a:xfrm>
              <a:off x="11158271" y="6670001"/>
              <a:ext cx="220503" cy="10212"/>
            </a:xfrm>
            <a:custGeom>
              <a:avLst/>
              <a:gdLst/>
              <a:ahLst/>
              <a:cxnLst/>
              <a:rect l="0" t="0" r="0" b="0"/>
              <a:pathLst>
                <a:path w="220503" h="10212">
                  <a:moveTo>
                    <a:pt x="0" y="0"/>
                  </a:moveTo>
                  <a:lnTo>
                    <a:pt x="220503" y="102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pl947"/>
            <p:cNvSpPr/>
            <p:nvPr/>
          </p:nvSpPr>
          <p:spPr>
            <a:xfrm>
              <a:off x="11158271" y="6697438"/>
              <a:ext cx="169673" cy="4267"/>
            </a:xfrm>
            <a:custGeom>
              <a:avLst/>
              <a:gdLst/>
              <a:ahLst/>
              <a:cxnLst/>
              <a:rect l="0" t="0" r="0" b="0"/>
              <a:pathLst>
                <a:path w="169673" h="4267">
                  <a:moveTo>
                    <a:pt x="0" y="0"/>
                  </a:moveTo>
                  <a:lnTo>
                    <a:pt x="169673" y="42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pl948"/>
            <p:cNvSpPr/>
            <p:nvPr/>
          </p:nvSpPr>
          <p:spPr>
            <a:xfrm>
              <a:off x="11158271" y="6529006"/>
              <a:ext cx="731696" cy="79719"/>
            </a:xfrm>
            <a:custGeom>
              <a:avLst/>
              <a:gdLst/>
              <a:ahLst/>
              <a:cxnLst/>
              <a:rect l="0" t="0" r="0" b="0"/>
              <a:pathLst>
                <a:path w="731696" h="79719">
                  <a:moveTo>
                    <a:pt x="0" y="79719"/>
                  </a:moveTo>
                  <a:lnTo>
                    <a:pt x="73169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pl949"/>
            <p:cNvSpPr/>
            <p:nvPr/>
          </p:nvSpPr>
          <p:spPr>
            <a:xfrm>
              <a:off x="11158271" y="6699617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pl950"/>
            <p:cNvSpPr/>
            <p:nvPr/>
          </p:nvSpPr>
          <p:spPr>
            <a:xfrm>
              <a:off x="11158271" y="6634288"/>
              <a:ext cx="391263" cy="14677"/>
            </a:xfrm>
            <a:custGeom>
              <a:avLst/>
              <a:gdLst/>
              <a:ahLst/>
              <a:cxnLst/>
              <a:rect l="0" t="0" r="0" b="0"/>
              <a:pathLst>
                <a:path w="391263" h="14677">
                  <a:moveTo>
                    <a:pt x="0" y="14677"/>
                  </a:moveTo>
                  <a:lnTo>
                    <a:pt x="3912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pl951"/>
            <p:cNvSpPr/>
            <p:nvPr/>
          </p:nvSpPr>
          <p:spPr>
            <a:xfrm>
              <a:off x="11158271" y="6655069"/>
              <a:ext cx="129154" cy="19961"/>
            </a:xfrm>
            <a:custGeom>
              <a:avLst/>
              <a:gdLst/>
              <a:ahLst/>
              <a:cxnLst/>
              <a:rect l="0" t="0" r="0" b="0"/>
              <a:pathLst>
                <a:path w="129154" h="19961">
                  <a:moveTo>
                    <a:pt x="0" y="19961"/>
                  </a:moveTo>
                  <a:lnTo>
                    <a:pt x="12915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pl952"/>
            <p:cNvSpPr/>
            <p:nvPr/>
          </p:nvSpPr>
          <p:spPr>
            <a:xfrm>
              <a:off x="11158271" y="6655620"/>
              <a:ext cx="136752" cy="28251"/>
            </a:xfrm>
            <a:custGeom>
              <a:avLst/>
              <a:gdLst/>
              <a:ahLst/>
              <a:cxnLst/>
              <a:rect l="0" t="0" r="0" b="0"/>
              <a:pathLst>
                <a:path w="136752" h="28251">
                  <a:moveTo>
                    <a:pt x="0" y="28251"/>
                  </a:moveTo>
                  <a:lnTo>
                    <a:pt x="1367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pl953"/>
            <p:cNvSpPr/>
            <p:nvPr/>
          </p:nvSpPr>
          <p:spPr>
            <a:xfrm>
              <a:off x="11158271" y="6675730"/>
              <a:ext cx="206213" cy="8293"/>
            </a:xfrm>
            <a:custGeom>
              <a:avLst/>
              <a:gdLst/>
              <a:ahLst/>
              <a:cxnLst/>
              <a:rect l="0" t="0" r="0" b="0"/>
              <a:pathLst>
                <a:path w="206213" h="8293">
                  <a:moveTo>
                    <a:pt x="0" y="8293"/>
                  </a:moveTo>
                  <a:lnTo>
                    <a:pt x="2062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pl954"/>
            <p:cNvSpPr/>
            <p:nvPr/>
          </p:nvSpPr>
          <p:spPr>
            <a:xfrm>
              <a:off x="11158271" y="6658416"/>
              <a:ext cx="198616" cy="12194"/>
            </a:xfrm>
            <a:custGeom>
              <a:avLst/>
              <a:gdLst/>
              <a:ahLst/>
              <a:cxnLst/>
              <a:rect l="0" t="0" r="0" b="0"/>
              <a:pathLst>
                <a:path w="198616" h="12194">
                  <a:moveTo>
                    <a:pt x="0" y="12194"/>
                  </a:moveTo>
                  <a:lnTo>
                    <a:pt x="1986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pl955"/>
            <p:cNvSpPr/>
            <p:nvPr/>
          </p:nvSpPr>
          <p:spPr>
            <a:xfrm>
              <a:off x="11158271" y="6652319"/>
              <a:ext cx="394880" cy="6249"/>
            </a:xfrm>
            <a:custGeom>
              <a:avLst/>
              <a:gdLst/>
              <a:ahLst/>
              <a:cxnLst/>
              <a:rect l="0" t="0" r="0" b="0"/>
              <a:pathLst>
                <a:path w="394880" h="6249">
                  <a:moveTo>
                    <a:pt x="0" y="0"/>
                  </a:moveTo>
                  <a:lnTo>
                    <a:pt x="394880" y="624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pl956"/>
            <p:cNvSpPr/>
            <p:nvPr/>
          </p:nvSpPr>
          <p:spPr>
            <a:xfrm>
              <a:off x="11158271" y="6601409"/>
              <a:ext cx="325781" cy="19815"/>
            </a:xfrm>
            <a:custGeom>
              <a:avLst/>
              <a:gdLst/>
              <a:ahLst/>
              <a:cxnLst/>
              <a:rect l="0" t="0" r="0" b="0"/>
              <a:pathLst>
                <a:path w="325781" h="19815">
                  <a:moveTo>
                    <a:pt x="0" y="19815"/>
                  </a:moveTo>
                  <a:lnTo>
                    <a:pt x="32578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pl957"/>
            <p:cNvSpPr/>
            <p:nvPr/>
          </p:nvSpPr>
          <p:spPr>
            <a:xfrm>
              <a:off x="11158271" y="6675063"/>
              <a:ext cx="429068" cy="12466"/>
            </a:xfrm>
            <a:custGeom>
              <a:avLst/>
              <a:gdLst/>
              <a:ahLst/>
              <a:cxnLst/>
              <a:rect l="0" t="0" r="0" b="0"/>
              <a:pathLst>
                <a:path w="429068" h="12466">
                  <a:moveTo>
                    <a:pt x="0" y="12466"/>
                  </a:moveTo>
                  <a:lnTo>
                    <a:pt x="42906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pl958"/>
            <p:cNvSpPr/>
            <p:nvPr/>
          </p:nvSpPr>
          <p:spPr>
            <a:xfrm>
              <a:off x="11158271" y="6667409"/>
              <a:ext cx="441188" cy="27589"/>
            </a:xfrm>
            <a:custGeom>
              <a:avLst/>
              <a:gdLst/>
              <a:ahLst/>
              <a:cxnLst/>
              <a:rect l="0" t="0" r="0" b="0"/>
              <a:pathLst>
                <a:path w="441188" h="27589">
                  <a:moveTo>
                    <a:pt x="0" y="0"/>
                  </a:moveTo>
                  <a:lnTo>
                    <a:pt x="441188" y="275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pl959"/>
            <p:cNvSpPr/>
            <p:nvPr/>
          </p:nvSpPr>
          <p:spPr>
            <a:xfrm>
              <a:off x="11158271" y="6651375"/>
              <a:ext cx="394880" cy="25637"/>
            </a:xfrm>
            <a:custGeom>
              <a:avLst/>
              <a:gdLst/>
              <a:ahLst/>
              <a:cxnLst/>
              <a:rect l="0" t="0" r="0" b="0"/>
              <a:pathLst>
                <a:path w="394880" h="25637">
                  <a:moveTo>
                    <a:pt x="0" y="25637"/>
                  </a:moveTo>
                  <a:lnTo>
                    <a:pt x="3948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pl960"/>
            <p:cNvSpPr/>
            <p:nvPr/>
          </p:nvSpPr>
          <p:spPr>
            <a:xfrm>
              <a:off x="11158271" y="6668797"/>
              <a:ext cx="383846" cy="14312"/>
            </a:xfrm>
            <a:custGeom>
              <a:avLst/>
              <a:gdLst/>
              <a:ahLst/>
              <a:cxnLst/>
              <a:rect l="0" t="0" r="0" b="0"/>
              <a:pathLst>
                <a:path w="383846" h="14312">
                  <a:moveTo>
                    <a:pt x="0" y="14312"/>
                  </a:moveTo>
                  <a:lnTo>
                    <a:pt x="3838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pl961"/>
            <p:cNvSpPr/>
            <p:nvPr/>
          </p:nvSpPr>
          <p:spPr>
            <a:xfrm>
              <a:off x="11158271" y="6585861"/>
              <a:ext cx="456021" cy="24388"/>
            </a:xfrm>
            <a:custGeom>
              <a:avLst/>
              <a:gdLst/>
              <a:ahLst/>
              <a:cxnLst/>
              <a:rect l="0" t="0" r="0" b="0"/>
              <a:pathLst>
                <a:path w="456021" h="24388">
                  <a:moveTo>
                    <a:pt x="0" y="24388"/>
                  </a:moveTo>
                  <a:lnTo>
                    <a:pt x="4560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pl962"/>
            <p:cNvSpPr/>
            <p:nvPr/>
          </p:nvSpPr>
          <p:spPr>
            <a:xfrm>
              <a:off x="11158271" y="6670153"/>
              <a:ext cx="416768" cy="15090"/>
            </a:xfrm>
            <a:custGeom>
              <a:avLst/>
              <a:gdLst/>
              <a:ahLst/>
              <a:cxnLst/>
              <a:rect l="0" t="0" r="0" b="0"/>
              <a:pathLst>
                <a:path w="416768" h="15090">
                  <a:moveTo>
                    <a:pt x="0" y="15090"/>
                  </a:moveTo>
                  <a:lnTo>
                    <a:pt x="41676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pl963"/>
            <p:cNvSpPr/>
            <p:nvPr/>
          </p:nvSpPr>
          <p:spPr>
            <a:xfrm>
              <a:off x="11158271" y="6671597"/>
              <a:ext cx="372088" cy="7396"/>
            </a:xfrm>
            <a:custGeom>
              <a:avLst/>
              <a:gdLst/>
              <a:ahLst/>
              <a:cxnLst/>
              <a:rect l="0" t="0" r="0" b="0"/>
              <a:pathLst>
                <a:path w="372088" h="7396">
                  <a:moveTo>
                    <a:pt x="0" y="7396"/>
                  </a:moveTo>
                  <a:lnTo>
                    <a:pt x="3720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pl964"/>
            <p:cNvSpPr/>
            <p:nvPr/>
          </p:nvSpPr>
          <p:spPr>
            <a:xfrm>
              <a:off x="11158271" y="6672287"/>
              <a:ext cx="401573" cy="12651"/>
            </a:xfrm>
            <a:custGeom>
              <a:avLst/>
              <a:gdLst/>
              <a:ahLst/>
              <a:cxnLst/>
              <a:rect l="0" t="0" r="0" b="0"/>
              <a:pathLst>
                <a:path w="401573" h="12651">
                  <a:moveTo>
                    <a:pt x="0" y="12651"/>
                  </a:moveTo>
                  <a:lnTo>
                    <a:pt x="40157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pl965"/>
            <p:cNvSpPr/>
            <p:nvPr/>
          </p:nvSpPr>
          <p:spPr>
            <a:xfrm>
              <a:off x="11158271" y="6628083"/>
              <a:ext cx="130240" cy="19205"/>
            </a:xfrm>
            <a:custGeom>
              <a:avLst/>
              <a:gdLst/>
              <a:ahLst/>
              <a:cxnLst/>
              <a:rect l="0" t="0" r="0" b="0"/>
              <a:pathLst>
                <a:path w="130240" h="19205">
                  <a:moveTo>
                    <a:pt x="0" y="19205"/>
                  </a:moveTo>
                  <a:lnTo>
                    <a:pt x="1302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pl966"/>
            <p:cNvSpPr/>
            <p:nvPr/>
          </p:nvSpPr>
          <p:spPr>
            <a:xfrm>
              <a:off x="11158271" y="6573980"/>
              <a:ext cx="120653" cy="46634"/>
            </a:xfrm>
            <a:custGeom>
              <a:avLst/>
              <a:gdLst/>
              <a:ahLst/>
              <a:cxnLst/>
              <a:rect l="0" t="0" r="0" b="0"/>
              <a:pathLst>
                <a:path w="120653" h="46634">
                  <a:moveTo>
                    <a:pt x="0" y="46634"/>
                  </a:moveTo>
                  <a:lnTo>
                    <a:pt x="1206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pl967"/>
            <p:cNvSpPr/>
            <p:nvPr/>
          </p:nvSpPr>
          <p:spPr>
            <a:xfrm>
              <a:off x="11158271" y="6641177"/>
              <a:ext cx="115769" cy="28518"/>
            </a:xfrm>
            <a:custGeom>
              <a:avLst/>
              <a:gdLst/>
              <a:ahLst/>
              <a:cxnLst/>
              <a:rect l="0" t="0" r="0" b="0"/>
              <a:pathLst>
                <a:path w="115769" h="28518">
                  <a:moveTo>
                    <a:pt x="0" y="28518"/>
                  </a:moveTo>
                  <a:lnTo>
                    <a:pt x="1157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pl968"/>
            <p:cNvSpPr/>
            <p:nvPr/>
          </p:nvSpPr>
          <p:spPr>
            <a:xfrm>
              <a:off x="11158271" y="6581646"/>
              <a:ext cx="0" cy="19140"/>
            </a:xfrm>
            <a:custGeom>
              <a:avLst/>
              <a:gdLst/>
              <a:ahLst/>
              <a:cxnLst/>
              <a:rect l="0" t="0" r="0" b="0"/>
              <a:pathLst>
                <a:path h="19140">
                  <a:moveTo>
                    <a:pt x="0" y="1914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pl969"/>
            <p:cNvSpPr/>
            <p:nvPr/>
          </p:nvSpPr>
          <p:spPr>
            <a:xfrm>
              <a:off x="11158271" y="6669112"/>
              <a:ext cx="445348" cy="7138"/>
            </a:xfrm>
            <a:custGeom>
              <a:avLst/>
              <a:gdLst/>
              <a:ahLst/>
              <a:cxnLst/>
              <a:rect l="0" t="0" r="0" b="0"/>
              <a:pathLst>
                <a:path w="445348" h="7138">
                  <a:moveTo>
                    <a:pt x="0" y="7138"/>
                  </a:moveTo>
                  <a:lnTo>
                    <a:pt x="4453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pl970"/>
            <p:cNvSpPr/>
            <p:nvPr/>
          </p:nvSpPr>
          <p:spPr>
            <a:xfrm>
              <a:off x="11158271" y="6552937"/>
              <a:ext cx="444987" cy="63562"/>
            </a:xfrm>
            <a:custGeom>
              <a:avLst/>
              <a:gdLst/>
              <a:ahLst/>
              <a:cxnLst/>
              <a:rect l="0" t="0" r="0" b="0"/>
              <a:pathLst>
                <a:path w="444987" h="63562">
                  <a:moveTo>
                    <a:pt x="0" y="63562"/>
                  </a:moveTo>
                  <a:lnTo>
                    <a:pt x="4449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pl971"/>
            <p:cNvSpPr/>
            <p:nvPr/>
          </p:nvSpPr>
          <p:spPr>
            <a:xfrm>
              <a:off x="11158271" y="6663862"/>
              <a:ext cx="353457" cy="28240"/>
            </a:xfrm>
            <a:custGeom>
              <a:avLst/>
              <a:gdLst/>
              <a:ahLst/>
              <a:cxnLst/>
              <a:rect l="0" t="0" r="0" b="0"/>
              <a:pathLst>
                <a:path w="353457" h="28240">
                  <a:moveTo>
                    <a:pt x="0" y="28240"/>
                  </a:moveTo>
                  <a:lnTo>
                    <a:pt x="35345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pl972"/>
            <p:cNvSpPr/>
            <p:nvPr/>
          </p:nvSpPr>
          <p:spPr>
            <a:xfrm>
              <a:off x="11158271" y="6639976"/>
              <a:ext cx="213087" cy="46944"/>
            </a:xfrm>
            <a:custGeom>
              <a:avLst/>
              <a:gdLst/>
              <a:ahLst/>
              <a:cxnLst/>
              <a:rect l="0" t="0" r="0" b="0"/>
              <a:pathLst>
                <a:path w="213087" h="46944">
                  <a:moveTo>
                    <a:pt x="0" y="46944"/>
                  </a:moveTo>
                  <a:lnTo>
                    <a:pt x="2130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pl973"/>
            <p:cNvSpPr/>
            <p:nvPr/>
          </p:nvSpPr>
          <p:spPr>
            <a:xfrm>
              <a:off x="11158271" y="6635705"/>
              <a:ext cx="462171" cy="7621"/>
            </a:xfrm>
            <a:custGeom>
              <a:avLst/>
              <a:gdLst/>
              <a:ahLst/>
              <a:cxnLst/>
              <a:rect l="0" t="0" r="0" b="0"/>
              <a:pathLst>
                <a:path w="462171" h="7621">
                  <a:moveTo>
                    <a:pt x="0" y="0"/>
                  </a:moveTo>
                  <a:lnTo>
                    <a:pt x="462171" y="762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pl974"/>
            <p:cNvSpPr/>
            <p:nvPr/>
          </p:nvSpPr>
          <p:spPr>
            <a:xfrm>
              <a:off x="11158271" y="6635247"/>
              <a:ext cx="445710" cy="10822"/>
            </a:xfrm>
            <a:custGeom>
              <a:avLst/>
              <a:gdLst/>
              <a:ahLst/>
              <a:cxnLst/>
              <a:rect l="0" t="0" r="0" b="0"/>
              <a:pathLst>
                <a:path w="445710" h="10822">
                  <a:moveTo>
                    <a:pt x="0" y="10822"/>
                  </a:moveTo>
                  <a:lnTo>
                    <a:pt x="44571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pl975"/>
            <p:cNvSpPr/>
            <p:nvPr/>
          </p:nvSpPr>
          <p:spPr>
            <a:xfrm>
              <a:off x="11158271" y="6620309"/>
              <a:ext cx="398498" cy="18748"/>
            </a:xfrm>
            <a:custGeom>
              <a:avLst/>
              <a:gdLst/>
              <a:ahLst/>
              <a:cxnLst/>
              <a:rect l="0" t="0" r="0" b="0"/>
              <a:pathLst>
                <a:path w="398498" h="18748">
                  <a:moveTo>
                    <a:pt x="0" y="18748"/>
                  </a:moveTo>
                  <a:lnTo>
                    <a:pt x="3984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pl976"/>
            <p:cNvSpPr/>
            <p:nvPr/>
          </p:nvSpPr>
          <p:spPr>
            <a:xfrm>
              <a:off x="11158271" y="6570572"/>
              <a:ext cx="370822" cy="18794"/>
            </a:xfrm>
            <a:custGeom>
              <a:avLst/>
              <a:gdLst/>
              <a:ahLst/>
              <a:cxnLst/>
              <a:rect l="0" t="0" r="0" b="0"/>
              <a:pathLst>
                <a:path w="370822" h="18794">
                  <a:moveTo>
                    <a:pt x="0" y="18794"/>
                  </a:moveTo>
                  <a:lnTo>
                    <a:pt x="3708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pl977"/>
            <p:cNvSpPr/>
            <p:nvPr/>
          </p:nvSpPr>
          <p:spPr>
            <a:xfrm>
              <a:off x="11158271" y="6663294"/>
              <a:ext cx="393976" cy="14328"/>
            </a:xfrm>
            <a:custGeom>
              <a:avLst/>
              <a:gdLst/>
              <a:ahLst/>
              <a:cxnLst/>
              <a:rect l="0" t="0" r="0" b="0"/>
              <a:pathLst>
                <a:path w="393976" h="14328">
                  <a:moveTo>
                    <a:pt x="0" y="14328"/>
                  </a:moveTo>
                  <a:lnTo>
                    <a:pt x="39397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pl978"/>
            <p:cNvSpPr/>
            <p:nvPr/>
          </p:nvSpPr>
          <p:spPr>
            <a:xfrm>
              <a:off x="11158271" y="6532359"/>
              <a:ext cx="278569" cy="140842"/>
            </a:xfrm>
            <a:custGeom>
              <a:avLst/>
              <a:gdLst/>
              <a:ahLst/>
              <a:cxnLst/>
              <a:rect l="0" t="0" r="0" b="0"/>
              <a:pathLst>
                <a:path w="278569" h="140842">
                  <a:moveTo>
                    <a:pt x="0" y="140842"/>
                  </a:moveTo>
                  <a:lnTo>
                    <a:pt x="2785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pl979"/>
            <p:cNvSpPr/>
            <p:nvPr/>
          </p:nvSpPr>
          <p:spPr>
            <a:xfrm>
              <a:off x="11158271" y="6668476"/>
              <a:ext cx="191380" cy="8840"/>
            </a:xfrm>
            <a:custGeom>
              <a:avLst/>
              <a:gdLst/>
              <a:ahLst/>
              <a:cxnLst/>
              <a:rect l="0" t="0" r="0" b="0"/>
              <a:pathLst>
                <a:path w="191380" h="8840">
                  <a:moveTo>
                    <a:pt x="0" y="8840"/>
                  </a:moveTo>
                  <a:lnTo>
                    <a:pt x="1913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pl980"/>
            <p:cNvSpPr/>
            <p:nvPr/>
          </p:nvSpPr>
          <p:spPr>
            <a:xfrm>
              <a:off x="11158271" y="6607397"/>
              <a:ext cx="845656" cy="42915"/>
            </a:xfrm>
            <a:custGeom>
              <a:avLst/>
              <a:gdLst/>
              <a:ahLst/>
              <a:cxnLst/>
              <a:rect l="0" t="0" r="0" b="0"/>
              <a:pathLst>
                <a:path w="845656" h="42915">
                  <a:moveTo>
                    <a:pt x="0" y="42915"/>
                  </a:moveTo>
                  <a:lnTo>
                    <a:pt x="8541" y="42482"/>
                  </a:lnTo>
                  <a:lnTo>
                    <a:pt x="17083" y="42048"/>
                  </a:lnTo>
                  <a:lnTo>
                    <a:pt x="25625" y="41615"/>
                  </a:lnTo>
                  <a:lnTo>
                    <a:pt x="34167" y="41181"/>
                  </a:lnTo>
                  <a:lnTo>
                    <a:pt x="42709" y="40748"/>
                  </a:lnTo>
                  <a:lnTo>
                    <a:pt x="51251" y="40314"/>
                  </a:lnTo>
                  <a:lnTo>
                    <a:pt x="59793" y="39881"/>
                  </a:lnTo>
                  <a:lnTo>
                    <a:pt x="68335" y="39447"/>
                  </a:lnTo>
                  <a:lnTo>
                    <a:pt x="76877" y="39014"/>
                  </a:lnTo>
                  <a:lnTo>
                    <a:pt x="85419" y="38580"/>
                  </a:lnTo>
                  <a:lnTo>
                    <a:pt x="93961" y="38147"/>
                  </a:lnTo>
                  <a:lnTo>
                    <a:pt x="102503" y="37713"/>
                  </a:lnTo>
                  <a:lnTo>
                    <a:pt x="111045" y="37280"/>
                  </a:lnTo>
                  <a:lnTo>
                    <a:pt x="119587" y="36846"/>
                  </a:lnTo>
                  <a:lnTo>
                    <a:pt x="128129" y="36413"/>
                  </a:lnTo>
                  <a:lnTo>
                    <a:pt x="136671" y="35979"/>
                  </a:lnTo>
                  <a:lnTo>
                    <a:pt x="145213" y="35546"/>
                  </a:lnTo>
                  <a:lnTo>
                    <a:pt x="153755" y="35112"/>
                  </a:lnTo>
                  <a:lnTo>
                    <a:pt x="162297" y="34679"/>
                  </a:lnTo>
                  <a:lnTo>
                    <a:pt x="170839" y="34245"/>
                  </a:lnTo>
                  <a:lnTo>
                    <a:pt x="179381" y="33812"/>
                  </a:lnTo>
                  <a:lnTo>
                    <a:pt x="187923" y="33378"/>
                  </a:lnTo>
                  <a:lnTo>
                    <a:pt x="196465" y="32945"/>
                  </a:lnTo>
                  <a:lnTo>
                    <a:pt x="205007" y="32511"/>
                  </a:lnTo>
                  <a:lnTo>
                    <a:pt x="213549" y="32078"/>
                  </a:lnTo>
                  <a:lnTo>
                    <a:pt x="222091" y="31644"/>
                  </a:lnTo>
                  <a:lnTo>
                    <a:pt x="230633" y="31211"/>
                  </a:lnTo>
                  <a:lnTo>
                    <a:pt x="239175" y="30777"/>
                  </a:lnTo>
                  <a:lnTo>
                    <a:pt x="247717" y="30344"/>
                  </a:lnTo>
                  <a:lnTo>
                    <a:pt x="256259" y="29910"/>
                  </a:lnTo>
                  <a:lnTo>
                    <a:pt x="264801" y="29477"/>
                  </a:lnTo>
                  <a:lnTo>
                    <a:pt x="273343" y="29043"/>
                  </a:lnTo>
                  <a:lnTo>
                    <a:pt x="281885" y="28610"/>
                  </a:lnTo>
                  <a:lnTo>
                    <a:pt x="290427" y="28176"/>
                  </a:lnTo>
                  <a:lnTo>
                    <a:pt x="298969" y="27743"/>
                  </a:lnTo>
                  <a:lnTo>
                    <a:pt x="307511" y="27309"/>
                  </a:lnTo>
                  <a:lnTo>
                    <a:pt x="316053" y="26876"/>
                  </a:lnTo>
                  <a:lnTo>
                    <a:pt x="324595" y="26442"/>
                  </a:lnTo>
                  <a:lnTo>
                    <a:pt x="333137" y="26009"/>
                  </a:lnTo>
                  <a:lnTo>
                    <a:pt x="341679" y="25575"/>
                  </a:lnTo>
                  <a:lnTo>
                    <a:pt x="350221" y="25142"/>
                  </a:lnTo>
                  <a:lnTo>
                    <a:pt x="358763" y="24708"/>
                  </a:lnTo>
                  <a:lnTo>
                    <a:pt x="367305" y="24275"/>
                  </a:lnTo>
                  <a:lnTo>
                    <a:pt x="375847" y="23841"/>
                  </a:lnTo>
                  <a:lnTo>
                    <a:pt x="384389" y="23408"/>
                  </a:lnTo>
                  <a:lnTo>
                    <a:pt x="392931" y="22974"/>
                  </a:lnTo>
                  <a:lnTo>
                    <a:pt x="401473" y="22541"/>
                  </a:lnTo>
                  <a:lnTo>
                    <a:pt x="410015" y="22107"/>
                  </a:lnTo>
                  <a:lnTo>
                    <a:pt x="418557" y="21674"/>
                  </a:lnTo>
                  <a:lnTo>
                    <a:pt x="427099" y="21241"/>
                  </a:lnTo>
                  <a:lnTo>
                    <a:pt x="435641" y="20807"/>
                  </a:lnTo>
                  <a:lnTo>
                    <a:pt x="444183" y="20374"/>
                  </a:lnTo>
                  <a:lnTo>
                    <a:pt x="452725" y="19940"/>
                  </a:lnTo>
                  <a:lnTo>
                    <a:pt x="461267" y="19507"/>
                  </a:lnTo>
                  <a:lnTo>
                    <a:pt x="469809" y="19073"/>
                  </a:lnTo>
                  <a:lnTo>
                    <a:pt x="478351" y="18640"/>
                  </a:lnTo>
                  <a:lnTo>
                    <a:pt x="486893" y="18206"/>
                  </a:lnTo>
                  <a:lnTo>
                    <a:pt x="495435" y="17773"/>
                  </a:lnTo>
                  <a:lnTo>
                    <a:pt x="503977" y="17339"/>
                  </a:lnTo>
                  <a:lnTo>
                    <a:pt x="512519" y="16906"/>
                  </a:lnTo>
                  <a:lnTo>
                    <a:pt x="521061" y="16472"/>
                  </a:lnTo>
                  <a:lnTo>
                    <a:pt x="529603" y="16039"/>
                  </a:lnTo>
                  <a:lnTo>
                    <a:pt x="538145" y="15605"/>
                  </a:lnTo>
                  <a:lnTo>
                    <a:pt x="546687" y="15172"/>
                  </a:lnTo>
                  <a:lnTo>
                    <a:pt x="555229" y="14738"/>
                  </a:lnTo>
                  <a:lnTo>
                    <a:pt x="563771" y="14305"/>
                  </a:lnTo>
                  <a:lnTo>
                    <a:pt x="572312" y="13871"/>
                  </a:lnTo>
                  <a:lnTo>
                    <a:pt x="580854" y="13438"/>
                  </a:lnTo>
                  <a:lnTo>
                    <a:pt x="589396" y="13004"/>
                  </a:lnTo>
                  <a:lnTo>
                    <a:pt x="597938" y="12571"/>
                  </a:lnTo>
                  <a:lnTo>
                    <a:pt x="606480" y="12137"/>
                  </a:lnTo>
                  <a:lnTo>
                    <a:pt x="615022" y="11704"/>
                  </a:lnTo>
                  <a:lnTo>
                    <a:pt x="623564" y="11270"/>
                  </a:lnTo>
                  <a:lnTo>
                    <a:pt x="632106" y="10837"/>
                  </a:lnTo>
                  <a:lnTo>
                    <a:pt x="640648" y="10403"/>
                  </a:lnTo>
                  <a:lnTo>
                    <a:pt x="649190" y="9970"/>
                  </a:lnTo>
                  <a:lnTo>
                    <a:pt x="657732" y="9536"/>
                  </a:lnTo>
                  <a:lnTo>
                    <a:pt x="666274" y="9103"/>
                  </a:lnTo>
                  <a:lnTo>
                    <a:pt x="674816" y="8669"/>
                  </a:lnTo>
                  <a:lnTo>
                    <a:pt x="683358" y="8236"/>
                  </a:lnTo>
                  <a:lnTo>
                    <a:pt x="691900" y="7802"/>
                  </a:lnTo>
                  <a:lnTo>
                    <a:pt x="700442" y="7369"/>
                  </a:lnTo>
                  <a:lnTo>
                    <a:pt x="708984" y="6935"/>
                  </a:lnTo>
                  <a:lnTo>
                    <a:pt x="717526" y="6502"/>
                  </a:lnTo>
                  <a:lnTo>
                    <a:pt x="726068" y="6068"/>
                  </a:lnTo>
                  <a:lnTo>
                    <a:pt x="734610" y="5635"/>
                  </a:lnTo>
                  <a:lnTo>
                    <a:pt x="743152" y="5201"/>
                  </a:lnTo>
                  <a:lnTo>
                    <a:pt x="751694" y="4768"/>
                  </a:lnTo>
                  <a:lnTo>
                    <a:pt x="760236" y="4334"/>
                  </a:lnTo>
                  <a:lnTo>
                    <a:pt x="768778" y="3901"/>
                  </a:lnTo>
                  <a:lnTo>
                    <a:pt x="777320" y="3467"/>
                  </a:lnTo>
                  <a:lnTo>
                    <a:pt x="785862" y="3034"/>
                  </a:lnTo>
                  <a:lnTo>
                    <a:pt x="794404" y="2600"/>
                  </a:lnTo>
                  <a:lnTo>
                    <a:pt x="802946" y="2167"/>
                  </a:lnTo>
                  <a:lnTo>
                    <a:pt x="811488" y="1733"/>
                  </a:lnTo>
                  <a:lnTo>
                    <a:pt x="820030" y="1300"/>
                  </a:lnTo>
                  <a:lnTo>
                    <a:pt x="828572" y="866"/>
                  </a:lnTo>
                  <a:lnTo>
                    <a:pt x="837114" y="433"/>
                  </a:lnTo>
                  <a:lnTo>
                    <a:pt x="845656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tx981"/>
            <p:cNvSpPr/>
            <p:nvPr/>
          </p:nvSpPr>
          <p:spPr>
            <a:xfrm>
              <a:off x="11201400" y="5730081"/>
              <a:ext cx="1014356" cy="16955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dirty="0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0.029 Z/year</a:t>
              </a:r>
            </a:p>
          </p:txBody>
        </p:sp>
        <p:sp>
          <p:nvSpPr>
            <p:cNvPr id="982" name="rc982"/>
            <p:cNvSpPr/>
            <p:nvPr/>
          </p:nvSpPr>
          <p:spPr>
            <a:xfrm>
              <a:off x="11115988" y="5418670"/>
              <a:ext cx="930222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tx983"/>
            <p:cNvSpPr/>
            <p:nvPr/>
          </p:nvSpPr>
          <p:spPr>
            <a:xfrm>
              <a:off x="10897996" y="6576829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984" name="tx984"/>
            <p:cNvSpPr/>
            <p:nvPr/>
          </p:nvSpPr>
          <p:spPr>
            <a:xfrm>
              <a:off x="10897996" y="6291840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985" name="tx985"/>
            <p:cNvSpPr/>
            <p:nvPr/>
          </p:nvSpPr>
          <p:spPr>
            <a:xfrm>
              <a:off x="10897996" y="6006851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986" name="tx986"/>
            <p:cNvSpPr/>
            <p:nvPr/>
          </p:nvSpPr>
          <p:spPr>
            <a:xfrm>
              <a:off x="10897996" y="5723226"/>
              <a:ext cx="15536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987" name="tx987"/>
            <p:cNvSpPr/>
            <p:nvPr/>
          </p:nvSpPr>
          <p:spPr>
            <a:xfrm>
              <a:off x="10835841" y="5436873"/>
              <a:ext cx="21751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988" name="pl988"/>
            <p:cNvSpPr/>
            <p:nvPr/>
          </p:nvSpPr>
          <p:spPr>
            <a:xfrm>
              <a:off x="11081194" y="661852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pl989"/>
            <p:cNvSpPr/>
            <p:nvPr/>
          </p:nvSpPr>
          <p:spPr>
            <a:xfrm>
              <a:off x="11081194" y="633353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pl990"/>
            <p:cNvSpPr/>
            <p:nvPr/>
          </p:nvSpPr>
          <p:spPr>
            <a:xfrm>
              <a:off x="11081194" y="604854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pl991"/>
            <p:cNvSpPr/>
            <p:nvPr/>
          </p:nvSpPr>
          <p:spPr>
            <a:xfrm>
              <a:off x="11081194" y="576355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pl992"/>
            <p:cNvSpPr/>
            <p:nvPr/>
          </p:nvSpPr>
          <p:spPr>
            <a:xfrm>
              <a:off x="11081194" y="547856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pl993"/>
            <p:cNvSpPr/>
            <p:nvPr/>
          </p:nvSpPr>
          <p:spPr>
            <a:xfrm>
              <a:off x="11158271" y="67679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pl994"/>
            <p:cNvSpPr/>
            <p:nvPr/>
          </p:nvSpPr>
          <p:spPr>
            <a:xfrm>
              <a:off x="11488620" y="67679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pl995"/>
            <p:cNvSpPr/>
            <p:nvPr/>
          </p:nvSpPr>
          <p:spPr>
            <a:xfrm>
              <a:off x="11818969" y="67679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tx996"/>
            <p:cNvSpPr/>
            <p:nvPr/>
          </p:nvSpPr>
          <p:spPr>
            <a:xfrm>
              <a:off x="11127193" y="6828931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97" name="tx997"/>
            <p:cNvSpPr/>
            <p:nvPr/>
          </p:nvSpPr>
          <p:spPr>
            <a:xfrm>
              <a:off x="11457542" y="6830349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998" name="tx998"/>
            <p:cNvSpPr/>
            <p:nvPr/>
          </p:nvSpPr>
          <p:spPr>
            <a:xfrm>
              <a:off x="11756813" y="6828931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999" name="tx999"/>
            <p:cNvSpPr/>
            <p:nvPr/>
          </p:nvSpPr>
          <p:spPr>
            <a:xfrm>
              <a:off x="10959919" y="6976374"/>
              <a:ext cx="1242361" cy="1033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1000" name="tx1000"/>
            <p:cNvSpPr/>
            <p:nvPr/>
          </p:nvSpPr>
          <p:spPr>
            <a:xfrm rot="-5400000">
              <a:off x="9939492" y="6028597"/>
              <a:ext cx="1514326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 pTau217 / AB42</a:t>
              </a:r>
            </a:p>
          </p:txBody>
        </p:sp>
        <p:sp>
          <p:nvSpPr>
            <p:cNvPr id="1002" name="rc1002"/>
            <p:cNvSpPr/>
            <p:nvPr/>
          </p:nvSpPr>
          <p:spPr>
            <a:xfrm>
              <a:off x="11115988" y="7247470"/>
              <a:ext cx="930222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03" name="pl1003"/>
            <p:cNvSpPr/>
            <p:nvPr/>
          </p:nvSpPr>
          <p:spPr>
            <a:xfrm>
              <a:off x="11115988" y="8321756"/>
              <a:ext cx="930222" cy="0"/>
            </a:xfrm>
            <a:custGeom>
              <a:avLst/>
              <a:gdLst/>
              <a:ahLst/>
              <a:cxnLst/>
              <a:rect l="0" t="0" r="0" b="0"/>
              <a:pathLst>
                <a:path w="930222">
                  <a:moveTo>
                    <a:pt x="0" y="0"/>
                  </a:moveTo>
                  <a:lnTo>
                    <a:pt x="930222" y="0"/>
                  </a:lnTo>
                  <a:lnTo>
                    <a:pt x="93022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pl1004"/>
            <p:cNvSpPr/>
            <p:nvPr/>
          </p:nvSpPr>
          <p:spPr>
            <a:xfrm>
              <a:off x="11115988" y="8031923"/>
              <a:ext cx="930222" cy="0"/>
            </a:xfrm>
            <a:custGeom>
              <a:avLst/>
              <a:gdLst/>
              <a:ahLst/>
              <a:cxnLst/>
              <a:rect l="0" t="0" r="0" b="0"/>
              <a:pathLst>
                <a:path w="930222">
                  <a:moveTo>
                    <a:pt x="0" y="0"/>
                  </a:moveTo>
                  <a:lnTo>
                    <a:pt x="930222" y="0"/>
                  </a:lnTo>
                  <a:lnTo>
                    <a:pt x="93022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pl1005"/>
            <p:cNvSpPr/>
            <p:nvPr/>
          </p:nvSpPr>
          <p:spPr>
            <a:xfrm>
              <a:off x="11115988" y="7742090"/>
              <a:ext cx="930222" cy="0"/>
            </a:xfrm>
            <a:custGeom>
              <a:avLst/>
              <a:gdLst/>
              <a:ahLst/>
              <a:cxnLst/>
              <a:rect l="0" t="0" r="0" b="0"/>
              <a:pathLst>
                <a:path w="930222">
                  <a:moveTo>
                    <a:pt x="0" y="0"/>
                  </a:moveTo>
                  <a:lnTo>
                    <a:pt x="930222" y="0"/>
                  </a:lnTo>
                  <a:lnTo>
                    <a:pt x="93022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pl1006"/>
            <p:cNvSpPr/>
            <p:nvPr/>
          </p:nvSpPr>
          <p:spPr>
            <a:xfrm>
              <a:off x="11115988" y="7452257"/>
              <a:ext cx="930222" cy="0"/>
            </a:xfrm>
            <a:custGeom>
              <a:avLst/>
              <a:gdLst/>
              <a:ahLst/>
              <a:cxnLst/>
              <a:rect l="0" t="0" r="0" b="0"/>
              <a:pathLst>
                <a:path w="930222">
                  <a:moveTo>
                    <a:pt x="0" y="0"/>
                  </a:moveTo>
                  <a:lnTo>
                    <a:pt x="930222" y="0"/>
                  </a:lnTo>
                  <a:lnTo>
                    <a:pt x="93022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pl1007"/>
            <p:cNvSpPr/>
            <p:nvPr/>
          </p:nvSpPr>
          <p:spPr>
            <a:xfrm>
              <a:off x="11323445" y="7247470"/>
              <a:ext cx="0" cy="1349322"/>
            </a:xfrm>
            <a:custGeom>
              <a:avLst/>
              <a:gdLst/>
              <a:ahLst/>
              <a:cxnLst/>
              <a:rect l="0" t="0" r="0" b="0"/>
              <a:pathLst>
                <a:path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pl1008"/>
            <p:cNvSpPr/>
            <p:nvPr/>
          </p:nvSpPr>
          <p:spPr>
            <a:xfrm>
              <a:off x="11653794" y="7247470"/>
              <a:ext cx="0" cy="1349322"/>
            </a:xfrm>
            <a:custGeom>
              <a:avLst/>
              <a:gdLst/>
              <a:ahLst/>
              <a:cxnLst/>
              <a:rect l="0" t="0" r="0" b="0"/>
              <a:pathLst>
                <a:path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pl1009"/>
            <p:cNvSpPr/>
            <p:nvPr/>
          </p:nvSpPr>
          <p:spPr>
            <a:xfrm>
              <a:off x="11984143" y="7247470"/>
              <a:ext cx="0" cy="1349322"/>
            </a:xfrm>
            <a:custGeom>
              <a:avLst/>
              <a:gdLst/>
              <a:ahLst/>
              <a:cxnLst/>
              <a:rect l="0" t="0" r="0" b="0"/>
              <a:pathLst>
                <a:path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pl1010"/>
            <p:cNvSpPr/>
            <p:nvPr/>
          </p:nvSpPr>
          <p:spPr>
            <a:xfrm>
              <a:off x="11115988" y="8466673"/>
              <a:ext cx="930222" cy="0"/>
            </a:xfrm>
            <a:custGeom>
              <a:avLst/>
              <a:gdLst/>
              <a:ahLst/>
              <a:cxnLst/>
              <a:rect l="0" t="0" r="0" b="0"/>
              <a:pathLst>
                <a:path w="930222">
                  <a:moveTo>
                    <a:pt x="0" y="0"/>
                  </a:moveTo>
                  <a:lnTo>
                    <a:pt x="930222" y="0"/>
                  </a:lnTo>
                  <a:lnTo>
                    <a:pt x="93022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pl1011"/>
            <p:cNvSpPr/>
            <p:nvPr/>
          </p:nvSpPr>
          <p:spPr>
            <a:xfrm>
              <a:off x="11115988" y="8176840"/>
              <a:ext cx="930222" cy="0"/>
            </a:xfrm>
            <a:custGeom>
              <a:avLst/>
              <a:gdLst/>
              <a:ahLst/>
              <a:cxnLst/>
              <a:rect l="0" t="0" r="0" b="0"/>
              <a:pathLst>
                <a:path w="930222">
                  <a:moveTo>
                    <a:pt x="0" y="0"/>
                  </a:moveTo>
                  <a:lnTo>
                    <a:pt x="930222" y="0"/>
                  </a:lnTo>
                  <a:lnTo>
                    <a:pt x="93022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pl1012"/>
            <p:cNvSpPr/>
            <p:nvPr/>
          </p:nvSpPr>
          <p:spPr>
            <a:xfrm>
              <a:off x="11115988" y="7887007"/>
              <a:ext cx="930222" cy="0"/>
            </a:xfrm>
            <a:custGeom>
              <a:avLst/>
              <a:gdLst/>
              <a:ahLst/>
              <a:cxnLst/>
              <a:rect l="0" t="0" r="0" b="0"/>
              <a:pathLst>
                <a:path w="930222">
                  <a:moveTo>
                    <a:pt x="0" y="0"/>
                  </a:moveTo>
                  <a:lnTo>
                    <a:pt x="930222" y="0"/>
                  </a:lnTo>
                  <a:lnTo>
                    <a:pt x="93022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pl1013"/>
            <p:cNvSpPr/>
            <p:nvPr/>
          </p:nvSpPr>
          <p:spPr>
            <a:xfrm>
              <a:off x="11115988" y="7597173"/>
              <a:ext cx="930222" cy="0"/>
            </a:xfrm>
            <a:custGeom>
              <a:avLst/>
              <a:gdLst/>
              <a:ahLst/>
              <a:cxnLst/>
              <a:rect l="0" t="0" r="0" b="0"/>
              <a:pathLst>
                <a:path w="930222">
                  <a:moveTo>
                    <a:pt x="0" y="0"/>
                  </a:moveTo>
                  <a:lnTo>
                    <a:pt x="930222" y="0"/>
                  </a:lnTo>
                  <a:lnTo>
                    <a:pt x="93022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pl1014"/>
            <p:cNvSpPr/>
            <p:nvPr/>
          </p:nvSpPr>
          <p:spPr>
            <a:xfrm>
              <a:off x="11115988" y="7307340"/>
              <a:ext cx="930222" cy="0"/>
            </a:xfrm>
            <a:custGeom>
              <a:avLst/>
              <a:gdLst/>
              <a:ahLst/>
              <a:cxnLst/>
              <a:rect l="0" t="0" r="0" b="0"/>
              <a:pathLst>
                <a:path w="930222">
                  <a:moveTo>
                    <a:pt x="0" y="0"/>
                  </a:moveTo>
                  <a:lnTo>
                    <a:pt x="930222" y="0"/>
                  </a:lnTo>
                  <a:lnTo>
                    <a:pt x="93022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pl1015"/>
            <p:cNvSpPr/>
            <p:nvPr/>
          </p:nvSpPr>
          <p:spPr>
            <a:xfrm>
              <a:off x="11158271" y="7247470"/>
              <a:ext cx="0" cy="1349322"/>
            </a:xfrm>
            <a:custGeom>
              <a:avLst/>
              <a:gdLst/>
              <a:ahLst/>
              <a:cxnLst/>
              <a:rect l="0" t="0" r="0" b="0"/>
              <a:pathLst>
                <a:path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pl1016"/>
            <p:cNvSpPr/>
            <p:nvPr/>
          </p:nvSpPr>
          <p:spPr>
            <a:xfrm>
              <a:off x="11488620" y="7247470"/>
              <a:ext cx="0" cy="1349322"/>
            </a:xfrm>
            <a:custGeom>
              <a:avLst/>
              <a:gdLst/>
              <a:ahLst/>
              <a:cxnLst/>
              <a:rect l="0" t="0" r="0" b="0"/>
              <a:pathLst>
                <a:path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pl1017"/>
            <p:cNvSpPr/>
            <p:nvPr/>
          </p:nvSpPr>
          <p:spPr>
            <a:xfrm>
              <a:off x="11818969" y="7247470"/>
              <a:ext cx="0" cy="1349322"/>
            </a:xfrm>
            <a:custGeom>
              <a:avLst/>
              <a:gdLst/>
              <a:ahLst/>
              <a:cxnLst/>
              <a:rect l="0" t="0" r="0" b="0"/>
              <a:pathLst>
                <a:path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pt1018"/>
            <p:cNvSpPr/>
            <p:nvPr/>
          </p:nvSpPr>
          <p:spPr>
            <a:xfrm>
              <a:off x="11133445" y="83818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pt1019"/>
            <p:cNvSpPr/>
            <p:nvPr/>
          </p:nvSpPr>
          <p:spPr>
            <a:xfrm>
              <a:off x="11629986" y="8420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pt1020"/>
            <p:cNvSpPr/>
            <p:nvPr/>
          </p:nvSpPr>
          <p:spPr>
            <a:xfrm>
              <a:off x="11133445" y="7683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pt1021"/>
            <p:cNvSpPr/>
            <p:nvPr/>
          </p:nvSpPr>
          <p:spPr>
            <a:xfrm>
              <a:off x="11133445" y="7683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pt1022"/>
            <p:cNvSpPr/>
            <p:nvPr/>
          </p:nvSpPr>
          <p:spPr>
            <a:xfrm>
              <a:off x="11133445" y="7990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pt1023"/>
            <p:cNvSpPr/>
            <p:nvPr/>
          </p:nvSpPr>
          <p:spPr>
            <a:xfrm>
              <a:off x="11540084" y="7889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pt1024"/>
            <p:cNvSpPr/>
            <p:nvPr/>
          </p:nvSpPr>
          <p:spPr>
            <a:xfrm>
              <a:off x="11133445" y="83549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pt1025"/>
            <p:cNvSpPr/>
            <p:nvPr/>
          </p:nvSpPr>
          <p:spPr>
            <a:xfrm>
              <a:off x="11471346" y="8240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pt1026"/>
            <p:cNvSpPr/>
            <p:nvPr/>
          </p:nvSpPr>
          <p:spPr>
            <a:xfrm>
              <a:off x="11133445" y="8263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pt1027"/>
            <p:cNvSpPr/>
            <p:nvPr/>
          </p:nvSpPr>
          <p:spPr>
            <a:xfrm>
              <a:off x="11478039" y="8106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pt1028"/>
            <p:cNvSpPr/>
            <p:nvPr/>
          </p:nvSpPr>
          <p:spPr>
            <a:xfrm>
              <a:off x="11133445" y="8506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pt1029"/>
            <p:cNvSpPr/>
            <p:nvPr/>
          </p:nvSpPr>
          <p:spPr>
            <a:xfrm>
              <a:off x="11523261" y="8498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pt1030"/>
            <p:cNvSpPr/>
            <p:nvPr/>
          </p:nvSpPr>
          <p:spPr>
            <a:xfrm>
              <a:off x="11133445" y="8509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pt1031"/>
            <p:cNvSpPr/>
            <p:nvPr/>
          </p:nvSpPr>
          <p:spPr>
            <a:xfrm>
              <a:off x="11557449" y="8486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pt1032"/>
            <p:cNvSpPr/>
            <p:nvPr/>
          </p:nvSpPr>
          <p:spPr>
            <a:xfrm>
              <a:off x="11133445" y="8238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pt1033"/>
            <p:cNvSpPr/>
            <p:nvPr/>
          </p:nvSpPr>
          <p:spPr>
            <a:xfrm>
              <a:off x="11285573" y="81553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pt1034"/>
            <p:cNvSpPr/>
            <p:nvPr/>
          </p:nvSpPr>
          <p:spPr>
            <a:xfrm>
              <a:off x="11133445" y="7283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pt1035"/>
            <p:cNvSpPr/>
            <p:nvPr/>
          </p:nvSpPr>
          <p:spPr>
            <a:xfrm>
              <a:off x="11979102" y="8101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pt1036"/>
            <p:cNvSpPr/>
            <p:nvPr/>
          </p:nvSpPr>
          <p:spPr>
            <a:xfrm>
              <a:off x="11133445" y="8465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pt1037"/>
            <p:cNvSpPr/>
            <p:nvPr/>
          </p:nvSpPr>
          <p:spPr>
            <a:xfrm>
              <a:off x="11453438" y="8424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pt1038"/>
            <p:cNvSpPr/>
            <p:nvPr/>
          </p:nvSpPr>
          <p:spPr>
            <a:xfrm>
              <a:off x="11133445" y="84602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pt1039"/>
            <p:cNvSpPr/>
            <p:nvPr/>
          </p:nvSpPr>
          <p:spPr>
            <a:xfrm>
              <a:off x="11340382" y="8457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pt1040"/>
            <p:cNvSpPr/>
            <p:nvPr/>
          </p:nvSpPr>
          <p:spPr>
            <a:xfrm>
              <a:off x="11340382" y="8480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pt1041"/>
            <p:cNvSpPr/>
            <p:nvPr/>
          </p:nvSpPr>
          <p:spPr>
            <a:xfrm>
              <a:off x="11133445" y="8493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pt1042"/>
            <p:cNvSpPr/>
            <p:nvPr/>
          </p:nvSpPr>
          <p:spPr>
            <a:xfrm>
              <a:off x="11332061" y="8482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pt1043"/>
            <p:cNvSpPr/>
            <p:nvPr/>
          </p:nvSpPr>
          <p:spPr>
            <a:xfrm>
              <a:off x="11332061" y="8486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pt1044"/>
            <p:cNvSpPr/>
            <p:nvPr/>
          </p:nvSpPr>
          <p:spPr>
            <a:xfrm>
              <a:off x="11133445" y="84370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pt1045"/>
            <p:cNvSpPr/>
            <p:nvPr/>
          </p:nvSpPr>
          <p:spPr>
            <a:xfrm>
              <a:off x="11301129" y="8380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pt1046"/>
            <p:cNvSpPr/>
            <p:nvPr/>
          </p:nvSpPr>
          <p:spPr>
            <a:xfrm>
              <a:off x="11301129" y="8376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pt1047"/>
            <p:cNvSpPr/>
            <p:nvPr/>
          </p:nvSpPr>
          <p:spPr>
            <a:xfrm>
              <a:off x="11133445" y="8404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pt1048"/>
            <p:cNvSpPr/>
            <p:nvPr/>
          </p:nvSpPr>
          <p:spPr>
            <a:xfrm>
              <a:off x="11545330" y="82736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pt1049"/>
            <p:cNvSpPr/>
            <p:nvPr/>
          </p:nvSpPr>
          <p:spPr>
            <a:xfrm>
              <a:off x="11133445" y="84782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pt1050"/>
            <p:cNvSpPr/>
            <p:nvPr/>
          </p:nvSpPr>
          <p:spPr>
            <a:xfrm>
              <a:off x="11656576" y="8431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pt1051"/>
            <p:cNvSpPr/>
            <p:nvPr/>
          </p:nvSpPr>
          <p:spPr>
            <a:xfrm>
              <a:off x="11133445" y="8268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pt1052"/>
            <p:cNvSpPr/>
            <p:nvPr/>
          </p:nvSpPr>
          <p:spPr>
            <a:xfrm>
              <a:off x="11133445" y="8268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pt1053"/>
            <p:cNvSpPr/>
            <p:nvPr/>
          </p:nvSpPr>
          <p:spPr>
            <a:xfrm>
              <a:off x="11133445" y="8225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pt1054"/>
            <p:cNvSpPr/>
            <p:nvPr/>
          </p:nvSpPr>
          <p:spPr>
            <a:xfrm>
              <a:off x="11133445" y="8126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pt1055"/>
            <p:cNvSpPr/>
            <p:nvPr/>
          </p:nvSpPr>
          <p:spPr>
            <a:xfrm>
              <a:off x="11133445" y="8286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pt1056"/>
            <p:cNvSpPr/>
            <p:nvPr/>
          </p:nvSpPr>
          <p:spPr>
            <a:xfrm>
              <a:off x="11266399" y="8181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7" name="pt1057"/>
            <p:cNvSpPr/>
            <p:nvPr/>
          </p:nvSpPr>
          <p:spPr>
            <a:xfrm>
              <a:off x="11133445" y="8403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pt1058"/>
            <p:cNvSpPr/>
            <p:nvPr/>
          </p:nvSpPr>
          <p:spPr>
            <a:xfrm>
              <a:off x="11260248" y="8381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pt1059"/>
            <p:cNvSpPr/>
            <p:nvPr/>
          </p:nvSpPr>
          <p:spPr>
            <a:xfrm>
              <a:off x="11133445" y="8434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pt1060"/>
            <p:cNvSpPr/>
            <p:nvPr/>
          </p:nvSpPr>
          <p:spPr>
            <a:xfrm>
              <a:off x="11397724" y="8384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pt1061"/>
            <p:cNvSpPr/>
            <p:nvPr/>
          </p:nvSpPr>
          <p:spPr>
            <a:xfrm>
              <a:off x="11133445" y="7626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pt1062"/>
            <p:cNvSpPr/>
            <p:nvPr/>
          </p:nvSpPr>
          <p:spPr>
            <a:xfrm>
              <a:off x="11257173" y="8016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pt1063"/>
            <p:cNvSpPr/>
            <p:nvPr/>
          </p:nvSpPr>
          <p:spPr>
            <a:xfrm>
              <a:off x="11133445" y="84881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pt1064"/>
            <p:cNvSpPr/>
            <p:nvPr/>
          </p:nvSpPr>
          <p:spPr>
            <a:xfrm>
              <a:off x="11263504" y="8455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pt1065"/>
            <p:cNvSpPr/>
            <p:nvPr/>
          </p:nvSpPr>
          <p:spPr>
            <a:xfrm>
              <a:off x="11133445" y="8258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pt1066"/>
            <p:cNvSpPr/>
            <p:nvPr/>
          </p:nvSpPr>
          <p:spPr>
            <a:xfrm>
              <a:off x="11380178" y="8183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pt1067"/>
            <p:cNvSpPr/>
            <p:nvPr/>
          </p:nvSpPr>
          <p:spPr>
            <a:xfrm>
              <a:off x="11133445" y="8180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pt1068"/>
            <p:cNvSpPr/>
            <p:nvPr/>
          </p:nvSpPr>
          <p:spPr>
            <a:xfrm>
              <a:off x="11401161" y="8086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pt1069"/>
            <p:cNvSpPr/>
            <p:nvPr/>
          </p:nvSpPr>
          <p:spPr>
            <a:xfrm>
              <a:off x="11133445" y="8486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pt1070"/>
            <p:cNvSpPr/>
            <p:nvPr/>
          </p:nvSpPr>
          <p:spPr>
            <a:xfrm>
              <a:off x="11633423" y="8402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pt1071"/>
            <p:cNvSpPr/>
            <p:nvPr/>
          </p:nvSpPr>
          <p:spPr>
            <a:xfrm>
              <a:off x="11133445" y="8485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pt1072"/>
            <p:cNvSpPr/>
            <p:nvPr/>
          </p:nvSpPr>
          <p:spPr>
            <a:xfrm>
              <a:off x="11549128" y="8467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pt1073"/>
            <p:cNvSpPr/>
            <p:nvPr/>
          </p:nvSpPr>
          <p:spPr>
            <a:xfrm>
              <a:off x="11133445" y="82119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pt1074"/>
            <p:cNvSpPr/>
            <p:nvPr/>
          </p:nvSpPr>
          <p:spPr>
            <a:xfrm>
              <a:off x="11487988" y="8165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pt1075"/>
            <p:cNvSpPr/>
            <p:nvPr/>
          </p:nvSpPr>
          <p:spPr>
            <a:xfrm>
              <a:off x="11133445" y="8007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pt1076"/>
            <p:cNvSpPr/>
            <p:nvPr/>
          </p:nvSpPr>
          <p:spPr>
            <a:xfrm>
              <a:off x="11133445" y="8007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pt1077"/>
            <p:cNvSpPr/>
            <p:nvPr/>
          </p:nvSpPr>
          <p:spPr>
            <a:xfrm>
              <a:off x="11133445" y="81983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pt1078"/>
            <p:cNvSpPr/>
            <p:nvPr/>
          </p:nvSpPr>
          <p:spPr>
            <a:xfrm>
              <a:off x="11133445" y="81983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pt1079"/>
            <p:cNvSpPr/>
            <p:nvPr/>
          </p:nvSpPr>
          <p:spPr>
            <a:xfrm>
              <a:off x="11133445" y="8485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pt1080"/>
            <p:cNvSpPr/>
            <p:nvPr/>
          </p:nvSpPr>
          <p:spPr>
            <a:xfrm>
              <a:off x="11133445" y="8444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pt1081"/>
            <p:cNvSpPr/>
            <p:nvPr/>
          </p:nvSpPr>
          <p:spPr>
            <a:xfrm>
              <a:off x="11133445" y="8510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pt1082"/>
            <p:cNvSpPr/>
            <p:nvPr/>
          </p:nvSpPr>
          <p:spPr>
            <a:xfrm>
              <a:off x="11573367" y="85047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pt1083"/>
            <p:cNvSpPr/>
            <p:nvPr/>
          </p:nvSpPr>
          <p:spPr>
            <a:xfrm>
              <a:off x="11133445" y="8490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pt1084"/>
            <p:cNvSpPr/>
            <p:nvPr/>
          </p:nvSpPr>
          <p:spPr>
            <a:xfrm>
              <a:off x="11528326" y="84813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pt1085"/>
            <p:cNvSpPr/>
            <p:nvPr/>
          </p:nvSpPr>
          <p:spPr>
            <a:xfrm>
              <a:off x="11133445" y="8495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pt1086"/>
            <p:cNvSpPr/>
            <p:nvPr/>
          </p:nvSpPr>
          <p:spPr>
            <a:xfrm>
              <a:off x="11518739" y="8495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pt1087"/>
            <p:cNvSpPr/>
            <p:nvPr/>
          </p:nvSpPr>
          <p:spPr>
            <a:xfrm>
              <a:off x="11133445" y="8431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pt1088"/>
            <p:cNvSpPr/>
            <p:nvPr/>
          </p:nvSpPr>
          <p:spPr>
            <a:xfrm>
              <a:off x="11518558" y="8438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pt1089"/>
            <p:cNvSpPr/>
            <p:nvPr/>
          </p:nvSpPr>
          <p:spPr>
            <a:xfrm>
              <a:off x="11133445" y="8498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pt1090"/>
            <p:cNvSpPr/>
            <p:nvPr/>
          </p:nvSpPr>
          <p:spPr>
            <a:xfrm>
              <a:off x="11521091" y="8502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pt1091"/>
            <p:cNvSpPr/>
            <p:nvPr/>
          </p:nvSpPr>
          <p:spPr>
            <a:xfrm>
              <a:off x="11133445" y="84388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pt1092"/>
            <p:cNvSpPr/>
            <p:nvPr/>
          </p:nvSpPr>
          <p:spPr>
            <a:xfrm>
              <a:off x="11541169" y="84230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pt1093"/>
            <p:cNvSpPr/>
            <p:nvPr/>
          </p:nvSpPr>
          <p:spPr>
            <a:xfrm>
              <a:off x="11133445" y="8192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pt1094"/>
            <p:cNvSpPr/>
            <p:nvPr/>
          </p:nvSpPr>
          <p:spPr>
            <a:xfrm>
              <a:off x="11447288" y="8112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pt1095"/>
            <p:cNvSpPr/>
            <p:nvPr/>
          </p:nvSpPr>
          <p:spPr>
            <a:xfrm>
              <a:off x="11133445" y="8396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pt1096"/>
            <p:cNvSpPr/>
            <p:nvPr/>
          </p:nvSpPr>
          <p:spPr>
            <a:xfrm>
              <a:off x="11568664" y="8353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pt1097"/>
            <p:cNvSpPr/>
            <p:nvPr/>
          </p:nvSpPr>
          <p:spPr>
            <a:xfrm>
              <a:off x="11133445" y="81542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pt1098"/>
            <p:cNvSpPr/>
            <p:nvPr/>
          </p:nvSpPr>
          <p:spPr>
            <a:xfrm>
              <a:off x="11532306" y="7911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pt1099"/>
            <p:cNvSpPr/>
            <p:nvPr/>
          </p:nvSpPr>
          <p:spPr>
            <a:xfrm>
              <a:off x="11133445" y="85005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pt1100"/>
            <p:cNvSpPr/>
            <p:nvPr/>
          </p:nvSpPr>
          <p:spPr>
            <a:xfrm>
              <a:off x="11464834" y="84963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pt1101"/>
            <p:cNvSpPr/>
            <p:nvPr/>
          </p:nvSpPr>
          <p:spPr>
            <a:xfrm>
              <a:off x="11133445" y="84142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pt1102"/>
            <p:cNvSpPr/>
            <p:nvPr/>
          </p:nvSpPr>
          <p:spPr>
            <a:xfrm>
              <a:off x="11527603" y="8346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pt1103"/>
            <p:cNvSpPr/>
            <p:nvPr/>
          </p:nvSpPr>
          <p:spPr>
            <a:xfrm>
              <a:off x="11133445" y="8413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pt1104"/>
            <p:cNvSpPr/>
            <p:nvPr/>
          </p:nvSpPr>
          <p:spPr>
            <a:xfrm>
              <a:off x="11487988" y="8357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pt1105"/>
            <p:cNvSpPr/>
            <p:nvPr/>
          </p:nvSpPr>
          <p:spPr>
            <a:xfrm>
              <a:off x="11133445" y="8024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pt1106"/>
            <p:cNvSpPr/>
            <p:nvPr/>
          </p:nvSpPr>
          <p:spPr>
            <a:xfrm>
              <a:off x="11265675" y="8157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pt1107"/>
            <p:cNvSpPr/>
            <p:nvPr/>
          </p:nvSpPr>
          <p:spPr>
            <a:xfrm>
              <a:off x="11133445" y="8410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pt1108"/>
            <p:cNvSpPr/>
            <p:nvPr/>
          </p:nvSpPr>
          <p:spPr>
            <a:xfrm>
              <a:off x="11531039" y="8420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pt1109"/>
            <p:cNvSpPr/>
            <p:nvPr/>
          </p:nvSpPr>
          <p:spPr>
            <a:xfrm>
              <a:off x="11133445" y="8417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pt1110"/>
            <p:cNvSpPr/>
            <p:nvPr/>
          </p:nvSpPr>
          <p:spPr>
            <a:xfrm>
              <a:off x="11527422" y="8267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pt1111"/>
            <p:cNvSpPr/>
            <p:nvPr/>
          </p:nvSpPr>
          <p:spPr>
            <a:xfrm>
              <a:off x="11133445" y="8161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pt1112"/>
            <p:cNvSpPr/>
            <p:nvPr/>
          </p:nvSpPr>
          <p:spPr>
            <a:xfrm>
              <a:off x="11400437" y="7745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pt1113"/>
            <p:cNvSpPr/>
            <p:nvPr/>
          </p:nvSpPr>
          <p:spPr>
            <a:xfrm>
              <a:off x="11133445" y="81294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pt1114"/>
            <p:cNvSpPr/>
            <p:nvPr/>
          </p:nvSpPr>
          <p:spPr>
            <a:xfrm>
              <a:off x="11572644" y="7296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pt1115"/>
            <p:cNvSpPr/>
            <p:nvPr/>
          </p:nvSpPr>
          <p:spPr>
            <a:xfrm>
              <a:off x="11133445" y="8463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pt1116"/>
            <p:cNvSpPr/>
            <p:nvPr/>
          </p:nvSpPr>
          <p:spPr>
            <a:xfrm>
              <a:off x="11404417" y="8409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pt1117"/>
            <p:cNvSpPr/>
            <p:nvPr/>
          </p:nvSpPr>
          <p:spPr>
            <a:xfrm>
              <a:off x="11133445" y="8383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pt1118"/>
            <p:cNvSpPr/>
            <p:nvPr/>
          </p:nvSpPr>
          <p:spPr>
            <a:xfrm>
              <a:off x="11550395" y="81930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pt1119"/>
            <p:cNvSpPr/>
            <p:nvPr/>
          </p:nvSpPr>
          <p:spPr>
            <a:xfrm>
              <a:off x="11133445" y="8374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pt1120"/>
            <p:cNvSpPr/>
            <p:nvPr/>
          </p:nvSpPr>
          <p:spPr>
            <a:xfrm>
              <a:off x="11537551" y="8328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pl1121"/>
            <p:cNvSpPr/>
            <p:nvPr/>
          </p:nvSpPr>
          <p:spPr>
            <a:xfrm>
              <a:off x="11158271" y="8406640"/>
              <a:ext cx="496540" cy="39064"/>
            </a:xfrm>
            <a:custGeom>
              <a:avLst/>
              <a:gdLst/>
              <a:ahLst/>
              <a:cxnLst/>
              <a:rect l="0" t="0" r="0" b="0"/>
              <a:pathLst>
                <a:path w="496540" h="39064">
                  <a:moveTo>
                    <a:pt x="0" y="0"/>
                  </a:moveTo>
                  <a:lnTo>
                    <a:pt x="496540" y="3906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pl1122"/>
            <p:cNvSpPr/>
            <p:nvPr/>
          </p:nvSpPr>
          <p:spPr>
            <a:xfrm>
              <a:off x="11158271" y="7708284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pl1123"/>
            <p:cNvSpPr/>
            <p:nvPr/>
          </p:nvSpPr>
          <p:spPr>
            <a:xfrm>
              <a:off x="11158271" y="7913993"/>
              <a:ext cx="406638" cy="101536"/>
            </a:xfrm>
            <a:custGeom>
              <a:avLst/>
              <a:gdLst/>
              <a:ahLst/>
              <a:cxnLst/>
              <a:rect l="0" t="0" r="0" b="0"/>
              <a:pathLst>
                <a:path w="406638" h="101536">
                  <a:moveTo>
                    <a:pt x="0" y="101536"/>
                  </a:moveTo>
                  <a:lnTo>
                    <a:pt x="40663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pl1124"/>
            <p:cNvSpPr/>
            <p:nvPr/>
          </p:nvSpPr>
          <p:spPr>
            <a:xfrm>
              <a:off x="11158271" y="8265202"/>
              <a:ext cx="337900" cy="114619"/>
            </a:xfrm>
            <a:custGeom>
              <a:avLst/>
              <a:gdLst/>
              <a:ahLst/>
              <a:cxnLst/>
              <a:rect l="0" t="0" r="0" b="0"/>
              <a:pathLst>
                <a:path w="337900" h="114619">
                  <a:moveTo>
                    <a:pt x="0" y="114619"/>
                  </a:moveTo>
                  <a:lnTo>
                    <a:pt x="3379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pl1125"/>
            <p:cNvSpPr/>
            <p:nvPr/>
          </p:nvSpPr>
          <p:spPr>
            <a:xfrm>
              <a:off x="11158271" y="8131483"/>
              <a:ext cx="344593" cy="157188"/>
            </a:xfrm>
            <a:custGeom>
              <a:avLst/>
              <a:gdLst/>
              <a:ahLst/>
              <a:cxnLst/>
              <a:rect l="0" t="0" r="0" b="0"/>
              <a:pathLst>
                <a:path w="344593" h="157188">
                  <a:moveTo>
                    <a:pt x="0" y="157188"/>
                  </a:moveTo>
                  <a:lnTo>
                    <a:pt x="3445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pl1126"/>
            <p:cNvSpPr/>
            <p:nvPr/>
          </p:nvSpPr>
          <p:spPr>
            <a:xfrm>
              <a:off x="11158271" y="8522901"/>
              <a:ext cx="389815" cy="8063"/>
            </a:xfrm>
            <a:custGeom>
              <a:avLst/>
              <a:gdLst/>
              <a:ahLst/>
              <a:cxnLst/>
              <a:rect l="0" t="0" r="0" b="0"/>
              <a:pathLst>
                <a:path w="389815" h="8063">
                  <a:moveTo>
                    <a:pt x="0" y="8063"/>
                  </a:moveTo>
                  <a:lnTo>
                    <a:pt x="3898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pl1127"/>
            <p:cNvSpPr/>
            <p:nvPr/>
          </p:nvSpPr>
          <p:spPr>
            <a:xfrm>
              <a:off x="11158271" y="8511587"/>
              <a:ext cx="424004" cy="23097"/>
            </a:xfrm>
            <a:custGeom>
              <a:avLst/>
              <a:gdLst/>
              <a:ahLst/>
              <a:cxnLst/>
              <a:rect l="0" t="0" r="0" b="0"/>
              <a:pathLst>
                <a:path w="424004" h="23097">
                  <a:moveTo>
                    <a:pt x="0" y="23097"/>
                  </a:moveTo>
                  <a:lnTo>
                    <a:pt x="4240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pl1128"/>
            <p:cNvSpPr/>
            <p:nvPr/>
          </p:nvSpPr>
          <p:spPr>
            <a:xfrm>
              <a:off x="11158271" y="8180195"/>
              <a:ext cx="152127" cy="83207"/>
            </a:xfrm>
            <a:custGeom>
              <a:avLst/>
              <a:gdLst/>
              <a:ahLst/>
              <a:cxnLst/>
              <a:rect l="0" t="0" r="0" b="0"/>
              <a:pathLst>
                <a:path w="152127" h="83207">
                  <a:moveTo>
                    <a:pt x="0" y="83207"/>
                  </a:moveTo>
                  <a:lnTo>
                    <a:pt x="1521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pl1129"/>
            <p:cNvSpPr/>
            <p:nvPr/>
          </p:nvSpPr>
          <p:spPr>
            <a:xfrm>
              <a:off x="11158271" y="7308803"/>
              <a:ext cx="845656" cy="817178"/>
            </a:xfrm>
            <a:custGeom>
              <a:avLst/>
              <a:gdLst/>
              <a:ahLst/>
              <a:cxnLst/>
              <a:rect l="0" t="0" r="0" b="0"/>
              <a:pathLst>
                <a:path w="845656" h="817178">
                  <a:moveTo>
                    <a:pt x="0" y="0"/>
                  </a:moveTo>
                  <a:lnTo>
                    <a:pt x="845656" y="8171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pl1130"/>
            <p:cNvSpPr/>
            <p:nvPr/>
          </p:nvSpPr>
          <p:spPr>
            <a:xfrm>
              <a:off x="11158271" y="8449579"/>
              <a:ext cx="319992" cy="40769"/>
            </a:xfrm>
            <a:custGeom>
              <a:avLst/>
              <a:gdLst/>
              <a:ahLst/>
              <a:cxnLst/>
              <a:rect l="0" t="0" r="0" b="0"/>
              <a:pathLst>
                <a:path w="319992" h="40769">
                  <a:moveTo>
                    <a:pt x="0" y="40769"/>
                  </a:moveTo>
                  <a:lnTo>
                    <a:pt x="31999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pl1131"/>
            <p:cNvSpPr/>
            <p:nvPr/>
          </p:nvSpPr>
          <p:spPr>
            <a:xfrm>
              <a:off x="11158271" y="8481955"/>
              <a:ext cx="206937" cy="23120"/>
            </a:xfrm>
            <a:custGeom>
              <a:avLst/>
              <a:gdLst/>
              <a:ahLst/>
              <a:cxnLst/>
              <a:rect l="0" t="0" r="0" b="0"/>
              <a:pathLst>
                <a:path w="206937" h="23120">
                  <a:moveTo>
                    <a:pt x="0" y="3123"/>
                  </a:moveTo>
                  <a:lnTo>
                    <a:pt x="206937" y="0"/>
                  </a:lnTo>
                  <a:lnTo>
                    <a:pt x="206937" y="2312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pl1132"/>
            <p:cNvSpPr/>
            <p:nvPr/>
          </p:nvSpPr>
          <p:spPr>
            <a:xfrm>
              <a:off x="11158271" y="8507456"/>
              <a:ext cx="198616" cy="10486"/>
            </a:xfrm>
            <a:custGeom>
              <a:avLst/>
              <a:gdLst/>
              <a:ahLst/>
              <a:cxnLst/>
              <a:rect l="0" t="0" r="0" b="0"/>
              <a:pathLst>
                <a:path w="198616" h="10486">
                  <a:moveTo>
                    <a:pt x="0" y="10486"/>
                  </a:moveTo>
                  <a:lnTo>
                    <a:pt x="198616" y="0"/>
                  </a:lnTo>
                  <a:lnTo>
                    <a:pt x="198616" y="41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pl1133"/>
            <p:cNvSpPr/>
            <p:nvPr/>
          </p:nvSpPr>
          <p:spPr>
            <a:xfrm>
              <a:off x="11158271" y="8401679"/>
              <a:ext cx="167684" cy="60146"/>
            </a:xfrm>
            <a:custGeom>
              <a:avLst/>
              <a:gdLst/>
              <a:ahLst/>
              <a:cxnLst/>
              <a:rect l="0" t="0" r="0" b="0"/>
              <a:pathLst>
                <a:path w="167684" h="60146">
                  <a:moveTo>
                    <a:pt x="0" y="60146"/>
                  </a:moveTo>
                  <a:lnTo>
                    <a:pt x="167684" y="3734"/>
                  </a:lnTo>
                  <a:lnTo>
                    <a:pt x="1676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pl1134"/>
            <p:cNvSpPr/>
            <p:nvPr/>
          </p:nvSpPr>
          <p:spPr>
            <a:xfrm>
              <a:off x="11158271" y="8298436"/>
              <a:ext cx="411884" cy="130680"/>
            </a:xfrm>
            <a:custGeom>
              <a:avLst/>
              <a:gdLst/>
              <a:ahLst/>
              <a:cxnLst/>
              <a:rect l="0" t="0" r="0" b="0"/>
              <a:pathLst>
                <a:path w="411884" h="130680">
                  <a:moveTo>
                    <a:pt x="0" y="130680"/>
                  </a:moveTo>
                  <a:lnTo>
                    <a:pt x="4118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pl1135"/>
            <p:cNvSpPr/>
            <p:nvPr/>
          </p:nvSpPr>
          <p:spPr>
            <a:xfrm>
              <a:off x="11158271" y="8456718"/>
              <a:ext cx="523131" cy="46343"/>
            </a:xfrm>
            <a:custGeom>
              <a:avLst/>
              <a:gdLst/>
              <a:ahLst/>
              <a:cxnLst/>
              <a:rect l="0" t="0" r="0" b="0"/>
              <a:pathLst>
                <a:path w="523131" h="46343">
                  <a:moveTo>
                    <a:pt x="0" y="46343"/>
                  </a:moveTo>
                  <a:lnTo>
                    <a:pt x="52313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pl1136"/>
            <p:cNvSpPr/>
            <p:nvPr/>
          </p:nvSpPr>
          <p:spPr>
            <a:xfrm>
              <a:off x="11158271" y="8292877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pl1137"/>
            <p:cNvSpPr/>
            <p:nvPr/>
          </p:nvSpPr>
          <p:spPr>
            <a:xfrm>
              <a:off x="11158271" y="8151250"/>
              <a:ext cx="0" cy="98714"/>
            </a:xfrm>
            <a:custGeom>
              <a:avLst/>
              <a:gdLst/>
              <a:ahLst/>
              <a:cxnLst/>
              <a:rect l="0" t="0" r="0" b="0"/>
              <a:pathLst>
                <a:path h="98714">
                  <a:moveTo>
                    <a:pt x="0" y="9871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pl1138"/>
            <p:cNvSpPr/>
            <p:nvPr/>
          </p:nvSpPr>
          <p:spPr>
            <a:xfrm>
              <a:off x="11158271" y="8206356"/>
              <a:ext cx="132953" cy="105412"/>
            </a:xfrm>
            <a:custGeom>
              <a:avLst/>
              <a:gdLst/>
              <a:ahLst/>
              <a:cxnLst/>
              <a:rect l="0" t="0" r="0" b="0"/>
              <a:pathLst>
                <a:path w="132953" h="105412">
                  <a:moveTo>
                    <a:pt x="0" y="105412"/>
                  </a:moveTo>
                  <a:lnTo>
                    <a:pt x="1329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pl1139"/>
            <p:cNvSpPr/>
            <p:nvPr/>
          </p:nvSpPr>
          <p:spPr>
            <a:xfrm>
              <a:off x="11158271" y="8406170"/>
              <a:ext cx="126803" cy="22636"/>
            </a:xfrm>
            <a:custGeom>
              <a:avLst/>
              <a:gdLst/>
              <a:ahLst/>
              <a:cxnLst/>
              <a:rect l="0" t="0" r="0" b="0"/>
              <a:pathLst>
                <a:path w="126803" h="22636">
                  <a:moveTo>
                    <a:pt x="0" y="22636"/>
                  </a:moveTo>
                  <a:lnTo>
                    <a:pt x="1268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pl1140"/>
            <p:cNvSpPr/>
            <p:nvPr/>
          </p:nvSpPr>
          <p:spPr>
            <a:xfrm>
              <a:off x="11158271" y="8408850"/>
              <a:ext cx="264278" cy="50185"/>
            </a:xfrm>
            <a:custGeom>
              <a:avLst/>
              <a:gdLst/>
              <a:ahLst/>
              <a:cxnLst/>
              <a:rect l="0" t="0" r="0" b="0"/>
              <a:pathLst>
                <a:path w="264278" h="50185">
                  <a:moveTo>
                    <a:pt x="0" y="50185"/>
                  </a:moveTo>
                  <a:lnTo>
                    <a:pt x="2642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pl1141"/>
            <p:cNvSpPr/>
            <p:nvPr/>
          </p:nvSpPr>
          <p:spPr>
            <a:xfrm>
              <a:off x="11158271" y="7650927"/>
              <a:ext cx="123728" cy="390180"/>
            </a:xfrm>
            <a:custGeom>
              <a:avLst/>
              <a:gdLst/>
              <a:ahLst/>
              <a:cxnLst/>
              <a:rect l="0" t="0" r="0" b="0"/>
              <a:pathLst>
                <a:path w="123728" h="390180">
                  <a:moveTo>
                    <a:pt x="0" y="0"/>
                  </a:moveTo>
                  <a:lnTo>
                    <a:pt x="123728" y="3901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pl1142"/>
            <p:cNvSpPr/>
            <p:nvPr/>
          </p:nvSpPr>
          <p:spPr>
            <a:xfrm>
              <a:off x="11158271" y="8480408"/>
              <a:ext cx="130059" cy="32574"/>
            </a:xfrm>
            <a:custGeom>
              <a:avLst/>
              <a:gdLst/>
              <a:ahLst/>
              <a:cxnLst/>
              <a:rect l="0" t="0" r="0" b="0"/>
              <a:pathLst>
                <a:path w="130059" h="32574">
                  <a:moveTo>
                    <a:pt x="0" y="32574"/>
                  </a:moveTo>
                  <a:lnTo>
                    <a:pt x="1300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pl1143"/>
            <p:cNvSpPr/>
            <p:nvPr/>
          </p:nvSpPr>
          <p:spPr>
            <a:xfrm>
              <a:off x="11158271" y="8207885"/>
              <a:ext cx="246732" cy="75824"/>
            </a:xfrm>
            <a:custGeom>
              <a:avLst/>
              <a:gdLst/>
              <a:ahLst/>
              <a:cxnLst/>
              <a:rect l="0" t="0" r="0" b="0"/>
              <a:pathLst>
                <a:path w="246732" h="75824">
                  <a:moveTo>
                    <a:pt x="0" y="75824"/>
                  </a:moveTo>
                  <a:lnTo>
                    <a:pt x="2467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pl1144"/>
            <p:cNvSpPr/>
            <p:nvPr/>
          </p:nvSpPr>
          <p:spPr>
            <a:xfrm>
              <a:off x="11158271" y="8111640"/>
              <a:ext cx="267715" cy="93475"/>
            </a:xfrm>
            <a:custGeom>
              <a:avLst/>
              <a:gdLst/>
              <a:ahLst/>
              <a:cxnLst/>
              <a:rect l="0" t="0" r="0" b="0"/>
              <a:pathLst>
                <a:path w="267715" h="93475">
                  <a:moveTo>
                    <a:pt x="0" y="93475"/>
                  </a:moveTo>
                  <a:lnTo>
                    <a:pt x="2677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pl1145"/>
            <p:cNvSpPr/>
            <p:nvPr/>
          </p:nvSpPr>
          <p:spPr>
            <a:xfrm>
              <a:off x="11158271" y="8427704"/>
              <a:ext cx="499977" cy="83727"/>
            </a:xfrm>
            <a:custGeom>
              <a:avLst/>
              <a:gdLst/>
              <a:ahLst/>
              <a:cxnLst/>
              <a:rect l="0" t="0" r="0" b="0"/>
              <a:pathLst>
                <a:path w="499977" h="83727">
                  <a:moveTo>
                    <a:pt x="0" y="83727"/>
                  </a:moveTo>
                  <a:lnTo>
                    <a:pt x="4999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pl1146"/>
            <p:cNvSpPr/>
            <p:nvPr/>
          </p:nvSpPr>
          <p:spPr>
            <a:xfrm>
              <a:off x="11158271" y="8492585"/>
              <a:ext cx="415683" cy="18071"/>
            </a:xfrm>
            <a:custGeom>
              <a:avLst/>
              <a:gdLst/>
              <a:ahLst/>
              <a:cxnLst/>
              <a:rect l="0" t="0" r="0" b="0"/>
              <a:pathLst>
                <a:path w="415683" h="18071">
                  <a:moveTo>
                    <a:pt x="0" y="18071"/>
                  </a:moveTo>
                  <a:lnTo>
                    <a:pt x="4156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pl1147"/>
            <p:cNvSpPr/>
            <p:nvPr/>
          </p:nvSpPr>
          <p:spPr>
            <a:xfrm>
              <a:off x="11158271" y="8189925"/>
              <a:ext cx="354542" cy="46815"/>
            </a:xfrm>
            <a:custGeom>
              <a:avLst/>
              <a:gdLst/>
              <a:ahLst/>
              <a:cxnLst/>
              <a:rect l="0" t="0" r="0" b="0"/>
              <a:pathLst>
                <a:path w="354542" h="46815">
                  <a:moveTo>
                    <a:pt x="0" y="46815"/>
                  </a:moveTo>
                  <a:lnTo>
                    <a:pt x="3545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pl1148"/>
            <p:cNvSpPr/>
            <p:nvPr/>
          </p:nvSpPr>
          <p:spPr>
            <a:xfrm>
              <a:off x="11158271" y="8032736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pl1149"/>
            <p:cNvSpPr/>
            <p:nvPr/>
          </p:nvSpPr>
          <p:spPr>
            <a:xfrm>
              <a:off x="11158271" y="8223195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pl1150"/>
            <p:cNvSpPr/>
            <p:nvPr/>
          </p:nvSpPr>
          <p:spPr>
            <a:xfrm>
              <a:off x="11158271" y="8468887"/>
              <a:ext cx="0" cy="41459"/>
            </a:xfrm>
            <a:custGeom>
              <a:avLst/>
              <a:gdLst/>
              <a:ahLst/>
              <a:cxnLst/>
              <a:rect l="0" t="0" r="0" b="0"/>
              <a:pathLst>
                <a:path h="41459">
                  <a:moveTo>
                    <a:pt x="0" y="4145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pl1151"/>
            <p:cNvSpPr/>
            <p:nvPr/>
          </p:nvSpPr>
          <p:spPr>
            <a:xfrm>
              <a:off x="11158271" y="8529569"/>
              <a:ext cx="439922" cy="5890"/>
            </a:xfrm>
            <a:custGeom>
              <a:avLst/>
              <a:gdLst/>
              <a:ahLst/>
              <a:cxnLst/>
              <a:rect l="0" t="0" r="0" b="0"/>
              <a:pathLst>
                <a:path w="439922" h="5890">
                  <a:moveTo>
                    <a:pt x="0" y="5890"/>
                  </a:moveTo>
                  <a:lnTo>
                    <a:pt x="4399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pl1152"/>
            <p:cNvSpPr/>
            <p:nvPr/>
          </p:nvSpPr>
          <p:spPr>
            <a:xfrm>
              <a:off x="11158271" y="8506206"/>
              <a:ext cx="394880" cy="9256"/>
            </a:xfrm>
            <a:custGeom>
              <a:avLst/>
              <a:gdLst/>
              <a:ahLst/>
              <a:cxnLst/>
              <a:rect l="0" t="0" r="0" b="0"/>
              <a:pathLst>
                <a:path w="394880" h="9256">
                  <a:moveTo>
                    <a:pt x="0" y="9256"/>
                  </a:moveTo>
                  <a:lnTo>
                    <a:pt x="3948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pl1153"/>
            <p:cNvSpPr/>
            <p:nvPr/>
          </p:nvSpPr>
          <p:spPr>
            <a:xfrm>
              <a:off x="11158271" y="8519958"/>
              <a:ext cx="385293" cy="506"/>
            </a:xfrm>
            <a:custGeom>
              <a:avLst/>
              <a:gdLst/>
              <a:ahLst/>
              <a:cxnLst/>
              <a:rect l="0" t="0" r="0" b="0"/>
              <a:pathLst>
                <a:path w="385293" h="506">
                  <a:moveTo>
                    <a:pt x="0" y="0"/>
                  </a:moveTo>
                  <a:lnTo>
                    <a:pt x="385293" y="50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pl1154"/>
            <p:cNvSpPr/>
            <p:nvPr/>
          </p:nvSpPr>
          <p:spPr>
            <a:xfrm>
              <a:off x="11158271" y="8456710"/>
              <a:ext cx="385112" cy="7071"/>
            </a:xfrm>
            <a:custGeom>
              <a:avLst/>
              <a:gdLst/>
              <a:ahLst/>
              <a:cxnLst/>
              <a:rect l="0" t="0" r="0" b="0"/>
              <a:pathLst>
                <a:path w="385112" h="7071">
                  <a:moveTo>
                    <a:pt x="0" y="0"/>
                  </a:moveTo>
                  <a:lnTo>
                    <a:pt x="385112" y="70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pl1155"/>
            <p:cNvSpPr/>
            <p:nvPr/>
          </p:nvSpPr>
          <p:spPr>
            <a:xfrm>
              <a:off x="11158271" y="8523368"/>
              <a:ext cx="387645" cy="3641"/>
            </a:xfrm>
            <a:custGeom>
              <a:avLst/>
              <a:gdLst/>
              <a:ahLst/>
              <a:cxnLst/>
              <a:rect l="0" t="0" r="0" b="0"/>
              <a:pathLst>
                <a:path w="387645" h="3641">
                  <a:moveTo>
                    <a:pt x="0" y="0"/>
                  </a:moveTo>
                  <a:lnTo>
                    <a:pt x="387645" y="364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pl1156"/>
            <p:cNvSpPr/>
            <p:nvPr/>
          </p:nvSpPr>
          <p:spPr>
            <a:xfrm>
              <a:off x="11158271" y="8447874"/>
              <a:ext cx="407724" cy="15811"/>
            </a:xfrm>
            <a:custGeom>
              <a:avLst/>
              <a:gdLst/>
              <a:ahLst/>
              <a:cxnLst/>
              <a:rect l="0" t="0" r="0" b="0"/>
              <a:pathLst>
                <a:path w="407724" h="15811">
                  <a:moveTo>
                    <a:pt x="0" y="15811"/>
                  </a:moveTo>
                  <a:lnTo>
                    <a:pt x="4077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pl1157"/>
            <p:cNvSpPr/>
            <p:nvPr/>
          </p:nvSpPr>
          <p:spPr>
            <a:xfrm>
              <a:off x="11158271" y="8136863"/>
              <a:ext cx="313842" cy="80810"/>
            </a:xfrm>
            <a:custGeom>
              <a:avLst/>
              <a:gdLst/>
              <a:ahLst/>
              <a:cxnLst/>
              <a:rect l="0" t="0" r="0" b="0"/>
              <a:pathLst>
                <a:path w="313842" h="80810">
                  <a:moveTo>
                    <a:pt x="0" y="80810"/>
                  </a:moveTo>
                  <a:lnTo>
                    <a:pt x="3138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pl1158"/>
            <p:cNvSpPr/>
            <p:nvPr/>
          </p:nvSpPr>
          <p:spPr>
            <a:xfrm>
              <a:off x="11158271" y="8378581"/>
              <a:ext cx="435219" cy="42629"/>
            </a:xfrm>
            <a:custGeom>
              <a:avLst/>
              <a:gdLst/>
              <a:ahLst/>
              <a:cxnLst/>
              <a:rect l="0" t="0" r="0" b="0"/>
              <a:pathLst>
                <a:path w="435219" h="42629">
                  <a:moveTo>
                    <a:pt x="0" y="42629"/>
                  </a:moveTo>
                  <a:lnTo>
                    <a:pt x="4352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pl1159"/>
            <p:cNvSpPr/>
            <p:nvPr/>
          </p:nvSpPr>
          <p:spPr>
            <a:xfrm>
              <a:off x="11158271" y="7936196"/>
              <a:ext cx="398860" cy="242877"/>
            </a:xfrm>
            <a:custGeom>
              <a:avLst/>
              <a:gdLst/>
              <a:ahLst/>
              <a:cxnLst/>
              <a:rect l="0" t="0" r="0" b="0"/>
              <a:pathLst>
                <a:path w="398860" h="242877">
                  <a:moveTo>
                    <a:pt x="0" y="242877"/>
                  </a:moveTo>
                  <a:lnTo>
                    <a:pt x="39886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pl1160"/>
            <p:cNvSpPr/>
            <p:nvPr/>
          </p:nvSpPr>
          <p:spPr>
            <a:xfrm>
              <a:off x="11158271" y="8521155"/>
              <a:ext cx="331388" cy="4228"/>
            </a:xfrm>
            <a:custGeom>
              <a:avLst/>
              <a:gdLst/>
              <a:ahLst/>
              <a:cxnLst/>
              <a:rect l="0" t="0" r="0" b="0"/>
              <a:pathLst>
                <a:path w="331388" h="4228">
                  <a:moveTo>
                    <a:pt x="0" y="4228"/>
                  </a:moveTo>
                  <a:lnTo>
                    <a:pt x="3313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pl1161"/>
            <p:cNvSpPr/>
            <p:nvPr/>
          </p:nvSpPr>
          <p:spPr>
            <a:xfrm>
              <a:off x="11158271" y="8371605"/>
              <a:ext cx="394157" cy="67432"/>
            </a:xfrm>
            <a:custGeom>
              <a:avLst/>
              <a:gdLst/>
              <a:ahLst/>
              <a:cxnLst/>
              <a:rect l="0" t="0" r="0" b="0"/>
              <a:pathLst>
                <a:path w="394157" h="67432">
                  <a:moveTo>
                    <a:pt x="0" y="67432"/>
                  </a:moveTo>
                  <a:lnTo>
                    <a:pt x="39415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pl1162"/>
            <p:cNvSpPr/>
            <p:nvPr/>
          </p:nvSpPr>
          <p:spPr>
            <a:xfrm>
              <a:off x="11158271" y="8382302"/>
              <a:ext cx="354542" cy="56271"/>
            </a:xfrm>
            <a:custGeom>
              <a:avLst/>
              <a:gdLst/>
              <a:ahLst/>
              <a:cxnLst/>
              <a:rect l="0" t="0" r="0" b="0"/>
              <a:pathLst>
                <a:path w="354542" h="56271">
                  <a:moveTo>
                    <a:pt x="0" y="56271"/>
                  </a:moveTo>
                  <a:lnTo>
                    <a:pt x="3545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pl1163"/>
            <p:cNvSpPr/>
            <p:nvPr/>
          </p:nvSpPr>
          <p:spPr>
            <a:xfrm>
              <a:off x="11158271" y="8048858"/>
              <a:ext cx="132229" cy="133666"/>
            </a:xfrm>
            <a:custGeom>
              <a:avLst/>
              <a:gdLst/>
              <a:ahLst/>
              <a:cxnLst/>
              <a:rect l="0" t="0" r="0" b="0"/>
              <a:pathLst>
                <a:path w="132229" h="133666">
                  <a:moveTo>
                    <a:pt x="0" y="0"/>
                  </a:moveTo>
                  <a:lnTo>
                    <a:pt x="132229" y="1336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pl1164"/>
            <p:cNvSpPr/>
            <p:nvPr/>
          </p:nvSpPr>
          <p:spPr>
            <a:xfrm>
              <a:off x="11158271" y="8435163"/>
              <a:ext cx="397594" cy="10564"/>
            </a:xfrm>
            <a:custGeom>
              <a:avLst/>
              <a:gdLst/>
              <a:ahLst/>
              <a:cxnLst/>
              <a:rect l="0" t="0" r="0" b="0"/>
              <a:pathLst>
                <a:path w="397594" h="10564">
                  <a:moveTo>
                    <a:pt x="0" y="0"/>
                  </a:moveTo>
                  <a:lnTo>
                    <a:pt x="397594" y="1056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pl1165"/>
            <p:cNvSpPr/>
            <p:nvPr/>
          </p:nvSpPr>
          <p:spPr>
            <a:xfrm>
              <a:off x="11158271" y="8292236"/>
              <a:ext cx="393976" cy="149747"/>
            </a:xfrm>
            <a:custGeom>
              <a:avLst/>
              <a:gdLst/>
              <a:ahLst/>
              <a:cxnLst/>
              <a:rect l="0" t="0" r="0" b="0"/>
              <a:pathLst>
                <a:path w="393976" h="149747">
                  <a:moveTo>
                    <a:pt x="0" y="149747"/>
                  </a:moveTo>
                  <a:lnTo>
                    <a:pt x="39397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pl1166"/>
            <p:cNvSpPr/>
            <p:nvPr/>
          </p:nvSpPr>
          <p:spPr>
            <a:xfrm>
              <a:off x="11158271" y="7770661"/>
              <a:ext cx="266992" cy="415388"/>
            </a:xfrm>
            <a:custGeom>
              <a:avLst/>
              <a:gdLst/>
              <a:ahLst/>
              <a:cxnLst/>
              <a:rect l="0" t="0" r="0" b="0"/>
              <a:pathLst>
                <a:path w="266992" h="415388">
                  <a:moveTo>
                    <a:pt x="0" y="415388"/>
                  </a:moveTo>
                  <a:lnTo>
                    <a:pt x="26699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pl1167"/>
            <p:cNvSpPr/>
            <p:nvPr/>
          </p:nvSpPr>
          <p:spPr>
            <a:xfrm>
              <a:off x="11158271" y="7321204"/>
              <a:ext cx="439198" cy="833066"/>
            </a:xfrm>
            <a:custGeom>
              <a:avLst/>
              <a:gdLst/>
              <a:ahLst/>
              <a:cxnLst/>
              <a:rect l="0" t="0" r="0" b="0"/>
              <a:pathLst>
                <a:path w="439198" h="833066">
                  <a:moveTo>
                    <a:pt x="0" y="833066"/>
                  </a:moveTo>
                  <a:lnTo>
                    <a:pt x="4391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pl1168"/>
            <p:cNvSpPr/>
            <p:nvPr/>
          </p:nvSpPr>
          <p:spPr>
            <a:xfrm>
              <a:off x="11158271" y="8434003"/>
              <a:ext cx="270971" cy="54796"/>
            </a:xfrm>
            <a:custGeom>
              <a:avLst/>
              <a:gdLst/>
              <a:ahLst/>
              <a:cxnLst/>
              <a:rect l="0" t="0" r="0" b="0"/>
              <a:pathLst>
                <a:path w="270971" h="54796">
                  <a:moveTo>
                    <a:pt x="0" y="54796"/>
                  </a:moveTo>
                  <a:lnTo>
                    <a:pt x="27097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pl1169"/>
            <p:cNvSpPr/>
            <p:nvPr/>
          </p:nvSpPr>
          <p:spPr>
            <a:xfrm>
              <a:off x="11158271" y="8217828"/>
              <a:ext cx="416949" cy="190516"/>
            </a:xfrm>
            <a:custGeom>
              <a:avLst/>
              <a:gdLst/>
              <a:ahLst/>
              <a:cxnLst/>
              <a:rect l="0" t="0" r="0" b="0"/>
              <a:pathLst>
                <a:path w="416949" h="190516">
                  <a:moveTo>
                    <a:pt x="0" y="190516"/>
                  </a:moveTo>
                  <a:lnTo>
                    <a:pt x="4169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pl1170"/>
            <p:cNvSpPr/>
            <p:nvPr/>
          </p:nvSpPr>
          <p:spPr>
            <a:xfrm>
              <a:off x="11158271" y="8353778"/>
              <a:ext cx="404106" cy="46040"/>
            </a:xfrm>
            <a:custGeom>
              <a:avLst/>
              <a:gdLst/>
              <a:ahLst/>
              <a:cxnLst/>
              <a:rect l="0" t="0" r="0" b="0"/>
              <a:pathLst>
                <a:path w="404106" h="46040">
                  <a:moveTo>
                    <a:pt x="0" y="46040"/>
                  </a:moveTo>
                  <a:lnTo>
                    <a:pt x="40410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pl1171"/>
            <p:cNvSpPr/>
            <p:nvPr/>
          </p:nvSpPr>
          <p:spPr>
            <a:xfrm>
              <a:off x="11158271" y="8265375"/>
              <a:ext cx="845656" cy="53104"/>
            </a:xfrm>
            <a:custGeom>
              <a:avLst/>
              <a:gdLst/>
              <a:ahLst/>
              <a:cxnLst/>
              <a:rect l="0" t="0" r="0" b="0"/>
              <a:pathLst>
                <a:path w="845656" h="53104">
                  <a:moveTo>
                    <a:pt x="0" y="53104"/>
                  </a:moveTo>
                  <a:lnTo>
                    <a:pt x="8541" y="52567"/>
                  </a:lnTo>
                  <a:lnTo>
                    <a:pt x="17083" y="52031"/>
                  </a:lnTo>
                  <a:lnTo>
                    <a:pt x="25625" y="51495"/>
                  </a:lnTo>
                  <a:lnTo>
                    <a:pt x="34167" y="50958"/>
                  </a:lnTo>
                  <a:lnTo>
                    <a:pt x="42709" y="50422"/>
                  </a:lnTo>
                  <a:lnTo>
                    <a:pt x="51251" y="49885"/>
                  </a:lnTo>
                  <a:lnTo>
                    <a:pt x="59793" y="49349"/>
                  </a:lnTo>
                  <a:lnTo>
                    <a:pt x="68335" y="48813"/>
                  </a:lnTo>
                  <a:lnTo>
                    <a:pt x="76877" y="48276"/>
                  </a:lnTo>
                  <a:lnTo>
                    <a:pt x="85419" y="47740"/>
                  </a:lnTo>
                  <a:lnTo>
                    <a:pt x="93961" y="47203"/>
                  </a:lnTo>
                  <a:lnTo>
                    <a:pt x="102503" y="46667"/>
                  </a:lnTo>
                  <a:lnTo>
                    <a:pt x="111045" y="46131"/>
                  </a:lnTo>
                  <a:lnTo>
                    <a:pt x="119587" y="45594"/>
                  </a:lnTo>
                  <a:lnTo>
                    <a:pt x="128129" y="45058"/>
                  </a:lnTo>
                  <a:lnTo>
                    <a:pt x="136671" y="44521"/>
                  </a:lnTo>
                  <a:lnTo>
                    <a:pt x="145213" y="43985"/>
                  </a:lnTo>
                  <a:lnTo>
                    <a:pt x="153755" y="43449"/>
                  </a:lnTo>
                  <a:lnTo>
                    <a:pt x="162297" y="42912"/>
                  </a:lnTo>
                  <a:lnTo>
                    <a:pt x="170839" y="42376"/>
                  </a:lnTo>
                  <a:lnTo>
                    <a:pt x="179381" y="41839"/>
                  </a:lnTo>
                  <a:lnTo>
                    <a:pt x="187923" y="41303"/>
                  </a:lnTo>
                  <a:lnTo>
                    <a:pt x="196465" y="40766"/>
                  </a:lnTo>
                  <a:lnTo>
                    <a:pt x="205007" y="40230"/>
                  </a:lnTo>
                  <a:lnTo>
                    <a:pt x="213549" y="39694"/>
                  </a:lnTo>
                  <a:lnTo>
                    <a:pt x="222091" y="39157"/>
                  </a:lnTo>
                  <a:lnTo>
                    <a:pt x="230633" y="38621"/>
                  </a:lnTo>
                  <a:lnTo>
                    <a:pt x="239175" y="38084"/>
                  </a:lnTo>
                  <a:lnTo>
                    <a:pt x="247717" y="37548"/>
                  </a:lnTo>
                  <a:lnTo>
                    <a:pt x="256259" y="37012"/>
                  </a:lnTo>
                  <a:lnTo>
                    <a:pt x="264801" y="36475"/>
                  </a:lnTo>
                  <a:lnTo>
                    <a:pt x="273343" y="35939"/>
                  </a:lnTo>
                  <a:lnTo>
                    <a:pt x="281885" y="35402"/>
                  </a:lnTo>
                  <a:lnTo>
                    <a:pt x="290427" y="34866"/>
                  </a:lnTo>
                  <a:lnTo>
                    <a:pt x="298969" y="34330"/>
                  </a:lnTo>
                  <a:lnTo>
                    <a:pt x="307511" y="33793"/>
                  </a:lnTo>
                  <a:lnTo>
                    <a:pt x="316053" y="33257"/>
                  </a:lnTo>
                  <a:lnTo>
                    <a:pt x="324595" y="32720"/>
                  </a:lnTo>
                  <a:lnTo>
                    <a:pt x="333137" y="32184"/>
                  </a:lnTo>
                  <a:lnTo>
                    <a:pt x="341679" y="31648"/>
                  </a:lnTo>
                  <a:lnTo>
                    <a:pt x="350221" y="31111"/>
                  </a:lnTo>
                  <a:lnTo>
                    <a:pt x="358763" y="30575"/>
                  </a:lnTo>
                  <a:lnTo>
                    <a:pt x="367305" y="30038"/>
                  </a:lnTo>
                  <a:lnTo>
                    <a:pt x="375847" y="29502"/>
                  </a:lnTo>
                  <a:lnTo>
                    <a:pt x="384389" y="28966"/>
                  </a:lnTo>
                  <a:lnTo>
                    <a:pt x="392931" y="28429"/>
                  </a:lnTo>
                  <a:lnTo>
                    <a:pt x="401473" y="27893"/>
                  </a:lnTo>
                  <a:lnTo>
                    <a:pt x="410015" y="27356"/>
                  </a:lnTo>
                  <a:lnTo>
                    <a:pt x="418557" y="26820"/>
                  </a:lnTo>
                  <a:lnTo>
                    <a:pt x="427099" y="26283"/>
                  </a:lnTo>
                  <a:lnTo>
                    <a:pt x="435641" y="25747"/>
                  </a:lnTo>
                  <a:lnTo>
                    <a:pt x="444183" y="25211"/>
                  </a:lnTo>
                  <a:lnTo>
                    <a:pt x="452725" y="24674"/>
                  </a:lnTo>
                  <a:lnTo>
                    <a:pt x="461267" y="24138"/>
                  </a:lnTo>
                  <a:lnTo>
                    <a:pt x="469809" y="23601"/>
                  </a:lnTo>
                  <a:lnTo>
                    <a:pt x="478351" y="23065"/>
                  </a:lnTo>
                  <a:lnTo>
                    <a:pt x="486893" y="22529"/>
                  </a:lnTo>
                  <a:lnTo>
                    <a:pt x="495435" y="21992"/>
                  </a:lnTo>
                  <a:lnTo>
                    <a:pt x="503977" y="21456"/>
                  </a:lnTo>
                  <a:lnTo>
                    <a:pt x="512519" y="20919"/>
                  </a:lnTo>
                  <a:lnTo>
                    <a:pt x="521061" y="20383"/>
                  </a:lnTo>
                  <a:lnTo>
                    <a:pt x="529603" y="19847"/>
                  </a:lnTo>
                  <a:lnTo>
                    <a:pt x="538145" y="19310"/>
                  </a:lnTo>
                  <a:lnTo>
                    <a:pt x="546687" y="18774"/>
                  </a:lnTo>
                  <a:lnTo>
                    <a:pt x="555229" y="18237"/>
                  </a:lnTo>
                  <a:lnTo>
                    <a:pt x="563771" y="17701"/>
                  </a:lnTo>
                  <a:lnTo>
                    <a:pt x="572312" y="17165"/>
                  </a:lnTo>
                  <a:lnTo>
                    <a:pt x="580854" y="16628"/>
                  </a:lnTo>
                  <a:lnTo>
                    <a:pt x="589396" y="16092"/>
                  </a:lnTo>
                  <a:lnTo>
                    <a:pt x="597938" y="15555"/>
                  </a:lnTo>
                  <a:lnTo>
                    <a:pt x="606480" y="15019"/>
                  </a:lnTo>
                  <a:lnTo>
                    <a:pt x="615022" y="14483"/>
                  </a:lnTo>
                  <a:lnTo>
                    <a:pt x="623564" y="13946"/>
                  </a:lnTo>
                  <a:lnTo>
                    <a:pt x="632106" y="13410"/>
                  </a:lnTo>
                  <a:lnTo>
                    <a:pt x="640648" y="12873"/>
                  </a:lnTo>
                  <a:lnTo>
                    <a:pt x="649190" y="12337"/>
                  </a:lnTo>
                  <a:lnTo>
                    <a:pt x="657732" y="11800"/>
                  </a:lnTo>
                  <a:lnTo>
                    <a:pt x="666274" y="11264"/>
                  </a:lnTo>
                  <a:lnTo>
                    <a:pt x="674816" y="10728"/>
                  </a:lnTo>
                  <a:lnTo>
                    <a:pt x="683358" y="10191"/>
                  </a:lnTo>
                  <a:lnTo>
                    <a:pt x="691900" y="9655"/>
                  </a:lnTo>
                  <a:lnTo>
                    <a:pt x="700442" y="9118"/>
                  </a:lnTo>
                  <a:lnTo>
                    <a:pt x="708984" y="8582"/>
                  </a:lnTo>
                  <a:lnTo>
                    <a:pt x="717526" y="8046"/>
                  </a:lnTo>
                  <a:lnTo>
                    <a:pt x="726068" y="7509"/>
                  </a:lnTo>
                  <a:lnTo>
                    <a:pt x="734610" y="6973"/>
                  </a:lnTo>
                  <a:lnTo>
                    <a:pt x="743152" y="6436"/>
                  </a:lnTo>
                  <a:lnTo>
                    <a:pt x="751694" y="5900"/>
                  </a:lnTo>
                  <a:lnTo>
                    <a:pt x="760236" y="5364"/>
                  </a:lnTo>
                  <a:lnTo>
                    <a:pt x="768778" y="4827"/>
                  </a:lnTo>
                  <a:lnTo>
                    <a:pt x="777320" y="4291"/>
                  </a:lnTo>
                  <a:lnTo>
                    <a:pt x="785862" y="3754"/>
                  </a:lnTo>
                  <a:lnTo>
                    <a:pt x="794404" y="3218"/>
                  </a:lnTo>
                  <a:lnTo>
                    <a:pt x="802946" y="2682"/>
                  </a:lnTo>
                  <a:lnTo>
                    <a:pt x="811488" y="2145"/>
                  </a:lnTo>
                  <a:lnTo>
                    <a:pt x="820030" y="1609"/>
                  </a:lnTo>
                  <a:lnTo>
                    <a:pt x="828572" y="1072"/>
                  </a:lnTo>
                  <a:lnTo>
                    <a:pt x="837114" y="536"/>
                  </a:lnTo>
                  <a:lnTo>
                    <a:pt x="845656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tx1172"/>
            <p:cNvSpPr/>
            <p:nvPr/>
          </p:nvSpPr>
          <p:spPr>
            <a:xfrm>
              <a:off x="11734800" y="7330281"/>
              <a:ext cx="1014356" cy="16955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dirty="0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0.036 Z/year</a:t>
              </a:r>
            </a:p>
          </p:txBody>
        </p:sp>
        <p:sp>
          <p:nvSpPr>
            <p:cNvPr id="1173" name="rc1173"/>
            <p:cNvSpPr/>
            <p:nvPr/>
          </p:nvSpPr>
          <p:spPr>
            <a:xfrm>
              <a:off x="11115988" y="7247470"/>
              <a:ext cx="930222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tx1174"/>
            <p:cNvSpPr/>
            <p:nvPr/>
          </p:nvSpPr>
          <p:spPr>
            <a:xfrm>
              <a:off x="10897996" y="8424981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175" name="tx1175"/>
            <p:cNvSpPr/>
            <p:nvPr/>
          </p:nvSpPr>
          <p:spPr>
            <a:xfrm>
              <a:off x="10897996" y="8135148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1176" name="tx1176"/>
            <p:cNvSpPr/>
            <p:nvPr/>
          </p:nvSpPr>
          <p:spPr>
            <a:xfrm>
              <a:off x="10897996" y="7845315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1177" name="tx1177"/>
            <p:cNvSpPr/>
            <p:nvPr/>
          </p:nvSpPr>
          <p:spPr>
            <a:xfrm>
              <a:off x="10897996" y="7556846"/>
              <a:ext cx="15536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1178" name="tx1178"/>
            <p:cNvSpPr/>
            <p:nvPr/>
          </p:nvSpPr>
          <p:spPr>
            <a:xfrm>
              <a:off x="10835841" y="7265649"/>
              <a:ext cx="21751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1179" name="pl1179"/>
            <p:cNvSpPr/>
            <p:nvPr/>
          </p:nvSpPr>
          <p:spPr>
            <a:xfrm>
              <a:off x="11081194" y="846667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pl1180"/>
            <p:cNvSpPr/>
            <p:nvPr/>
          </p:nvSpPr>
          <p:spPr>
            <a:xfrm>
              <a:off x="11081194" y="817684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pl1181"/>
            <p:cNvSpPr/>
            <p:nvPr/>
          </p:nvSpPr>
          <p:spPr>
            <a:xfrm>
              <a:off x="11081194" y="788700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2" name="pl1182"/>
            <p:cNvSpPr/>
            <p:nvPr/>
          </p:nvSpPr>
          <p:spPr>
            <a:xfrm>
              <a:off x="11081194" y="759717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3" name="pl1183"/>
            <p:cNvSpPr/>
            <p:nvPr/>
          </p:nvSpPr>
          <p:spPr>
            <a:xfrm>
              <a:off x="11081194" y="730734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4" name="pl1184"/>
            <p:cNvSpPr/>
            <p:nvPr/>
          </p:nvSpPr>
          <p:spPr>
            <a:xfrm>
              <a:off x="11158271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5" name="pl1185"/>
            <p:cNvSpPr/>
            <p:nvPr/>
          </p:nvSpPr>
          <p:spPr>
            <a:xfrm>
              <a:off x="11488620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6" name="pl1186"/>
            <p:cNvSpPr/>
            <p:nvPr/>
          </p:nvSpPr>
          <p:spPr>
            <a:xfrm>
              <a:off x="11818969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7" name="tx1187"/>
            <p:cNvSpPr/>
            <p:nvPr/>
          </p:nvSpPr>
          <p:spPr>
            <a:xfrm>
              <a:off x="11127193" y="8657731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88" name="tx1188"/>
            <p:cNvSpPr/>
            <p:nvPr/>
          </p:nvSpPr>
          <p:spPr>
            <a:xfrm>
              <a:off x="11457542" y="8659149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189" name="tx1189"/>
            <p:cNvSpPr/>
            <p:nvPr/>
          </p:nvSpPr>
          <p:spPr>
            <a:xfrm>
              <a:off x="11756813" y="8657731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90" name="tx1190"/>
            <p:cNvSpPr/>
            <p:nvPr/>
          </p:nvSpPr>
          <p:spPr>
            <a:xfrm>
              <a:off x="10959919" y="8805174"/>
              <a:ext cx="1242361" cy="1033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1191" name="tx1191"/>
            <p:cNvSpPr/>
            <p:nvPr/>
          </p:nvSpPr>
          <p:spPr>
            <a:xfrm rot="-5400000">
              <a:off x="9939492" y="7857397"/>
              <a:ext cx="1514326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 pTau217 / AB42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176</Words>
  <Application>Microsoft Office PowerPoint</Application>
  <PresentationFormat>Custom</PresentationFormat>
  <Paragraphs>81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Wenseleers</dc:creator>
  <cp:lastModifiedBy>Julie Wisch</cp:lastModifiedBy>
  <cp:revision>8</cp:revision>
  <dcterms:created xsi:type="dcterms:W3CDTF">2015-07-14T21:05:00Z</dcterms:created>
  <dcterms:modified xsi:type="dcterms:W3CDTF">2026-05-13T18:56:22Z</dcterms:modified>
</cp:coreProperties>
</file>