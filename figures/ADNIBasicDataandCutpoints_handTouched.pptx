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9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33" d="100"/>
          <a:sy n="133" d="100"/>
        </p:scale>
        <p:origin x="1644" y="126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rc4">
            <a:extLst>
              <a:ext uri="{FF2B5EF4-FFF2-40B4-BE49-F238E27FC236}">
                <a16:creationId xmlns:a16="http://schemas.microsoft.com/office/drawing/2014/main" id="{8772E4D2-CA3A-1C3D-D5CD-E408AC6843B7}"/>
              </a:ext>
            </a:extLst>
          </p:cNvPr>
          <p:cNvSpPr/>
          <p:nvPr/>
        </p:nvSpPr>
        <p:spPr>
          <a:xfrm>
            <a:off x="809625" y="836612"/>
            <a:ext cx="2971800" cy="3657600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06" name="rc5">
            <a:extLst>
              <a:ext uri="{FF2B5EF4-FFF2-40B4-BE49-F238E27FC236}">
                <a16:creationId xmlns:a16="http://schemas.microsoft.com/office/drawing/2014/main" id="{57B3DF19-6489-E397-EB27-A20E4E9B2D93}"/>
              </a:ext>
            </a:extLst>
          </p:cNvPr>
          <p:cNvSpPr/>
          <p:nvPr/>
        </p:nvSpPr>
        <p:spPr>
          <a:xfrm>
            <a:off x="1333813" y="1133890"/>
            <a:ext cx="2378022" cy="295043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7" name="pl6">
            <a:extLst>
              <a:ext uri="{FF2B5EF4-FFF2-40B4-BE49-F238E27FC236}">
                <a16:creationId xmlns:a16="http://schemas.microsoft.com/office/drawing/2014/main" id="{312288B3-E4F6-8B93-AF1E-7F07E018C560}"/>
              </a:ext>
            </a:extLst>
          </p:cNvPr>
          <p:cNvSpPr/>
          <p:nvPr/>
        </p:nvSpPr>
        <p:spPr>
          <a:xfrm>
            <a:off x="1333813" y="3658469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08" name="pl7">
            <a:extLst>
              <a:ext uri="{FF2B5EF4-FFF2-40B4-BE49-F238E27FC236}">
                <a16:creationId xmlns:a16="http://schemas.microsoft.com/office/drawing/2014/main" id="{295AC846-DD4C-6158-5DD7-990A5E22D71F}"/>
              </a:ext>
            </a:extLst>
          </p:cNvPr>
          <p:cNvSpPr/>
          <p:nvPr/>
        </p:nvSpPr>
        <p:spPr>
          <a:xfrm>
            <a:off x="1333813" y="2988025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09" name="pl8">
            <a:extLst>
              <a:ext uri="{FF2B5EF4-FFF2-40B4-BE49-F238E27FC236}">
                <a16:creationId xmlns:a16="http://schemas.microsoft.com/office/drawing/2014/main" id="{6C206031-CA00-2BF2-C04D-C46449815078}"/>
              </a:ext>
            </a:extLst>
          </p:cNvPr>
          <p:cNvSpPr/>
          <p:nvPr/>
        </p:nvSpPr>
        <p:spPr>
          <a:xfrm>
            <a:off x="1333813" y="2317581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0" name="pl9">
            <a:extLst>
              <a:ext uri="{FF2B5EF4-FFF2-40B4-BE49-F238E27FC236}">
                <a16:creationId xmlns:a16="http://schemas.microsoft.com/office/drawing/2014/main" id="{14CE8F08-3491-8E37-0653-4FC5BBD44A4D}"/>
              </a:ext>
            </a:extLst>
          </p:cNvPr>
          <p:cNvSpPr/>
          <p:nvPr/>
        </p:nvSpPr>
        <p:spPr>
          <a:xfrm>
            <a:off x="1333813" y="1647137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1" name="pl10">
            <a:extLst>
              <a:ext uri="{FF2B5EF4-FFF2-40B4-BE49-F238E27FC236}">
                <a16:creationId xmlns:a16="http://schemas.microsoft.com/office/drawing/2014/main" id="{057C0D49-9990-0140-9357-309EF392D60D}"/>
              </a:ext>
            </a:extLst>
          </p:cNvPr>
          <p:cNvSpPr/>
          <p:nvPr/>
        </p:nvSpPr>
        <p:spPr>
          <a:xfrm>
            <a:off x="154638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2" name="pl11">
            <a:extLst>
              <a:ext uri="{FF2B5EF4-FFF2-40B4-BE49-F238E27FC236}">
                <a16:creationId xmlns:a16="http://schemas.microsoft.com/office/drawing/2014/main" id="{549BAABB-73A4-C8F0-1979-5BE43B7235F7}"/>
              </a:ext>
            </a:extLst>
          </p:cNvPr>
          <p:cNvSpPr/>
          <p:nvPr/>
        </p:nvSpPr>
        <p:spPr>
          <a:xfrm>
            <a:off x="2175962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3" name="pl12">
            <a:extLst>
              <a:ext uri="{FF2B5EF4-FFF2-40B4-BE49-F238E27FC236}">
                <a16:creationId xmlns:a16="http://schemas.microsoft.com/office/drawing/2014/main" id="{94291583-D3F8-22E8-D855-B55B45C09FF4}"/>
              </a:ext>
            </a:extLst>
          </p:cNvPr>
          <p:cNvSpPr/>
          <p:nvPr/>
        </p:nvSpPr>
        <p:spPr>
          <a:xfrm>
            <a:off x="2805539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4" name="pl13">
            <a:extLst>
              <a:ext uri="{FF2B5EF4-FFF2-40B4-BE49-F238E27FC236}">
                <a16:creationId xmlns:a16="http://schemas.microsoft.com/office/drawing/2014/main" id="{0F1DD781-091D-56F5-306E-C8342DE346EC}"/>
              </a:ext>
            </a:extLst>
          </p:cNvPr>
          <p:cNvSpPr/>
          <p:nvPr/>
        </p:nvSpPr>
        <p:spPr>
          <a:xfrm>
            <a:off x="3435117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5" name="pl14">
            <a:extLst>
              <a:ext uri="{FF2B5EF4-FFF2-40B4-BE49-F238E27FC236}">
                <a16:creationId xmlns:a16="http://schemas.microsoft.com/office/drawing/2014/main" id="{95E8E9BE-47F0-9BA0-196D-EFDE93C60475}"/>
              </a:ext>
            </a:extLst>
          </p:cNvPr>
          <p:cNvSpPr/>
          <p:nvPr/>
        </p:nvSpPr>
        <p:spPr>
          <a:xfrm>
            <a:off x="1333813" y="3993691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6" name="pl15">
            <a:extLst>
              <a:ext uri="{FF2B5EF4-FFF2-40B4-BE49-F238E27FC236}">
                <a16:creationId xmlns:a16="http://schemas.microsoft.com/office/drawing/2014/main" id="{E5F8976A-BB90-B8CD-5E3B-BD898378D77A}"/>
              </a:ext>
            </a:extLst>
          </p:cNvPr>
          <p:cNvSpPr/>
          <p:nvPr/>
        </p:nvSpPr>
        <p:spPr>
          <a:xfrm>
            <a:off x="1333813" y="3323247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7" name="pl16">
            <a:extLst>
              <a:ext uri="{FF2B5EF4-FFF2-40B4-BE49-F238E27FC236}">
                <a16:creationId xmlns:a16="http://schemas.microsoft.com/office/drawing/2014/main" id="{1B4D4092-C4E5-EB67-6403-C5AF5A105D2B}"/>
              </a:ext>
            </a:extLst>
          </p:cNvPr>
          <p:cNvSpPr/>
          <p:nvPr/>
        </p:nvSpPr>
        <p:spPr>
          <a:xfrm>
            <a:off x="1333813" y="2652803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8" name="pl17">
            <a:extLst>
              <a:ext uri="{FF2B5EF4-FFF2-40B4-BE49-F238E27FC236}">
                <a16:creationId xmlns:a16="http://schemas.microsoft.com/office/drawing/2014/main" id="{5B496C13-DA2A-8B00-B063-77F3388EACA1}"/>
              </a:ext>
            </a:extLst>
          </p:cNvPr>
          <p:cNvSpPr/>
          <p:nvPr/>
        </p:nvSpPr>
        <p:spPr>
          <a:xfrm>
            <a:off x="1333813" y="1982359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9" name="pl18">
            <a:extLst>
              <a:ext uri="{FF2B5EF4-FFF2-40B4-BE49-F238E27FC236}">
                <a16:creationId xmlns:a16="http://schemas.microsoft.com/office/drawing/2014/main" id="{A6C8A600-BC2B-3C80-22AB-165509B3BD91}"/>
              </a:ext>
            </a:extLst>
          </p:cNvPr>
          <p:cNvSpPr/>
          <p:nvPr/>
        </p:nvSpPr>
        <p:spPr>
          <a:xfrm>
            <a:off x="1333813" y="1311915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0" name="pl19">
            <a:extLst>
              <a:ext uri="{FF2B5EF4-FFF2-40B4-BE49-F238E27FC236}">
                <a16:creationId xmlns:a16="http://schemas.microsoft.com/office/drawing/2014/main" id="{00A5BC5D-1159-EBAC-3856-BF065569629C}"/>
              </a:ext>
            </a:extLst>
          </p:cNvPr>
          <p:cNvSpPr/>
          <p:nvPr/>
        </p:nvSpPr>
        <p:spPr>
          <a:xfrm>
            <a:off x="1861173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1" name="pl20">
            <a:extLst>
              <a:ext uri="{FF2B5EF4-FFF2-40B4-BE49-F238E27FC236}">
                <a16:creationId xmlns:a16="http://schemas.microsoft.com/office/drawing/2014/main" id="{8B66D154-3C3A-AF4B-0044-6024498AF47C}"/>
              </a:ext>
            </a:extLst>
          </p:cNvPr>
          <p:cNvSpPr/>
          <p:nvPr/>
        </p:nvSpPr>
        <p:spPr>
          <a:xfrm>
            <a:off x="2490751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2" name="pl21">
            <a:extLst>
              <a:ext uri="{FF2B5EF4-FFF2-40B4-BE49-F238E27FC236}">
                <a16:creationId xmlns:a16="http://schemas.microsoft.com/office/drawing/2014/main" id="{E0B7034E-B40B-4FCE-285C-5594FA05607A}"/>
              </a:ext>
            </a:extLst>
          </p:cNvPr>
          <p:cNvSpPr/>
          <p:nvPr/>
        </p:nvSpPr>
        <p:spPr>
          <a:xfrm>
            <a:off x="3120328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3" name="pt22">
            <a:extLst>
              <a:ext uri="{FF2B5EF4-FFF2-40B4-BE49-F238E27FC236}">
                <a16:creationId xmlns:a16="http://schemas.microsoft.com/office/drawing/2014/main" id="{FD51CE42-8E65-CADB-E150-14B7630BC8A6}"/>
              </a:ext>
            </a:extLst>
          </p:cNvPr>
          <p:cNvSpPr/>
          <p:nvPr/>
        </p:nvSpPr>
        <p:spPr>
          <a:xfrm>
            <a:off x="2078081" y="361721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4" name="pt23">
            <a:extLst>
              <a:ext uri="{FF2B5EF4-FFF2-40B4-BE49-F238E27FC236}">
                <a16:creationId xmlns:a16="http://schemas.microsoft.com/office/drawing/2014/main" id="{FD4084FF-52D8-6C8F-DAEB-88F21CCED412}"/>
              </a:ext>
            </a:extLst>
          </p:cNvPr>
          <p:cNvSpPr/>
          <p:nvPr/>
        </p:nvSpPr>
        <p:spPr>
          <a:xfrm>
            <a:off x="1786211" y="382136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5" name="pt24">
            <a:extLst>
              <a:ext uri="{FF2B5EF4-FFF2-40B4-BE49-F238E27FC236}">
                <a16:creationId xmlns:a16="http://schemas.microsoft.com/office/drawing/2014/main" id="{96311CBB-874B-E1F7-B635-14A43DB42CC5}"/>
              </a:ext>
            </a:extLst>
          </p:cNvPr>
          <p:cNvSpPr/>
          <p:nvPr/>
        </p:nvSpPr>
        <p:spPr>
          <a:xfrm>
            <a:off x="3197480" y="210704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6" name="pt25">
            <a:extLst>
              <a:ext uri="{FF2B5EF4-FFF2-40B4-BE49-F238E27FC236}">
                <a16:creationId xmlns:a16="http://schemas.microsoft.com/office/drawing/2014/main" id="{0DA65887-5393-E87B-D0A9-AE9BFC2AE3DF}"/>
              </a:ext>
            </a:extLst>
          </p:cNvPr>
          <p:cNvSpPr/>
          <p:nvPr/>
        </p:nvSpPr>
        <p:spPr>
          <a:xfrm>
            <a:off x="1871388" y="384449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7" name="pt26">
            <a:extLst>
              <a:ext uri="{FF2B5EF4-FFF2-40B4-BE49-F238E27FC236}">
                <a16:creationId xmlns:a16="http://schemas.microsoft.com/office/drawing/2014/main" id="{468E9221-7053-D663-48F4-F2BB33B80791}"/>
              </a:ext>
            </a:extLst>
          </p:cNvPr>
          <p:cNvSpPr/>
          <p:nvPr/>
        </p:nvSpPr>
        <p:spPr>
          <a:xfrm>
            <a:off x="1874999" y="381030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8" name="pt27">
            <a:extLst>
              <a:ext uri="{FF2B5EF4-FFF2-40B4-BE49-F238E27FC236}">
                <a16:creationId xmlns:a16="http://schemas.microsoft.com/office/drawing/2014/main" id="{E4C36BDB-49F3-E2BE-3C2C-4A5F93D4B69F}"/>
              </a:ext>
            </a:extLst>
          </p:cNvPr>
          <p:cNvSpPr/>
          <p:nvPr/>
        </p:nvSpPr>
        <p:spPr>
          <a:xfrm>
            <a:off x="2832100" y="277145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9" name="pt28">
            <a:extLst>
              <a:ext uri="{FF2B5EF4-FFF2-40B4-BE49-F238E27FC236}">
                <a16:creationId xmlns:a16="http://schemas.microsoft.com/office/drawing/2014/main" id="{8303B81B-C79E-FB0F-02E4-9FD561780604}"/>
              </a:ext>
            </a:extLst>
          </p:cNvPr>
          <p:cNvSpPr/>
          <p:nvPr/>
        </p:nvSpPr>
        <p:spPr>
          <a:xfrm>
            <a:off x="2392207" y="355922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0" name="pt29">
            <a:extLst>
              <a:ext uri="{FF2B5EF4-FFF2-40B4-BE49-F238E27FC236}">
                <a16:creationId xmlns:a16="http://schemas.microsoft.com/office/drawing/2014/main" id="{3730C0B5-DB7F-73C6-BA96-ADFB5A1A59BE}"/>
              </a:ext>
            </a:extLst>
          </p:cNvPr>
          <p:cNvSpPr/>
          <p:nvPr/>
        </p:nvSpPr>
        <p:spPr>
          <a:xfrm>
            <a:off x="1705894" y="386729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1" name="pt30">
            <a:extLst>
              <a:ext uri="{FF2B5EF4-FFF2-40B4-BE49-F238E27FC236}">
                <a16:creationId xmlns:a16="http://schemas.microsoft.com/office/drawing/2014/main" id="{CE249329-E846-06C0-F0DB-C5869712D843}"/>
              </a:ext>
            </a:extLst>
          </p:cNvPr>
          <p:cNvSpPr/>
          <p:nvPr/>
        </p:nvSpPr>
        <p:spPr>
          <a:xfrm>
            <a:off x="1914494" y="384550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2" name="pt31">
            <a:extLst>
              <a:ext uri="{FF2B5EF4-FFF2-40B4-BE49-F238E27FC236}">
                <a16:creationId xmlns:a16="http://schemas.microsoft.com/office/drawing/2014/main" id="{B2297CE2-3525-E710-7B77-FB199BD99367}"/>
              </a:ext>
            </a:extLst>
          </p:cNvPr>
          <p:cNvSpPr/>
          <p:nvPr/>
        </p:nvSpPr>
        <p:spPr>
          <a:xfrm>
            <a:off x="1807673" y="38910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3" name="pt32">
            <a:extLst>
              <a:ext uri="{FF2B5EF4-FFF2-40B4-BE49-F238E27FC236}">
                <a16:creationId xmlns:a16="http://schemas.microsoft.com/office/drawing/2014/main" id="{CA503BB4-F682-57EB-56A9-7C33D01331AA}"/>
              </a:ext>
            </a:extLst>
          </p:cNvPr>
          <p:cNvSpPr/>
          <p:nvPr/>
        </p:nvSpPr>
        <p:spPr>
          <a:xfrm>
            <a:off x="3195222" y="336211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4" name="pt33">
            <a:extLst>
              <a:ext uri="{FF2B5EF4-FFF2-40B4-BE49-F238E27FC236}">
                <a16:creationId xmlns:a16="http://schemas.microsoft.com/office/drawing/2014/main" id="{FCC3F3CD-B397-C6F8-7816-83F10308CEE4}"/>
              </a:ext>
            </a:extLst>
          </p:cNvPr>
          <p:cNvSpPr/>
          <p:nvPr/>
        </p:nvSpPr>
        <p:spPr>
          <a:xfrm>
            <a:off x="1417079" y="328065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5" name="pt34">
            <a:extLst>
              <a:ext uri="{FF2B5EF4-FFF2-40B4-BE49-F238E27FC236}">
                <a16:creationId xmlns:a16="http://schemas.microsoft.com/office/drawing/2014/main" id="{025247DF-4374-C530-DC78-EBA297708B61}"/>
              </a:ext>
            </a:extLst>
          </p:cNvPr>
          <p:cNvSpPr/>
          <p:nvPr/>
        </p:nvSpPr>
        <p:spPr>
          <a:xfrm>
            <a:off x="2472509" y="388606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6" name="pt35">
            <a:extLst>
              <a:ext uri="{FF2B5EF4-FFF2-40B4-BE49-F238E27FC236}">
                <a16:creationId xmlns:a16="http://schemas.microsoft.com/office/drawing/2014/main" id="{7AD79C8E-157D-D002-9F16-EC0DF508F8AF}"/>
              </a:ext>
            </a:extLst>
          </p:cNvPr>
          <p:cNvSpPr/>
          <p:nvPr/>
        </p:nvSpPr>
        <p:spPr>
          <a:xfrm>
            <a:off x="2033823" y="389411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7" name="pt36">
            <a:extLst>
              <a:ext uri="{FF2B5EF4-FFF2-40B4-BE49-F238E27FC236}">
                <a16:creationId xmlns:a16="http://schemas.microsoft.com/office/drawing/2014/main" id="{D2C25390-281A-703F-C209-49330140FA2A}"/>
              </a:ext>
            </a:extLst>
          </p:cNvPr>
          <p:cNvSpPr/>
          <p:nvPr/>
        </p:nvSpPr>
        <p:spPr>
          <a:xfrm>
            <a:off x="1861177" y="378684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8" name="pt37">
            <a:extLst>
              <a:ext uri="{FF2B5EF4-FFF2-40B4-BE49-F238E27FC236}">
                <a16:creationId xmlns:a16="http://schemas.microsoft.com/office/drawing/2014/main" id="{E2ADA26E-3299-103E-FD0C-B82BBBCC14B8}"/>
              </a:ext>
            </a:extLst>
          </p:cNvPr>
          <p:cNvSpPr/>
          <p:nvPr/>
        </p:nvSpPr>
        <p:spPr>
          <a:xfrm>
            <a:off x="1868055" y="375700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9" name="pt38">
            <a:extLst>
              <a:ext uri="{FF2B5EF4-FFF2-40B4-BE49-F238E27FC236}">
                <a16:creationId xmlns:a16="http://schemas.microsoft.com/office/drawing/2014/main" id="{000CF732-788C-652E-8849-43147A0D50A4}"/>
              </a:ext>
            </a:extLst>
          </p:cNvPr>
          <p:cNvSpPr/>
          <p:nvPr/>
        </p:nvSpPr>
        <p:spPr>
          <a:xfrm>
            <a:off x="1878312" y="384047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0" name="pt39">
            <a:extLst>
              <a:ext uri="{FF2B5EF4-FFF2-40B4-BE49-F238E27FC236}">
                <a16:creationId xmlns:a16="http://schemas.microsoft.com/office/drawing/2014/main" id="{423A0950-7E52-6BCF-0ED5-2722FAD74F5C}"/>
              </a:ext>
            </a:extLst>
          </p:cNvPr>
          <p:cNvSpPr/>
          <p:nvPr/>
        </p:nvSpPr>
        <p:spPr>
          <a:xfrm>
            <a:off x="1675329" y="388640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1" name="pt40">
            <a:extLst>
              <a:ext uri="{FF2B5EF4-FFF2-40B4-BE49-F238E27FC236}">
                <a16:creationId xmlns:a16="http://schemas.microsoft.com/office/drawing/2014/main" id="{C462F36D-F3CE-8126-43FC-E4398E0DFA4B}"/>
              </a:ext>
            </a:extLst>
          </p:cNvPr>
          <p:cNvSpPr/>
          <p:nvPr/>
        </p:nvSpPr>
        <p:spPr>
          <a:xfrm>
            <a:off x="2017964" y="330747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2" name="pt41">
            <a:extLst>
              <a:ext uri="{FF2B5EF4-FFF2-40B4-BE49-F238E27FC236}">
                <a16:creationId xmlns:a16="http://schemas.microsoft.com/office/drawing/2014/main" id="{AC610F14-DD64-4565-4517-F0758F631509}"/>
              </a:ext>
            </a:extLst>
          </p:cNvPr>
          <p:cNvSpPr/>
          <p:nvPr/>
        </p:nvSpPr>
        <p:spPr>
          <a:xfrm>
            <a:off x="2821586" y="124317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3" name="pt42">
            <a:extLst>
              <a:ext uri="{FF2B5EF4-FFF2-40B4-BE49-F238E27FC236}">
                <a16:creationId xmlns:a16="http://schemas.microsoft.com/office/drawing/2014/main" id="{324C9563-AF6D-DD1A-5D11-CD8856A03DAD}"/>
              </a:ext>
            </a:extLst>
          </p:cNvPr>
          <p:cNvSpPr/>
          <p:nvPr/>
        </p:nvSpPr>
        <p:spPr>
          <a:xfrm>
            <a:off x="1835465" y="310935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4" name="pt43">
            <a:extLst>
              <a:ext uri="{FF2B5EF4-FFF2-40B4-BE49-F238E27FC236}">
                <a16:creationId xmlns:a16="http://schemas.microsoft.com/office/drawing/2014/main" id="{2DFE0841-A008-56B6-D918-633FBA0121AC}"/>
              </a:ext>
            </a:extLst>
          </p:cNvPr>
          <p:cNvSpPr/>
          <p:nvPr/>
        </p:nvSpPr>
        <p:spPr>
          <a:xfrm>
            <a:off x="1822834" y="387634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5" name="pt44">
            <a:extLst>
              <a:ext uri="{FF2B5EF4-FFF2-40B4-BE49-F238E27FC236}">
                <a16:creationId xmlns:a16="http://schemas.microsoft.com/office/drawing/2014/main" id="{2FCC494E-BDF3-8EEF-7F91-0FC309AF60C2}"/>
              </a:ext>
            </a:extLst>
          </p:cNvPr>
          <p:cNvSpPr/>
          <p:nvPr/>
        </p:nvSpPr>
        <p:spPr>
          <a:xfrm>
            <a:off x="1802348" y="389612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6" name="pt45">
            <a:extLst>
              <a:ext uri="{FF2B5EF4-FFF2-40B4-BE49-F238E27FC236}">
                <a16:creationId xmlns:a16="http://schemas.microsoft.com/office/drawing/2014/main" id="{359C4E06-6DF1-8192-F4BF-3EFA9B92B450}"/>
              </a:ext>
            </a:extLst>
          </p:cNvPr>
          <p:cNvSpPr/>
          <p:nvPr/>
        </p:nvSpPr>
        <p:spPr>
          <a:xfrm>
            <a:off x="2035237" y="379823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7" name="pt46">
            <a:extLst>
              <a:ext uri="{FF2B5EF4-FFF2-40B4-BE49-F238E27FC236}">
                <a16:creationId xmlns:a16="http://schemas.microsoft.com/office/drawing/2014/main" id="{783C19E2-88FD-96C4-CCDD-FE6FB99171BD}"/>
              </a:ext>
            </a:extLst>
          </p:cNvPr>
          <p:cNvSpPr/>
          <p:nvPr/>
        </p:nvSpPr>
        <p:spPr>
          <a:xfrm>
            <a:off x="1800065" y="388673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8" name="pt47">
            <a:extLst>
              <a:ext uri="{FF2B5EF4-FFF2-40B4-BE49-F238E27FC236}">
                <a16:creationId xmlns:a16="http://schemas.microsoft.com/office/drawing/2014/main" id="{15A0F6B7-ACA3-28EB-0382-CC88028AFF8E}"/>
              </a:ext>
            </a:extLst>
          </p:cNvPr>
          <p:cNvSpPr/>
          <p:nvPr/>
        </p:nvSpPr>
        <p:spPr>
          <a:xfrm>
            <a:off x="2305575" y="378684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9" name="pt48">
            <a:extLst>
              <a:ext uri="{FF2B5EF4-FFF2-40B4-BE49-F238E27FC236}">
                <a16:creationId xmlns:a16="http://schemas.microsoft.com/office/drawing/2014/main" id="{C5111D33-BDAA-13F0-CC97-798AA06E082D}"/>
              </a:ext>
            </a:extLst>
          </p:cNvPr>
          <p:cNvSpPr/>
          <p:nvPr/>
        </p:nvSpPr>
        <p:spPr>
          <a:xfrm>
            <a:off x="2465103" y="385790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0" name="pt49">
            <a:extLst>
              <a:ext uri="{FF2B5EF4-FFF2-40B4-BE49-F238E27FC236}">
                <a16:creationId xmlns:a16="http://schemas.microsoft.com/office/drawing/2014/main" id="{66A3474D-E4F2-A29F-40BB-5727A59D2D7F}"/>
              </a:ext>
            </a:extLst>
          </p:cNvPr>
          <p:cNvSpPr/>
          <p:nvPr/>
        </p:nvSpPr>
        <p:spPr>
          <a:xfrm>
            <a:off x="2072613" y="373655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1" name="pt50">
            <a:extLst>
              <a:ext uri="{FF2B5EF4-FFF2-40B4-BE49-F238E27FC236}">
                <a16:creationId xmlns:a16="http://schemas.microsoft.com/office/drawing/2014/main" id="{2DCC246D-5967-D5B0-4895-4290DE6FBB86}"/>
              </a:ext>
            </a:extLst>
          </p:cNvPr>
          <p:cNvSpPr/>
          <p:nvPr/>
        </p:nvSpPr>
        <p:spPr>
          <a:xfrm>
            <a:off x="1772518" y="377913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2" name="pt51">
            <a:extLst>
              <a:ext uri="{FF2B5EF4-FFF2-40B4-BE49-F238E27FC236}">
                <a16:creationId xmlns:a16="http://schemas.microsoft.com/office/drawing/2014/main" id="{5CDFB519-9133-3751-52FC-AD6767E8A28D}"/>
              </a:ext>
            </a:extLst>
          </p:cNvPr>
          <p:cNvSpPr/>
          <p:nvPr/>
        </p:nvSpPr>
        <p:spPr>
          <a:xfrm>
            <a:off x="1514175" y="381804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3" name="pt52">
            <a:extLst>
              <a:ext uri="{FF2B5EF4-FFF2-40B4-BE49-F238E27FC236}">
                <a16:creationId xmlns:a16="http://schemas.microsoft.com/office/drawing/2014/main" id="{B1A8A047-DA93-26C9-FAE5-1523149488D2}"/>
              </a:ext>
            </a:extLst>
          </p:cNvPr>
          <p:cNvSpPr/>
          <p:nvPr/>
        </p:nvSpPr>
        <p:spPr>
          <a:xfrm>
            <a:off x="3088564" y="366582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4" name="pt53">
            <a:extLst>
              <a:ext uri="{FF2B5EF4-FFF2-40B4-BE49-F238E27FC236}">
                <a16:creationId xmlns:a16="http://schemas.microsoft.com/office/drawing/2014/main" id="{96542814-5272-F169-9826-21F9FED0A5C8}"/>
              </a:ext>
            </a:extLst>
          </p:cNvPr>
          <p:cNvSpPr/>
          <p:nvPr/>
        </p:nvSpPr>
        <p:spPr>
          <a:xfrm>
            <a:off x="2041818" y="382572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5" name="pt54">
            <a:extLst>
              <a:ext uri="{FF2B5EF4-FFF2-40B4-BE49-F238E27FC236}">
                <a16:creationId xmlns:a16="http://schemas.microsoft.com/office/drawing/2014/main" id="{5C6B8D33-8585-141C-9946-CB87B551A297}"/>
              </a:ext>
            </a:extLst>
          </p:cNvPr>
          <p:cNvSpPr/>
          <p:nvPr/>
        </p:nvSpPr>
        <p:spPr>
          <a:xfrm>
            <a:off x="1783101" y="390450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6" name="pt55">
            <a:extLst>
              <a:ext uri="{FF2B5EF4-FFF2-40B4-BE49-F238E27FC236}">
                <a16:creationId xmlns:a16="http://schemas.microsoft.com/office/drawing/2014/main" id="{D0BB21A6-92E7-F224-51C3-2DB7AF615893}"/>
              </a:ext>
            </a:extLst>
          </p:cNvPr>
          <p:cNvSpPr/>
          <p:nvPr/>
        </p:nvSpPr>
        <p:spPr>
          <a:xfrm>
            <a:off x="1586985" y="368910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7" name="pt56">
            <a:extLst>
              <a:ext uri="{FF2B5EF4-FFF2-40B4-BE49-F238E27FC236}">
                <a16:creationId xmlns:a16="http://schemas.microsoft.com/office/drawing/2014/main" id="{66955511-AAB9-6570-13D5-08748367048D}"/>
              </a:ext>
            </a:extLst>
          </p:cNvPr>
          <p:cNvSpPr/>
          <p:nvPr/>
        </p:nvSpPr>
        <p:spPr>
          <a:xfrm>
            <a:off x="1757208" y="386025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8" name="pt57">
            <a:extLst>
              <a:ext uri="{FF2B5EF4-FFF2-40B4-BE49-F238E27FC236}">
                <a16:creationId xmlns:a16="http://schemas.microsoft.com/office/drawing/2014/main" id="{53057E7B-2FEC-0EB6-C22F-BC7A2B722B74}"/>
              </a:ext>
            </a:extLst>
          </p:cNvPr>
          <p:cNvSpPr/>
          <p:nvPr/>
        </p:nvSpPr>
        <p:spPr>
          <a:xfrm>
            <a:off x="1949088" y="390182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9" name="pt58">
            <a:extLst>
              <a:ext uri="{FF2B5EF4-FFF2-40B4-BE49-F238E27FC236}">
                <a16:creationId xmlns:a16="http://schemas.microsoft.com/office/drawing/2014/main" id="{3711EA96-5EF1-9076-FC2D-B3A0546DF695}"/>
              </a:ext>
            </a:extLst>
          </p:cNvPr>
          <p:cNvSpPr/>
          <p:nvPr/>
        </p:nvSpPr>
        <p:spPr>
          <a:xfrm>
            <a:off x="1860157" y="387869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0" name="pt59">
            <a:extLst>
              <a:ext uri="{FF2B5EF4-FFF2-40B4-BE49-F238E27FC236}">
                <a16:creationId xmlns:a16="http://schemas.microsoft.com/office/drawing/2014/main" id="{C3B7246B-F95E-4D02-D5D8-EB11AA3336F5}"/>
              </a:ext>
            </a:extLst>
          </p:cNvPr>
          <p:cNvSpPr/>
          <p:nvPr/>
        </p:nvSpPr>
        <p:spPr>
          <a:xfrm>
            <a:off x="1830824" y="385422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1" name="pt60">
            <a:extLst>
              <a:ext uri="{FF2B5EF4-FFF2-40B4-BE49-F238E27FC236}">
                <a16:creationId xmlns:a16="http://schemas.microsoft.com/office/drawing/2014/main" id="{E2BAE9F5-0B46-4F37-B0B7-413F287ABBC6}"/>
              </a:ext>
            </a:extLst>
          </p:cNvPr>
          <p:cNvSpPr/>
          <p:nvPr/>
        </p:nvSpPr>
        <p:spPr>
          <a:xfrm>
            <a:off x="1842336" y="38615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2" name="pt61">
            <a:extLst>
              <a:ext uri="{FF2B5EF4-FFF2-40B4-BE49-F238E27FC236}">
                <a16:creationId xmlns:a16="http://schemas.microsoft.com/office/drawing/2014/main" id="{603EC0F9-3057-B7F2-A9D8-9A96610B24F8}"/>
              </a:ext>
            </a:extLst>
          </p:cNvPr>
          <p:cNvSpPr/>
          <p:nvPr/>
        </p:nvSpPr>
        <p:spPr>
          <a:xfrm>
            <a:off x="1926677" y="386025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3" name="pt62">
            <a:extLst>
              <a:ext uri="{FF2B5EF4-FFF2-40B4-BE49-F238E27FC236}">
                <a16:creationId xmlns:a16="http://schemas.microsoft.com/office/drawing/2014/main" id="{D872A72F-04DC-67F4-4615-40BD216AAEFE}"/>
              </a:ext>
            </a:extLst>
          </p:cNvPr>
          <p:cNvSpPr/>
          <p:nvPr/>
        </p:nvSpPr>
        <p:spPr>
          <a:xfrm>
            <a:off x="1814208" y="39205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4" name="pt63">
            <a:extLst>
              <a:ext uri="{FF2B5EF4-FFF2-40B4-BE49-F238E27FC236}">
                <a16:creationId xmlns:a16="http://schemas.microsoft.com/office/drawing/2014/main" id="{0DB33852-09EE-0DA5-8A86-BE2A28B442A9}"/>
              </a:ext>
            </a:extLst>
          </p:cNvPr>
          <p:cNvSpPr/>
          <p:nvPr/>
        </p:nvSpPr>
        <p:spPr>
          <a:xfrm>
            <a:off x="1936386" y="37254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5" name="pt64">
            <a:extLst>
              <a:ext uri="{FF2B5EF4-FFF2-40B4-BE49-F238E27FC236}">
                <a16:creationId xmlns:a16="http://schemas.microsoft.com/office/drawing/2014/main" id="{96FCA7DC-2A4E-F381-B704-42B511D6F8A3}"/>
              </a:ext>
            </a:extLst>
          </p:cNvPr>
          <p:cNvSpPr/>
          <p:nvPr/>
        </p:nvSpPr>
        <p:spPr>
          <a:xfrm>
            <a:off x="2495103" y="337121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6" name="pt65">
            <a:extLst>
              <a:ext uri="{FF2B5EF4-FFF2-40B4-BE49-F238E27FC236}">
                <a16:creationId xmlns:a16="http://schemas.microsoft.com/office/drawing/2014/main" id="{2F96C606-0A67-563D-EECE-093BEE329E22}"/>
              </a:ext>
            </a:extLst>
          </p:cNvPr>
          <p:cNvSpPr/>
          <p:nvPr/>
        </p:nvSpPr>
        <p:spPr>
          <a:xfrm>
            <a:off x="1675546" y="392538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7" name="pt66">
            <a:extLst>
              <a:ext uri="{FF2B5EF4-FFF2-40B4-BE49-F238E27FC236}">
                <a16:creationId xmlns:a16="http://schemas.microsoft.com/office/drawing/2014/main" id="{A990621A-59D8-A9E8-BEE3-F8C0AF9D8D98}"/>
              </a:ext>
            </a:extLst>
          </p:cNvPr>
          <p:cNvSpPr/>
          <p:nvPr/>
        </p:nvSpPr>
        <p:spPr>
          <a:xfrm>
            <a:off x="3019930" y="327841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8" name="pt67">
            <a:extLst>
              <a:ext uri="{FF2B5EF4-FFF2-40B4-BE49-F238E27FC236}">
                <a16:creationId xmlns:a16="http://schemas.microsoft.com/office/drawing/2014/main" id="{D38DD7EC-4241-D80E-8F6C-F14517326771}"/>
              </a:ext>
            </a:extLst>
          </p:cNvPr>
          <p:cNvSpPr/>
          <p:nvPr/>
        </p:nvSpPr>
        <p:spPr>
          <a:xfrm>
            <a:off x="1607244" y="381399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9" name="pt68">
            <a:extLst>
              <a:ext uri="{FF2B5EF4-FFF2-40B4-BE49-F238E27FC236}">
                <a16:creationId xmlns:a16="http://schemas.microsoft.com/office/drawing/2014/main" id="{9C6D8CE9-6CCD-7C59-40D7-469DE555928E}"/>
              </a:ext>
            </a:extLst>
          </p:cNvPr>
          <p:cNvSpPr/>
          <p:nvPr/>
        </p:nvSpPr>
        <p:spPr>
          <a:xfrm>
            <a:off x="2575137" y="341206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0" name="pt69">
            <a:extLst>
              <a:ext uri="{FF2B5EF4-FFF2-40B4-BE49-F238E27FC236}">
                <a16:creationId xmlns:a16="http://schemas.microsoft.com/office/drawing/2014/main" id="{783AE908-3157-7C7D-2C6A-AA119D13D603}"/>
              </a:ext>
            </a:extLst>
          </p:cNvPr>
          <p:cNvSpPr/>
          <p:nvPr/>
        </p:nvSpPr>
        <p:spPr>
          <a:xfrm>
            <a:off x="2250634" y="366515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1" name="pt70">
            <a:extLst>
              <a:ext uri="{FF2B5EF4-FFF2-40B4-BE49-F238E27FC236}">
                <a16:creationId xmlns:a16="http://schemas.microsoft.com/office/drawing/2014/main" id="{A481954A-AE42-6A49-0E8D-9237629C1DC7}"/>
              </a:ext>
            </a:extLst>
          </p:cNvPr>
          <p:cNvSpPr/>
          <p:nvPr/>
        </p:nvSpPr>
        <p:spPr>
          <a:xfrm>
            <a:off x="2203428" y="373052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2" name="pt71">
            <a:extLst>
              <a:ext uri="{FF2B5EF4-FFF2-40B4-BE49-F238E27FC236}">
                <a16:creationId xmlns:a16="http://schemas.microsoft.com/office/drawing/2014/main" id="{4199841D-BEA4-C1CC-D797-1599E76A27FA}"/>
              </a:ext>
            </a:extLst>
          </p:cNvPr>
          <p:cNvSpPr/>
          <p:nvPr/>
        </p:nvSpPr>
        <p:spPr>
          <a:xfrm>
            <a:off x="3578918" y="198301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3" name="pt72">
            <a:extLst>
              <a:ext uri="{FF2B5EF4-FFF2-40B4-BE49-F238E27FC236}">
                <a16:creationId xmlns:a16="http://schemas.microsoft.com/office/drawing/2014/main" id="{8D53C2F7-2ADB-6828-8D40-9AB2057A4213}"/>
              </a:ext>
            </a:extLst>
          </p:cNvPr>
          <p:cNvSpPr/>
          <p:nvPr/>
        </p:nvSpPr>
        <p:spPr>
          <a:xfrm>
            <a:off x="1894279" y="387131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4" name="pt73">
            <a:extLst>
              <a:ext uri="{FF2B5EF4-FFF2-40B4-BE49-F238E27FC236}">
                <a16:creationId xmlns:a16="http://schemas.microsoft.com/office/drawing/2014/main" id="{A9C18206-87E2-C15D-5BA4-F1AADD82E143}"/>
              </a:ext>
            </a:extLst>
          </p:cNvPr>
          <p:cNvSpPr/>
          <p:nvPr/>
        </p:nvSpPr>
        <p:spPr>
          <a:xfrm>
            <a:off x="1939406" y="389075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5" name="pt74">
            <a:extLst>
              <a:ext uri="{FF2B5EF4-FFF2-40B4-BE49-F238E27FC236}">
                <a16:creationId xmlns:a16="http://schemas.microsoft.com/office/drawing/2014/main" id="{FE6B9478-788A-F2A3-7DBD-74AE52EF4EE0}"/>
              </a:ext>
            </a:extLst>
          </p:cNvPr>
          <p:cNvSpPr/>
          <p:nvPr/>
        </p:nvSpPr>
        <p:spPr>
          <a:xfrm>
            <a:off x="2496419" y="384718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6" name="pt75">
            <a:extLst>
              <a:ext uri="{FF2B5EF4-FFF2-40B4-BE49-F238E27FC236}">
                <a16:creationId xmlns:a16="http://schemas.microsoft.com/office/drawing/2014/main" id="{A8C660F8-8314-9211-B1EC-A8CF67F0A5A9}"/>
              </a:ext>
            </a:extLst>
          </p:cNvPr>
          <p:cNvSpPr/>
          <p:nvPr/>
        </p:nvSpPr>
        <p:spPr>
          <a:xfrm>
            <a:off x="2569553" y="335138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7" name="pt76">
            <a:extLst>
              <a:ext uri="{FF2B5EF4-FFF2-40B4-BE49-F238E27FC236}">
                <a16:creationId xmlns:a16="http://schemas.microsoft.com/office/drawing/2014/main" id="{39EA4E82-FF06-AA23-FC85-1453510138E3}"/>
              </a:ext>
            </a:extLst>
          </p:cNvPr>
          <p:cNvSpPr/>
          <p:nvPr/>
        </p:nvSpPr>
        <p:spPr>
          <a:xfrm>
            <a:off x="2737132" y="318142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8" name="pt77">
            <a:extLst>
              <a:ext uri="{FF2B5EF4-FFF2-40B4-BE49-F238E27FC236}">
                <a16:creationId xmlns:a16="http://schemas.microsoft.com/office/drawing/2014/main" id="{B2EDFA6E-0B21-301F-434E-DE3743B60513}"/>
              </a:ext>
            </a:extLst>
          </p:cNvPr>
          <p:cNvSpPr/>
          <p:nvPr/>
        </p:nvSpPr>
        <p:spPr>
          <a:xfrm>
            <a:off x="2099468" y="384382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9" name="pt78">
            <a:extLst>
              <a:ext uri="{FF2B5EF4-FFF2-40B4-BE49-F238E27FC236}">
                <a16:creationId xmlns:a16="http://schemas.microsoft.com/office/drawing/2014/main" id="{73D0ACB4-F7F4-A38E-FAC1-926BB6104391}"/>
              </a:ext>
            </a:extLst>
          </p:cNvPr>
          <p:cNvSpPr/>
          <p:nvPr/>
        </p:nvSpPr>
        <p:spPr>
          <a:xfrm>
            <a:off x="2002078" y="384215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0" name="pt79">
            <a:extLst>
              <a:ext uri="{FF2B5EF4-FFF2-40B4-BE49-F238E27FC236}">
                <a16:creationId xmlns:a16="http://schemas.microsoft.com/office/drawing/2014/main" id="{2A4C5689-3A9F-070C-75E2-95AADD0AD5CC}"/>
              </a:ext>
            </a:extLst>
          </p:cNvPr>
          <p:cNvSpPr/>
          <p:nvPr/>
        </p:nvSpPr>
        <p:spPr>
          <a:xfrm>
            <a:off x="1876534" y="38910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1" name="pt80">
            <a:extLst>
              <a:ext uri="{FF2B5EF4-FFF2-40B4-BE49-F238E27FC236}">
                <a16:creationId xmlns:a16="http://schemas.microsoft.com/office/drawing/2014/main" id="{A8671C0A-4876-2BEB-1BFB-C0EF359484F1}"/>
              </a:ext>
            </a:extLst>
          </p:cNvPr>
          <p:cNvSpPr/>
          <p:nvPr/>
        </p:nvSpPr>
        <p:spPr>
          <a:xfrm>
            <a:off x="1853749" y="38615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2" name="pt81">
            <a:extLst>
              <a:ext uri="{FF2B5EF4-FFF2-40B4-BE49-F238E27FC236}">
                <a16:creationId xmlns:a16="http://schemas.microsoft.com/office/drawing/2014/main" id="{BD09743B-B812-EA41-97BD-AB236EEEDC10}"/>
              </a:ext>
            </a:extLst>
          </p:cNvPr>
          <p:cNvSpPr/>
          <p:nvPr/>
        </p:nvSpPr>
        <p:spPr>
          <a:xfrm>
            <a:off x="1938211" y="382136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3" name="pt82">
            <a:extLst>
              <a:ext uri="{FF2B5EF4-FFF2-40B4-BE49-F238E27FC236}">
                <a16:creationId xmlns:a16="http://schemas.microsoft.com/office/drawing/2014/main" id="{A5E37582-A864-C28E-0AB2-37B2CE17E600}"/>
              </a:ext>
            </a:extLst>
          </p:cNvPr>
          <p:cNvSpPr/>
          <p:nvPr/>
        </p:nvSpPr>
        <p:spPr>
          <a:xfrm>
            <a:off x="2965937" y="324981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4" name="pt83">
            <a:extLst>
              <a:ext uri="{FF2B5EF4-FFF2-40B4-BE49-F238E27FC236}">
                <a16:creationId xmlns:a16="http://schemas.microsoft.com/office/drawing/2014/main" id="{7509EAD0-6D67-B140-29A8-BE365B88D172}"/>
              </a:ext>
            </a:extLst>
          </p:cNvPr>
          <p:cNvSpPr/>
          <p:nvPr/>
        </p:nvSpPr>
        <p:spPr>
          <a:xfrm>
            <a:off x="1994137" y="375298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5" name="pt84">
            <a:extLst>
              <a:ext uri="{FF2B5EF4-FFF2-40B4-BE49-F238E27FC236}">
                <a16:creationId xmlns:a16="http://schemas.microsoft.com/office/drawing/2014/main" id="{B4524C05-E031-E0F4-5D25-1D8FCFD94A6E}"/>
              </a:ext>
            </a:extLst>
          </p:cNvPr>
          <p:cNvSpPr/>
          <p:nvPr/>
        </p:nvSpPr>
        <p:spPr>
          <a:xfrm>
            <a:off x="1971021" y="389880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6" name="pt85">
            <a:extLst>
              <a:ext uri="{FF2B5EF4-FFF2-40B4-BE49-F238E27FC236}">
                <a16:creationId xmlns:a16="http://schemas.microsoft.com/office/drawing/2014/main" id="{67BA5378-CDC9-48F1-D5A6-94094F242D2C}"/>
              </a:ext>
            </a:extLst>
          </p:cNvPr>
          <p:cNvSpPr/>
          <p:nvPr/>
        </p:nvSpPr>
        <p:spPr>
          <a:xfrm>
            <a:off x="3418001" y="280866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7" name="pt86">
            <a:extLst>
              <a:ext uri="{FF2B5EF4-FFF2-40B4-BE49-F238E27FC236}">
                <a16:creationId xmlns:a16="http://schemas.microsoft.com/office/drawing/2014/main" id="{C33CD751-D030-9CDF-BCE9-790B0752778A}"/>
              </a:ext>
            </a:extLst>
          </p:cNvPr>
          <p:cNvSpPr/>
          <p:nvPr/>
        </p:nvSpPr>
        <p:spPr>
          <a:xfrm>
            <a:off x="3113643" y="322052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8" name="pt87">
            <a:extLst>
              <a:ext uri="{FF2B5EF4-FFF2-40B4-BE49-F238E27FC236}">
                <a16:creationId xmlns:a16="http://schemas.microsoft.com/office/drawing/2014/main" id="{D5C23960-EA23-06C9-3E7F-7B56D11DFA76}"/>
              </a:ext>
            </a:extLst>
          </p:cNvPr>
          <p:cNvSpPr/>
          <p:nvPr/>
        </p:nvSpPr>
        <p:spPr>
          <a:xfrm>
            <a:off x="2274505" y="384148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9" name="pt88">
            <a:extLst>
              <a:ext uri="{FF2B5EF4-FFF2-40B4-BE49-F238E27FC236}">
                <a16:creationId xmlns:a16="http://schemas.microsoft.com/office/drawing/2014/main" id="{84A21135-DF08-2729-BE14-653EB9F2D84B}"/>
              </a:ext>
            </a:extLst>
          </p:cNvPr>
          <p:cNvSpPr/>
          <p:nvPr/>
        </p:nvSpPr>
        <p:spPr>
          <a:xfrm>
            <a:off x="1908388" y="385455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0" name="pt89">
            <a:extLst>
              <a:ext uri="{FF2B5EF4-FFF2-40B4-BE49-F238E27FC236}">
                <a16:creationId xmlns:a16="http://schemas.microsoft.com/office/drawing/2014/main" id="{E9E9BBD7-0150-4135-E177-187115A8D91A}"/>
              </a:ext>
            </a:extLst>
          </p:cNvPr>
          <p:cNvSpPr/>
          <p:nvPr/>
        </p:nvSpPr>
        <p:spPr>
          <a:xfrm>
            <a:off x="2037353" y="389578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1" name="pt90">
            <a:extLst>
              <a:ext uri="{FF2B5EF4-FFF2-40B4-BE49-F238E27FC236}">
                <a16:creationId xmlns:a16="http://schemas.microsoft.com/office/drawing/2014/main" id="{04F6DF86-CB95-2AEE-055B-977D2FACDCB1}"/>
              </a:ext>
            </a:extLst>
          </p:cNvPr>
          <p:cNvSpPr/>
          <p:nvPr/>
        </p:nvSpPr>
        <p:spPr>
          <a:xfrm>
            <a:off x="1872564" y="387567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2" name="pt91">
            <a:extLst>
              <a:ext uri="{FF2B5EF4-FFF2-40B4-BE49-F238E27FC236}">
                <a16:creationId xmlns:a16="http://schemas.microsoft.com/office/drawing/2014/main" id="{1230AD47-5A1C-A44E-DA8E-120D1C194B01}"/>
              </a:ext>
            </a:extLst>
          </p:cNvPr>
          <p:cNvSpPr/>
          <p:nvPr/>
        </p:nvSpPr>
        <p:spPr>
          <a:xfrm>
            <a:off x="1830215" y="388908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3" name="pt92">
            <a:extLst>
              <a:ext uri="{FF2B5EF4-FFF2-40B4-BE49-F238E27FC236}">
                <a16:creationId xmlns:a16="http://schemas.microsoft.com/office/drawing/2014/main" id="{CDE42BBF-F37F-5AB3-4C75-B8CDB5F41C08}"/>
              </a:ext>
            </a:extLst>
          </p:cNvPr>
          <p:cNvSpPr/>
          <p:nvPr/>
        </p:nvSpPr>
        <p:spPr>
          <a:xfrm>
            <a:off x="1940061" y="372884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4" name="pt93">
            <a:extLst>
              <a:ext uri="{FF2B5EF4-FFF2-40B4-BE49-F238E27FC236}">
                <a16:creationId xmlns:a16="http://schemas.microsoft.com/office/drawing/2014/main" id="{AC2909DE-5EE5-B0E2-C6FB-877BB597751E}"/>
              </a:ext>
            </a:extLst>
          </p:cNvPr>
          <p:cNvSpPr/>
          <p:nvPr/>
        </p:nvSpPr>
        <p:spPr>
          <a:xfrm>
            <a:off x="2146360" y="385254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5" name="pt94">
            <a:extLst>
              <a:ext uri="{FF2B5EF4-FFF2-40B4-BE49-F238E27FC236}">
                <a16:creationId xmlns:a16="http://schemas.microsoft.com/office/drawing/2014/main" id="{64B3F73F-6FBB-90F0-2ECD-A0280B95D0CD}"/>
              </a:ext>
            </a:extLst>
          </p:cNvPr>
          <p:cNvSpPr/>
          <p:nvPr/>
        </p:nvSpPr>
        <p:spPr>
          <a:xfrm>
            <a:off x="2199437" y="386226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6" name="pt95">
            <a:extLst>
              <a:ext uri="{FF2B5EF4-FFF2-40B4-BE49-F238E27FC236}">
                <a16:creationId xmlns:a16="http://schemas.microsoft.com/office/drawing/2014/main" id="{BACBCE47-CDCE-D2F7-9326-B9EC11589649}"/>
              </a:ext>
            </a:extLst>
          </p:cNvPr>
          <p:cNvSpPr/>
          <p:nvPr/>
        </p:nvSpPr>
        <p:spPr>
          <a:xfrm>
            <a:off x="2180765" y="372549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7" name="pt96">
            <a:extLst>
              <a:ext uri="{FF2B5EF4-FFF2-40B4-BE49-F238E27FC236}">
                <a16:creationId xmlns:a16="http://schemas.microsoft.com/office/drawing/2014/main" id="{DF218B2E-A195-0A49-F983-9B201B639E31}"/>
              </a:ext>
            </a:extLst>
          </p:cNvPr>
          <p:cNvSpPr/>
          <p:nvPr/>
        </p:nvSpPr>
        <p:spPr>
          <a:xfrm>
            <a:off x="2079403" y="3869640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8" name="pt97">
            <a:extLst>
              <a:ext uri="{FF2B5EF4-FFF2-40B4-BE49-F238E27FC236}">
                <a16:creationId xmlns:a16="http://schemas.microsoft.com/office/drawing/2014/main" id="{6A173437-9656-7A4A-A92E-33472BD96106}"/>
              </a:ext>
            </a:extLst>
          </p:cNvPr>
          <p:cNvSpPr/>
          <p:nvPr/>
        </p:nvSpPr>
        <p:spPr>
          <a:xfrm>
            <a:off x="2357376" y="374057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9" name="pt98">
            <a:extLst>
              <a:ext uri="{FF2B5EF4-FFF2-40B4-BE49-F238E27FC236}">
                <a16:creationId xmlns:a16="http://schemas.microsoft.com/office/drawing/2014/main" id="{DFFFBB08-4657-85CF-B191-0F214933CCBB}"/>
              </a:ext>
            </a:extLst>
          </p:cNvPr>
          <p:cNvSpPr/>
          <p:nvPr/>
        </p:nvSpPr>
        <p:spPr>
          <a:xfrm>
            <a:off x="3155532" y="320858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0" name="pt99">
            <a:extLst>
              <a:ext uri="{FF2B5EF4-FFF2-40B4-BE49-F238E27FC236}">
                <a16:creationId xmlns:a16="http://schemas.microsoft.com/office/drawing/2014/main" id="{BED21337-EBA3-0BB5-05DF-50DE8C2FC186}"/>
              </a:ext>
            </a:extLst>
          </p:cNvPr>
          <p:cNvSpPr/>
          <p:nvPr/>
        </p:nvSpPr>
        <p:spPr>
          <a:xfrm>
            <a:off x="2898994" y="364872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1" name="pt100">
            <a:extLst>
              <a:ext uri="{FF2B5EF4-FFF2-40B4-BE49-F238E27FC236}">
                <a16:creationId xmlns:a16="http://schemas.microsoft.com/office/drawing/2014/main" id="{456E4396-2BE5-B8CE-4B2B-B7930A452D99}"/>
              </a:ext>
            </a:extLst>
          </p:cNvPr>
          <p:cNvSpPr/>
          <p:nvPr/>
        </p:nvSpPr>
        <p:spPr>
          <a:xfrm>
            <a:off x="1639363" y="389377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2" name="pt101">
            <a:extLst>
              <a:ext uri="{FF2B5EF4-FFF2-40B4-BE49-F238E27FC236}">
                <a16:creationId xmlns:a16="http://schemas.microsoft.com/office/drawing/2014/main" id="{D66E92CE-5D99-A1BD-636F-F6C2610A99DE}"/>
              </a:ext>
            </a:extLst>
          </p:cNvPr>
          <p:cNvSpPr/>
          <p:nvPr/>
        </p:nvSpPr>
        <p:spPr>
          <a:xfrm>
            <a:off x="1729068" y="388003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3" name="pt102">
            <a:extLst>
              <a:ext uri="{FF2B5EF4-FFF2-40B4-BE49-F238E27FC236}">
                <a16:creationId xmlns:a16="http://schemas.microsoft.com/office/drawing/2014/main" id="{9820B4A8-2481-3644-5196-D4EC41DC7990}"/>
              </a:ext>
            </a:extLst>
          </p:cNvPr>
          <p:cNvSpPr/>
          <p:nvPr/>
        </p:nvSpPr>
        <p:spPr>
          <a:xfrm>
            <a:off x="1885484" y="389310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4" name="pt103">
            <a:extLst>
              <a:ext uri="{FF2B5EF4-FFF2-40B4-BE49-F238E27FC236}">
                <a16:creationId xmlns:a16="http://schemas.microsoft.com/office/drawing/2014/main" id="{6CBA7B2B-4AD2-A3EE-BCB2-D70925ACDF7F}"/>
              </a:ext>
            </a:extLst>
          </p:cNvPr>
          <p:cNvSpPr/>
          <p:nvPr/>
        </p:nvSpPr>
        <p:spPr>
          <a:xfrm>
            <a:off x="1831652" y="381030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5" name="pt104">
            <a:extLst>
              <a:ext uri="{FF2B5EF4-FFF2-40B4-BE49-F238E27FC236}">
                <a16:creationId xmlns:a16="http://schemas.microsoft.com/office/drawing/2014/main" id="{671F5047-7F29-27B4-11A8-E53A32EB111A}"/>
              </a:ext>
            </a:extLst>
          </p:cNvPr>
          <p:cNvSpPr/>
          <p:nvPr/>
        </p:nvSpPr>
        <p:spPr>
          <a:xfrm>
            <a:off x="1746708" y="375164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6" name="pt105">
            <a:extLst>
              <a:ext uri="{FF2B5EF4-FFF2-40B4-BE49-F238E27FC236}">
                <a16:creationId xmlns:a16="http://schemas.microsoft.com/office/drawing/2014/main" id="{0069633A-1C5A-6380-F668-9FE96B5D6389}"/>
              </a:ext>
            </a:extLst>
          </p:cNvPr>
          <p:cNvSpPr/>
          <p:nvPr/>
        </p:nvSpPr>
        <p:spPr>
          <a:xfrm>
            <a:off x="1977095" y="385958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7" name="pt106">
            <a:extLst>
              <a:ext uri="{FF2B5EF4-FFF2-40B4-BE49-F238E27FC236}">
                <a16:creationId xmlns:a16="http://schemas.microsoft.com/office/drawing/2014/main" id="{BC43D8EC-9E7A-4CC1-AD1F-3A13FF6C7240}"/>
              </a:ext>
            </a:extLst>
          </p:cNvPr>
          <p:cNvSpPr/>
          <p:nvPr/>
        </p:nvSpPr>
        <p:spPr>
          <a:xfrm>
            <a:off x="1493402" y="370803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8" name="pt107">
            <a:extLst>
              <a:ext uri="{FF2B5EF4-FFF2-40B4-BE49-F238E27FC236}">
                <a16:creationId xmlns:a16="http://schemas.microsoft.com/office/drawing/2014/main" id="{9B9A9C27-2A1D-F588-35A0-2F0C3AA16241}"/>
              </a:ext>
            </a:extLst>
          </p:cNvPr>
          <p:cNvSpPr/>
          <p:nvPr/>
        </p:nvSpPr>
        <p:spPr>
          <a:xfrm>
            <a:off x="2559443" y="3125112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9" name="pt108">
            <a:extLst>
              <a:ext uri="{FF2B5EF4-FFF2-40B4-BE49-F238E27FC236}">
                <a16:creationId xmlns:a16="http://schemas.microsoft.com/office/drawing/2014/main" id="{080CD4B2-F93F-1AC2-2DDD-A43E0B31DDDA}"/>
              </a:ext>
            </a:extLst>
          </p:cNvPr>
          <p:cNvSpPr/>
          <p:nvPr/>
        </p:nvSpPr>
        <p:spPr>
          <a:xfrm>
            <a:off x="1668521" y="387399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0" name="pt109">
            <a:extLst>
              <a:ext uri="{FF2B5EF4-FFF2-40B4-BE49-F238E27FC236}">
                <a16:creationId xmlns:a16="http://schemas.microsoft.com/office/drawing/2014/main" id="{27F537F4-68E8-60E5-076A-4B7D345C1149}"/>
              </a:ext>
            </a:extLst>
          </p:cNvPr>
          <p:cNvSpPr/>
          <p:nvPr/>
        </p:nvSpPr>
        <p:spPr>
          <a:xfrm>
            <a:off x="1964714" y="374259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1" name="pt110">
            <a:extLst>
              <a:ext uri="{FF2B5EF4-FFF2-40B4-BE49-F238E27FC236}">
                <a16:creationId xmlns:a16="http://schemas.microsoft.com/office/drawing/2014/main" id="{DC199803-A44A-6E5C-9D72-B492DFC73D8B}"/>
              </a:ext>
            </a:extLst>
          </p:cNvPr>
          <p:cNvSpPr/>
          <p:nvPr/>
        </p:nvSpPr>
        <p:spPr>
          <a:xfrm>
            <a:off x="1835479" y="390886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2" name="pt111">
            <a:extLst>
              <a:ext uri="{FF2B5EF4-FFF2-40B4-BE49-F238E27FC236}">
                <a16:creationId xmlns:a16="http://schemas.microsoft.com/office/drawing/2014/main" id="{A8DE708E-980F-5107-EE52-AF98ED1671A8}"/>
              </a:ext>
            </a:extLst>
          </p:cNvPr>
          <p:cNvSpPr/>
          <p:nvPr/>
        </p:nvSpPr>
        <p:spPr>
          <a:xfrm>
            <a:off x="2007489" y="387399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3" name="pt112">
            <a:extLst>
              <a:ext uri="{FF2B5EF4-FFF2-40B4-BE49-F238E27FC236}">
                <a16:creationId xmlns:a16="http://schemas.microsoft.com/office/drawing/2014/main" id="{D6933C59-0476-ABFF-1877-9D88160E80E1}"/>
              </a:ext>
            </a:extLst>
          </p:cNvPr>
          <p:cNvSpPr/>
          <p:nvPr/>
        </p:nvSpPr>
        <p:spPr>
          <a:xfrm>
            <a:off x="1882363" y="389746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4" name="pt113">
            <a:extLst>
              <a:ext uri="{FF2B5EF4-FFF2-40B4-BE49-F238E27FC236}">
                <a16:creationId xmlns:a16="http://schemas.microsoft.com/office/drawing/2014/main" id="{7C07FC19-CD7A-AF02-EA2D-19F4D66A8E54}"/>
              </a:ext>
            </a:extLst>
          </p:cNvPr>
          <p:cNvSpPr/>
          <p:nvPr/>
        </p:nvSpPr>
        <p:spPr>
          <a:xfrm>
            <a:off x="1743933" y="378482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5" name="pt114">
            <a:extLst>
              <a:ext uri="{FF2B5EF4-FFF2-40B4-BE49-F238E27FC236}">
                <a16:creationId xmlns:a16="http://schemas.microsoft.com/office/drawing/2014/main" id="{2A90F2EB-6C3C-A192-39F6-0DDF6BEF0DB5}"/>
              </a:ext>
            </a:extLst>
          </p:cNvPr>
          <p:cNvSpPr/>
          <p:nvPr/>
        </p:nvSpPr>
        <p:spPr>
          <a:xfrm>
            <a:off x="1675086" y="380762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6" name="pt115">
            <a:extLst>
              <a:ext uri="{FF2B5EF4-FFF2-40B4-BE49-F238E27FC236}">
                <a16:creationId xmlns:a16="http://schemas.microsoft.com/office/drawing/2014/main" id="{D666C31E-CAFF-9F09-BB02-607947F918C5}"/>
              </a:ext>
            </a:extLst>
          </p:cNvPr>
          <p:cNvSpPr/>
          <p:nvPr/>
        </p:nvSpPr>
        <p:spPr>
          <a:xfrm>
            <a:off x="2523438" y="3687279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7" name="pt116">
            <a:extLst>
              <a:ext uri="{FF2B5EF4-FFF2-40B4-BE49-F238E27FC236}">
                <a16:creationId xmlns:a16="http://schemas.microsoft.com/office/drawing/2014/main" id="{D0D8BA7E-C25C-0672-D857-1F6DE7EC24DE}"/>
              </a:ext>
            </a:extLst>
          </p:cNvPr>
          <p:cNvSpPr/>
          <p:nvPr/>
        </p:nvSpPr>
        <p:spPr>
          <a:xfrm>
            <a:off x="2718446" y="368627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8" name="pt117">
            <a:extLst>
              <a:ext uri="{FF2B5EF4-FFF2-40B4-BE49-F238E27FC236}">
                <a16:creationId xmlns:a16="http://schemas.microsoft.com/office/drawing/2014/main" id="{2905BE2A-A2A0-59CF-626A-75CF351CFE72}"/>
              </a:ext>
            </a:extLst>
          </p:cNvPr>
          <p:cNvSpPr/>
          <p:nvPr/>
        </p:nvSpPr>
        <p:spPr>
          <a:xfrm>
            <a:off x="3073990" y="284352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9" name="pt118">
            <a:extLst>
              <a:ext uri="{FF2B5EF4-FFF2-40B4-BE49-F238E27FC236}">
                <a16:creationId xmlns:a16="http://schemas.microsoft.com/office/drawing/2014/main" id="{95B01FD5-E7AD-B9E2-C2E7-80DE441B96D0}"/>
              </a:ext>
            </a:extLst>
          </p:cNvPr>
          <p:cNvSpPr/>
          <p:nvPr/>
        </p:nvSpPr>
        <p:spPr>
          <a:xfrm>
            <a:off x="3069337" y="367889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0" name="pt119">
            <a:extLst>
              <a:ext uri="{FF2B5EF4-FFF2-40B4-BE49-F238E27FC236}">
                <a16:creationId xmlns:a16="http://schemas.microsoft.com/office/drawing/2014/main" id="{989AD7E6-FB46-3CF7-C3BF-4E3E065AC98C}"/>
              </a:ext>
            </a:extLst>
          </p:cNvPr>
          <p:cNvSpPr/>
          <p:nvPr/>
        </p:nvSpPr>
        <p:spPr>
          <a:xfrm>
            <a:off x="2364924" y="369364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1" name="pt120">
            <a:extLst>
              <a:ext uri="{FF2B5EF4-FFF2-40B4-BE49-F238E27FC236}">
                <a16:creationId xmlns:a16="http://schemas.microsoft.com/office/drawing/2014/main" id="{A2D36E74-A40B-EF4D-8A23-96208ADBAD49}"/>
              </a:ext>
            </a:extLst>
          </p:cNvPr>
          <p:cNvSpPr/>
          <p:nvPr/>
        </p:nvSpPr>
        <p:spPr>
          <a:xfrm>
            <a:off x="1868150" y="379220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2" name="pt121">
            <a:extLst>
              <a:ext uri="{FF2B5EF4-FFF2-40B4-BE49-F238E27FC236}">
                <a16:creationId xmlns:a16="http://schemas.microsoft.com/office/drawing/2014/main" id="{0D9204CB-63C3-1E32-48D8-9DE73E7237A9}"/>
              </a:ext>
            </a:extLst>
          </p:cNvPr>
          <p:cNvSpPr/>
          <p:nvPr/>
        </p:nvSpPr>
        <p:spPr>
          <a:xfrm>
            <a:off x="1792089" y="3682921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3" name="pt122">
            <a:extLst>
              <a:ext uri="{FF2B5EF4-FFF2-40B4-BE49-F238E27FC236}">
                <a16:creationId xmlns:a16="http://schemas.microsoft.com/office/drawing/2014/main" id="{8765C199-B61F-652F-D86F-F800596B4156}"/>
              </a:ext>
            </a:extLst>
          </p:cNvPr>
          <p:cNvSpPr/>
          <p:nvPr/>
        </p:nvSpPr>
        <p:spPr>
          <a:xfrm>
            <a:off x="2568299" y="3140197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4" name="pt123">
            <a:extLst>
              <a:ext uri="{FF2B5EF4-FFF2-40B4-BE49-F238E27FC236}">
                <a16:creationId xmlns:a16="http://schemas.microsoft.com/office/drawing/2014/main" id="{7D4BAB26-2C8C-05ED-D7C3-50EB3685B4ED}"/>
              </a:ext>
            </a:extLst>
          </p:cNvPr>
          <p:cNvSpPr/>
          <p:nvPr/>
        </p:nvSpPr>
        <p:spPr>
          <a:xfrm>
            <a:off x="2653007" y="3071476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5" name="pt124">
            <a:extLst>
              <a:ext uri="{FF2B5EF4-FFF2-40B4-BE49-F238E27FC236}">
                <a16:creationId xmlns:a16="http://schemas.microsoft.com/office/drawing/2014/main" id="{AB691E3E-4275-4D96-8577-9C2A8F500F17}"/>
              </a:ext>
            </a:extLst>
          </p:cNvPr>
          <p:cNvSpPr/>
          <p:nvPr/>
        </p:nvSpPr>
        <p:spPr>
          <a:xfrm>
            <a:off x="2266368" y="379488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6" name="pt125">
            <a:extLst>
              <a:ext uri="{FF2B5EF4-FFF2-40B4-BE49-F238E27FC236}">
                <a16:creationId xmlns:a16="http://schemas.microsoft.com/office/drawing/2014/main" id="{1C5925DA-B333-973D-81FE-23CA703C190D}"/>
              </a:ext>
            </a:extLst>
          </p:cNvPr>
          <p:cNvSpPr/>
          <p:nvPr/>
        </p:nvSpPr>
        <p:spPr>
          <a:xfrm>
            <a:off x="3028514" y="362090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7" name="pt126">
            <a:extLst>
              <a:ext uri="{FF2B5EF4-FFF2-40B4-BE49-F238E27FC236}">
                <a16:creationId xmlns:a16="http://schemas.microsoft.com/office/drawing/2014/main" id="{6B967029-B11A-DAC0-02A6-6C5F068B322C}"/>
              </a:ext>
            </a:extLst>
          </p:cNvPr>
          <p:cNvSpPr/>
          <p:nvPr/>
        </p:nvSpPr>
        <p:spPr>
          <a:xfrm>
            <a:off x="1978399" y="3877015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8" name="pt127">
            <a:extLst>
              <a:ext uri="{FF2B5EF4-FFF2-40B4-BE49-F238E27FC236}">
                <a16:creationId xmlns:a16="http://schemas.microsoft.com/office/drawing/2014/main" id="{95E7569F-37A5-B305-D5A1-81ACD50D7BD6}"/>
              </a:ext>
            </a:extLst>
          </p:cNvPr>
          <p:cNvSpPr/>
          <p:nvPr/>
        </p:nvSpPr>
        <p:spPr>
          <a:xfrm>
            <a:off x="2722440" y="3602468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9" name="pt128">
            <a:extLst>
              <a:ext uri="{FF2B5EF4-FFF2-40B4-BE49-F238E27FC236}">
                <a16:creationId xmlns:a16="http://schemas.microsoft.com/office/drawing/2014/main" id="{EE1D443D-592D-BFB5-4F95-EC099D371160}"/>
              </a:ext>
            </a:extLst>
          </p:cNvPr>
          <p:cNvSpPr/>
          <p:nvPr/>
        </p:nvSpPr>
        <p:spPr>
          <a:xfrm>
            <a:off x="1973686" y="3867293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0" name="pt129">
            <a:extLst>
              <a:ext uri="{FF2B5EF4-FFF2-40B4-BE49-F238E27FC236}">
                <a16:creationId xmlns:a16="http://schemas.microsoft.com/office/drawing/2014/main" id="{6829B969-D0DF-3E01-D9F8-A54235A52A4F}"/>
              </a:ext>
            </a:extLst>
          </p:cNvPr>
          <p:cNvSpPr/>
          <p:nvPr/>
        </p:nvSpPr>
        <p:spPr>
          <a:xfrm>
            <a:off x="1941861" y="3876344"/>
            <a:ext cx="49651" cy="49651"/>
          </a:xfrm>
          <a:prstGeom prst="ellipse">
            <a:avLst/>
          </a:prstGeom>
          <a:solidFill>
            <a:srgbClr val="000000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1" name="pl130">
            <a:extLst>
              <a:ext uri="{FF2B5EF4-FFF2-40B4-BE49-F238E27FC236}">
                <a16:creationId xmlns:a16="http://schemas.microsoft.com/office/drawing/2014/main" id="{7F2DA5E3-5A54-65D8-597E-4DF88A7004C7}"/>
              </a:ext>
            </a:extLst>
          </p:cNvPr>
          <p:cNvSpPr/>
          <p:nvPr/>
        </p:nvSpPr>
        <p:spPr>
          <a:xfrm>
            <a:off x="202690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2" name="pl131">
            <a:extLst>
              <a:ext uri="{FF2B5EF4-FFF2-40B4-BE49-F238E27FC236}">
                <a16:creationId xmlns:a16="http://schemas.microsoft.com/office/drawing/2014/main" id="{008A90EB-915C-924B-F641-784ACC4E736C}"/>
              </a:ext>
            </a:extLst>
          </p:cNvPr>
          <p:cNvSpPr/>
          <p:nvPr/>
        </p:nvSpPr>
        <p:spPr>
          <a:xfrm>
            <a:off x="1333813" y="3776468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3" name="rc132">
            <a:extLst>
              <a:ext uri="{FF2B5EF4-FFF2-40B4-BE49-F238E27FC236}">
                <a16:creationId xmlns:a16="http://schemas.microsoft.com/office/drawing/2014/main" id="{D20CA9DF-AF78-F853-1774-66A54B6D40DC}"/>
              </a:ext>
            </a:extLst>
          </p:cNvPr>
          <p:cNvSpPr/>
          <p:nvPr/>
        </p:nvSpPr>
        <p:spPr>
          <a:xfrm>
            <a:off x="1333813" y="1133890"/>
            <a:ext cx="2378022" cy="2950433"/>
          </a:xfrm>
          <a:prstGeom prst="rect">
            <a:avLst/>
          </a:prstGeom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4" name="tx133">
            <a:extLst>
              <a:ext uri="{FF2B5EF4-FFF2-40B4-BE49-F238E27FC236}">
                <a16:creationId xmlns:a16="http://schemas.microsoft.com/office/drawing/2014/main" id="{C193D156-99A8-F6AA-6766-594258E27FF4}"/>
              </a:ext>
            </a:extLst>
          </p:cNvPr>
          <p:cNvSpPr/>
          <p:nvPr/>
        </p:nvSpPr>
        <p:spPr>
          <a:xfrm>
            <a:off x="1053666" y="3952000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1235" name="tx134">
            <a:extLst>
              <a:ext uri="{FF2B5EF4-FFF2-40B4-BE49-F238E27FC236}">
                <a16:creationId xmlns:a16="http://schemas.microsoft.com/office/drawing/2014/main" id="{44823AC6-C894-9930-046D-BE87AB48E8F3}"/>
              </a:ext>
            </a:extLst>
          </p:cNvPr>
          <p:cNvSpPr/>
          <p:nvPr/>
        </p:nvSpPr>
        <p:spPr>
          <a:xfrm>
            <a:off x="1053666" y="3281556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0.02</a:t>
            </a:r>
          </a:p>
        </p:txBody>
      </p:sp>
      <p:sp>
        <p:nvSpPr>
          <p:cNvPr id="1236" name="tx135">
            <a:extLst>
              <a:ext uri="{FF2B5EF4-FFF2-40B4-BE49-F238E27FC236}">
                <a16:creationId xmlns:a16="http://schemas.microsoft.com/office/drawing/2014/main" id="{ACDBEF60-23BB-0276-D0AB-5A56D28C788D}"/>
              </a:ext>
            </a:extLst>
          </p:cNvPr>
          <p:cNvSpPr/>
          <p:nvPr/>
        </p:nvSpPr>
        <p:spPr>
          <a:xfrm>
            <a:off x="1053666" y="2611111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0.04</a:t>
            </a:r>
          </a:p>
        </p:txBody>
      </p:sp>
      <p:sp>
        <p:nvSpPr>
          <p:cNvPr id="1237" name="tx136">
            <a:extLst>
              <a:ext uri="{FF2B5EF4-FFF2-40B4-BE49-F238E27FC236}">
                <a16:creationId xmlns:a16="http://schemas.microsoft.com/office/drawing/2014/main" id="{2FAF3550-7205-17D9-F73D-2F633E7A6A8D}"/>
              </a:ext>
            </a:extLst>
          </p:cNvPr>
          <p:cNvSpPr/>
          <p:nvPr/>
        </p:nvSpPr>
        <p:spPr>
          <a:xfrm>
            <a:off x="1053666" y="1940667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0.06</a:t>
            </a:r>
          </a:p>
        </p:txBody>
      </p:sp>
      <p:sp>
        <p:nvSpPr>
          <p:cNvPr id="1238" name="tx137">
            <a:extLst>
              <a:ext uri="{FF2B5EF4-FFF2-40B4-BE49-F238E27FC236}">
                <a16:creationId xmlns:a16="http://schemas.microsoft.com/office/drawing/2014/main" id="{2FBEDC00-473F-A08A-F327-3A1E85483839}"/>
              </a:ext>
            </a:extLst>
          </p:cNvPr>
          <p:cNvSpPr/>
          <p:nvPr/>
        </p:nvSpPr>
        <p:spPr>
          <a:xfrm>
            <a:off x="1053666" y="1270223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0.08</a:t>
            </a:r>
          </a:p>
        </p:txBody>
      </p:sp>
      <p:sp>
        <p:nvSpPr>
          <p:cNvPr id="1239" name="pl138">
            <a:extLst>
              <a:ext uri="{FF2B5EF4-FFF2-40B4-BE49-F238E27FC236}">
                <a16:creationId xmlns:a16="http://schemas.microsoft.com/office/drawing/2014/main" id="{C1EECFE4-4E0F-9089-91CD-5F76267C78A6}"/>
              </a:ext>
            </a:extLst>
          </p:cNvPr>
          <p:cNvSpPr/>
          <p:nvPr/>
        </p:nvSpPr>
        <p:spPr>
          <a:xfrm>
            <a:off x="1299019" y="3993691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0" name="pl139">
            <a:extLst>
              <a:ext uri="{FF2B5EF4-FFF2-40B4-BE49-F238E27FC236}">
                <a16:creationId xmlns:a16="http://schemas.microsoft.com/office/drawing/2014/main" id="{825E1E33-AF1D-A9EB-A980-CB79A1757CD6}"/>
              </a:ext>
            </a:extLst>
          </p:cNvPr>
          <p:cNvSpPr/>
          <p:nvPr/>
        </p:nvSpPr>
        <p:spPr>
          <a:xfrm>
            <a:off x="1299019" y="3323247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1" name="pl140">
            <a:extLst>
              <a:ext uri="{FF2B5EF4-FFF2-40B4-BE49-F238E27FC236}">
                <a16:creationId xmlns:a16="http://schemas.microsoft.com/office/drawing/2014/main" id="{B4226FC7-00D9-C8F7-4A66-0B0F19FC524A}"/>
              </a:ext>
            </a:extLst>
          </p:cNvPr>
          <p:cNvSpPr/>
          <p:nvPr/>
        </p:nvSpPr>
        <p:spPr>
          <a:xfrm>
            <a:off x="1299019" y="2652803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2" name="pl141">
            <a:extLst>
              <a:ext uri="{FF2B5EF4-FFF2-40B4-BE49-F238E27FC236}">
                <a16:creationId xmlns:a16="http://schemas.microsoft.com/office/drawing/2014/main" id="{3A26257B-340C-E243-D9E7-A67DEDB170C1}"/>
              </a:ext>
            </a:extLst>
          </p:cNvPr>
          <p:cNvSpPr/>
          <p:nvPr/>
        </p:nvSpPr>
        <p:spPr>
          <a:xfrm>
            <a:off x="1299019" y="1982359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3" name="pl142">
            <a:extLst>
              <a:ext uri="{FF2B5EF4-FFF2-40B4-BE49-F238E27FC236}">
                <a16:creationId xmlns:a16="http://schemas.microsoft.com/office/drawing/2014/main" id="{15FDE15A-30CD-D245-95C3-9C79EFB15D15}"/>
              </a:ext>
            </a:extLst>
          </p:cNvPr>
          <p:cNvSpPr/>
          <p:nvPr/>
        </p:nvSpPr>
        <p:spPr>
          <a:xfrm>
            <a:off x="1299019" y="1311915"/>
            <a:ext cx="34794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4" name="pl143">
            <a:extLst>
              <a:ext uri="{FF2B5EF4-FFF2-40B4-BE49-F238E27FC236}">
                <a16:creationId xmlns:a16="http://schemas.microsoft.com/office/drawing/2014/main" id="{1B4AE4C7-2753-D3B4-9E15-B902A031D216}"/>
              </a:ext>
            </a:extLst>
          </p:cNvPr>
          <p:cNvSpPr/>
          <p:nvPr/>
        </p:nvSpPr>
        <p:spPr>
          <a:xfrm>
            <a:off x="1861173" y="40843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5" name="pl144">
            <a:extLst>
              <a:ext uri="{FF2B5EF4-FFF2-40B4-BE49-F238E27FC236}">
                <a16:creationId xmlns:a16="http://schemas.microsoft.com/office/drawing/2014/main" id="{23619583-D75F-601B-B817-50A8950BF5E1}"/>
              </a:ext>
            </a:extLst>
          </p:cNvPr>
          <p:cNvSpPr/>
          <p:nvPr/>
        </p:nvSpPr>
        <p:spPr>
          <a:xfrm>
            <a:off x="2490751" y="40843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6" name="pl145">
            <a:extLst>
              <a:ext uri="{FF2B5EF4-FFF2-40B4-BE49-F238E27FC236}">
                <a16:creationId xmlns:a16="http://schemas.microsoft.com/office/drawing/2014/main" id="{18583361-F38C-B21A-E4F2-6B376971A335}"/>
              </a:ext>
            </a:extLst>
          </p:cNvPr>
          <p:cNvSpPr/>
          <p:nvPr/>
        </p:nvSpPr>
        <p:spPr>
          <a:xfrm>
            <a:off x="3120328" y="4084323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7" name="tx146">
            <a:extLst>
              <a:ext uri="{FF2B5EF4-FFF2-40B4-BE49-F238E27FC236}">
                <a16:creationId xmlns:a16="http://schemas.microsoft.com/office/drawing/2014/main" id="{6879506E-8B73-61FC-2F70-F9099416A386}"/>
              </a:ext>
            </a:extLst>
          </p:cNvPr>
          <p:cNvSpPr/>
          <p:nvPr/>
        </p:nvSpPr>
        <p:spPr>
          <a:xfrm>
            <a:off x="1830095" y="4145262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248" name="tx147">
            <a:extLst>
              <a:ext uri="{FF2B5EF4-FFF2-40B4-BE49-F238E27FC236}">
                <a16:creationId xmlns:a16="http://schemas.microsoft.com/office/drawing/2014/main" id="{2F0415EA-68D1-3F92-DA7B-16CC15604A59}"/>
              </a:ext>
            </a:extLst>
          </p:cNvPr>
          <p:cNvSpPr/>
          <p:nvPr/>
        </p:nvSpPr>
        <p:spPr>
          <a:xfrm>
            <a:off x="2428595" y="4145262"/>
            <a:ext cx="12431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1249" name="tx148">
            <a:extLst>
              <a:ext uri="{FF2B5EF4-FFF2-40B4-BE49-F238E27FC236}">
                <a16:creationId xmlns:a16="http://schemas.microsoft.com/office/drawing/2014/main" id="{D0304CA6-9583-31D5-10D8-608C1D963460}"/>
              </a:ext>
            </a:extLst>
          </p:cNvPr>
          <p:cNvSpPr/>
          <p:nvPr/>
        </p:nvSpPr>
        <p:spPr>
          <a:xfrm>
            <a:off x="3027095" y="4145262"/>
            <a:ext cx="186466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100</a:t>
            </a:r>
          </a:p>
        </p:txBody>
      </p:sp>
      <p:sp>
        <p:nvSpPr>
          <p:cNvPr id="1250" name="tx149">
            <a:extLst>
              <a:ext uri="{FF2B5EF4-FFF2-40B4-BE49-F238E27FC236}">
                <a16:creationId xmlns:a16="http://schemas.microsoft.com/office/drawing/2014/main" id="{8A0952F8-095A-1A47-E01D-504E58948BF3}"/>
              </a:ext>
            </a:extLst>
          </p:cNvPr>
          <p:cNvSpPr/>
          <p:nvPr/>
        </p:nvSpPr>
        <p:spPr>
          <a:xfrm>
            <a:off x="1863001" y="4264943"/>
            <a:ext cx="1319646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Cortical Amyloid (CL)</a:t>
            </a:r>
          </a:p>
        </p:txBody>
      </p:sp>
      <p:sp>
        <p:nvSpPr>
          <p:cNvPr id="1251" name="tx150">
            <a:extLst>
              <a:ext uri="{FF2B5EF4-FFF2-40B4-BE49-F238E27FC236}">
                <a16:creationId xmlns:a16="http://schemas.microsoft.com/office/drawing/2014/main" id="{B96EDD07-24EE-18BC-6C6B-A12712BFF7B4}"/>
              </a:ext>
            </a:extLst>
          </p:cNvPr>
          <p:cNvSpPr/>
          <p:nvPr/>
        </p:nvSpPr>
        <p:spPr>
          <a:xfrm rot="16200000">
            <a:off x="-134634" y="2543554"/>
            <a:ext cx="2096591" cy="131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Plasma pTau217/AB42 - Fujirebio</a:t>
            </a:r>
          </a:p>
        </p:txBody>
      </p:sp>
      <p:sp>
        <p:nvSpPr>
          <p:cNvPr id="1048" name="tx1048"/>
          <p:cNvSpPr/>
          <p:nvPr/>
        </p:nvSpPr>
        <p:spPr>
          <a:xfrm>
            <a:off x="1400488" y="906201"/>
            <a:ext cx="158390" cy="12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3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A.</a:t>
            </a:r>
          </a:p>
        </p:txBody>
      </p:sp>
      <p:sp>
        <p:nvSpPr>
          <p:cNvPr id="1049" name="rc1049"/>
          <p:cNvSpPr/>
          <p:nvPr/>
        </p:nvSpPr>
        <p:spPr>
          <a:xfrm>
            <a:off x="3781425" y="836612"/>
            <a:ext cx="2971799" cy="365760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50" name="pl1050"/>
          <p:cNvSpPr/>
          <p:nvPr/>
        </p:nvSpPr>
        <p:spPr>
          <a:xfrm>
            <a:off x="4305613" y="3614936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1" name="pl1051"/>
          <p:cNvSpPr/>
          <p:nvPr/>
        </p:nvSpPr>
        <p:spPr>
          <a:xfrm>
            <a:off x="4305613" y="2944383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2" name="pl1052"/>
          <p:cNvSpPr/>
          <p:nvPr/>
        </p:nvSpPr>
        <p:spPr>
          <a:xfrm>
            <a:off x="4305613" y="2273830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3" name="pl1053"/>
          <p:cNvSpPr/>
          <p:nvPr/>
        </p:nvSpPr>
        <p:spPr>
          <a:xfrm>
            <a:off x="4305613" y="1603277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4" name="pl1054"/>
          <p:cNvSpPr/>
          <p:nvPr/>
        </p:nvSpPr>
        <p:spPr>
          <a:xfrm>
            <a:off x="4683935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5" name="pl1055"/>
          <p:cNvSpPr/>
          <p:nvPr/>
        </p:nvSpPr>
        <p:spPr>
          <a:xfrm>
            <a:off x="5224395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6" name="pl1056"/>
          <p:cNvSpPr/>
          <p:nvPr/>
        </p:nvSpPr>
        <p:spPr>
          <a:xfrm>
            <a:off x="576485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7" name="pl1057"/>
          <p:cNvSpPr/>
          <p:nvPr/>
        </p:nvSpPr>
        <p:spPr>
          <a:xfrm>
            <a:off x="630531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8" name="pl1058"/>
          <p:cNvSpPr/>
          <p:nvPr/>
        </p:nvSpPr>
        <p:spPr>
          <a:xfrm>
            <a:off x="4305613" y="3950213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9" name="pl1059"/>
          <p:cNvSpPr/>
          <p:nvPr/>
        </p:nvSpPr>
        <p:spPr>
          <a:xfrm>
            <a:off x="4305613" y="3279660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0" name="pl1060"/>
          <p:cNvSpPr/>
          <p:nvPr/>
        </p:nvSpPr>
        <p:spPr>
          <a:xfrm>
            <a:off x="4305613" y="2609107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1" name="pl1061"/>
          <p:cNvSpPr/>
          <p:nvPr/>
        </p:nvSpPr>
        <p:spPr>
          <a:xfrm>
            <a:off x="4305613" y="1938554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2" name="pl1062"/>
          <p:cNvSpPr/>
          <p:nvPr/>
        </p:nvSpPr>
        <p:spPr>
          <a:xfrm>
            <a:off x="4305613" y="1268001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3" name="pl1063"/>
          <p:cNvSpPr/>
          <p:nvPr/>
        </p:nvSpPr>
        <p:spPr>
          <a:xfrm>
            <a:off x="4413705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4" name="pl1064"/>
          <p:cNvSpPr/>
          <p:nvPr/>
        </p:nvSpPr>
        <p:spPr>
          <a:xfrm>
            <a:off x="4954165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5" name="pl1065"/>
          <p:cNvSpPr/>
          <p:nvPr/>
        </p:nvSpPr>
        <p:spPr>
          <a:xfrm>
            <a:off x="549462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6" name="pl1066"/>
          <p:cNvSpPr/>
          <p:nvPr/>
        </p:nvSpPr>
        <p:spPr>
          <a:xfrm>
            <a:off x="603508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7" name="pl1067"/>
          <p:cNvSpPr/>
          <p:nvPr/>
        </p:nvSpPr>
        <p:spPr>
          <a:xfrm>
            <a:off x="6575544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8" name="pl1068"/>
          <p:cNvSpPr/>
          <p:nvPr/>
        </p:nvSpPr>
        <p:spPr>
          <a:xfrm>
            <a:off x="4413705" y="1268001"/>
            <a:ext cx="2161838" cy="2682211"/>
          </a:xfrm>
          <a:custGeom>
            <a:avLst/>
            <a:gdLst/>
            <a:ahLst/>
            <a:cxnLst/>
            <a:rect l="0" t="0" r="0" b="0"/>
            <a:pathLst>
              <a:path w="2161838" h="2682211">
                <a:moveTo>
                  <a:pt x="0" y="2682211"/>
                </a:moveTo>
                <a:lnTo>
                  <a:pt x="0" y="2676529"/>
                </a:lnTo>
                <a:lnTo>
                  <a:pt x="0" y="2670846"/>
                </a:lnTo>
                <a:lnTo>
                  <a:pt x="0" y="2665163"/>
                </a:lnTo>
                <a:lnTo>
                  <a:pt x="0" y="2659481"/>
                </a:lnTo>
                <a:lnTo>
                  <a:pt x="4063" y="2659481"/>
                </a:lnTo>
                <a:lnTo>
                  <a:pt x="4063" y="2653798"/>
                </a:lnTo>
                <a:lnTo>
                  <a:pt x="4063" y="2648115"/>
                </a:lnTo>
                <a:lnTo>
                  <a:pt x="4063" y="2642433"/>
                </a:lnTo>
                <a:lnTo>
                  <a:pt x="4063" y="2636750"/>
                </a:lnTo>
                <a:lnTo>
                  <a:pt x="4063" y="2631067"/>
                </a:lnTo>
                <a:lnTo>
                  <a:pt x="4063" y="2625385"/>
                </a:lnTo>
                <a:lnTo>
                  <a:pt x="4063" y="2619702"/>
                </a:lnTo>
                <a:lnTo>
                  <a:pt x="4063" y="2614019"/>
                </a:lnTo>
                <a:lnTo>
                  <a:pt x="4063" y="2608337"/>
                </a:lnTo>
                <a:lnTo>
                  <a:pt x="4063" y="2602654"/>
                </a:lnTo>
                <a:lnTo>
                  <a:pt x="4063" y="2596972"/>
                </a:lnTo>
                <a:lnTo>
                  <a:pt x="4063" y="2591289"/>
                </a:lnTo>
                <a:lnTo>
                  <a:pt x="4063" y="2585606"/>
                </a:lnTo>
                <a:lnTo>
                  <a:pt x="4063" y="2579924"/>
                </a:lnTo>
                <a:lnTo>
                  <a:pt x="4063" y="2574241"/>
                </a:lnTo>
                <a:lnTo>
                  <a:pt x="4063" y="2568558"/>
                </a:lnTo>
                <a:lnTo>
                  <a:pt x="4063" y="2562876"/>
                </a:lnTo>
                <a:lnTo>
                  <a:pt x="8127" y="2562876"/>
                </a:lnTo>
                <a:lnTo>
                  <a:pt x="8127" y="2557193"/>
                </a:lnTo>
                <a:lnTo>
                  <a:pt x="8127" y="2551510"/>
                </a:lnTo>
                <a:lnTo>
                  <a:pt x="8127" y="2545828"/>
                </a:lnTo>
                <a:lnTo>
                  <a:pt x="8127" y="2540145"/>
                </a:lnTo>
                <a:lnTo>
                  <a:pt x="8127" y="2534462"/>
                </a:lnTo>
                <a:lnTo>
                  <a:pt x="12190" y="2534462"/>
                </a:lnTo>
                <a:lnTo>
                  <a:pt x="12190" y="2528780"/>
                </a:lnTo>
                <a:lnTo>
                  <a:pt x="12190" y="2523097"/>
                </a:lnTo>
                <a:lnTo>
                  <a:pt x="12190" y="2517414"/>
                </a:lnTo>
                <a:lnTo>
                  <a:pt x="12190" y="2511732"/>
                </a:lnTo>
                <a:lnTo>
                  <a:pt x="12190" y="2506049"/>
                </a:lnTo>
                <a:lnTo>
                  <a:pt x="12190" y="2500366"/>
                </a:lnTo>
                <a:lnTo>
                  <a:pt x="12190" y="2494684"/>
                </a:lnTo>
                <a:lnTo>
                  <a:pt x="12190" y="2489001"/>
                </a:lnTo>
                <a:lnTo>
                  <a:pt x="12190" y="2483318"/>
                </a:lnTo>
                <a:lnTo>
                  <a:pt x="12190" y="2477636"/>
                </a:lnTo>
                <a:lnTo>
                  <a:pt x="12190" y="2471953"/>
                </a:lnTo>
                <a:lnTo>
                  <a:pt x="12190" y="2466271"/>
                </a:lnTo>
                <a:lnTo>
                  <a:pt x="12190" y="2460588"/>
                </a:lnTo>
                <a:lnTo>
                  <a:pt x="12190" y="2454905"/>
                </a:lnTo>
                <a:lnTo>
                  <a:pt x="12190" y="2449223"/>
                </a:lnTo>
                <a:lnTo>
                  <a:pt x="12190" y="2443540"/>
                </a:lnTo>
                <a:lnTo>
                  <a:pt x="12190" y="2437857"/>
                </a:lnTo>
                <a:lnTo>
                  <a:pt x="12190" y="2432175"/>
                </a:lnTo>
                <a:lnTo>
                  <a:pt x="12190" y="2426492"/>
                </a:lnTo>
                <a:lnTo>
                  <a:pt x="12190" y="2420809"/>
                </a:lnTo>
                <a:lnTo>
                  <a:pt x="12190" y="2415127"/>
                </a:lnTo>
                <a:lnTo>
                  <a:pt x="12190" y="2409444"/>
                </a:lnTo>
                <a:lnTo>
                  <a:pt x="12190" y="2403761"/>
                </a:lnTo>
                <a:lnTo>
                  <a:pt x="12190" y="2398079"/>
                </a:lnTo>
                <a:lnTo>
                  <a:pt x="12190" y="2392396"/>
                </a:lnTo>
                <a:lnTo>
                  <a:pt x="12190" y="2386713"/>
                </a:lnTo>
                <a:lnTo>
                  <a:pt x="12190" y="2381031"/>
                </a:lnTo>
                <a:lnTo>
                  <a:pt x="12190" y="2375348"/>
                </a:lnTo>
                <a:lnTo>
                  <a:pt x="12190" y="2369665"/>
                </a:lnTo>
                <a:lnTo>
                  <a:pt x="12190" y="2363983"/>
                </a:lnTo>
                <a:lnTo>
                  <a:pt x="12190" y="2358300"/>
                </a:lnTo>
                <a:lnTo>
                  <a:pt x="12190" y="2352617"/>
                </a:lnTo>
                <a:lnTo>
                  <a:pt x="12190" y="2346935"/>
                </a:lnTo>
                <a:lnTo>
                  <a:pt x="12190" y="2341252"/>
                </a:lnTo>
                <a:lnTo>
                  <a:pt x="12190" y="2335570"/>
                </a:lnTo>
                <a:lnTo>
                  <a:pt x="12190" y="2329887"/>
                </a:lnTo>
                <a:lnTo>
                  <a:pt x="12190" y="2324204"/>
                </a:lnTo>
                <a:lnTo>
                  <a:pt x="12190" y="2318522"/>
                </a:lnTo>
                <a:lnTo>
                  <a:pt x="12190" y="2312839"/>
                </a:lnTo>
                <a:lnTo>
                  <a:pt x="12190" y="2307156"/>
                </a:lnTo>
                <a:lnTo>
                  <a:pt x="12190" y="2301474"/>
                </a:lnTo>
                <a:lnTo>
                  <a:pt x="12190" y="2295791"/>
                </a:lnTo>
                <a:lnTo>
                  <a:pt x="12190" y="2290108"/>
                </a:lnTo>
                <a:lnTo>
                  <a:pt x="12190" y="2284426"/>
                </a:lnTo>
                <a:lnTo>
                  <a:pt x="12190" y="2278743"/>
                </a:lnTo>
                <a:lnTo>
                  <a:pt x="12190" y="2273060"/>
                </a:lnTo>
                <a:lnTo>
                  <a:pt x="12190" y="2267378"/>
                </a:lnTo>
                <a:lnTo>
                  <a:pt x="12190" y="2261695"/>
                </a:lnTo>
                <a:lnTo>
                  <a:pt x="12190" y="2256012"/>
                </a:lnTo>
                <a:lnTo>
                  <a:pt x="12190" y="2250330"/>
                </a:lnTo>
                <a:lnTo>
                  <a:pt x="12190" y="2244647"/>
                </a:lnTo>
                <a:lnTo>
                  <a:pt x="12190" y="2238964"/>
                </a:lnTo>
                <a:lnTo>
                  <a:pt x="12190" y="2233282"/>
                </a:lnTo>
                <a:lnTo>
                  <a:pt x="12190" y="2227599"/>
                </a:lnTo>
                <a:lnTo>
                  <a:pt x="12190" y="2221916"/>
                </a:lnTo>
                <a:lnTo>
                  <a:pt x="12190" y="2216234"/>
                </a:lnTo>
                <a:lnTo>
                  <a:pt x="12190" y="2210551"/>
                </a:lnTo>
                <a:lnTo>
                  <a:pt x="12190" y="2204869"/>
                </a:lnTo>
                <a:lnTo>
                  <a:pt x="16254" y="2204869"/>
                </a:lnTo>
                <a:lnTo>
                  <a:pt x="16254" y="2199186"/>
                </a:lnTo>
                <a:lnTo>
                  <a:pt x="16254" y="2193503"/>
                </a:lnTo>
                <a:lnTo>
                  <a:pt x="16254" y="2187821"/>
                </a:lnTo>
                <a:lnTo>
                  <a:pt x="16254" y="2182138"/>
                </a:lnTo>
                <a:lnTo>
                  <a:pt x="16254" y="2176455"/>
                </a:lnTo>
                <a:lnTo>
                  <a:pt x="16254" y="2170773"/>
                </a:lnTo>
                <a:lnTo>
                  <a:pt x="16254" y="2165090"/>
                </a:lnTo>
                <a:lnTo>
                  <a:pt x="20318" y="2165090"/>
                </a:lnTo>
                <a:lnTo>
                  <a:pt x="20318" y="2159407"/>
                </a:lnTo>
                <a:lnTo>
                  <a:pt x="20318" y="2153725"/>
                </a:lnTo>
                <a:lnTo>
                  <a:pt x="24381" y="2153725"/>
                </a:lnTo>
                <a:lnTo>
                  <a:pt x="24381" y="2148042"/>
                </a:lnTo>
                <a:lnTo>
                  <a:pt x="24381" y="2142359"/>
                </a:lnTo>
                <a:lnTo>
                  <a:pt x="24381" y="2136677"/>
                </a:lnTo>
                <a:lnTo>
                  <a:pt x="24381" y="2130994"/>
                </a:lnTo>
                <a:lnTo>
                  <a:pt x="24381" y="2125311"/>
                </a:lnTo>
                <a:lnTo>
                  <a:pt x="24381" y="2119629"/>
                </a:lnTo>
                <a:lnTo>
                  <a:pt x="24381" y="2113946"/>
                </a:lnTo>
                <a:lnTo>
                  <a:pt x="24381" y="2108263"/>
                </a:lnTo>
                <a:lnTo>
                  <a:pt x="24381" y="2102581"/>
                </a:lnTo>
                <a:lnTo>
                  <a:pt x="24381" y="2096898"/>
                </a:lnTo>
                <a:lnTo>
                  <a:pt x="24381" y="2091215"/>
                </a:lnTo>
                <a:lnTo>
                  <a:pt x="24381" y="2085533"/>
                </a:lnTo>
                <a:lnTo>
                  <a:pt x="28445" y="2085533"/>
                </a:lnTo>
                <a:lnTo>
                  <a:pt x="32508" y="2085533"/>
                </a:lnTo>
                <a:lnTo>
                  <a:pt x="32508" y="2079850"/>
                </a:lnTo>
                <a:lnTo>
                  <a:pt x="36572" y="2079850"/>
                </a:lnTo>
                <a:lnTo>
                  <a:pt x="36572" y="2074168"/>
                </a:lnTo>
                <a:lnTo>
                  <a:pt x="36572" y="2068485"/>
                </a:lnTo>
                <a:lnTo>
                  <a:pt x="36572" y="2062802"/>
                </a:lnTo>
                <a:lnTo>
                  <a:pt x="36572" y="2057120"/>
                </a:lnTo>
                <a:lnTo>
                  <a:pt x="36572" y="2051437"/>
                </a:lnTo>
                <a:lnTo>
                  <a:pt x="36572" y="2045754"/>
                </a:lnTo>
                <a:lnTo>
                  <a:pt x="36572" y="2040072"/>
                </a:lnTo>
                <a:lnTo>
                  <a:pt x="36572" y="2034389"/>
                </a:lnTo>
                <a:lnTo>
                  <a:pt x="36572" y="2028706"/>
                </a:lnTo>
                <a:lnTo>
                  <a:pt x="36572" y="2023024"/>
                </a:lnTo>
                <a:lnTo>
                  <a:pt x="36572" y="2017341"/>
                </a:lnTo>
                <a:lnTo>
                  <a:pt x="36572" y="2011658"/>
                </a:lnTo>
                <a:lnTo>
                  <a:pt x="36572" y="2005976"/>
                </a:lnTo>
                <a:lnTo>
                  <a:pt x="36572" y="2000293"/>
                </a:lnTo>
                <a:lnTo>
                  <a:pt x="36572" y="1994610"/>
                </a:lnTo>
                <a:lnTo>
                  <a:pt x="36572" y="1988928"/>
                </a:lnTo>
                <a:lnTo>
                  <a:pt x="36572" y="1983245"/>
                </a:lnTo>
                <a:lnTo>
                  <a:pt x="36572" y="1977562"/>
                </a:lnTo>
                <a:lnTo>
                  <a:pt x="36572" y="1971880"/>
                </a:lnTo>
                <a:lnTo>
                  <a:pt x="36572" y="1966197"/>
                </a:lnTo>
                <a:lnTo>
                  <a:pt x="36572" y="1960514"/>
                </a:lnTo>
                <a:lnTo>
                  <a:pt x="36572" y="1954832"/>
                </a:lnTo>
                <a:lnTo>
                  <a:pt x="36572" y="1949149"/>
                </a:lnTo>
                <a:lnTo>
                  <a:pt x="36572" y="1943467"/>
                </a:lnTo>
                <a:lnTo>
                  <a:pt x="36572" y="1937784"/>
                </a:lnTo>
                <a:lnTo>
                  <a:pt x="36572" y="1932101"/>
                </a:lnTo>
                <a:lnTo>
                  <a:pt x="36572" y="1926419"/>
                </a:lnTo>
                <a:lnTo>
                  <a:pt x="36572" y="1920736"/>
                </a:lnTo>
                <a:lnTo>
                  <a:pt x="36572" y="1915053"/>
                </a:lnTo>
                <a:lnTo>
                  <a:pt x="36572" y="1909371"/>
                </a:lnTo>
                <a:lnTo>
                  <a:pt x="36572" y="1903688"/>
                </a:lnTo>
                <a:lnTo>
                  <a:pt x="36572" y="1898005"/>
                </a:lnTo>
                <a:lnTo>
                  <a:pt x="36572" y="1892323"/>
                </a:lnTo>
                <a:lnTo>
                  <a:pt x="36572" y="1886640"/>
                </a:lnTo>
                <a:lnTo>
                  <a:pt x="36572" y="1880957"/>
                </a:lnTo>
                <a:lnTo>
                  <a:pt x="36572" y="1875275"/>
                </a:lnTo>
                <a:lnTo>
                  <a:pt x="36572" y="1869592"/>
                </a:lnTo>
                <a:lnTo>
                  <a:pt x="40636" y="1869592"/>
                </a:lnTo>
                <a:lnTo>
                  <a:pt x="40636" y="1863909"/>
                </a:lnTo>
                <a:lnTo>
                  <a:pt x="40636" y="1858227"/>
                </a:lnTo>
                <a:lnTo>
                  <a:pt x="40636" y="1852544"/>
                </a:lnTo>
                <a:lnTo>
                  <a:pt x="40636" y="1846861"/>
                </a:lnTo>
                <a:lnTo>
                  <a:pt x="40636" y="1841179"/>
                </a:lnTo>
                <a:lnTo>
                  <a:pt x="40636" y="1835496"/>
                </a:lnTo>
                <a:lnTo>
                  <a:pt x="40636" y="1829813"/>
                </a:lnTo>
                <a:lnTo>
                  <a:pt x="40636" y="1824131"/>
                </a:lnTo>
                <a:lnTo>
                  <a:pt x="44699" y="1824131"/>
                </a:lnTo>
                <a:lnTo>
                  <a:pt x="44699" y="1818448"/>
                </a:lnTo>
                <a:lnTo>
                  <a:pt x="44699" y="1812766"/>
                </a:lnTo>
                <a:lnTo>
                  <a:pt x="44699" y="1807083"/>
                </a:lnTo>
                <a:lnTo>
                  <a:pt x="44699" y="1801400"/>
                </a:lnTo>
                <a:lnTo>
                  <a:pt x="44699" y="1795718"/>
                </a:lnTo>
                <a:lnTo>
                  <a:pt x="44699" y="1790035"/>
                </a:lnTo>
                <a:lnTo>
                  <a:pt x="44699" y="1784352"/>
                </a:lnTo>
                <a:lnTo>
                  <a:pt x="44699" y="1778670"/>
                </a:lnTo>
                <a:lnTo>
                  <a:pt x="44699" y="1772987"/>
                </a:lnTo>
                <a:lnTo>
                  <a:pt x="44699" y="1767304"/>
                </a:lnTo>
                <a:lnTo>
                  <a:pt x="44699" y="1761622"/>
                </a:lnTo>
                <a:lnTo>
                  <a:pt x="44699" y="1755939"/>
                </a:lnTo>
                <a:lnTo>
                  <a:pt x="44699" y="1750256"/>
                </a:lnTo>
                <a:lnTo>
                  <a:pt x="44699" y="1744574"/>
                </a:lnTo>
                <a:lnTo>
                  <a:pt x="48763" y="1744574"/>
                </a:lnTo>
                <a:lnTo>
                  <a:pt x="48763" y="1738891"/>
                </a:lnTo>
                <a:lnTo>
                  <a:pt x="48763" y="1733208"/>
                </a:lnTo>
                <a:lnTo>
                  <a:pt x="48763" y="1727526"/>
                </a:lnTo>
                <a:lnTo>
                  <a:pt x="48763" y="1721843"/>
                </a:lnTo>
                <a:lnTo>
                  <a:pt x="48763" y="1716160"/>
                </a:lnTo>
                <a:lnTo>
                  <a:pt x="48763" y="1710478"/>
                </a:lnTo>
                <a:lnTo>
                  <a:pt x="48763" y="1704795"/>
                </a:lnTo>
                <a:lnTo>
                  <a:pt x="48763" y="1699112"/>
                </a:lnTo>
                <a:lnTo>
                  <a:pt x="48763" y="1693430"/>
                </a:lnTo>
                <a:lnTo>
                  <a:pt x="48763" y="1687747"/>
                </a:lnTo>
                <a:lnTo>
                  <a:pt x="48763" y="1682065"/>
                </a:lnTo>
                <a:lnTo>
                  <a:pt x="48763" y="1676382"/>
                </a:lnTo>
                <a:lnTo>
                  <a:pt x="48763" y="1670699"/>
                </a:lnTo>
                <a:lnTo>
                  <a:pt x="48763" y="1665017"/>
                </a:lnTo>
                <a:lnTo>
                  <a:pt x="48763" y="1659334"/>
                </a:lnTo>
                <a:lnTo>
                  <a:pt x="48763" y="1653651"/>
                </a:lnTo>
                <a:lnTo>
                  <a:pt x="48763" y="1647969"/>
                </a:lnTo>
                <a:lnTo>
                  <a:pt x="48763" y="1642286"/>
                </a:lnTo>
                <a:lnTo>
                  <a:pt x="48763" y="1636603"/>
                </a:lnTo>
                <a:lnTo>
                  <a:pt x="48763" y="1630921"/>
                </a:lnTo>
                <a:lnTo>
                  <a:pt x="48763" y="1625238"/>
                </a:lnTo>
                <a:lnTo>
                  <a:pt x="48763" y="1619555"/>
                </a:lnTo>
                <a:lnTo>
                  <a:pt x="48763" y="1613873"/>
                </a:lnTo>
                <a:lnTo>
                  <a:pt x="48763" y="1608190"/>
                </a:lnTo>
                <a:lnTo>
                  <a:pt x="48763" y="1602507"/>
                </a:lnTo>
                <a:lnTo>
                  <a:pt x="48763" y="1596825"/>
                </a:lnTo>
                <a:lnTo>
                  <a:pt x="48763" y="1591142"/>
                </a:lnTo>
                <a:lnTo>
                  <a:pt x="48763" y="1585459"/>
                </a:lnTo>
                <a:lnTo>
                  <a:pt x="48763" y="1579777"/>
                </a:lnTo>
                <a:lnTo>
                  <a:pt x="48763" y="1574094"/>
                </a:lnTo>
                <a:lnTo>
                  <a:pt x="48763" y="1568411"/>
                </a:lnTo>
                <a:lnTo>
                  <a:pt x="48763" y="1562729"/>
                </a:lnTo>
                <a:lnTo>
                  <a:pt x="48763" y="1557046"/>
                </a:lnTo>
                <a:lnTo>
                  <a:pt x="48763" y="1551364"/>
                </a:lnTo>
                <a:lnTo>
                  <a:pt x="48763" y="1545681"/>
                </a:lnTo>
                <a:lnTo>
                  <a:pt x="48763" y="1539998"/>
                </a:lnTo>
                <a:lnTo>
                  <a:pt x="48763" y="1534316"/>
                </a:lnTo>
                <a:lnTo>
                  <a:pt x="48763" y="1528633"/>
                </a:lnTo>
                <a:lnTo>
                  <a:pt x="48763" y="1522950"/>
                </a:lnTo>
                <a:lnTo>
                  <a:pt x="48763" y="1517268"/>
                </a:lnTo>
                <a:lnTo>
                  <a:pt x="48763" y="1511585"/>
                </a:lnTo>
                <a:lnTo>
                  <a:pt x="52826" y="1511585"/>
                </a:lnTo>
                <a:lnTo>
                  <a:pt x="52826" y="1505902"/>
                </a:lnTo>
                <a:lnTo>
                  <a:pt x="52826" y="1500220"/>
                </a:lnTo>
                <a:lnTo>
                  <a:pt x="52826" y="1494537"/>
                </a:lnTo>
                <a:lnTo>
                  <a:pt x="52826" y="1488854"/>
                </a:lnTo>
                <a:lnTo>
                  <a:pt x="52826" y="1483172"/>
                </a:lnTo>
                <a:lnTo>
                  <a:pt x="52826" y="1477489"/>
                </a:lnTo>
                <a:lnTo>
                  <a:pt x="52826" y="1471806"/>
                </a:lnTo>
                <a:lnTo>
                  <a:pt x="52826" y="1466124"/>
                </a:lnTo>
                <a:lnTo>
                  <a:pt x="52826" y="1460441"/>
                </a:lnTo>
                <a:lnTo>
                  <a:pt x="52826" y="1454758"/>
                </a:lnTo>
                <a:lnTo>
                  <a:pt x="52826" y="1449076"/>
                </a:lnTo>
                <a:lnTo>
                  <a:pt x="52826" y="1443393"/>
                </a:lnTo>
                <a:lnTo>
                  <a:pt x="52826" y="1437710"/>
                </a:lnTo>
                <a:lnTo>
                  <a:pt x="52826" y="1432028"/>
                </a:lnTo>
                <a:lnTo>
                  <a:pt x="52826" y="1426345"/>
                </a:lnTo>
                <a:lnTo>
                  <a:pt x="52826" y="1420663"/>
                </a:lnTo>
                <a:lnTo>
                  <a:pt x="56890" y="1420663"/>
                </a:lnTo>
                <a:lnTo>
                  <a:pt x="56890" y="1414980"/>
                </a:lnTo>
                <a:lnTo>
                  <a:pt x="56890" y="1409297"/>
                </a:lnTo>
                <a:lnTo>
                  <a:pt x="56890" y="1403615"/>
                </a:lnTo>
                <a:lnTo>
                  <a:pt x="56890" y="1397932"/>
                </a:lnTo>
                <a:lnTo>
                  <a:pt x="56890" y="1392249"/>
                </a:lnTo>
                <a:lnTo>
                  <a:pt x="56890" y="1386567"/>
                </a:lnTo>
                <a:lnTo>
                  <a:pt x="56890" y="1380884"/>
                </a:lnTo>
                <a:lnTo>
                  <a:pt x="56890" y="1375201"/>
                </a:lnTo>
                <a:lnTo>
                  <a:pt x="56890" y="1369519"/>
                </a:lnTo>
                <a:lnTo>
                  <a:pt x="56890" y="1363836"/>
                </a:lnTo>
                <a:lnTo>
                  <a:pt x="56890" y="1358153"/>
                </a:lnTo>
                <a:lnTo>
                  <a:pt x="60954" y="1358153"/>
                </a:lnTo>
                <a:lnTo>
                  <a:pt x="60954" y="1352471"/>
                </a:lnTo>
                <a:lnTo>
                  <a:pt x="60954" y="1346788"/>
                </a:lnTo>
                <a:lnTo>
                  <a:pt x="60954" y="1341105"/>
                </a:lnTo>
                <a:lnTo>
                  <a:pt x="60954" y="1335423"/>
                </a:lnTo>
                <a:lnTo>
                  <a:pt x="60954" y="1329740"/>
                </a:lnTo>
                <a:lnTo>
                  <a:pt x="60954" y="1324057"/>
                </a:lnTo>
                <a:lnTo>
                  <a:pt x="60954" y="1318375"/>
                </a:lnTo>
                <a:lnTo>
                  <a:pt x="60954" y="1307009"/>
                </a:lnTo>
                <a:lnTo>
                  <a:pt x="60954" y="1301327"/>
                </a:lnTo>
                <a:lnTo>
                  <a:pt x="60954" y="1295644"/>
                </a:lnTo>
                <a:lnTo>
                  <a:pt x="60954" y="1289962"/>
                </a:lnTo>
                <a:lnTo>
                  <a:pt x="65017" y="1289962"/>
                </a:lnTo>
                <a:lnTo>
                  <a:pt x="65017" y="1284279"/>
                </a:lnTo>
                <a:lnTo>
                  <a:pt x="69081" y="1284279"/>
                </a:lnTo>
                <a:lnTo>
                  <a:pt x="69081" y="1278596"/>
                </a:lnTo>
                <a:lnTo>
                  <a:pt x="73144" y="1278596"/>
                </a:lnTo>
                <a:lnTo>
                  <a:pt x="73144" y="1272914"/>
                </a:lnTo>
                <a:lnTo>
                  <a:pt x="73144" y="1267231"/>
                </a:lnTo>
                <a:lnTo>
                  <a:pt x="73144" y="1261548"/>
                </a:lnTo>
                <a:lnTo>
                  <a:pt x="73144" y="1255866"/>
                </a:lnTo>
                <a:lnTo>
                  <a:pt x="77208" y="1255866"/>
                </a:lnTo>
                <a:lnTo>
                  <a:pt x="77208" y="1250183"/>
                </a:lnTo>
                <a:lnTo>
                  <a:pt x="77208" y="1238818"/>
                </a:lnTo>
                <a:lnTo>
                  <a:pt x="81272" y="1238818"/>
                </a:lnTo>
                <a:lnTo>
                  <a:pt x="85335" y="1238818"/>
                </a:lnTo>
                <a:lnTo>
                  <a:pt x="85335" y="1233135"/>
                </a:lnTo>
                <a:lnTo>
                  <a:pt x="85335" y="1227452"/>
                </a:lnTo>
                <a:lnTo>
                  <a:pt x="85335" y="1221770"/>
                </a:lnTo>
                <a:lnTo>
                  <a:pt x="85335" y="1216087"/>
                </a:lnTo>
                <a:lnTo>
                  <a:pt x="85335" y="1210404"/>
                </a:lnTo>
                <a:lnTo>
                  <a:pt x="85335" y="1204722"/>
                </a:lnTo>
                <a:lnTo>
                  <a:pt x="85335" y="1193356"/>
                </a:lnTo>
                <a:lnTo>
                  <a:pt x="85335" y="1187674"/>
                </a:lnTo>
                <a:lnTo>
                  <a:pt x="85335" y="1181991"/>
                </a:lnTo>
                <a:lnTo>
                  <a:pt x="85335" y="1176308"/>
                </a:lnTo>
                <a:lnTo>
                  <a:pt x="89399" y="1176308"/>
                </a:lnTo>
                <a:lnTo>
                  <a:pt x="93462" y="1170626"/>
                </a:lnTo>
                <a:lnTo>
                  <a:pt x="93462" y="1164943"/>
                </a:lnTo>
                <a:lnTo>
                  <a:pt x="93462" y="1159261"/>
                </a:lnTo>
                <a:lnTo>
                  <a:pt x="97526" y="1159261"/>
                </a:lnTo>
                <a:lnTo>
                  <a:pt x="97526" y="1153578"/>
                </a:lnTo>
                <a:lnTo>
                  <a:pt x="97526" y="1147895"/>
                </a:lnTo>
                <a:lnTo>
                  <a:pt x="97526" y="1142213"/>
                </a:lnTo>
                <a:lnTo>
                  <a:pt x="97526" y="1136530"/>
                </a:lnTo>
                <a:lnTo>
                  <a:pt x="97526" y="1130847"/>
                </a:lnTo>
                <a:lnTo>
                  <a:pt x="97526" y="1125165"/>
                </a:lnTo>
                <a:lnTo>
                  <a:pt x="101590" y="1125165"/>
                </a:lnTo>
                <a:lnTo>
                  <a:pt x="101590" y="1113799"/>
                </a:lnTo>
                <a:lnTo>
                  <a:pt x="101590" y="1108117"/>
                </a:lnTo>
                <a:lnTo>
                  <a:pt x="101590" y="1096751"/>
                </a:lnTo>
                <a:lnTo>
                  <a:pt x="101590" y="1091069"/>
                </a:lnTo>
                <a:lnTo>
                  <a:pt x="101590" y="1085386"/>
                </a:lnTo>
                <a:lnTo>
                  <a:pt x="101590" y="1079703"/>
                </a:lnTo>
                <a:lnTo>
                  <a:pt x="101590" y="1074021"/>
                </a:lnTo>
                <a:lnTo>
                  <a:pt x="101590" y="1068338"/>
                </a:lnTo>
                <a:lnTo>
                  <a:pt x="101590" y="1062655"/>
                </a:lnTo>
                <a:lnTo>
                  <a:pt x="101590" y="1056973"/>
                </a:lnTo>
                <a:lnTo>
                  <a:pt x="105653" y="1056973"/>
                </a:lnTo>
                <a:lnTo>
                  <a:pt x="105653" y="1051290"/>
                </a:lnTo>
                <a:lnTo>
                  <a:pt x="105653" y="1045607"/>
                </a:lnTo>
                <a:lnTo>
                  <a:pt x="105653" y="1039925"/>
                </a:lnTo>
                <a:lnTo>
                  <a:pt x="109717" y="1039925"/>
                </a:lnTo>
                <a:lnTo>
                  <a:pt x="109717" y="1034242"/>
                </a:lnTo>
                <a:lnTo>
                  <a:pt x="109717" y="1028560"/>
                </a:lnTo>
                <a:lnTo>
                  <a:pt x="109717" y="1022877"/>
                </a:lnTo>
                <a:lnTo>
                  <a:pt x="113780" y="1022877"/>
                </a:lnTo>
                <a:lnTo>
                  <a:pt x="113780" y="1017194"/>
                </a:lnTo>
                <a:lnTo>
                  <a:pt x="117844" y="1017194"/>
                </a:lnTo>
                <a:lnTo>
                  <a:pt x="117844" y="1011512"/>
                </a:lnTo>
                <a:lnTo>
                  <a:pt x="121908" y="1005829"/>
                </a:lnTo>
                <a:lnTo>
                  <a:pt x="121908" y="994464"/>
                </a:lnTo>
                <a:lnTo>
                  <a:pt x="125971" y="994464"/>
                </a:lnTo>
                <a:lnTo>
                  <a:pt x="125971" y="988781"/>
                </a:lnTo>
                <a:lnTo>
                  <a:pt x="125971" y="983098"/>
                </a:lnTo>
                <a:lnTo>
                  <a:pt x="125971" y="977416"/>
                </a:lnTo>
                <a:lnTo>
                  <a:pt x="125971" y="971733"/>
                </a:lnTo>
                <a:lnTo>
                  <a:pt x="125971" y="966050"/>
                </a:lnTo>
                <a:lnTo>
                  <a:pt x="125971" y="960368"/>
                </a:lnTo>
                <a:lnTo>
                  <a:pt x="125971" y="954685"/>
                </a:lnTo>
                <a:lnTo>
                  <a:pt x="125971" y="949002"/>
                </a:lnTo>
                <a:lnTo>
                  <a:pt x="125971" y="943320"/>
                </a:lnTo>
                <a:lnTo>
                  <a:pt x="130035" y="943320"/>
                </a:lnTo>
                <a:lnTo>
                  <a:pt x="130035" y="937637"/>
                </a:lnTo>
                <a:lnTo>
                  <a:pt x="130035" y="931954"/>
                </a:lnTo>
                <a:lnTo>
                  <a:pt x="130035" y="926272"/>
                </a:lnTo>
                <a:lnTo>
                  <a:pt x="130035" y="920589"/>
                </a:lnTo>
                <a:lnTo>
                  <a:pt x="130035" y="914906"/>
                </a:lnTo>
                <a:lnTo>
                  <a:pt x="130035" y="909224"/>
                </a:lnTo>
                <a:lnTo>
                  <a:pt x="130035" y="903541"/>
                </a:lnTo>
                <a:lnTo>
                  <a:pt x="134098" y="897859"/>
                </a:lnTo>
                <a:lnTo>
                  <a:pt x="134098" y="892176"/>
                </a:lnTo>
                <a:lnTo>
                  <a:pt x="134098" y="886493"/>
                </a:lnTo>
                <a:lnTo>
                  <a:pt x="138162" y="886493"/>
                </a:lnTo>
                <a:lnTo>
                  <a:pt x="142226" y="886493"/>
                </a:lnTo>
                <a:lnTo>
                  <a:pt x="142226" y="880811"/>
                </a:lnTo>
                <a:lnTo>
                  <a:pt x="142226" y="875128"/>
                </a:lnTo>
                <a:lnTo>
                  <a:pt x="146289" y="875128"/>
                </a:lnTo>
                <a:lnTo>
                  <a:pt x="146289" y="869445"/>
                </a:lnTo>
                <a:lnTo>
                  <a:pt x="146289" y="863763"/>
                </a:lnTo>
                <a:lnTo>
                  <a:pt x="146289" y="858080"/>
                </a:lnTo>
                <a:lnTo>
                  <a:pt x="146289" y="852397"/>
                </a:lnTo>
                <a:lnTo>
                  <a:pt x="146289" y="846715"/>
                </a:lnTo>
                <a:lnTo>
                  <a:pt x="146289" y="841032"/>
                </a:lnTo>
                <a:lnTo>
                  <a:pt x="150353" y="841032"/>
                </a:lnTo>
                <a:lnTo>
                  <a:pt x="154417" y="841032"/>
                </a:lnTo>
                <a:lnTo>
                  <a:pt x="154417" y="835349"/>
                </a:lnTo>
                <a:lnTo>
                  <a:pt x="154417" y="829667"/>
                </a:lnTo>
                <a:lnTo>
                  <a:pt x="158480" y="829667"/>
                </a:lnTo>
                <a:lnTo>
                  <a:pt x="162544" y="829667"/>
                </a:lnTo>
                <a:lnTo>
                  <a:pt x="162544" y="823984"/>
                </a:lnTo>
                <a:lnTo>
                  <a:pt x="162544" y="818301"/>
                </a:lnTo>
                <a:lnTo>
                  <a:pt x="166607" y="818301"/>
                </a:lnTo>
                <a:lnTo>
                  <a:pt x="166607" y="806936"/>
                </a:lnTo>
                <a:lnTo>
                  <a:pt x="170671" y="806936"/>
                </a:lnTo>
                <a:lnTo>
                  <a:pt x="170671" y="801253"/>
                </a:lnTo>
                <a:lnTo>
                  <a:pt x="170671" y="795571"/>
                </a:lnTo>
                <a:lnTo>
                  <a:pt x="170671" y="789888"/>
                </a:lnTo>
                <a:lnTo>
                  <a:pt x="174735" y="789888"/>
                </a:lnTo>
                <a:lnTo>
                  <a:pt x="174735" y="784205"/>
                </a:lnTo>
                <a:lnTo>
                  <a:pt x="178798" y="784205"/>
                </a:lnTo>
                <a:lnTo>
                  <a:pt x="178798" y="778523"/>
                </a:lnTo>
                <a:lnTo>
                  <a:pt x="178798" y="767158"/>
                </a:lnTo>
                <a:lnTo>
                  <a:pt x="182862" y="767158"/>
                </a:lnTo>
                <a:lnTo>
                  <a:pt x="182862" y="761475"/>
                </a:lnTo>
                <a:lnTo>
                  <a:pt x="186925" y="761475"/>
                </a:lnTo>
                <a:lnTo>
                  <a:pt x="190989" y="761475"/>
                </a:lnTo>
                <a:lnTo>
                  <a:pt x="190989" y="755792"/>
                </a:lnTo>
                <a:lnTo>
                  <a:pt x="195053" y="755792"/>
                </a:lnTo>
                <a:lnTo>
                  <a:pt x="195053" y="750110"/>
                </a:lnTo>
                <a:lnTo>
                  <a:pt x="195053" y="744427"/>
                </a:lnTo>
                <a:lnTo>
                  <a:pt x="199116" y="744427"/>
                </a:lnTo>
                <a:lnTo>
                  <a:pt x="199116" y="738744"/>
                </a:lnTo>
                <a:lnTo>
                  <a:pt x="199116" y="733062"/>
                </a:lnTo>
                <a:lnTo>
                  <a:pt x="199116" y="727379"/>
                </a:lnTo>
                <a:lnTo>
                  <a:pt x="199116" y="721696"/>
                </a:lnTo>
                <a:lnTo>
                  <a:pt x="207243" y="716014"/>
                </a:lnTo>
                <a:lnTo>
                  <a:pt x="207243" y="710331"/>
                </a:lnTo>
                <a:lnTo>
                  <a:pt x="207243" y="704648"/>
                </a:lnTo>
                <a:lnTo>
                  <a:pt x="211307" y="704648"/>
                </a:lnTo>
                <a:lnTo>
                  <a:pt x="215371" y="698966"/>
                </a:lnTo>
                <a:lnTo>
                  <a:pt x="215371" y="693283"/>
                </a:lnTo>
                <a:lnTo>
                  <a:pt x="219434" y="693283"/>
                </a:lnTo>
                <a:lnTo>
                  <a:pt x="219434" y="687600"/>
                </a:lnTo>
                <a:lnTo>
                  <a:pt x="219434" y="681918"/>
                </a:lnTo>
                <a:lnTo>
                  <a:pt x="219434" y="676235"/>
                </a:lnTo>
                <a:lnTo>
                  <a:pt x="219434" y="670552"/>
                </a:lnTo>
                <a:lnTo>
                  <a:pt x="223498" y="670552"/>
                </a:lnTo>
                <a:lnTo>
                  <a:pt x="223498" y="664870"/>
                </a:lnTo>
                <a:lnTo>
                  <a:pt x="227561" y="664870"/>
                </a:lnTo>
                <a:lnTo>
                  <a:pt x="227561" y="659187"/>
                </a:lnTo>
                <a:lnTo>
                  <a:pt x="227561" y="653504"/>
                </a:lnTo>
                <a:lnTo>
                  <a:pt x="227561" y="647822"/>
                </a:lnTo>
                <a:lnTo>
                  <a:pt x="231625" y="642139"/>
                </a:lnTo>
                <a:lnTo>
                  <a:pt x="231625" y="636457"/>
                </a:lnTo>
                <a:lnTo>
                  <a:pt x="231625" y="630774"/>
                </a:lnTo>
                <a:lnTo>
                  <a:pt x="235689" y="630774"/>
                </a:lnTo>
                <a:lnTo>
                  <a:pt x="239752" y="630774"/>
                </a:lnTo>
                <a:lnTo>
                  <a:pt x="239752" y="625091"/>
                </a:lnTo>
                <a:lnTo>
                  <a:pt x="243816" y="625091"/>
                </a:lnTo>
                <a:lnTo>
                  <a:pt x="247879" y="625091"/>
                </a:lnTo>
                <a:lnTo>
                  <a:pt x="247879" y="619409"/>
                </a:lnTo>
                <a:lnTo>
                  <a:pt x="251943" y="619409"/>
                </a:lnTo>
                <a:lnTo>
                  <a:pt x="256007" y="619409"/>
                </a:lnTo>
                <a:lnTo>
                  <a:pt x="260070" y="619409"/>
                </a:lnTo>
                <a:lnTo>
                  <a:pt x="260070" y="613726"/>
                </a:lnTo>
                <a:lnTo>
                  <a:pt x="264134" y="608043"/>
                </a:lnTo>
                <a:lnTo>
                  <a:pt x="264134" y="602361"/>
                </a:lnTo>
                <a:lnTo>
                  <a:pt x="272261" y="602361"/>
                </a:lnTo>
                <a:lnTo>
                  <a:pt x="272261" y="596678"/>
                </a:lnTo>
                <a:lnTo>
                  <a:pt x="272261" y="585313"/>
                </a:lnTo>
                <a:lnTo>
                  <a:pt x="272261" y="568265"/>
                </a:lnTo>
                <a:lnTo>
                  <a:pt x="276325" y="568265"/>
                </a:lnTo>
                <a:lnTo>
                  <a:pt x="280388" y="568265"/>
                </a:lnTo>
                <a:lnTo>
                  <a:pt x="288516" y="562582"/>
                </a:lnTo>
                <a:lnTo>
                  <a:pt x="296643" y="562582"/>
                </a:lnTo>
                <a:lnTo>
                  <a:pt x="300706" y="562582"/>
                </a:lnTo>
                <a:lnTo>
                  <a:pt x="300706" y="556899"/>
                </a:lnTo>
                <a:lnTo>
                  <a:pt x="304770" y="556899"/>
                </a:lnTo>
                <a:lnTo>
                  <a:pt x="304770" y="551217"/>
                </a:lnTo>
                <a:lnTo>
                  <a:pt x="308834" y="545534"/>
                </a:lnTo>
                <a:lnTo>
                  <a:pt x="312897" y="545534"/>
                </a:lnTo>
                <a:lnTo>
                  <a:pt x="316961" y="545534"/>
                </a:lnTo>
                <a:lnTo>
                  <a:pt x="321024" y="545534"/>
                </a:lnTo>
                <a:lnTo>
                  <a:pt x="321024" y="539851"/>
                </a:lnTo>
                <a:lnTo>
                  <a:pt x="325088" y="539851"/>
                </a:lnTo>
                <a:lnTo>
                  <a:pt x="329152" y="539851"/>
                </a:lnTo>
                <a:lnTo>
                  <a:pt x="329152" y="534169"/>
                </a:lnTo>
                <a:lnTo>
                  <a:pt x="333215" y="534169"/>
                </a:lnTo>
                <a:lnTo>
                  <a:pt x="333215" y="528486"/>
                </a:lnTo>
                <a:lnTo>
                  <a:pt x="337279" y="528486"/>
                </a:lnTo>
                <a:lnTo>
                  <a:pt x="341342" y="528486"/>
                </a:lnTo>
                <a:lnTo>
                  <a:pt x="345406" y="528486"/>
                </a:lnTo>
                <a:lnTo>
                  <a:pt x="345406" y="522803"/>
                </a:lnTo>
                <a:lnTo>
                  <a:pt x="345406" y="517121"/>
                </a:lnTo>
                <a:lnTo>
                  <a:pt x="349470" y="517121"/>
                </a:lnTo>
                <a:lnTo>
                  <a:pt x="353533" y="517121"/>
                </a:lnTo>
                <a:lnTo>
                  <a:pt x="353533" y="511438"/>
                </a:lnTo>
                <a:lnTo>
                  <a:pt x="353533" y="500073"/>
                </a:lnTo>
                <a:lnTo>
                  <a:pt x="357597" y="500073"/>
                </a:lnTo>
                <a:lnTo>
                  <a:pt x="357597" y="494390"/>
                </a:lnTo>
                <a:lnTo>
                  <a:pt x="365724" y="494390"/>
                </a:lnTo>
                <a:lnTo>
                  <a:pt x="369788" y="494390"/>
                </a:lnTo>
                <a:lnTo>
                  <a:pt x="369788" y="488708"/>
                </a:lnTo>
                <a:lnTo>
                  <a:pt x="369788" y="483025"/>
                </a:lnTo>
                <a:lnTo>
                  <a:pt x="373851" y="483025"/>
                </a:lnTo>
                <a:lnTo>
                  <a:pt x="377915" y="483025"/>
                </a:lnTo>
                <a:lnTo>
                  <a:pt x="381978" y="483025"/>
                </a:lnTo>
                <a:lnTo>
                  <a:pt x="381978" y="471660"/>
                </a:lnTo>
                <a:lnTo>
                  <a:pt x="381978" y="465977"/>
                </a:lnTo>
                <a:lnTo>
                  <a:pt x="386042" y="465977"/>
                </a:lnTo>
                <a:lnTo>
                  <a:pt x="390106" y="465977"/>
                </a:lnTo>
                <a:lnTo>
                  <a:pt x="394169" y="465977"/>
                </a:lnTo>
                <a:lnTo>
                  <a:pt x="398233" y="465977"/>
                </a:lnTo>
                <a:lnTo>
                  <a:pt x="402296" y="460294"/>
                </a:lnTo>
                <a:lnTo>
                  <a:pt x="406360" y="460294"/>
                </a:lnTo>
                <a:lnTo>
                  <a:pt x="418551" y="460294"/>
                </a:lnTo>
                <a:lnTo>
                  <a:pt x="422615" y="460294"/>
                </a:lnTo>
                <a:lnTo>
                  <a:pt x="426678" y="454612"/>
                </a:lnTo>
                <a:lnTo>
                  <a:pt x="426678" y="448929"/>
                </a:lnTo>
                <a:lnTo>
                  <a:pt x="426678" y="443246"/>
                </a:lnTo>
                <a:lnTo>
                  <a:pt x="430742" y="443246"/>
                </a:lnTo>
                <a:lnTo>
                  <a:pt x="434805" y="443246"/>
                </a:lnTo>
                <a:lnTo>
                  <a:pt x="434805" y="437564"/>
                </a:lnTo>
                <a:lnTo>
                  <a:pt x="438869" y="437564"/>
                </a:lnTo>
                <a:lnTo>
                  <a:pt x="446996" y="437564"/>
                </a:lnTo>
                <a:lnTo>
                  <a:pt x="446996" y="431881"/>
                </a:lnTo>
                <a:lnTo>
                  <a:pt x="451060" y="431881"/>
                </a:lnTo>
                <a:lnTo>
                  <a:pt x="455123" y="431881"/>
                </a:lnTo>
                <a:lnTo>
                  <a:pt x="459187" y="431881"/>
                </a:lnTo>
                <a:lnTo>
                  <a:pt x="463251" y="420516"/>
                </a:lnTo>
                <a:lnTo>
                  <a:pt x="467314" y="420516"/>
                </a:lnTo>
                <a:lnTo>
                  <a:pt x="471378" y="420516"/>
                </a:lnTo>
                <a:lnTo>
                  <a:pt x="479505" y="414833"/>
                </a:lnTo>
                <a:lnTo>
                  <a:pt x="483569" y="414833"/>
                </a:lnTo>
                <a:lnTo>
                  <a:pt x="483569" y="409150"/>
                </a:lnTo>
                <a:lnTo>
                  <a:pt x="483569" y="403468"/>
                </a:lnTo>
                <a:lnTo>
                  <a:pt x="483569" y="397785"/>
                </a:lnTo>
                <a:lnTo>
                  <a:pt x="487632" y="397785"/>
                </a:lnTo>
                <a:lnTo>
                  <a:pt x="487632" y="386420"/>
                </a:lnTo>
                <a:lnTo>
                  <a:pt x="491696" y="386420"/>
                </a:lnTo>
                <a:lnTo>
                  <a:pt x="495759" y="375055"/>
                </a:lnTo>
                <a:lnTo>
                  <a:pt x="499823" y="375055"/>
                </a:lnTo>
                <a:lnTo>
                  <a:pt x="503887" y="375055"/>
                </a:lnTo>
                <a:lnTo>
                  <a:pt x="503887" y="369372"/>
                </a:lnTo>
                <a:lnTo>
                  <a:pt x="503887" y="358007"/>
                </a:lnTo>
                <a:lnTo>
                  <a:pt x="503887" y="352324"/>
                </a:lnTo>
                <a:lnTo>
                  <a:pt x="512014" y="352324"/>
                </a:lnTo>
                <a:lnTo>
                  <a:pt x="516077" y="352324"/>
                </a:lnTo>
                <a:lnTo>
                  <a:pt x="520141" y="346641"/>
                </a:lnTo>
                <a:lnTo>
                  <a:pt x="524205" y="340959"/>
                </a:lnTo>
                <a:lnTo>
                  <a:pt x="528268" y="340959"/>
                </a:lnTo>
                <a:lnTo>
                  <a:pt x="532332" y="340959"/>
                </a:lnTo>
                <a:lnTo>
                  <a:pt x="536395" y="340959"/>
                </a:lnTo>
                <a:lnTo>
                  <a:pt x="540459" y="340959"/>
                </a:lnTo>
                <a:lnTo>
                  <a:pt x="540459" y="335276"/>
                </a:lnTo>
                <a:lnTo>
                  <a:pt x="544523" y="335276"/>
                </a:lnTo>
                <a:lnTo>
                  <a:pt x="548586" y="335276"/>
                </a:lnTo>
                <a:lnTo>
                  <a:pt x="552650" y="335276"/>
                </a:lnTo>
                <a:lnTo>
                  <a:pt x="556714" y="335276"/>
                </a:lnTo>
                <a:lnTo>
                  <a:pt x="560777" y="335276"/>
                </a:lnTo>
                <a:lnTo>
                  <a:pt x="564841" y="335276"/>
                </a:lnTo>
                <a:lnTo>
                  <a:pt x="568904" y="335276"/>
                </a:lnTo>
                <a:lnTo>
                  <a:pt x="577032" y="335276"/>
                </a:lnTo>
                <a:lnTo>
                  <a:pt x="581095" y="335276"/>
                </a:lnTo>
                <a:lnTo>
                  <a:pt x="585159" y="335276"/>
                </a:lnTo>
                <a:lnTo>
                  <a:pt x="589222" y="329593"/>
                </a:lnTo>
                <a:lnTo>
                  <a:pt x="593286" y="329593"/>
                </a:lnTo>
                <a:lnTo>
                  <a:pt x="597350" y="329593"/>
                </a:lnTo>
                <a:lnTo>
                  <a:pt x="601413" y="329593"/>
                </a:lnTo>
                <a:lnTo>
                  <a:pt x="605477" y="323911"/>
                </a:lnTo>
                <a:lnTo>
                  <a:pt x="613604" y="323911"/>
                </a:lnTo>
                <a:lnTo>
                  <a:pt x="613604" y="318228"/>
                </a:lnTo>
                <a:lnTo>
                  <a:pt x="617668" y="318228"/>
                </a:lnTo>
                <a:lnTo>
                  <a:pt x="621731" y="318228"/>
                </a:lnTo>
                <a:lnTo>
                  <a:pt x="625795" y="318228"/>
                </a:lnTo>
                <a:lnTo>
                  <a:pt x="629858" y="318228"/>
                </a:lnTo>
                <a:lnTo>
                  <a:pt x="633922" y="318228"/>
                </a:lnTo>
                <a:lnTo>
                  <a:pt x="637986" y="318228"/>
                </a:lnTo>
                <a:lnTo>
                  <a:pt x="646113" y="318228"/>
                </a:lnTo>
                <a:lnTo>
                  <a:pt x="654240" y="318228"/>
                </a:lnTo>
                <a:lnTo>
                  <a:pt x="658304" y="318228"/>
                </a:lnTo>
                <a:lnTo>
                  <a:pt x="662367" y="318228"/>
                </a:lnTo>
                <a:lnTo>
                  <a:pt x="666431" y="318228"/>
                </a:lnTo>
                <a:lnTo>
                  <a:pt x="670494" y="318228"/>
                </a:lnTo>
                <a:lnTo>
                  <a:pt x="674558" y="318228"/>
                </a:lnTo>
                <a:lnTo>
                  <a:pt x="678622" y="312545"/>
                </a:lnTo>
                <a:lnTo>
                  <a:pt x="682685" y="312545"/>
                </a:lnTo>
                <a:lnTo>
                  <a:pt x="686749" y="312545"/>
                </a:lnTo>
                <a:lnTo>
                  <a:pt x="690813" y="312545"/>
                </a:lnTo>
                <a:lnTo>
                  <a:pt x="698940" y="312545"/>
                </a:lnTo>
                <a:lnTo>
                  <a:pt x="703003" y="312545"/>
                </a:lnTo>
                <a:lnTo>
                  <a:pt x="707067" y="312545"/>
                </a:lnTo>
                <a:lnTo>
                  <a:pt x="715194" y="312545"/>
                </a:lnTo>
                <a:lnTo>
                  <a:pt x="719258" y="306863"/>
                </a:lnTo>
                <a:lnTo>
                  <a:pt x="723321" y="306863"/>
                </a:lnTo>
                <a:lnTo>
                  <a:pt x="731449" y="301180"/>
                </a:lnTo>
                <a:lnTo>
                  <a:pt x="735512" y="301180"/>
                </a:lnTo>
                <a:lnTo>
                  <a:pt x="739576" y="301180"/>
                </a:lnTo>
                <a:lnTo>
                  <a:pt x="743639" y="301180"/>
                </a:lnTo>
                <a:lnTo>
                  <a:pt x="747703" y="301180"/>
                </a:lnTo>
                <a:lnTo>
                  <a:pt x="751767" y="301180"/>
                </a:lnTo>
                <a:lnTo>
                  <a:pt x="759894" y="301180"/>
                </a:lnTo>
                <a:lnTo>
                  <a:pt x="763957" y="301180"/>
                </a:lnTo>
                <a:lnTo>
                  <a:pt x="768021" y="301180"/>
                </a:lnTo>
                <a:lnTo>
                  <a:pt x="772085" y="301180"/>
                </a:lnTo>
                <a:lnTo>
                  <a:pt x="776148" y="295497"/>
                </a:lnTo>
                <a:lnTo>
                  <a:pt x="776148" y="289815"/>
                </a:lnTo>
                <a:lnTo>
                  <a:pt x="780212" y="289815"/>
                </a:lnTo>
                <a:lnTo>
                  <a:pt x="784275" y="289815"/>
                </a:lnTo>
                <a:lnTo>
                  <a:pt x="788339" y="289815"/>
                </a:lnTo>
                <a:lnTo>
                  <a:pt x="792403" y="289815"/>
                </a:lnTo>
                <a:lnTo>
                  <a:pt x="796466" y="289815"/>
                </a:lnTo>
                <a:lnTo>
                  <a:pt x="808657" y="289815"/>
                </a:lnTo>
                <a:lnTo>
                  <a:pt x="812721" y="289815"/>
                </a:lnTo>
                <a:lnTo>
                  <a:pt x="816784" y="289815"/>
                </a:lnTo>
                <a:lnTo>
                  <a:pt x="820848" y="289815"/>
                </a:lnTo>
                <a:lnTo>
                  <a:pt x="824911" y="284132"/>
                </a:lnTo>
                <a:lnTo>
                  <a:pt x="828975" y="284132"/>
                </a:lnTo>
                <a:lnTo>
                  <a:pt x="833039" y="284132"/>
                </a:lnTo>
                <a:lnTo>
                  <a:pt x="837102" y="284132"/>
                </a:lnTo>
                <a:lnTo>
                  <a:pt x="841166" y="284132"/>
                </a:lnTo>
                <a:lnTo>
                  <a:pt x="841166" y="278449"/>
                </a:lnTo>
                <a:lnTo>
                  <a:pt x="845230" y="278449"/>
                </a:lnTo>
                <a:lnTo>
                  <a:pt x="849293" y="278449"/>
                </a:lnTo>
                <a:lnTo>
                  <a:pt x="853357" y="278449"/>
                </a:lnTo>
                <a:lnTo>
                  <a:pt x="857420" y="278449"/>
                </a:lnTo>
                <a:lnTo>
                  <a:pt x="861484" y="278449"/>
                </a:lnTo>
                <a:lnTo>
                  <a:pt x="873675" y="278449"/>
                </a:lnTo>
                <a:lnTo>
                  <a:pt x="877738" y="278449"/>
                </a:lnTo>
                <a:lnTo>
                  <a:pt x="877738" y="272767"/>
                </a:lnTo>
                <a:lnTo>
                  <a:pt x="885866" y="272767"/>
                </a:lnTo>
                <a:lnTo>
                  <a:pt x="889929" y="272767"/>
                </a:lnTo>
                <a:lnTo>
                  <a:pt x="893993" y="272767"/>
                </a:lnTo>
                <a:lnTo>
                  <a:pt x="898056" y="272767"/>
                </a:lnTo>
                <a:lnTo>
                  <a:pt x="902120" y="272767"/>
                </a:lnTo>
                <a:lnTo>
                  <a:pt x="906184" y="272767"/>
                </a:lnTo>
                <a:lnTo>
                  <a:pt x="910247" y="267084"/>
                </a:lnTo>
                <a:lnTo>
                  <a:pt x="914311" y="267084"/>
                </a:lnTo>
                <a:lnTo>
                  <a:pt x="926502" y="261401"/>
                </a:lnTo>
                <a:lnTo>
                  <a:pt x="930565" y="261401"/>
                </a:lnTo>
                <a:lnTo>
                  <a:pt x="934629" y="261401"/>
                </a:lnTo>
                <a:lnTo>
                  <a:pt x="942756" y="261401"/>
                </a:lnTo>
                <a:lnTo>
                  <a:pt x="946820" y="261401"/>
                </a:lnTo>
                <a:lnTo>
                  <a:pt x="950883" y="261401"/>
                </a:lnTo>
                <a:lnTo>
                  <a:pt x="954947" y="261401"/>
                </a:lnTo>
                <a:lnTo>
                  <a:pt x="959010" y="261401"/>
                </a:lnTo>
                <a:lnTo>
                  <a:pt x="963074" y="261401"/>
                </a:lnTo>
                <a:lnTo>
                  <a:pt x="963074" y="255719"/>
                </a:lnTo>
                <a:lnTo>
                  <a:pt x="971201" y="255719"/>
                </a:lnTo>
                <a:lnTo>
                  <a:pt x="975265" y="255719"/>
                </a:lnTo>
                <a:lnTo>
                  <a:pt x="979329" y="255719"/>
                </a:lnTo>
                <a:lnTo>
                  <a:pt x="983392" y="255719"/>
                </a:lnTo>
                <a:lnTo>
                  <a:pt x="987456" y="255719"/>
                </a:lnTo>
                <a:lnTo>
                  <a:pt x="995583" y="255719"/>
                </a:lnTo>
                <a:lnTo>
                  <a:pt x="999647" y="255719"/>
                </a:lnTo>
                <a:lnTo>
                  <a:pt x="1003710" y="250036"/>
                </a:lnTo>
                <a:lnTo>
                  <a:pt x="1007774" y="250036"/>
                </a:lnTo>
                <a:lnTo>
                  <a:pt x="1011837" y="250036"/>
                </a:lnTo>
                <a:lnTo>
                  <a:pt x="1015901" y="250036"/>
                </a:lnTo>
                <a:lnTo>
                  <a:pt x="1019965" y="250036"/>
                </a:lnTo>
                <a:lnTo>
                  <a:pt x="1028092" y="250036"/>
                </a:lnTo>
                <a:lnTo>
                  <a:pt x="1032155" y="250036"/>
                </a:lnTo>
                <a:lnTo>
                  <a:pt x="1040283" y="250036"/>
                </a:lnTo>
                <a:lnTo>
                  <a:pt x="1060601" y="250036"/>
                </a:lnTo>
                <a:lnTo>
                  <a:pt x="1064664" y="250036"/>
                </a:lnTo>
                <a:lnTo>
                  <a:pt x="1068728" y="250036"/>
                </a:lnTo>
                <a:lnTo>
                  <a:pt x="1072791" y="250036"/>
                </a:lnTo>
                <a:lnTo>
                  <a:pt x="1080919" y="250036"/>
                </a:lnTo>
                <a:lnTo>
                  <a:pt x="1084982" y="244354"/>
                </a:lnTo>
                <a:lnTo>
                  <a:pt x="1089046" y="244354"/>
                </a:lnTo>
                <a:lnTo>
                  <a:pt x="1093109" y="244354"/>
                </a:lnTo>
                <a:lnTo>
                  <a:pt x="1097173" y="244354"/>
                </a:lnTo>
                <a:lnTo>
                  <a:pt x="1101237" y="244354"/>
                </a:lnTo>
                <a:lnTo>
                  <a:pt x="1101237" y="238671"/>
                </a:lnTo>
                <a:lnTo>
                  <a:pt x="1105300" y="238671"/>
                </a:lnTo>
                <a:lnTo>
                  <a:pt x="1113428" y="238671"/>
                </a:lnTo>
                <a:lnTo>
                  <a:pt x="1117491" y="238671"/>
                </a:lnTo>
                <a:lnTo>
                  <a:pt x="1125618" y="238671"/>
                </a:lnTo>
                <a:lnTo>
                  <a:pt x="1129682" y="238671"/>
                </a:lnTo>
                <a:lnTo>
                  <a:pt x="1133746" y="238671"/>
                </a:lnTo>
                <a:lnTo>
                  <a:pt x="1137809" y="238671"/>
                </a:lnTo>
                <a:lnTo>
                  <a:pt x="1141873" y="232988"/>
                </a:lnTo>
                <a:lnTo>
                  <a:pt x="1145936" y="232988"/>
                </a:lnTo>
                <a:lnTo>
                  <a:pt x="1154064" y="232988"/>
                </a:lnTo>
                <a:lnTo>
                  <a:pt x="1158127" y="232988"/>
                </a:lnTo>
                <a:lnTo>
                  <a:pt x="1158127" y="227306"/>
                </a:lnTo>
                <a:lnTo>
                  <a:pt x="1158127" y="221623"/>
                </a:lnTo>
                <a:lnTo>
                  <a:pt x="1162191" y="221623"/>
                </a:lnTo>
                <a:lnTo>
                  <a:pt x="1166254" y="221623"/>
                </a:lnTo>
                <a:lnTo>
                  <a:pt x="1166254" y="215940"/>
                </a:lnTo>
                <a:lnTo>
                  <a:pt x="1170318" y="215940"/>
                </a:lnTo>
                <a:lnTo>
                  <a:pt x="1174382" y="215940"/>
                </a:lnTo>
                <a:lnTo>
                  <a:pt x="1178445" y="215940"/>
                </a:lnTo>
                <a:lnTo>
                  <a:pt x="1182509" y="215940"/>
                </a:lnTo>
                <a:lnTo>
                  <a:pt x="1182509" y="210258"/>
                </a:lnTo>
                <a:lnTo>
                  <a:pt x="1190636" y="210258"/>
                </a:lnTo>
                <a:lnTo>
                  <a:pt x="1194700" y="210258"/>
                </a:lnTo>
                <a:lnTo>
                  <a:pt x="1198763" y="210258"/>
                </a:lnTo>
                <a:lnTo>
                  <a:pt x="1202827" y="210258"/>
                </a:lnTo>
                <a:lnTo>
                  <a:pt x="1206890" y="210258"/>
                </a:lnTo>
                <a:lnTo>
                  <a:pt x="1210954" y="210258"/>
                </a:lnTo>
                <a:lnTo>
                  <a:pt x="1210954" y="204575"/>
                </a:lnTo>
                <a:lnTo>
                  <a:pt x="1210954" y="198892"/>
                </a:lnTo>
                <a:lnTo>
                  <a:pt x="1223145" y="198892"/>
                </a:lnTo>
                <a:lnTo>
                  <a:pt x="1227208" y="198892"/>
                </a:lnTo>
                <a:lnTo>
                  <a:pt x="1231272" y="198892"/>
                </a:lnTo>
                <a:lnTo>
                  <a:pt x="1235336" y="198892"/>
                </a:lnTo>
                <a:lnTo>
                  <a:pt x="1247527" y="198892"/>
                </a:lnTo>
                <a:lnTo>
                  <a:pt x="1255654" y="198892"/>
                </a:lnTo>
                <a:lnTo>
                  <a:pt x="1259717" y="198892"/>
                </a:lnTo>
                <a:lnTo>
                  <a:pt x="1267845" y="198892"/>
                </a:lnTo>
                <a:lnTo>
                  <a:pt x="1271908" y="198892"/>
                </a:lnTo>
                <a:lnTo>
                  <a:pt x="1280035" y="198892"/>
                </a:lnTo>
                <a:lnTo>
                  <a:pt x="1284099" y="198892"/>
                </a:lnTo>
                <a:lnTo>
                  <a:pt x="1284099" y="193210"/>
                </a:lnTo>
                <a:lnTo>
                  <a:pt x="1288163" y="193210"/>
                </a:lnTo>
                <a:lnTo>
                  <a:pt x="1288163" y="187527"/>
                </a:lnTo>
                <a:lnTo>
                  <a:pt x="1292226" y="187527"/>
                </a:lnTo>
                <a:lnTo>
                  <a:pt x="1296290" y="187527"/>
                </a:lnTo>
                <a:lnTo>
                  <a:pt x="1296290" y="176162"/>
                </a:lnTo>
                <a:lnTo>
                  <a:pt x="1300353" y="176162"/>
                </a:lnTo>
                <a:lnTo>
                  <a:pt x="1304417" y="176162"/>
                </a:lnTo>
                <a:lnTo>
                  <a:pt x="1304417" y="170479"/>
                </a:lnTo>
                <a:lnTo>
                  <a:pt x="1308481" y="164796"/>
                </a:lnTo>
                <a:lnTo>
                  <a:pt x="1316608" y="164796"/>
                </a:lnTo>
                <a:lnTo>
                  <a:pt x="1324735" y="164796"/>
                </a:lnTo>
                <a:lnTo>
                  <a:pt x="1332862" y="164796"/>
                </a:lnTo>
                <a:lnTo>
                  <a:pt x="1336926" y="164796"/>
                </a:lnTo>
                <a:lnTo>
                  <a:pt x="1340989" y="164796"/>
                </a:lnTo>
                <a:lnTo>
                  <a:pt x="1357244" y="164796"/>
                </a:lnTo>
                <a:lnTo>
                  <a:pt x="1361307" y="164796"/>
                </a:lnTo>
                <a:lnTo>
                  <a:pt x="1373498" y="164796"/>
                </a:lnTo>
                <a:lnTo>
                  <a:pt x="1377562" y="164796"/>
                </a:lnTo>
                <a:lnTo>
                  <a:pt x="1381626" y="159114"/>
                </a:lnTo>
                <a:lnTo>
                  <a:pt x="1385689" y="159114"/>
                </a:lnTo>
                <a:lnTo>
                  <a:pt x="1389753" y="153431"/>
                </a:lnTo>
                <a:lnTo>
                  <a:pt x="1393816" y="153431"/>
                </a:lnTo>
                <a:lnTo>
                  <a:pt x="1397880" y="153431"/>
                </a:lnTo>
                <a:lnTo>
                  <a:pt x="1397880" y="147748"/>
                </a:lnTo>
                <a:lnTo>
                  <a:pt x="1406007" y="142066"/>
                </a:lnTo>
                <a:lnTo>
                  <a:pt x="1414134" y="142066"/>
                </a:lnTo>
                <a:lnTo>
                  <a:pt x="1418198" y="142066"/>
                </a:lnTo>
                <a:lnTo>
                  <a:pt x="1422262" y="142066"/>
                </a:lnTo>
                <a:lnTo>
                  <a:pt x="1430389" y="142066"/>
                </a:lnTo>
                <a:lnTo>
                  <a:pt x="1434452" y="142066"/>
                </a:lnTo>
                <a:lnTo>
                  <a:pt x="1446643" y="142066"/>
                </a:lnTo>
                <a:lnTo>
                  <a:pt x="1450707" y="142066"/>
                </a:lnTo>
                <a:lnTo>
                  <a:pt x="1454770" y="142066"/>
                </a:lnTo>
                <a:lnTo>
                  <a:pt x="1458834" y="142066"/>
                </a:lnTo>
                <a:lnTo>
                  <a:pt x="1471025" y="136383"/>
                </a:lnTo>
                <a:lnTo>
                  <a:pt x="1475088" y="136383"/>
                </a:lnTo>
                <a:lnTo>
                  <a:pt x="1479152" y="136383"/>
                </a:lnTo>
                <a:lnTo>
                  <a:pt x="1483216" y="136383"/>
                </a:lnTo>
                <a:lnTo>
                  <a:pt x="1491343" y="136383"/>
                </a:lnTo>
                <a:lnTo>
                  <a:pt x="1495406" y="130700"/>
                </a:lnTo>
                <a:lnTo>
                  <a:pt x="1503534" y="130700"/>
                </a:lnTo>
                <a:lnTo>
                  <a:pt x="1507597" y="130700"/>
                </a:lnTo>
                <a:lnTo>
                  <a:pt x="1511661" y="130700"/>
                </a:lnTo>
                <a:lnTo>
                  <a:pt x="1519788" y="125018"/>
                </a:lnTo>
                <a:lnTo>
                  <a:pt x="1523852" y="125018"/>
                </a:lnTo>
                <a:lnTo>
                  <a:pt x="1523852" y="119335"/>
                </a:lnTo>
                <a:lnTo>
                  <a:pt x="1527915" y="119335"/>
                </a:lnTo>
                <a:lnTo>
                  <a:pt x="1536043" y="119335"/>
                </a:lnTo>
                <a:lnTo>
                  <a:pt x="1544170" y="119335"/>
                </a:lnTo>
                <a:lnTo>
                  <a:pt x="1548233" y="119335"/>
                </a:lnTo>
                <a:lnTo>
                  <a:pt x="1552297" y="119335"/>
                </a:lnTo>
                <a:lnTo>
                  <a:pt x="1556361" y="119335"/>
                </a:lnTo>
                <a:lnTo>
                  <a:pt x="1556361" y="113653"/>
                </a:lnTo>
                <a:lnTo>
                  <a:pt x="1560424" y="113653"/>
                </a:lnTo>
                <a:lnTo>
                  <a:pt x="1564488" y="113653"/>
                </a:lnTo>
                <a:lnTo>
                  <a:pt x="1568551" y="113653"/>
                </a:lnTo>
                <a:lnTo>
                  <a:pt x="1568551" y="107970"/>
                </a:lnTo>
                <a:lnTo>
                  <a:pt x="1576679" y="107970"/>
                </a:lnTo>
                <a:lnTo>
                  <a:pt x="1580742" y="107970"/>
                </a:lnTo>
                <a:lnTo>
                  <a:pt x="1584806" y="107970"/>
                </a:lnTo>
                <a:lnTo>
                  <a:pt x="1588869" y="107970"/>
                </a:lnTo>
                <a:lnTo>
                  <a:pt x="1592933" y="107970"/>
                </a:lnTo>
                <a:lnTo>
                  <a:pt x="1596997" y="102287"/>
                </a:lnTo>
                <a:lnTo>
                  <a:pt x="1601060" y="102287"/>
                </a:lnTo>
                <a:lnTo>
                  <a:pt x="1609187" y="102287"/>
                </a:lnTo>
                <a:lnTo>
                  <a:pt x="1613251" y="102287"/>
                </a:lnTo>
                <a:lnTo>
                  <a:pt x="1617315" y="102287"/>
                </a:lnTo>
                <a:lnTo>
                  <a:pt x="1629505" y="102287"/>
                </a:lnTo>
                <a:lnTo>
                  <a:pt x="1633569" y="102287"/>
                </a:lnTo>
                <a:lnTo>
                  <a:pt x="1645760" y="102287"/>
                </a:lnTo>
                <a:lnTo>
                  <a:pt x="1649823" y="102287"/>
                </a:lnTo>
                <a:lnTo>
                  <a:pt x="1653887" y="102287"/>
                </a:lnTo>
                <a:lnTo>
                  <a:pt x="1657951" y="102287"/>
                </a:lnTo>
                <a:lnTo>
                  <a:pt x="1662014" y="102287"/>
                </a:lnTo>
                <a:lnTo>
                  <a:pt x="1666078" y="102287"/>
                </a:lnTo>
                <a:lnTo>
                  <a:pt x="1670142" y="102287"/>
                </a:lnTo>
                <a:lnTo>
                  <a:pt x="1678269" y="102287"/>
                </a:lnTo>
                <a:lnTo>
                  <a:pt x="1682332" y="102287"/>
                </a:lnTo>
                <a:lnTo>
                  <a:pt x="1690460" y="102287"/>
                </a:lnTo>
                <a:lnTo>
                  <a:pt x="1698587" y="102287"/>
                </a:lnTo>
                <a:lnTo>
                  <a:pt x="1698587" y="96605"/>
                </a:lnTo>
                <a:lnTo>
                  <a:pt x="1706714" y="96605"/>
                </a:lnTo>
                <a:lnTo>
                  <a:pt x="1710778" y="96605"/>
                </a:lnTo>
                <a:lnTo>
                  <a:pt x="1710778" y="90922"/>
                </a:lnTo>
                <a:lnTo>
                  <a:pt x="1710778" y="85239"/>
                </a:lnTo>
                <a:lnTo>
                  <a:pt x="1722968" y="79557"/>
                </a:lnTo>
                <a:lnTo>
                  <a:pt x="1727032" y="79557"/>
                </a:lnTo>
                <a:lnTo>
                  <a:pt x="1735159" y="79557"/>
                </a:lnTo>
                <a:lnTo>
                  <a:pt x="1739223" y="79557"/>
                </a:lnTo>
                <a:lnTo>
                  <a:pt x="1743286" y="79557"/>
                </a:lnTo>
                <a:lnTo>
                  <a:pt x="1751414" y="79557"/>
                </a:lnTo>
                <a:lnTo>
                  <a:pt x="1755477" y="79557"/>
                </a:lnTo>
                <a:lnTo>
                  <a:pt x="1763604" y="79557"/>
                </a:lnTo>
                <a:lnTo>
                  <a:pt x="1775795" y="79557"/>
                </a:lnTo>
                <a:lnTo>
                  <a:pt x="1783922" y="79557"/>
                </a:lnTo>
                <a:lnTo>
                  <a:pt x="1787986" y="79557"/>
                </a:lnTo>
                <a:lnTo>
                  <a:pt x="1792050" y="79557"/>
                </a:lnTo>
                <a:lnTo>
                  <a:pt x="1796113" y="79557"/>
                </a:lnTo>
                <a:lnTo>
                  <a:pt x="1804241" y="73874"/>
                </a:lnTo>
                <a:lnTo>
                  <a:pt x="1808304" y="73874"/>
                </a:lnTo>
                <a:lnTo>
                  <a:pt x="1812368" y="73874"/>
                </a:lnTo>
                <a:lnTo>
                  <a:pt x="1816431" y="73874"/>
                </a:lnTo>
                <a:lnTo>
                  <a:pt x="1820495" y="73874"/>
                </a:lnTo>
                <a:lnTo>
                  <a:pt x="1824559" y="73874"/>
                </a:lnTo>
                <a:lnTo>
                  <a:pt x="1828622" y="73874"/>
                </a:lnTo>
                <a:lnTo>
                  <a:pt x="1832686" y="73874"/>
                </a:lnTo>
                <a:lnTo>
                  <a:pt x="1836749" y="73874"/>
                </a:lnTo>
                <a:lnTo>
                  <a:pt x="1840813" y="73874"/>
                </a:lnTo>
                <a:lnTo>
                  <a:pt x="1844877" y="68191"/>
                </a:lnTo>
                <a:lnTo>
                  <a:pt x="1848940" y="68191"/>
                </a:lnTo>
                <a:lnTo>
                  <a:pt x="1853004" y="68191"/>
                </a:lnTo>
                <a:lnTo>
                  <a:pt x="1861131" y="68191"/>
                </a:lnTo>
                <a:lnTo>
                  <a:pt x="1877385" y="62509"/>
                </a:lnTo>
                <a:lnTo>
                  <a:pt x="1881449" y="62509"/>
                </a:lnTo>
                <a:lnTo>
                  <a:pt x="1885513" y="62509"/>
                </a:lnTo>
                <a:lnTo>
                  <a:pt x="1889576" y="62509"/>
                </a:lnTo>
                <a:lnTo>
                  <a:pt x="1893640" y="56826"/>
                </a:lnTo>
                <a:lnTo>
                  <a:pt x="1905831" y="56826"/>
                </a:lnTo>
                <a:lnTo>
                  <a:pt x="1909894" y="56826"/>
                </a:lnTo>
                <a:lnTo>
                  <a:pt x="1913958" y="56826"/>
                </a:lnTo>
                <a:lnTo>
                  <a:pt x="1918021" y="56826"/>
                </a:lnTo>
                <a:lnTo>
                  <a:pt x="1926149" y="56826"/>
                </a:lnTo>
                <a:lnTo>
                  <a:pt x="1930212" y="56826"/>
                </a:lnTo>
                <a:lnTo>
                  <a:pt x="1934276" y="56826"/>
                </a:lnTo>
                <a:lnTo>
                  <a:pt x="1938340" y="56826"/>
                </a:lnTo>
                <a:lnTo>
                  <a:pt x="1942403" y="56826"/>
                </a:lnTo>
                <a:lnTo>
                  <a:pt x="1950530" y="56826"/>
                </a:lnTo>
                <a:lnTo>
                  <a:pt x="1954594" y="56826"/>
                </a:lnTo>
                <a:lnTo>
                  <a:pt x="1958658" y="56826"/>
                </a:lnTo>
                <a:lnTo>
                  <a:pt x="1958658" y="51143"/>
                </a:lnTo>
                <a:lnTo>
                  <a:pt x="1962721" y="51143"/>
                </a:lnTo>
                <a:lnTo>
                  <a:pt x="1966785" y="51143"/>
                </a:lnTo>
                <a:lnTo>
                  <a:pt x="1966785" y="45461"/>
                </a:lnTo>
                <a:lnTo>
                  <a:pt x="1970848" y="45461"/>
                </a:lnTo>
                <a:lnTo>
                  <a:pt x="1974912" y="39778"/>
                </a:lnTo>
                <a:lnTo>
                  <a:pt x="1974912" y="34095"/>
                </a:lnTo>
                <a:lnTo>
                  <a:pt x="1974912" y="28413"/>
                </a:lnTo>
                <a:lnTo>
                  <a:pt x="1978976" y="28413"/>
                </a:lnTo>
                <a:lnTo>
                  <a:pt x="1983039" y="28413"/>
                </a:lnTo>
                <a:lnTo>
                  <a:pt x="1987103" y="28413"/>
                </a:lnTo>
                <a:lnTo>
                  <a:pt x="1991166" y="28413"/>
                </a:lnTo>
                <a:lnTo>
                  <a:pt x="1999294" y="28413"/>
                </a:lnTo>
                <a:lnTo>
                  <a:pt x="2003357" y="28413"/>
                </a:lnTo>
                <a:lnTo>
                  <a:pt x="2015548" y="28413"/>
                </a:lnTo>
                <a:lnTo>
                  <a:pt x="2015548" y="22730"/>
                </a:lnTo>
                <a:lnTo>
                  <a:pt x="2019612" y="22730"/>
                </a:lnTo>
                <a:lnTo>
                  <a:pt x="2023675" y="22730"/>
                </a:lnTo>
                <a:lnTo>
                  <a:pt x="2027739" y="22730"/>
                </a:lnTo>
                <a:lnTo>
                  <a:pt x="2035866" y="22730"/>
                </a:lnTo>
                <a:lnTo>
                  <a:pt x="2035866" y="17047"/>
                </a:lnTo>
                <a:lnTo>
                  <a:pt x="2039930" y="17047"/>
                </a:lnTo>
                <a:lnTo>
                  <a:pt x="2043993" y="17047"/>
                </a:lnTo>
                <a:lnTo>
                  <a:pt x="2048057" y="17047"/>
                </a:lnTo>
                <a:lnTo>
                  <a:pt x="2056184" y="17047"/>
                </a:lnTo>
                <a:lnTo>
                  <a:pt x="2068375" y="17047"/>
                </a:lnTo>
                <a:lnTo>
                  <a:pt x="2072439" y="17047"/>
                </a:lnTo>
                <a:lnTo>
                  <a:pt x="2076502" y="17047"/>
                </a:lnTo>
                <a:lnTo>
                  <a:pt x="2080566" y="17047"/>
                </a:lnTo>
                <a:lnTo>
                  <a:pt x="2084629" y="17047"/>
                </a:lnTo>
                <a:lnTo>
                  <a:pt x="2088693" y="17047"/>
                </a:lnTo>
                <a:lnTo>
                  <a:pt x="2092757" y="17047"/>
                </a:lnTo>
                <a:lnTo>
                  <a:pt x="2092757" y="11365"/>
                </a:lnTo>
                <a:lnTo>
                  <a:pt x="2096820" y="11365"/>
                </a:lnTo>
                <a:lnTo>
                  <a:pt x="2100884" y="11365"/>
                </a:lnTo>
                <a:lnTo>
                  <a:pt x="2100884" y="5682"/>
                </a:lnTo>
                <a:lnTo>
                  <a:pt x="2104947" y="5682"/>
                </a:lnTo>
                <a:lnTo>
                  <a:pt x="2109011" y="5682"/>
                </a:lnTo>
                <a:lnTo>
                  <a:pt x="2113075" y="5682"/>
                </a:lnTo>
                <a:lnTo>
                  <a:pt x="2117138" y="5682"/>
                </a:lnTo>
                <a:lnTo>
                  <a:pt x="2125265" y="0"/>
                </a:lnTo>
                <a:lnTo>
                  <a:pt x="2129329" y="0"/>
                </a:lnTo>
                <a:lnTo>
                  <a:pt x="2137456" y="0"/>
                </a:lnTo>
                <a:lnTo>
                  <a:pt x="2141520" y="0"/>
                </a:lnTo>
                <a:lnTo>
                  <a:pt x="2145583" y="0"/>
                </a:lnTo>
                <a:lnTo>
                  <a:pt x="2149647" y="0"/>
                </a:lnTo>
                <a:lnTo>
                  <a:pt x="2153711" y="0"/>
                </a:lnTo>
                <a:lnTo>
                  <a:pt x="2157774" y="0"/>
                </a:lnTo>
                <a:lnTo>
                  <a:pt x="2161838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9" name="pl1069"/>
          <p:cNvSpPr/>
          <p:nvPr/>
        </p:nvSpPr>
        <p:spPr>
          <a:xfrm>
            <a:off x="4413705" y="1268001"/>
            <a:ext cx="2161838" cy="2682211"/>
          </a:xfrm>
          <a:custGeom>
            <a:avLst/>
            <a:gdLst/>
            <a:ahLst/>
            <a:cxnLst/>
            <a:rect l="0" t="0" r="0" b="0"/>
            <a:pathLst>
              <a:path w="2161838" h="2682211">
                <a:moveTo>
                  <a:pt x="0" y="2682211"/>
                </a:moveTo>
                <a:lnTo>
                  <a:pt x="0" y="2676529"/>
                </a:lnTo>
                <a:lnTo>
                  <a:pt x="0" y="2670846"/>
                </a:lnTo>
                <a:lnTo>
                  <a:pt x="0" y="2665163"/>
                </a:lnTo>
                <a:lnTo>
                  <a:pt x="0" y="2659481"/>
                </a:lnTo>
                <a:lnTo>
                  <a:pt x="4063" y="2659481"/>
                </a:lnTo>
                <a:lnTo>
                  <a:pt x="4063" y="2653798"/>
                </a:lnTo>
                <a:lnTo>
                  <a:pt x="4063" y="2648115"/>
                </a:lnTo>
                <a:lnTo>
                  <a:pt x="4063" y="2642433"/>
                </a:lnTo>
                <a:lnTo>
                  <a:pt x="4063" y="2636750"/>
                </a:lnTo>
                <a:lnTo>
                  <a:pt x="4063" y="2631067"/>
                </a:lnTo>
                <a:lnTo>
                  <a:pt x="4063" y="2625385"/>
                </a:lnTo>
                <a:lnTo>
                  <a:pt x="4063" y="2619702"/>
                </a:lnTo>
                <a:lnTo>
                  <a:pt x="4063" y="2614019"/>
                </a:lnTo>
                <a:lnTo>
                  <a:pt x="4063" y="2608337"/>
                </a:lnTo>
                <a:lnTo>
                  <a:pt x="4063" y="2602654"/>
                </a:lnTo>
                <a:lnTo>
                  <a:pt x="4063" y="2596972"/>
                </a:lnTo>
                <a:lnTo>
                  <a:pt x="4063" y="2591289"/>
                </a:lnTo>
                <a:lnTo>
                  <a:pt x="4063" y="2585606"/>
                </a:lnTo>
                <a:lnTo>
                  <a:pt x="4063" y="2579924"/>
                </a:lnTo>
                <a:lnTo>
                  <a:pt x="4063" y="2574241"/>
                </a:lnTo>
                <a:lnTo>
                  <a:pt x="4063" y="2568558"/>
                </a:lnTo>
                <a:lnTo>
                  <a:pt x="4063" y="2562876"/>
                </a:lnTo>
                <a:lnTo>
                  <a:pt x="8127" y="2562876"/>
                </a:lnTo>
                <a:lnTo>
                  <a:pt x="8127" y="2557193"/>
                </a:lnTo>
                <a:lnTo>
                  <a:pt x="8127" y="2551510"/>
                </a:lnTo>
                <a:lnTo>
                  <a:pt x="8127" y="2545828"/>
                </a:lnTo>
                <a:lnTo>
                  <a:pt x="8127" y="2540145"/>
                </a:lnTo>
                <a:lnTo>
                  <a:pt x="8127" y="2534462"/>
                </a:lnTo>
                <a:lnTo>
                  <a:pt x="12190" y="2534462"/>
                </a:lnTo>
                <a:lnTo>
                  <a:pt x="12190" y="2528780"/>
                </a:lnTo>
                <a:lnTo>
                  <a:pt x="12190" y="2523097"/>
                </a:lnTo>
                <a:lnTo>
                  <a:pt x="12190" y="2517414"/>
                </a:lnTo>
                <a:lnTo>
                  <a:pt x="12190" y="2511732"/>
                </a:lnTo>
                <a:lnTo>
                  <a:pt x="12190" y="2506049"/>
                </a:lnTo>
                <a:lnTo>
                  <a:pt x="12190" y="2500366"/>
                </a:lnTo>
                <a:lnTo>
                  <a:pt x="12190" y="2494684"/>
                </a:lnTo>
                <a:lnTo>
                  <a:pt x="12190" y="2489001"/>
                </a:lnTo>
                <a:lnTo>
                  <a:pt x="12190" y="2483318"/>
                </a:lnTo>
                <a:lnTo>
                  <a:pt x="12190" y="2477636"/>
                </a:lnTo>
                <a:lnTo>
                  <a:pt x="12190" y="2471953"/>
                </a:lnTo>
                <a:lnTo>
                  <a:pt x="12190" y="2466271"/>
                </a:lnTo>
                <a:lnTo>
                  <a:pt x="12190" y="2460588"/>
                </a:lnTo>
                <a:lnTo>
                  <a:pt x="12190" y="2454905"/>
                </a:lnTo>
                <a:lnTo>
                  <a:pt x="12190" y="2449223"/>
                </a:lnTo>
                <a:lnTo>
                  <a:pt x="12190" y="2443540"/>
                </a:lnTo>
                <a:lnTo>
                  <a:pt x="12190" y="2437857"/>
                </a:lnTo>
                <a:lnTo>
                  <a:pt x="12190" y="2432175"/>
                </a:lnTo>
                <a:lnTo>
                  <a:pt x="12190" y="2426492"/>
                </a:lnTo>
                <a:lnTo>
                  <a:pt x="12190" y="2420809"/>
                </a:lnTo>
                <a:lnTo>
                  <a:pt x="12190" y="2415127"/>
                </a:lnTo>
                <a:lnTo>
                  <a:pt x="12190" y="2409444"/>
                </a:lnTo>
                <a:lnTo>
                  <a:pt x="12190" y="2403761"/>
                </a:lnTo>
                <a:lnTo>
                  <a:pt x="12190" y="2398079"/>
                </a:lnTo>
                <a:lnTo>
                  <a:pt x="12190" y="2392396"/>
                </a:lnTo>
                <a:lnTo>
                  <a:pt x="12190" y="2386713"/>
                </a:lnTo>
                <a:lnTo>
                  <a:pt x="12190" y="2381031"/>
                </a:lnTo>
                <a:lnTo>
                  <a:pt x="12190" y="2375348"/>
                </a:lnTo>
                <a:lnTo>
                  <a:pt x="12190" y="2369665"/>
                </a:lnTo>
                <a:lnTo>
                  <a:pt x="12190" y="2363983"/>
                </a:lnTo>
                <a:lnTo>
                  <a:pt x="12190" y="2358300"/>
                </a:lnTo>
                <a:lnTo>
                  <a:pt x="12190" y="2352617"/>
                </a:lnTo>
                <a:lnTo>
                  <a:pt x="12190" y="2346935"/>
                </a:lnTo>
                <a:lnTo>
                  <a:pt x="12190" y="2341252"/>
                </a:lnTo>
                <a:lnTo>
                  <a:pt x="12190" y="2335570"/>
                </a:lnTo>
                <a:lnTo>
                  <a:pt x="12190" y="2329887"/>
                </a:lnTo>
                <a:lnTo>
                  <a:pt x="12190" y="2324204"/>
                </a:lnTo>
                <a:lnTo>
                  <a:pt x="12190" y="2318522"/>
                </a:lnTo>
                <a:lnTo>
                  <a:pt x="12190" y="2312839"/>
                </a:lnTo>
                <a:lnTo>
                  <a:pt x="12190" y="2307156"/>
                </a:lnTo>
                <a:lnTo>
                  <a:pt x="12190" y="2301474"/>
                </a:lnTo>
                <a:lnTo>
                  <a:pt x="12190" y="2295791"/>
                </a:lnTo>
                <a:lnTo>
                  <a:pt x="12190" y="2290108"/>
                </a:lnTo>
                <a:lnTo>
                  <a:pt x="12190" y="2284426"/>
                </a:lnTo>
                <a:lnTo>
                  <a:pt x="12190" y="2278743"/>
                </a:lnTo>
                <a:lnTo>
                  <a:pt x="12190" y="2273060"/>
                </a:lnTo>
                <a:lnTo>
                  <a:pt x="12190" y="2267378"/>
                </a:lnTo>
                <a:lnTo>
                  <a:pt x="12190" y="2261695"/>
                </a:lnTo>
                <a:lnTo>
                  <a:pt x="12190" y="2256012"/>
                </a:lnTo>
                <a:lnTo>
                  <a:pt x="12190" y="2250330"/>
                </a:lnTo>
                <a:lnTo>
                  <a:pt x="12190" y="2244647"/>
                </a:lnTo>
                <a:lnTo>
                  <a:pt x="12190" y="2238964"/>
                </a:lnTo>
                <a:lnTo>
                  <a:pt x="12190" y="2233282"/>
                </a:lnTo>
                <a:lnTo>
                  <a:pt x="12190" y="2227599"/>
                </a:lnTo>
                <a:lnTo>
                  <a:pt x="12190" y="2221916"/>
                </a:lnTo>
                <a:lnTo>
                  <a:pt x="12190" y="2216234"/>
                </a:lnTo>
                <a:lnTo>
                  <a:pt x="12190" y="2210551"/>
                </a:lnTo>
                <a:lnTo>
                  <a:pt x="12190" y="2204869"/>
                </a:lnTo>
                <a:lnTo>
                  <a:pt x="16254" y="2204869"/>
                </a:lnTo>
                <a:lnTo>
                  <a:pt x="16254" y="2199186"/>
                </a:lnTo>
                <a:lnTo>
                  <a:pt x="16254" y="2193503"/>
                </a:lnTo>
                <a:lnTo>
                  <a:pt x="16254" y="2187821"/>
                </a:lnTo>
                <a:lnTo>
                  <a:pt x="16254" y="2182138"/>
                </a:lnTo>
                <a:lnTo>
                  <a:pt x="16254" y="2176455"/>
                </a:lnTo>
                <a:lnTo>
                  <a:pt x="16254" y="2170773"/>
                </a:lnTo>
                <a:lnTo>
                  <a:pt x="16254" y="2165090"/>
                </a:lnTo>
                <a:lnTo>
                  <a:pt x="20318" y="2165090"/>
                </a:lnTo>
                <a:lnTo>
                  <a:pt x="20318" y="2159407"/>
                </a:lnTo>
                <a:lnTo>
                  <a:pt x="20318" y="2153725"/>
                </a:lnTo>
                <a:lnTo>
                  <a:pt x="24381" y="2153725"/>
                </a:lnTo>
                <a:lnTo>
                  <a:pt x="24381" y="2148042"/>
                </a:lnTo>
                <a:lnTo>
                  <a:pt x="24381" y="2142359"/>
                </a:lnTo>
                <a:lnTo>
                  <a:pt x="24381" y="2136677"/>
                </a:lnTo>
                <a:lnTo>
                  <a:pt x="24381" y="2130994"/>
                </a:lnTo>
                <a:lnTo>
                  <a:pt x="24381" y="2125311"/>
                </a:lnTo>
                <a:lnTo>
                  <a:pt x="24381" y="2119629"/>
                </a:lnTo>
                <a:lnTo>
                  <a:pt x="24381" y="2113946"/>
                </a:lnTo>
                <a:lnTo>
                  <a:pt x="24381" y="2108263"/>
                </a:lnTo>
                <a:lnTo>
                  <a:pt x="24381" y="2102581"/>
                </a:lnTo>
                <a:lnTo>
                  <a:pt x="24381" y="2096898"/>
                </a:lnTo>
                <a:lnTo>
                  <a:pt x="24381" y="2091215"/>
                </a:lnTo>
                <a:lnTo>
                  <a:pt x="24381" y="2085533"/>
                </a:lnTo>
                <a:lnTo>
                  <a:pt x="28445" y="2085533"/>
                </a:lnTo>
                <a:lnTo>
                  <a:pt x="32508" y="2085533"/>
                </a:lnTo>
                <a:lnTo>
                  <a:pt x="32508" y="2079850"/>
                </a:lnTo>
                <a:lnTo>
                  <a:pt x="36572" y="2079850"/>
                </a:lnTo>
                <a:lnTo>
                  <a:pt x="36572" y="2074168"/>
                </a:lnTo>
                <a:lnTo>
                  <a:pt x="36572" y="2068485"/>
                </a:lnTo>
                <a:lnTo>
                  <a:pt x="36572" y="2062802"/>
                </a:lnTo>
                <a:lnTo>
                  <a:pt x="36572" y="2057120"/>
                </a:lnTo>
                <a:lnTo>
                  <a:pt x="36572" y="2051437"/>
                </a:lnTo>
                <a:lnTo>
                  <a:pt x="36572" y="2045754"/>
                </a:lnTo>
                <a:lnTo>
                  <a:pt x="36572" y="2040072"/>
                </a:lnTo>
                <a:lnTo>
                  <a:pt x="36572" y="2034389"/>
                </a:lnTo>
                <a:lnTo>
                  <a:pt x="36572" y="2028706"/>
                </a:lnTo>
                <a:lnTo>
                  <a:pt x="36572" y="2023024"/>
                </a:lnTo>
                <a:lnTo>
                  <a:pt x="36572" y="2017341"/>
                </a:lnTo>
                <a:lnTo>
                  <a:pt x="36572" y="2011658"/>
                </a:lnTo>
                <a:lnTo>
                  <a:pt x="36572" y="2005976"/>
                </a:lnTo>
                <a:lnTo>
                  <a:pt x="36572" y="2000293"/>
                </a:lnTo>
                <a:lnTo>
                  <a:pt x="36572" y="1994610"/>
                </a:lnTo>
                <a:lnTo>
                  <a:pt x="36572" y="1988928"/>
                </a:lnTo>
                <a:lnTo>
                  <a:pt x="36572" y="1983245"/>
                </a:lnTo>
                <a:lnTo>
                  <a:pt x="36572" y="1977562"/>
                </a:lnTo>
                <a:lnTo>
                  <a:pt x="36572" y="1971880"/>
                </a:lnTo>
                <a:lnTo>
                  <a:pt x="36572" y="1966197"/>
                </a:lnTo>
                <a:lnTo>
                  <a:pt x="36572" y="1960514"/>
                </a:lnTo>
                <a:lnTo>
                  <a:pt x="36572" y="1954832"/>
                </a:lnTo>
                <a:lnTo>
                  <a:pt x="36572" y="1949149"/>
                </a:lnTo>
                <a:lnTo>
                  <a:pt x="36572" y="1943467"/>
                </a:lnTo>
                <a:lnTo>
                  <a:pt x="36572" y="1937784"/>
                </a:lnTo>
                <a:lnTo>
                  <a:pt x="36572" y="1932101"/>
                </a:lnTo>
                <a:lnTo>
                  <a:pt x="36572" y="1926419"/>
                </a:lnTo>
                <a:lnTo>
                  <a:pt x="36572" y="1920736"/>
                </a:lnTo>
                <a:lnTo>
                  <a:pt x="36572" y="1915053"/>
                </a:lnTo>
                <a:lnTo>
                  <a:pt x="36572" y="1909371"/>
                </a:lnTo>
                <a:lnTo>
                  <a:pt x="36572" y="1903688"/>
                </a:lnTo>
                <a:lnTo>
                  <a:pt x="36572" y="1898005"/>
                </a:lnTo>
                <a:lnTo>
                  <a:pt x="36572" y="1892323"/>
                </a:lnTo>
                <a:lnTo>
                  <a:pt x="36572" y="1886640"/>
                </a:lnTo>
                <a:lnTo>
                  <a:pt x="36572" y="1880957"/>
                </a:lnTo>
                <a:lnTo>
                  <a:pt x="36572" y="1875275"/>
                </a:lnTo>
                <a:lnTo>
                  <a:pt x="36572" y="1869592"/>
                </a:lnTo>
                <a:lnTo>
                  <a:pt x="40636" y="1869592"/>
                </a:lnTo>
                <a:lnTo>
                  <a:pt x="40636" y="1863909"/>
                </a:lnTo>
                <a:lnTo>
                  <a:pt x="40636" y="1858227"/>
                </a:lnTo>
                <a:lnTo>
                  <a:pt x="40636" y="1852544"/>
                </a:lnTo>
                <a:lnTo>
                  <a:pt x="40636" y="1846861"/>
                </a:lnTo>
                <a:lnTo>
                  <a:pt x="40636" y="1841179"/>
                </a:lnTo>
                <a:lnTo>
                  <a:pt x="40636" y="1835496"/>
                </a:lnTo>
                <a:lnTo>
                  <a:pt x="40636" y="1829813"/>
                </a:lnTo>
                <a:lnTo>
                  <a:pt x="40636" y="1824131"/>
                </a:lnTo>
                <a:lnTo>
                  <a:pt x="44699" y="1824131"/>
                </a:lnTo>
                <a:lnTo>
                  <a:pt x="44699" y="1818448"/>
                </a:lnTo>
                <a:lnTo>
                  <a:pt x="44699" y="1812766"/>
                </a:lnTo>
                <a:lnTo>
                  <a:pt x="44699" y="1807083"/>
                </a:lnTo>
                <a:lnTo>
                  <a:pt x="44699" y="1801400"/>
                </a:lnTo>
                <a:lnTo>
                  <a:pt x="44699" y="1795718"/>
                </a:lnTo>
                <a:lnTo>
                  <a:pt x="44699" y="1790035"/>
                </a:lnTo>
                <a:lnTo>
                  <a:pt x="44699" y="1784352"/>
                </a:lnTo>
                <a:lnTo>
                  <a:pt x="44699" y="1778670"/>
                </a:lnTo>
                <a:lnTo>
                  <a:pt x="44699" y="1772987"/>
                </a:lnTo>
                <a:lnTo>
                  <a:pt x="44699" y="1767304"/>
                </a:lnTo>
                <a:lnTo>
                  <a:pt x="44699" y="1761622"/>
                </a:lnTo>
                <a:lnTo>
                  <a:pt x="44699" y="1755939"/>
                </a:lnTo>
                <a:lnTo>
                  <a:pt x="44699" y="1750256"/>
                </a:lnTo>
                <a:lnTo>
                  <a:pt x="44699" y="1744574"/>
                </a:lnTo>
                <a:lnTo>
                  <a:pt x="48763" y="1744574"/>
                </a:lnTo>
                <a:lnTo>
                  <a:pt x="48763" y="1738891"/>
                </a:lnTo>
                <a:lnTo>
                  <a:pt x="48763" y="1733208"/>
                </a:lnTo>
                <a:lnTo>
                  <a:pt x="48763" y="1727526"/>
                </a:lnTo>
                <a:lnTo>
                  <a:pt x="48763" y="1721843"/>
                </a:lnTo>
                <a:lnTo>
                  <a:pt x="48763" y="1716160"/>
                </a:lnTo>
                <a:lnTo>
                  <a:pt x="48763" y="1710478"/>
                </a:lnTo>
                <a:lnTo>
                  <a:pt x="48763" y="1704795"/>
                </a:lnTo>
                <a:lnTo>
                  <a:pt x="48763" y="1699112"/>
                </a:lnTo>
                <a:lnTo>
                  <a:pt x="48763" y="1693430"/>
                </a:lnTo>
                <a:lnTo>
                  <a:pt x="48763" y="1687747"/>
                </a:lnTo>
                <a:lnTo>
                  <a:pt x="48763" y="1682065"/>
                </a:lnTo>
                <a:lnTo>
                  <a:pt x="48763" y="1676382"/>
                </a:lnTo>
                <a:lnTo>
                  <a:pt x="48763" y="1670699"/>
                </a:lnTo>
                <a:lnTo>
                  <a:pt x="48763" y="1665017"/>
                </a:lnTo>
                <a:lnTo>
                  <a:pt x="48763" y="1659334"/>
                </a:lnTo>
                <a:lnTo>
                  <a:pt x="48763" y="1653651"/>
                </a:lnTo>
                <a:lnTo>
                  <a:pt x="48763" y="1647969"/>
                </a:lnTo>
                <a:lnTo>
                  <a:pt x="48763" y="1642286"/>
                </a:lnTo>
                <a:lnTo>
                  <a:pt x="48763" y="1636603"/>
                </a:lnTo>
                <a:lnTo>
                  <a:pt x="48763" y="1630921"/>
                </a:lnTo>
                <a:lnTo>
                  <a:pt x="48763" y="1625238"/>
                </a:lnTo>
                <a:lnTo>
                  <a:pt x="48763" y="1619555"/>
                </a:lnTo>
                <a:lnTo>
                  <a:pt x="48763" y="1613873"/>
                </a:lnTo>
                <a:lnTo>
                  <a:pt x="48763" y="1608190"/>
                </a:lnTo>
                <a:lnTo>
                  <a:pt x="48763" y="1602507"/>
                </a:lnTo>
                <a:lnTo>
                  <a:pt x="48763" y="1596825"/>
                </a:lnTo>
                <a:lnTo>
                  <a:pt x="48763" y="1591142"/>
                </a:lnTo>
                <a:lnTo>
                  <a:pt x="48763" y="1585459"/>
                </a:lnTo>
                <a:lnTo>
                  <a:pt x="48763" y="1579777"/>
                </a:lnTo>
                <a:lnTo>
                  <a:pt x="48763" y="1574094"/>
                </a:lnTo>
                <a:lnTo>
                  <a:pt x="48763" y="1568411"/>
                </a:lnTo>
                <a:lnTo>
                  <a:pt x="48763" y="1562729"/>
                </a:lnTo>
                <a:lnTo>
                  <a:pt x="48763" y="1557046"/>
                </a:lnTo>
                <a:lnTo>
                  <a:pt x="48763" y="1551364"/>
                </a:lnTo>
                <a:lnTo>
                  <a:pt x="48763" y="1545681"/>
                </a:lnTo>
                <a:lnTo>
                  <a:pt x="48763" y="1539998"/>
                </a:lnTo>
                <a:lnTo>
                  <a:pt x="48763" y="1534316"/>
                </a:lnTo>
                <a:lnTo>
                  <a:pt x="48763" y="1528633"/>
                </a:lnTo>
                <a:lnTo>
                  <a:pt x="48763" y="1522950"/>
                </a:lnTo>
                <a:lnTo>
                  <a:pt x="48763" y="1517268"/>
                </a:lnTo>
                <a:lnTo>
                  <a:pt x="48763" y="1511585"/>
                </a:lnTo>
                <a:lnTo>
                  <a:pt x="52826" y="1511585"/>
                </a:lnTo>
                <a:lnTo>
                  <a:pt x="52826" y="1505902"/>
                </a:lnTo>
                <a:lnTo>
                  <a:pt x="52826" y="1500220"/>
                </a:lnTo>
                <a:lnTo>
                  <a:pt x="52826" y="1494537"/>
                </a:lnTo>
                <a:lnTo>
                  <a:pt x="52826" y="1488854"/>
                </a:lnTo>
                <a:lnTo>
                  <a:pt x="52826" y="1483172"/>
                </a:lnTo>
                <a:lnTo>
                  <a:pt x="52826" y="1477489"/>
                </a:lnTo>
                <a:lnTo>
                  <a:pt x="52826" y="1471806"/>
                </a:lnTo>
                <a:lnTo>
                  <a:pt x="52826" y="1466124"/>
                </a:lnTo>
                <a:lnTo>
                  <a:pt x="52826" y="1460441"/>
                </a:lnTo>
                <a:lnTo>
                  <a:pt x="52826" y="1454758"/>
                </a:lnTo>
                <a:lnTo>
                  <a:pt x="52826" y="1449076"/>
                </a:lnTo>
                <a:lnTo>
                  <a:pt x="52826" y="1443393"/>
                </a:lnTo>
                <a:lnTo>
                  <a:pt x="52826" y="1437710"/>
                </a:lnTo>
                <a:lnTo>
                  <a:pt x="52826" y="1432028"/>
                </a:lnTo>
                <a:lnTo>
                  <a:pt x="52826" y="1426345"/>
                </a:lnTo>
                <a:lnTo>
                  <a:pt x="52826" y="1420663"/>
                </a:lnTo>
                <a:lnTo>
                  <a:pt x="56890" y="1420663"/>
                </a:lnTo>
                <a:lnTo>
                  <a:pt x="56890" y="1414980"/>
                </a:lnTo>
                <a:lnTo>
                  <a:pt x="56890" y="1409297"/>
                </a:lnTo>
                <a:lnTo>
                  <a:pt x="56890" y="1403615"/>
                </a:lnTo>
                <a:lnTo>
                  <a:pt x="56890" y="1397932"/>
                </a:lnTo>
                <a:lnTo>
                  <a:pt x="56890" y="1392249"/>
                </a:lnTo>
                <a:lnTo>
                  <a:pt x="56890" y="1386567"/>
                </a:lnTo>
                <a:lnTo>
                  <a:pt x="56890" y="1380884"/>
                </a:lnTo>
                <a:lnTo>
                  <a:pt x="56890" y="1375201"/>
                </a:lnTo>
                <a:lnTo>
                  <a:pt x="56890" y="1369519"/>
                </a:lnTo>
                <a:lnTo>
                  <a:pt x="56890" y="1363836"/>
                </a:lnTo>
                <a:lnTo>
                  <a:pt x="56890" y="1358153"/>
                </a:lnTo>
                <a:lnTo>
                  <a:pt x="60954" y="1358153"/>
                </a:lnTo>
                <a:lnTo>
                  <a:pt x="60954" y="1352471"/>
                </a:lnTo>
                <a:lnTo>
                  <a:pt x="60954" y="1346788"/>
                </a:lnTo>
                <a:lnTo>
                  <a:pt x="60954" y="1341105"/>
                </a:lnTo>
                <a:lnTo>
                  <a:pt x="60954" y="1335423"/>
                </a:lnTo>
                <a:lnTo>
                  <a:pt x="60954" y="1329740"/>
                </a:lnTo>
                <a:lnTo>
                  <a:pt x="60954" y="1324057"/>
                </a:lnTo>
                <a:lnTo>
                  <a:pt x="60954" y="1318375"/>
                </a:lnTo>
                <a:lnTo>
                  <a:pt x="60954" y="1307009"/>
                </a:lnTo>
                <a:lnTo>
                  <a:pt x="60954" y="1301327"/>
                </a:lnTo>
                <a:lnTo>
                  <a:pt x="60954" y="1295644"/>
                </a:lnTo>
                <a:lnTo>
                  <a:pt x="60954" y="1289962"/>
                </a:lnTo>
                <a:lnTo>
                  <a:pt x="65017" y="1289962"/>
                </a:lnTo>
                <a:lnTo>
                  <a:pt x="65017" y="1284279"/>
                </a:lnTo>
                <a:lnTo>
                  <a:pt x="69081" y="1284279"/>
                </a:lnTo>
                <a:lnTo>
                  <a:pt x="69081" y="1278596"/>
                </a:lnTo>
                <a:lnTo>
                  <a:pt x="73144" y="1278596"/>
                </a:lnTo>
                <a:lnTo>
                  <a:pt x="73144" y="1272914"/>
                </a:lnTo>
                <a:lnTo>
                  <a:pt x="73144" y="1267231"/>
                </a:lnTo>
                <a:lnTo>
                  <a:pt x="73144" y="1261548"/>
                </a:lnTo>
                <a:lnTo>
                  <a:pt x="73144" y="1255866"/>
                </a:lnTo>
                <a:lnTo>
                  <a:pt x="77208" y="1255866"/>
                </a:lnTo>
                <a:lnTo>
                  <a:pt x="77208" y="1250183"/>
                </a:lnTo>
                <a:lnTo>
                  <a:pt x="77208" y="1238818"/>
                </a:lnTo>
                <a:lnTo>
                  <a:pt x="81272" y="1238818"/>
                </a:lnTo>
                <a:lnTo>
                  <a:pt x="85335" y="1238818"/>
                </a:lnTo>
                <a:lnTo>
                  <a:pt x="85335" y="1233135"/>
                </a:lnTo>
                <a:lnTo>
                  <a:pt x="85335" y="1227452"/>
                </a:lnTo>
                <a:lnTo>
                  <a:pt x="85335" y="1221770"/>
                </a:lnTo>
                <a:lnTo>
                  <a:pt x="85335" y="1216087"/>
                </a:lnTo>
                <a:lnTo>
                  <a:pt x="85335" y="1210404"/>
                </a:lnTo>
                <a:lnTo>
                  <a:pt x="85335" y="1204722"/>
                </a:lnTo>
                <a:lnTo>
                  <a:pt x="85335" y="1193356"/>
                </a:lnTo>
                <a:lnTo>
                  <a:pt x="85335" y="1187674"/>
                </a:lnTo>
                <a:lnTo>
                  <a:pt x="85335" y="1181991"/>
                </a:lnTo>
                <a:lnTo>
                  <a:pt x="85335" y="1176308"/>
                </a:lnTo>
                <a:lnTo>
                  <a:pt x="89399" y="1176308"/>
                </a:lnTo>
                <a:lnTo>
                  <a:pt x="93462" y="1170626"/>
                </a:lnTo>
                <a:lnTo>
                  <a:pt x="93462" y="1164943"/>
                </a:lnTo>
                <a:lnTo>
                  <a:pt x="93462" y="1159261"/>
                </a:lnTo>
                <a:lnTo>
                  <a:pt x="97526" y="1159261"/>
                </a:lnTo>
                <a:lnTo>
                  <a:pt x="97526" y="1153578"/>
                </a:lnTo>
                <a:lnTo>
                  <a:pt x="97526" y="1147895"/>
                </a:lnTo>
                <a:lnTo>
                  <a:pt x="97526" y="1142213"/>
                </a:lnTo>
                <a:lnTo>
                  <a:pt x="97526" y="1136530"/>
                </a:lnTo>
                <a:lnTo>
                  <a:pt x="97526" y="1130847"/>
                </a:lnTo>
                <a:lnTo>
                  <a:pt x="97526" y="1125165"/>
                </a:lnTo>
                <a:lnTo>
                  <a:pt x="101590" y="1125165"/>
                </a:lnTo>
                <a:lnTo>
                  <a:pt x="101590" y="1113799"/>
                </a:lnTo>
                <a:lnTo>
                  <a:pt x="101590" y="1108117"/>
                </a:lnTo>
                <a:lnTo>
                  <a:pt x="101590" y="1096751"/>
                </a:lnTo>
                <a:lnTo>
                  <a:pt x="101590" y="1091069"/>
                </a:lnTo>
                <a:lnTo>
                  <a:pt x="101590" y="1085386"/>
                </a:lnTo>
                <a:lnTo>
                  <a:pt x="101590" y="1079703"/>
                </a:lnTo>
                <a:lnTo>
                  <a:pt x="101590" y="1074021"/>
                </a:lnTo>
                <a:lnTo>
                  <a:pt x="101590" y="1068338"/>
                </a:lnTo>
                <a:lnTo>
                  <a:pt x="101590" y="1062655"/>
                </a:lnTo>
                <a:lnTo>
                  <a:pt x="101590" y="1056973"/>
                </a:lnTo>
                <a:lnTo>
                  <a:pt x="105653" y="1056973"/>
                </a:lnTo>
                <a:lnTo>
                  <a:pt x="105653" y="1051290"/>
                </a:lnTo>
                <a:lnTo>
                  <a:pt x="105653" y="1045607"/>
                </a:lnTo>
                <a:lnTo>
                  <a:pt x="105653" y="1039925"/>
                </a:lnTo>
                <a:lnTo>
                  <a:pt x="109717" y="1039925"/>
                </a:lnTo>
                <a:lnTo>
                  <a:pt x="109717" y="1034242"/>
                </a:lnTo>
                <a:lnTo>
                  <a:pt x="109717" y="1028560"/>
                </a:lnTo>
                <a:lnTo>
                  <a:pt x="109717" y="1022877"/>
                </a:lnTo>
                <a:lnTo>
                  <a:pt x="113780" y="1022877"/>
                </a:lnTo>
                <a:lnTo>
                  <a:pt x="113780" y="1017194"/>
                </a:lnTo>
                <a:lnTo>
                  <a:pt x="117844" y="1017194"/>
                </a:lnTo>
                <a:lnTo>
                  <a:pt x="117844" y="1011512"/>
                </a:lnTo>
                <a:lnTo>
                  <a:pt x="121908" y="1005829"/>
                </a:lnTo>
                <a:lnTo>
                  <a:pt x="121908" y="994464"/>
                </a:lnTo>
                <a:lnTo>
                  <a:pt x="125971" y="994464"/>
                </a:lnTo>
                <a:lnTo>
                  <a:pt x="125971" y="988781"/>
                </a:lnTo>
                <a:lnTo>
                  <a:pt x="125971" y="983098"/>
                </a:lnTo>
                <a:lnTo>
                  <a:pt x="125971" y="977416"/>
                </a:lnTo>
                <a:lnTo>
                  <a:pt x="125971" y="971733"/>
                </a:lnTo>
                <a:lnTo>
                  <a:pt x="125971" y="966050"/>
                </a:lnTo>
                <a:lnTo>
                  <a:pt x="125971" y="960368"/>
                </a:lnTo>
                <a:lnTo>
                  <a:pt x="125971" y="954685"/>
                </a:lnTo>
                <a:lnTo>
                  <a:pt x="125971" y="949002"/>
                </a:lnTo>
                <a:lnTo>
                  <a:pt x="125971" y="943320"/>
                </a:lnTo>
                <a:lnTo>
                  <a:pt x="130035" y="943320"/>
                </a:lnTo>
                <a:lnTo>
                  <a:pt x="130035" y="937637"/>
                </a:lnTo>
                <a:lnTo>
                  <a:pt x="130035" y="931954"/>
                </a:lnTo>
                <a:lnTo>
                  <a:pt x="130035" y="926272"/>
                </a:lnTo>
                <a:lnTo>
                  <a:pt x="130035" y="920589"/>
                </a:lnTo>
                <a:lnTo>
                  <a:pt x="130035" y="914906"/>
                </a:lnTo>
                <a:lnTo>
                  <a:pt x="130035" y="909224"/>
                </a:lnTo>
                <a:lnTo>
                  <a:pt x="130035" y="903541"/>
                </a:lnTo>
                <a:lnTo>
                  <a:pt x="134098" y="897859"/>
                </a:lnTo>
                <a:lnTo>
                  <a:pt x="134098" y="892176"/>
                </a:lnTo>
                <a:lnTo>
                  <a:pt x="134098" y="886493"/>
                </a:lnTo>
                <a:lnTo>
                  <a:pt x="138162" y="886493"/>
                </a:lnTo>
                <a:lnTo>
                  <a:pt x="142226" y="886493"/>
                </a:lnTo>
                <a:lnTo>
                  <a:pt x="142226" y="880811"/>
                </a:lnTo>
                <a:lnTo>
                  <a:pt x="142226" y="875128"/>
                </a:lnTo>
                <a:lnTo>
                  <a:pt x="146289" y="875128"/>
                </a:lnTo>
                <a:lnTo>
                  <a:pt x="146289" y="869445"/>
                </a:lnTo>
                <a:lnTo>
                  <a:pt x="146289" y="863763"/>
                </a:lnTo>
                <a:lnTo>
                  <a:pt x="146289" y="858080"/>
                </a:lnTo>
                <a:lnTo>
                  <a:pt x="146289" y="852397"/>
                </a:lnTo>
                <a:lnTo>
                  <a:pt x="146289" y="846715"/>
                </a:lnTo>
                <a:lnTo>
                  <a:pt x="146289" y="841032"/>
                </a:lnTo>
                <a:lnTo>
                  <a:pt x="150353" y="841032"/>
                </a:lnTo>
                <a:lnTo>
                  <a:pt x="154417" y="841032"/>
                </a:lnTo>
                <a:lnTo>
                  <a:pt x="154417" y="835349"/>
                </a:lnTo>
                <a:lnTo>
                  <a:pt x="154417" y="829667"/>
                </a:lnTo>
                <a:lnTo>
                  <a:pt x="158480" y="829667"/>
                </a:lnTo>
                <a:lnTo>
                  <a:pt x="162544" y="829667"/>
                </a:lnTo>
                <a:lnTo>
                  <a:pt x="162544" y="823984"/>
                </a:lnTo>
                <a:lnTo>
                  <a:pt x="162544" y="818301"/>
                </a:lnTo>
                <a:lnTo>
                  <a:pt x="166607" y="818301"/>
                </a:lnTo>
                <a:lnTo>
                  <a:pt x="166607" y="806936"/>
                </a:lnTo>
                <a:lnTo>
                  <a:pt x="170671" y="806936"/>
                </a:lnTo>
                <a:lnTo>
                  <a:pt x="170671" y="801253"/>
                </a:lnTo>
                <a:lnTo>
                  <a:pt x="170671" y="795571"/>
                </a:lnTo>
                <a:lnTo>
                  <a:pt x="170671" y="789888"/>
                </a:lnTo>
                <a:lnTo>
                  <a:pt x="174735" y="789888"/>
                </a:lnTo>
                <a:lnTo>
                  <a:pt x="174735" y="784205"/>
                </a:lnTo>
                <a:lnTo>
                  <a:pt x="178798" y="784205"/>
                </a:lnTo>
                <a:lnTo>
                  <a:pt x="178798" y="778523"/>
                </a:lnTo>
                <a:lnTo>
                  <a:pt x="178798" y="767158"/>
                </a:lnTo>
                <a:lnTo>
                  <a:pt x="182862" y="767158"/>
                </a:lnTo>
                <a:lnTo>
                  <a:pt x="182862" y="761475"/>
                </a:lnTo>
                <a:lnTo>
                  <a:pt x="186925" y="761475"/>
                </a:lnTo>
                <a:lnTo>
                  <a:pt x="190989" y="761475"/>
                </a:lnTo>
                <a:lnTo>
                  <a:pt x="190989" y="755792"/>
                </a:lnTo>
                <a:lnTo>
                  <a:pt x="195053" y="755792"/>
                </a:lnTo>
                <a:lnTo>
                  <a:pt x="195053" y="750110"/>
                </a:lnTo>
                <a:lnTo>
                  <a:pt x="195053" y="744427"/>
                </a:lnTo>
                <a:lnTo>
                  <a:pt x="199116" y="744427"/>
                </a:lnTo>
                <a:lnTo>
                  <a:pt x="199116" y="738744"/>
                </a:lnTo>
                <a:lnTo>
                  <a:pt x="199116" y="733062"/>
                </a:lnTo>
                <a:lnTo>
                  <a:pt x="199116" y="727379"/>
                </a:lnTo>
                <a:lnTo>
                  <a:pt x="199116" y="721696"/>
                </a:lnTo>
                <a:lnTo>
                  <a:pt x="207243" y="716014"/>
                </a:lnTo>
                <a:lnTo>
                  <a:pt x="207243" y="710331"/>
                </a:lnTo>
                <a:lnTo>
                  <a:pt x="207243" y="704648"/>
                </a:lnTo>
                <a:lnTo>
                  <a:pt x="211307" y="704648"/>
                </a:lnTo>
                <a:lnTo>
                  <a:pt x="215371" y="698966"/>
                </a:lnTo>
                <a:lnTo>
                  <a:pt x="215371" y="693283"/>
                </a:lnTo>
                <a:lnTo>
                  <a:pt x="219434" y="693283"/>
                </a:lnTo>
                <a:lnTo>
                  <a:pt x="219434" y="687600"/>
                </a:lnTo>
                <a:lnTo>
                  <a:pt x="219434" y="681918"/>
                </a:lnTo>
                <a:lnTo>
                  <a:pt x="219434" y="676235"/>
                </a:lnTo>
                <a:lnTo>
                  <a:pt x="219434" y="670552"/>
                </a:lnTo>
                <a:lnTo>
                  <a:pt x="223498" y="670552"/>
                </a:lnTo>
                <a:lnTo>
                  <a:pt x="223498" y="664870"/>
                </a:lnTo>
                <a:lnTo>
                  <a:pt x="227561" y="664870"/>
                </a:lnTo>
                <a:lnTo>
                  <a:pt x="227561" y="659187"/>
                </a:lnTo>
                <a:lnTo>
                  <a:pt x="227561" y="653504"/>
                </a:lnTo>
                <a:lnTo>
                  <a:pt x="227561" y="647822"/>
                </a:lnTo>
                <a:lnTo>
                  <a:pt x="231625" y="642139"/>
                </a:lnTo>
                <a:lnTo>
                  <a:pt x="231625" y="636457"/>
                </a:lnTo>
                <a:lnTo>
                  <a:pt x="231625" y="630774"/>
                </a:lnTo>
                <a:lnTo>
                  <a:pt x="235689" y="630774"/>
                </a:lnTo>
                <a:lnTo>
                  <a:pt x="239752" y="630774"/>
                </a:lnTo>
                <a:lnTo>
                  <a:pt x="239752" y="625091"/>
                </a:lnTo>
                <a:lnTo>
                  <a:pt x="243816" y="625091"/>
                </a:lnTo>
                <a:lnTo>
                  <a:pt x="247879" y="625091"/>
                </a:lnTo>
                <a:lnTo>
                  <a:pt x="247879" y="619409"/>
                </a:lnTo>
                <a:lnTo>
                  <a:pt x="251943" y="619409"/>
                </a:lnTo>
                <a:lnTo>
                  <a:pt x="256007" y="619409"/>
                </a:lnTo>
                <a:lnTo>
                  <a:pt x="260070" y="619409"/>
                </a:lnTo>
                <a:lnTo>
                  <a:pt x="260070" y="613726"/>
                </a:lnTo>
                <a:lnTo>
                  <a:pt x="264134" y="608043"/>
                </a:lnTo>
                <a:lnTo>
                  <a:pt x="264134" y="602361"/>
                </a:lnTo>
                <a:lnTo>
                  <a:pt x="272261" y="602361"/>
                </a:lnTo>
                <a:lnTo>
                  <a:pt x="272261" y="596678"/>
                </a:lnTo>
                <a:lnTo>
                  <a:pt x="272261" y="585313"/>
                </a:lnTo>
                <a:lnTo>
                  <a:pt x="272261" y="568265"/>
                </a:lnTo>
                <a:lnTo>
                  <a:pt x="276325" y="568265"/>
                </a:lnTo>
                <a:lnTo>
                  <a:pt x="280388" y="568265"/>
                </a:lnTo>
                <a:lnTo>
                  <a:pt x="288516" y="562582"/>
                </a:lnTo>
                <a:lnTo>
                  <a:pt x="296643" y="562582"/>
                </a:lnTo>
                <a:lnTo>
                  <a:pt x="300706" y="562582"/>
                </a:lnTo>
                <a:lnTo>
                  <a:pt x="300706" y="556899"/>
                </a:lnTo>
                <a:lnTo>
                  <a:pt x="304770" y="556899"/>
                </a:lnTo>
                <a:lnTo>
                  <a:pt x="304770" y="551217"/>
                </a:lnTo>
                <a:lnTo>
                  <a:pt x="308834" y="545534"/>
                </a:lnTo>
                <a:lnTo>
                  <a:pt x="312897" y="545534"/>
                </a:lnTo>
                <a:lnTo>
                  <a:pt x="316961" y="545534"/>
                </a:lnTo>
                <a:lnTo>
                  <a:pt x="321024" y="545534"/>
                </a:lnTo>
                <a:lnTo>
                  <a:pt x="321024" y="539851"/>
                </a:lnTo>
                <a:lnTo>
                  <a:pt x="325088" y="539851"/>
                </a:lnTo>
                <a:lnTo>
                  <a:pt x="329152" y="539851"/>
                </a:lnTo>
                <a:lnTo>
                  <a:pt x="329152" y="534169"/>
                </a:lnTo>
                <a:lnTo>
                  <a:pt x="333215" y="534169"/>
                </a:lnTo>
                <a:lnTo>
                  <a:pt x="333215" y="528486"/>
                </a:lnTo>
                <a:lnTo>
                  <a:pt x="337279" y="528486"/>
                </a:lnTo>
                <a:lnTo>
                  <a:pt x="341342" y="528486"/>
                </a:lnTo>
                <a:lnTo>
                  <a:pt x="345406" y="528486"/>
                </a:lnTo>
                <a:lnTo>
                  <a:pt x="345406" y="522803"/>
                </a:lnTo>
                <a:lnTo>
                  <a:pt x="345406" y="517121"/>
                </a:lnTo>
                <a:lnTo>
                  <a:pt x="349470" y="517121"/>
                </a:lnTo>
                <a:lnTo>
                  <a:pt x="353533" y="517121"/>
                </a:lnTo>
                <a:lnTo>
                  <a:pt x="353533" y="511438"/>
                </a:lnTo>
                <a:lnTo>
                  <a:pt x="353533" y="500073"/>
                </a:lnTo>
                <a:lnTo>
                  <a:pt x="357597" y="500073"/>
                </a:lnTo>
                <a:lnTo>
                  <a:pt x="357597" y="494390"/>
                </a:lnTo>
                <a:lnTo>
                  <a:pt x="365724" y="494390"/>
                </a:lnTo>
                <a:lnTo>
                  <a:pt x="369788" y="494390"/>
                </a:lnTo>
                <a:lnTo>
                  <a:pt x="369788" y="488708"/>
                </a:lnTo>
                <a:lnTo>
                  <a:pt x="369788" y="483025"/>
                </a:lnTo>
                <a:lnTo>
                  <a:pt x="373851" y="483025"/>
                </a:lnTo>
                <a:lnTo>
                  <a:pt x="377915" y="483025"/>
                </a:lnTo>
                <a:lnTo>
                  <a:pt x="381978" y="483025"/>
                </a:lnTo>
                <a:lnTo>
                  <a:pt x="381978" y="471660"/>
                </a:lnTo>
                <a:lnTo>
                  <a:pt x="381978" y="465977"/>
                </a:lnTo>
                <a:lnTo>
                  <a:pt x="386042" y="465977"/>
                </a:lnTo>
                <a:lnTo>
                  <a:pt x="390106" y="465977"/>
                </a:lnTo>
                <a:lnTo>
                  <a:pt x="394169" y="465977"/>
                </a:lnTo>
                <a:lnTo>
                  <a:pt x="398233" y="465977"/>
                </a:lnTo>
                <a:lnTo>
                  <a:pt x="402296" y="460294"/>
                </a:lnTo>
                <a:lnTo>
                  <a:pt x="406360" y="460294"/>
                </a:lnTo>
                <a:lnTo>
                  <a:pt x="418551" y="460294"/>
                </a:lnTo>
                <a:lnTo>
                  <a:pt x="422615" y="460294"/>
                </a:lnTo>
                <a:lnTo>
                  <a:pt x="426678" y="454612"/>
                </a:lnTo>
                <a:lnTo>
                  <a:pt x="426678" y="448929"/>
                </a:lnTo>
                <a:lnTo>
                  <a:pt x="426678" y="443246"/>
                </a:lnTo>
                <a:lnTo>
                  <a:pt x="430742" y="443246"/>
                </a:lnTo>
                <a:lnTo>
                  <a:pt x="434805" y="443246"/>
                </a:lnTo>
                <a:lnTo>
                  <a:pt x="434805" y="437564"/>
                </a:lnTo>
                <a:lnTo>
                  <a:pt x="438869" y="437564"/>
                </a:lnTo>
                <a:lnTo>
                  <a:pt x="446996" y="437564"/>
                </a:lnTo>
                <a:lnTo>
                  <a:pt x="446996" y="431881"/>
                </a:lnTo>
                <a:lnTo>
                  <a:pt x="451060" y="431881"/>
                </a:lnTo>
                <a:lnTo>
                  <a:pt x="455123" y="431881"/>
                </a:lnTo>
                <a:lnTo>
                  <a:pt x="459187" y="431881"/>
                </a:lnTo>
                <a:lnTo>
                  <a:pt x="463251" y="420516"/>
                </a:lnTo>
                <a:lnTo>
                  <a:pt x="467314" y="420516"/>
                </a:lnTo>
                <a:lnTo>
                  <a:pt x="471378" y="420516"/>
                </a:lnTo>
                <a:lnTo>
                  <a:pt x="479505" y="414833"/>
                </a:lnTo>
                <a:lnTo>
                  <a:pt x="483569" y="414833"/>
                </a:lnTo>
                <a:lnTo>
                  <a:pt x="483569" y="409150"/>
                </a:lnTo>
                <a:lnTo>
                  <a:pt x="483569" y="403468"/>
                </a:lnTo>
                <a:lnTo>
                  <a:pt x="483569" y="397785"/>
                </a:lnTo>
                <a:lnTo>
                  <a:pt x="487632" y="397785"/>
                </a:lnTo>
                <a:lnTo>
                  <a:pt x="487632" y="386420"/>
                </a:lnTo>
                <a:lnTo>
                  <a:pt x="491696" y="386420"/>
                </a:lnTo>
                <a:lnTo>
                  <a:pt x="495759" y="375055"/>
                </a:lnTo>
                <a:lnTo>
                  <a:pt x="499823" y="375055"/>
                </a:lnTo>
                <a:lnTo>
                  <a:pt x="503887" y="375055"/>
                </a:lnTo>
                <a:lnTo>
                  <a:pt x="503887" y="369372"/>
                </a:lnTo>
                <a:lnTo>
                  <a:pt x="503887" y="358007"/>
                </a:lnTo>
                <a:lnTo>
                  <a:pt x="503887" y="352324"/>
                </a:lnTo>
                <a:lnTo>
                  <a:pt x="512014" y="352324"/>
                </a:lnTo>
                <a:lnTo>
                  <a:pt x="516077" y="352324"/>
                </a:lnTo>
                <a:lnTo>
                  <a:pt x="520141" y="346641"/>
                </a:lnTo>
                <a:lnTo>
                  <a:pt x="524205" y="340959"/>
                </a:lnTo>
                <a:lnTo>
                  <a:pt x="528268" y="340959"/>
                </a:lnTo>
                <a:lnTo>
                  <a:pt x="532332" y="340959"/>
                </a:lnTo>
                <a:lnTo>
                  <a:pt x="536395" y="340959"/>
                </a:lnTo>
                <a:lnTo>
                  <a:pt x="540459" y="340959"/>
                </a:lnTo>
                <a:lnTo>
                  <a:pt x="540459" y="335276"/>
                </a:lnTo>
                <a:lnTo>
                  <a:pt x="544523" y="335276"/>
                </a:lnTo>
                <a:lnTo>
                  <a:pt x="548586" y="335276"/>
                </a:lnTo>
                <a:lnTo>
                  <a:pt x="552650" y="335276"/>
                </a:lnTo>
                <a:lnTo>
                  <a:pt x="556714" y="335276"/>
                </a:lnTo>
                <a:lnTo>
                  <a:pt x="560777" y="335276"/>
                </a:lnTo>
                <a:lnTo>
                  <a:pt x="564841" y="335276"/>
                </a:lnTo>
                <a:lnTo>
                  <a:pt x="568904" y="335276"/>
                </a:lnTo>
                <a:lnTo>
                  <a:pt x="577032" y="335276"/>
                </a:lnTo>
                <a:lnTo>
                  <a:pt x="581095" y="335276"/>
                </a:lnTo>
                <a:lnTo>
                  <a:pt x="585159" y="335276"/>
                </a:lnTo>
                <a:lnTo>
                  <a:pt x="589222" y="329593"/>
                </a:lnTo>
                <a:lnTo>
                  <a:pt x="593286" y="329593"/>
                </a:lnTo>
                <a:lnTo>
                  <a:pt x="597350" y="329593"/>
                </a:lnTo>
                <a:lnTo>
                  <a:pt x="601413" y="329593"/>
                </a:lnTo>
                <a:lnTo>
                  <a:pt x="605477" y="323911"/>
                </a:lnTo>
                <a:lnTo>
                  <a:pt x="613604" y="323911"/>
                </a:lnTo>
                <a:lnTo>
                  <a:pt x="613604" y="318228"/>
                </a:lnTo>
                <a:lnTo>
                  <a:pt x="617668" y="318228"/>
                </a:lnTo>
                <a:lnTo>
                  <a:pt x="621731" y="318228"/>
                </a:lnTo>
                <a:lnTo>
                  <a:pt x="625795" y="318228"/>
                </a:lnTo>
                <a:lnTo>
                  <a:pt x="629858" y="318228"/>
                </a:lnTo>
                <a:lnTo>
                  <a:pt x="633922" y="318228"/>
                </a:lnTo>
                <a:lnTo>
                  <a:pt x="637986" y="318228"/>
                </a:lnTo>
                <a:lnTo>
                  <a:pt x="646113" y="318228"/>
                </a:lnTo>
                <a:lnTo>
                  <a:pt x="654240" y="318228"/>
                </a:lnTo>
                <a:lnTo>
                  <a:pt x="658304" y="318228"/>
                </a:lnTo>
                <a:lnTo>
                  <a:pt x="662367" y="318228"/>
                </a:lnTo>
                <a:lnTo>
                  <a:pt x="666431" y="318228"/>
                </a:lnTo>
                <a:lnTo>
                  <a:pt x="670494" y="318228"/>
                </a:lnTo>
                <a:lnTo>
                  <a:pt x="674558" y="318228"/>
                </a:lnTo>
                <a:lnTo>
                  <a:pt x="678622" y="312545"/>
                </a:lnTo>
                <a:lnTo>
                  <a:pt x="682685" y="312545"/>
                </a:lnTo>
                <a:lnTo>
                  <a:pt x="686749" y="312545"/>
                </a:lnTo>
                <a:lnTo>
                  <a:pt x="690813" y="312545"/>
                </a:lnTo>
                <a:lnTo>
                  <a:pt x="698940" y="312545"/>
                </a:lnTo>
                <a:lnTo>
                  <a:pt x="703003" y="312545"/>
                </a:lnTo>
                <a:lnTo>
                  <a:pt x="707067" y="312545"/>
                </a:lnTo>
                <a:lnTo>
                  <a:pt x="715194" y="312545"/>
                </a:lnTo>
                <a:lnTo>
                  <a:pt x="719258" y="306863"/>
                </a:lnTo>
                <a:lnTo>
                  <a:pt x="723321" y="306863"/>
                </a:lnTo>
                <a:lnTo>
                  <a:pt x="731449" y="301180"/>
                </a:lnTo>
                <a:lnTo>
                  <a:pt x="735512" y="301180"/>
                </a:lnTo>
                <a:lnTo>
                  <a:pt x="739576" y="301180"/>
                </a:lnTo>
                <a:lnTo>
                  <a:pt x="743639" y="301180"/>
                </a:lnTo>
                <a:lnTo>
                  <a:pt x="747703" y="301180"/>
                </a:lnTo>
                <a:lnTo>
                  <a:pt x="751767" y="301180"/>
                </a:lnTo>
                <a:lnTo>
                  <a:pt x="759894" y="301180"/>
                </a:lnTo>
                <a:lnTo>
                  <a:pt x="763957" y="301180"/>
                </a:lnTo>
                <a:lnTo>
                  <a:pt x="768021" y="301180"/>
                </a:lnTo>
                <a:lnTo>
                  <a:pt x="772085" y="301180"/>
                </a:lnTo>
                <a:lnTo>
                  <a:pt x="776148" y="295497"/>
                </a:lnTo>
                <a:lnTo>
                  <a:pt x="776148" y="289815"/>
                </a:lnTo>
                <a:lnTo>
                  <a:pt x="780212" y="289815"/>
                </a:lnTo>
                <a:lnTo>
                  <a:pt x="784275" y="289815"/>
                </a:lnTo>
                <a:lnTo>
                  <a:pt x="788339" y="289815"/>
                </a:lnTo>
                <a:lnTo>
                  <a:pt x="792403" y="289815"/>
                </a:lnTo>
                <a:lnTo>
                  <a:pt x="796466" y="289815"/>
                </a:lnTo>
                <a:lnTo>
                  <a:pt x="808657" y="289815"/>
                </a:lnTo>
                <a:lnTo>
                  <a:pt x="812721" y="289815"/>
                </a:lnTo>
                <a:lnTo>
                  <a:pt x="816784" y="289815"/>
                </a:lnTo>
                <a:lnTo>
                  <a:pt x="820848" y="289815"/>
                </a:lnTo>
                <a:lnTo>
                  <a:pt x="824911" y="284132"/>
                </a:lnTo>
                <a:lnTo>
                  <a:pt x="828975" y="284132"/>
                </a:lnTo>
                <a:lnTo>
                  <a:pt x="833039" y="284132"/>
                </a:lnTo>
                <a:lnTo>
                  <a:pt x="837102" y="284132"/>
                </a:lnTo>
                <a:lnTo>
                  <a:pt x="841166" y="284132"/>
                </a:lnTo>
                <a:lnTo>
                  <a:pt x="841166" y="278449"/>
                </a:lnTo>
                <a:lnTo>
                  <a:pt x="845230" y="278449"/>
                </a:lnTo>
                <a:lnTo>
                  <a:pt x="849293" y="278449"/>
                </a:lnTo>
                <a:lnTo>
                  <a:pt x="853357" y="278449"/>
                </a:lnTo>
                <a:lnTo>
                  <a:pt x="857420" y="278449"/>
                </a:lnTo>
                <a:lnTo>
                  <a:pt x="861484" y="278449"/>
                </a:lnTo>
                <a:lnTo>
                  <a:pt x="873675" y="278449"/>
                </a:lnTo>
                <a:lnTo>
                  <a:pt x="877738" y="278449"/>
                </a:lnTo>
                <a:lnTo>
                  <a:pt x="877738" y="272767"/>
                </a:lnTo>
                <a:lnTo>
                  <a:pt x="885866" y="272767"/>
                </a:lnTo>
                <a:lnTo>
                  <a:pt x="889929" y="272767"/>
                </a:lnTo>
                <a:lnTo>
                  <a:pt x="893993" y="272767"/>
                </a:lnTo>
                <a:lnTo>
                  <a:pt x="898056" y="272767"/>
                </a:lnTo>
                <a:lnTo>
                  <a:pt x="902120" y="272767"/>
                </a:lnTo>
                <a:lnTo>
                  <a:pt x="906184" y="272767"/>
                </a:lnTo>
                <a:lnTo>
                  <a:pt x="910247" y="267084"/>
                </a:lnTo>
                <a:lnTo>
                  <a:pt x="914311" y="267084"/>
                </a:lnTo>
                <a:lnTo>
                  <a:pt x="926502" y="261401"/>
                </a:lnTo>
                <a:lnTo>
                  <a:pt x="930565" y="261401"/>
                </a:lnTo>
                <a:lnTo>
                  <a:pt x="934629" y="261401"/>
                </a:lnTo>
                <a:lnTo>
                  <a:pt x="942756" y="261401"/>
                </a:lnTo>
                <a:lnTo>
                  <a:pt x="946820" y="261401"/>
                </a:lnTo>
                <a:lnTo>
                  <a:pt x="950883" y="261401"/>
                </a:lnTo>
                <a:lnTo>
                  <a:pt x="954947" y="261401"/>
                </a:lnTo>
                <a:lnTo>
                  <a:pt x="959010" y="261401"/>
                </a:lnTo>
                <a:lnTo>
                  <a:pt x="963074" y="261401"/>
                </a:lnTo>
                <a:lnTo>
                  <a:pt x="963074" y="255719"/>
                </a:lnTo>
                <a:lnTo>
                  <a:pt x="971201" y="255719"/>
                </a:lnTo>
                <a:lnTo>
                  <a:pt x="975265" y="255719"/>
                </a:lnTo>
                <a:lnTo>
                  <a:pt x="979329" y="255719"/>
                </a:lnTo>
                <a:lnTo>
                  <a:pt x="983392" y="255719"/>
                </a:lnTo>
                <a:lnTo>
                  <a:pt x="987456" y="255719"/>
                </a:lnTo>
                <a:lnTo>
                  <a:pt x="995583" y="255719"/>
                </a:lnTo>
                <a:lnTo>
                  <a:pt x="999647" y="255719"/>
                </a:lnTo>
                <a:lnTo>
                  <a:pt x="1003710" y="250036"/>
                </a:lnTo>
                <a:lnTo>
                  <a:pt x="1007774" y="250036"/>
                </a:lnTo>
                <a:lnTo>
                  <a:pt x="1011837" y="250036"/>
                </a:lnTo>
                <a:lnTo>
                  <a:pt x="1015901" y="250036"/>
                </a:lnTo>
                <a:lnTo>
                  <a:pt x="1019965" y="250036"/>
                </a:lnTo>
                <a:lnTo>
                  <a:pt x="1028092" y="250036"/>
                </a:lnTo>
                <a:lnTo>
                  <a:pt x="1032155" y="250036"/>
                </a:lnTo>
                <a:lnTo>
                  <a:pt x="1040283" y="250036"/>
                </a:lnTo>
                <a:lnTo>
                  <a:pt x="1060601" y="250036"/>
                </a:lnTo>
                <a:lnTo>
                  <a:pt x="1064664" y="250036"/>
                </a:lnTo>
                <a:lnTo>
                  <a:pt x="1068728" y="250036"/>
                </a:lnTo>
                <a:lnTo>
                  <a:pt x="1072791" y="250036"/>
                </a:lnTo>
                <a:lnTo>
                  <a:pt x="1080919" y="250036"/>
                </a:lnTo>
                <a:lnTo>
                  <a:pt x="1084982" y="244354"/>
                </a:lnTo>
                <a:lnTo>
                  <a:pt x="1089046" y="244354"/>
                </a:lnTo>
                <a:lnTo>
                  <a:pt x="1093109" y="244354"/>
                </a:lnTo>
                <a:lnTo>
                  <a:pt x="1097173" y="244354"/>
                </a:lnTo>
                <a:lnTo>
                  <a:pt x="1101237" y="244354"/>
                </a:lnTo>
                <a:lnTo>
                  <a:pt x="1101237" y="238671"/>
                </a:lnTo>
                <a:lnTo>
                  <a:pt x="1105300" y="238671"/>
                </a:lnTo>
                <a:lnTo>
                  <a:pt x="1113428" y="238671"/>
                </a:lnTo>
                <a:lnTo>
                  <a:pt x="1117491" y="238671"/>
                </a:lnTo>
                <a:lnTo>
                  <a:pt x="1125618" y="238671"/>
                </a:lnTo>
                <a:lnTo>
                  <a:pt x="1129682" y="238671"/>
                </a:lnTo>
                <a:lnTo>
                  <a:pt x="1133746" y="238671"/>
                </a:lnTo>
                <a:lnTo>
                  <a:pt x="1137809" y="238671"/>
                </a:lnTo>
                <a:lnTo>
                  <a:pt x="1141873" y="232988"/>
                </a:lnTo>
                <a:lnTo>
                  <a:pt x="1145936" y="232988"/>
                </a:lnTo>
                <a:lnTo>
                  <a:pt x="1154064" y="232988"/>
                </a:lnTo>
                <a:lnTo>
                  <a:pt x="1158127" y="232988"/>
                </a:lnTo>
                <a:lnTo>
                  <a:pt x="1158127" y="227306"/>
                </a:lnTo>
                <a:lnTo>
                  <a:pt x="1158127" y="221623"/>
                </a:lnTo>
                <a:lnTo>
                  <a:pt x="1162191" y="221623"/>
                </a:lnTo>
                <a:lnTo>
                  <a:pt x="1166254" y="221623"/>
                </a:lnTo>
                <a:lnTo>
                  <a:pt x="1166254" y="215940"/>
                </a:lnTo>
                <a:lnTo>
                  <a:pt x="1170318" y="215940"/>
                </a:lnTo>
                <a:lnTo>
                  <a:pt x="1174382" y="215940"/>
                </a:lnTo>
                <a:lnTo>
                  <a:pt x="1178445" y="215940"/>
                </a:lnTo>
                <a:lnTo>
                  <a:pt x="1182509" y="215940"/>
                </a:lnTo>
                <a:lnTo>
                  <a:pt x="1182509" y="210258"/>
                </a:lnTo>
                <a:lnTo>
                  <a:pt x="1190636" y="210258"/>
                </a:lnTo>
                <a:lnTo>
                  <a:pt x="1194700" y="210258"/>
                </a:lnTo>
                <a:lnTo>
                  <a:pt x="1198763" y="210258"/>
                </a:lnTo>
                <a:lnTo>
                  <a:pt x="1202827" y="210258"/>
                </a:lnTo>
                <a:lnTo>
                  <a:pt x="1206890" y="210258"/>
                </a:lnTo>
                <a:lnTo>
                  <a:pt x="1210954" y="210258"/>
                </a:lnTo>
                <a:lnTo>
                  <a:pt x="1210954" y="204575"/>
                </a:lnTo>
                <a:lnTo>
                  <a:pt x="1210954" y="198892"/>
                </a:lnTo>
                <a:lnTo>
                  <a:pt x="1223145" y="198892"/>
                </a:lnTo>
                <a:lnTo>
                  <a:pt x="1227208" y="198892"/>
                </a:lnTo>
                <a:lnTo>
                  <a:pt x="1231272" y="198892"/>
                </a:lnTo>
                <a:lnTo>
                  <a:pt x="1235336" y="198892"/>
                </a:lnTo>
                <a:lnTo>
                  <a:pt x="1247527" y="198892"/>
                </a:lnTo>
                <a:lnTo>
                  <a:pt x="1255654" y="198892"/>
                </a:lnTo>
                <a:lnTo>
                  <a:pt x="1259717" y="198892"/>
                </a:lnTo>
                <a:lnTo>
                  <a:pt x="1267845" y="198892"/>
                </a:lnTo>
                <a:lnTo>
                  <a:pt x="1271908" y="198892"/>
                </a:lnTo>
                <a:lnTo>
                  <a:pt x="1280035" y="198892"/>
                </a:lnTo>
                <a:lnTo>
                  <a:pt x="1284099" y="198892"/>
                </a:lnTo>
                <a:lnTo>
                  <a:pt x="1284099" y="193210"/>
                </a:lnTo>
                <a:lnTo>
                  <a:pt x="1288163" y="193210"/>
                </a:lnTo>
                <a:lnTo>
                  <a:pt x="1288163" y="187527"/>
                </a:lnTo>
                <a:lnTo>
                  <a:pt x="1292226" y="187527"/>
                </a:lnTo>
                <a:lnTo>
                  <a:pt x="1296290" y="187527"/>
                </a:lnTo>
                <a:lnTo>
                  <a:pt x="1296290" y="176162"/>
                </a:lnTo>
                <a:lnTo>
                  <a:pt x="1300353" y="176162"/>
                </a:lnTo>
                <a:lnTo>
                  <a:pt x="1304417" y="176162"/>
                </a:lnTo>
                <a:lnTo>
                  <a:pt x="1304417" y="170479"/>
                </a:lnTo>
                <a:lnTo>
                  <a:pt x="1308481" y="164796"/>
                </a:lnTo>
                <a:lnTo>
                  <a:pt x="1316608" y="164796"/>
                </a:lnTo>
                <a:lnTo>
                  <a:pt x="1324735" y="164796"/>
                </a:lnTo>
                <a:lnTo>
                  <a:pt x="1332862" y="164796"/>
                </a:lnTo>
                <a:lnTo>
                  <a:pt x="1336926" y="164796"/>
                </a:lnTo>
                <a:lnTo>
                  <a:pt x="1340989" y="164796"/>
                </a:lnTo>
                <a:lnTo>
                  <a:pt x="1357244" y="164796"/>
                </a:lnTo>
                <a:lnTo>
                  <a:pt x="1361307" y="164796"/>
                </a:lnTo>
                <a:lnTo>
                  <a:pt x="1373498" y="164796"/>
                </a:lnTo>
                <a:lnTo>
                  <a:pt x="1377562" y="164796"/>
                </a:lnTo>
                <a:lnTo>
                  <a:pt x="1381626" y="159114"/>
                </a:lnTo>
                <a:lnTo>
                  <a:pt x="1385689" y="159114"/>
                </a:lnTo>
                <a:lnTo>
                  <a:pt x="1389753" y="153431"/>
                </a:lnTo>
                <a:lnTo>
                  <a:pt x="1393816" y="153431"/>
                </a:lnTo>
                <a:lnTo>
                  <a:pt x="1397880" y="153431"/>
                </a:lnTo>
                <a:lnTo>
                  <a:pt x="1397880" y="147748"/>
                </a:lnTo>
                <a:lnTo>
                  <a:pt x="1406007" y="142066"/>
                </a:lnTo>
                <a:lnTo>
                  <a:pt x="1414134" y="142066"/>
                </a:lnTo>
                <a:lnTo>
                  <a:pt x="1418198" y="142066"/>
                </a:lnTo>
                <a:lnTo>
                  <a:pt x="1422262" y="142066"/>
                </a:lnTo>
                <a:lnTo>
                  <a:pt x="1430389" y="142066"/>
                </a:lnTo>
                <a:lnTo>
                  <a:pt x="1434452" y="142066"/>
                </a:lnTo>
                <a:lnTo>
                  <a:pt x="1446643" y="142066"/>
                </a:lnTo>
                <a:lnTo>
                  <a:pt x="1450707" y="142066"/>
                </a:lnTo>
                <a:lnTo>
                  <a:pt x="1454770" y="142066"/>
                </a:lnTo>
                <a:lnTo>
                  <a:pt x="1458834" y="142066"/>
                </a:lnTo>
                <a:lnTo>
                  <a:pt x="1471025" y="136383"/>
                </a:lnTo>
                <a:lnTo>
                  <a:pt x="1475088" y="136383"/>
                </a:lnTo>
                <a:lnTo>
                  <a:pt x="1479152" y="136383"/>
                </a:lnTo>
                <a:lnTo>
                  <a:pt x="1483216" y="136383"/>
                </a:lnTo>
                <a:lnTo>
                  <a:pt x="1491343" y="136383"/>
                </a:lnTo>
                <a:lnTo>
                  <a:pt x="1495406" y="130700"/>
                </a:lnTo>
                <a:lnTo>
                  <a:pt x="1503534" y="130700"/>
                </a:lnTo>
                <a:lnTo>
                  <a:pt x="1507597" y="130700"/>
                </a:lnTo>
                <a:lnTo>
                  <a:pt x="1511661" y="130700"/>
                </a:lnTo>
                <a:lnTo>
                  <a:pt x="1519788" y="125018"/>
                </a:lnTo>
                <a:lnTo>
                  <a:pt x="1523852" y="125018"/>
                </a:lnTo>
                <a:lnTo>
                  <a:pt x="1523852" y="119335"/>
                </a:lnTo>
                <a:lnTo>
                  <a:pt x="1527915" y="119335"/>
                </a:lnTo>
                <a:lnTo>
                  <a:pt x="1536043" y="119335"/>
                </a:lnTo>
                <a:lnTo>
                  <a:pt x="1544170" y="119335"/>
                </a:lnTo>
                <a:lnTo>
                  <a:pt x="1548233" y="119335"/>
                </a:lnTo>
                <a:lnTo>
                  <a:pt x="1552297" y="119335"/>
                </a:lnTo>
                <a:lnTo>
                  <a:pt x="1556361" y="119335"/>
                </a:lnTo>
                <a:lnTo>
                  <a:pt x="1556361" y="113653"/>
                </a:lnTo>
                <a:lnTo>
                  <a:pt x="1560424" y="113653"/>
                </a:lnTo>
                <a:lnTo>
                  <a:pt x="1564488" y="113653"/>
                </a:lnTo>
                <a:lnTo>
                  <a:pt x="1568551" y="113653"/>
                </a:lnTo>
                <a:lnTo>
                  <a:pt x="1568551" y="107970"/>
                </a:lnTo>
                <a:lnTo>
                  <a:pt x="1576679" y="107970"/>
                </a:lnTo>
                <a:lnTo>
                  <a:pt x="1580742" y="107970"/>
                </a:lnTo>
                <a:lnTo>
                  <a:pt x="1584806" y="107970"/>
                </a:lnTo>
                <a:lnTo>
                  <a:pt x="1588869" y="107970"/>
                </a:lnTo>
                <a:lnTo>
                  <a:pt x="1592933" y="107970"/>
                </a:lnTo>
                <a:lnTo>
                  <a:pt x="1596997" y="102287"/>
                </a:lnTo>
                <a:lnTo>
                  <a:pt x="1601060" y="102287"/>
                </a:lnTo>
                <a:lnTo>
                  <a:pt x="1609187" y="102287"/>
                </a:lnTo>
                <a:lnTo>
                  <a:pt x="1613251" y="102287"/>
                </a:lnTo>
                <a:lnTo>
                  <a:pt x="1617315" y="102287"/>
                </a:lnTo>
                <a:lnTo>
                  <a:pt x="1629505" y="102287"/>
                </a:lnTo>
                <a:lnTo>
                  <a:pt x="1633569" y="102287"/>
                </a:lnTo>
                <a:lnTo>
                  <a:pt x="1645760" y="102287"/>
                </a:lnTo>
                <a:lnTo>
                  <a:pt x="1649823" y="102287"/>
                </a:lnTo>
                <a:lnTo>
                  <a:pt x="1653887" y="102287"/>
                </a:lnTo>
                <a:lnTo>
                  <a:pt x="1657951" y="102287"/>
                </a:lnTo>
                <a:lnTo>
                  <a:pt x="1662014" y="102287"/>
                </a:lnTo>
                <a:lnTo>
                  <a:pt x="1666078" y="102287"/>
                </a:lnTo>
                <a:lnTo>
                  <a:pt x="1670142" y="102287"/>
                </a:lnTo>
                <a:lnTo>
                  <a:pt x="1678269" y="102287"/>
                </a:lnTo>
                <a:lnTo>
                  <a:pt x="1682332" y="102287"/>
                </a:lnTo>
                <a:lnTo>
                  <a:pt x="1690460" y="102287"/>
                </a:lnTo>
                <a:lnTo>
                  <a:pt x="1698587" y="102287"/>
                </a:lnTo>
                <a:lnTo>
                  <a:pt x="1698587" y="96605"/>
                </a:lnTo>
                <a:lnTo>
                  <a:pt x="1706714" y="96605"/>
                </a:lnTo>
                <a:lnTo>
                  <a:pt x="1710778" y="96605"/>
                </a:lnTo>
                <a:lnTo>
                  <a:pt x="1710778" y="90922"/>
                </a:lnTo>
                <a:lnTo>
                  <a:pt x="1710778" y="85239"/>
                </a:lnTo>
                <a:lnTo>
                  <a:pt x="1722968" y="79557"/>
                </a:lnTo>
                <a:lnTo>
                  <a:pt x="1727032" y="79557"/>
                </a:lnTo>
                <a:lnTo>
                  <a:pt x="1735159" y="79557"/>
                </a:lnTo>
                <a:lnTo>
                  <a:pt x="1739223" y="79557"/>
                </a:lnTo>
                <a:lnTo>
                  <a:pt x="1743286" y="79557"/>
                </a:lnTo>
                <a:lnTo>
                  <a:pt x="1751414" y="79557"/>
                </a:lnTo>
                <a:lnTo>
                  <a:pt x="1755477" y="79557"/>
                </a:lnTo>
                <a:lnTo>
                  <a:pt x="1763604" y="79557"/>
                </a:lnTo>
                <a:lnTo>
                  <a:pt x="1775795" y="79557"/>
                </a:lnTo>
                <a:lnTo>
                  <a:pt x="1783922" y="79557"/>
                </a:lnTo>
                <a:lnTo>
                  <a:pt x="1787986" y="79557"/>
                </a:lnTo>
                <a:lnTo>
                  <a:pt x="1792050" y="79557"/>
                </a:lnTo>
                <a:lnTo>
                  <a:pt x="1796113" y="79557"/>
                </a:lnTo>
                <a:lnTo>
                  <a:pt x="1804241" y="73874"/>
                </a:lnTo>
                <a:lnTo>
                  <a:pt x="1808304" y="73874"/>
                </a:lnTo>
                <a:lnTo>
                  <a:pt x="1812368" y="73874"/>
                </a:lnTo>
                <a:lnTo>
                  <a:pt x="1816431" y="73874"/>
                </a:lnTo>
                <a:lnTo>
                  <a:pt x="1820495" y="73874"/>
                </a:lnTo>
                <a:lnTo>
                  <a:pt x="1824559" y="73874"/>
                </a:lnTo>
                <a:lnTo>
                  <a:pt x="1828622" y="73874"/>
                </a:lnTo>
                <a:lnTo>
                  <a:pt x="1832686" y="73874"/>
                </a:lnTo>
                <a:lnTo>
                  <a:pt x="1836749" y="73874"/>
                </a:lnTo>
                <a:lnTo>
                  <a:pt x="1840813" y="73874"/>
                </a:lnTo>
                <a:lnTo>
                  <a:pt x="1844877" y="68191"/>
                </a:lnTo>
                <a:lnTo>
                  <a:pt x="1848940" y="68191"/>
                </a:lnTo>
                <a:lnTo>
                  <a:pt x="1853004" y="68191"/>
                </a:lnTo>
                <a:lnTo>
                  <a:pt x="1861131" y="68191"/>
                </a:lnTo>
                <a:lnTo>
                  <a:pt x="1877385" y="62509"/>
                </a:lnTo>
                <a:lnTo>
                  <a:pt x="1881449" y="62509"/>
                </a:lnTo>
                <a:lnTo>
                  <a:pt x="1885513" y="62509"/>
                </a:lnTo>
                <a:lnTo>
                  <a:pt x="1889576" y="62509"/>
                </a:lnTo>
                <a:lnTo>
                  <a:pt x="1893640" y="56826"/>
                </a:lnTo>
                <a:lnTo>
                  <a:pt x="1905831" y="56826"/>
                </a:lnTo>
                <a:lnTo>
                  <a:pt x="1909894" y="56826"/>
                </a:lnTo>
                <a:lnTo>
                  <a:pt x="1913958" y="56826"/>
                </a:lnTo>
                <a:lnTo>
                  <a:pt x="1918021" y="56826"/>
                </a:lnTo>
                <a:lnTo>
                  <a:pt x="1926149" y="56826"/>
                </a:lnTo>
                <a:lnTo>
                  <a:pt x="1930212" y="56826"/>
                </a:lnTo>
                <a:lnTo>
                  <a:pt x="1934276" y="56826"/>
                </a:lnTo>
                <a:lnTo>
                  <a:pt x="1938340" y="56826"/>
                </a:lnTo>
                <a:lnTo>
                  <a:pt x="1942403" y="56826"/>
                </a:lnTo>
                <a:lnTo>
                  <a:pt x="1950530" y="56826"/>
                </a:lnTo>
                <a:lnTo>
                  <a:pt x="1954594" y="56826"/>
                </a:lnTo>
                <a:lnTo>
                  <a:pt x="1958658" y="56826"/>
                </a:lnTo>
                <a:lnTo>
                  <a:pt x="1958658" y="51143"/>
                </a:lnTo>
                <a:lnTo>
                  <a:pt x="1962721" y="51143"/>
                </a:lnTo>
                <a:lnTo>
                  <a:pt x="1966785" y="51143"/>
                </a:lnTo>
                <a:lnTo>
                  <a:pt x="1966785" y="45461"/>
                </a:lnTo>
                <a:lnTo>
                  <a:pt x="1970848" y="45461"/>
                </a:lnTo>
                <a:lnTo>
                  <a:pt x="1974912" y="39778"/>
                </a:lnTo>
                <a:lnTo>
                  <a:pt x="1974912" y="34095"/>
                </a:lnTo>
                <a:lnTo>
                  <a:pt x="1974912" y="28413"/>
                </a:lnTo>
                <a:lnTo>
                  <a:pt x="1978976" y="28413"/>
                </a:lnTo>
                <a:lnTo>
                  <a:pt x="1983039" y="28413"/>
                </a:lnTo>
                <a:lnTo>
                  <a:pt x="1987103" y="28413"/>
                </a:lnTo>
                <a:lnTo>
                  <a:pt x="1991166" y="28413"/>
                </a:lnTo>
                <a:lnTo>
                  <a:pt x="1999294" y="28413"/>
                </a:lnTo>
                <a:lnTo>
                  <a:pt x="2003357" y="28413"/>
                </a:lnTo>
                <a:lnTo>
                  <a:pt x="2015548" y="28413"/>
                </a:lnTo>
                <a:lnTo>
                  <a:pt x="2015548" y="22730"/>
                </a:lnTo>
                <a:lnTo>
                  <a:pt x="2019612" y="22730"/>
                </a:lnTo>
                <a:lnTo>
                  <a:pt x="2023675" y="22730"/>
                </a:lnTo>
                <a:lnTo>
                  <a:pt x="2027739" y="22730"/>
                </a:lnTo>
                <a:lnTo>
                  <a:pt x="2035866" y="22730"/>
                </a:lnTo>
                <a:lnTo>
                  <a:pt x="2035866" y="17047"/>
                </a:lnTo>
                <a:lnTo>
                  <a:pt x="2039930" y="17047"/>
                </a:lnTo>
                <a:lnTo>
                  <a:pt x="2043993" y="17047"/>
                </a:lnTo>
                <a:lnTo>
                  <a:pt x="2048057" y="17047"/>
                </a:lnTo>
                <a:lnTo>
                  <a:pt x="2056184" y="17047"/>
                </a:lnTo>
                <a:lnTo>
                  <a:pt x="2068375" y="17047"/>
                </a:lnTo>
                <a:lnTo>
                  <a:pt x="2072439" y="17047"/>
                </a:lnTo>
                <a:lnTo>
                  <a:pt x="2076502" y="17047"/>
                </a:lnTo>
                <a:lnTo>
                  <a:pt x="2080566" y="17047"/>
                </a:lnTo>
                <a:lnTo>
                  <a:pt x="2084629" y="17047"/>
                </a:lnTo>
                <a:lnTo>
                  <a:pt x="2088693" y="17047"/>
                </a:lnTo>
                <a:lnTo>
                  <a:pt x="2092757" y="17047"/>
                </a:lnTo>
                <a:lnTo>
                  <a:pt x="2092757" y="11365"/>
                </a:lnTo>
                <a:lnTo>
                  <a:pt x="2096820" y="11365"/>
                </a:lnTo>
                <a:lnTo>
                  <a:pt x="2100884" y="11365"/>
                </a:lnTo>
                <a:lnTo>
                  <a:pt x="2100884" y="5682"/>
                </a:lnTo>
                <a:lnTo>
                  <a:pt x="2104947" y="5682"/>
                </a:lnTo>
                <a:lnTo>
                  <a:pt x="2109011" y="5682"/>
                </a:lnTo>
                <a:lnTo>
                  <a:pt x="2113075" y="5682"/>
                </a:lnTo>
                <a:lnTo>
                  <a:pt x="2117138" y="5682"/>
                </a:lnTo>
                <a:lnTo>
                  <a:pt x="2125265" y="0"/>
                </a:lnTo>
                <a:lnTo>
                  <a:pt x="2129329" y="0"/>
                </a:lnTo>
                <a:lnTo>
                  <a:pt x="2137456" y="0"/>
                </a:lnTo>
                <a:lnTo>
                  <a:pt x="2141520" y="0"/>
                </a:lnTo>
                <a:lnTo>
                  <a:pt x="2145583" y="0"/>
                </a:lnTo>
                <a:lnTo>
                  <a:pt x="2149647" y="0"/>
                </a:lnTo>
                <a:lnTo>
                  <a:pt x="2153711" y="0"/>
                </a:lnTo>
                <a:lnTo>
                  <a:pt x="2157774" y="0"/>
                </a:lnTo>
                <a:lnTo>
                  <a:pt x="2161838" y="0"/>
                </a:lnTo>
              </a:path>
            </a:pathLst>
          </a:custGeom>
          <a:ln w="13550" cap="flat">
            <a:solidFill>
              <a:srgbClr val="007B8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0" name="pl1070"/>
          <p:cNvSpPr/>
          <p:nvPr/>
        </p:nvSpPr>
        <p:spPr>
          <a:xfrm>
            <a:off x="4305613" y="1133890"/>
            <a:ext cx="2378022" cy="2950433"/>
          </a:xfrm>
          <a:custGeom>
            <a:avLst/>
            <a:gdLst/>
            <a:ahLst/>
            <a:cxnLst/>
            <a:rect l="0" t="0" r="0" b="0"/>
            <a:pathLst>
              <a:path w="2378022" h="2950433">
                <a:moveTo>
                  <a:pt x="0" y="2950433"/>
                </a:moveTo>
                <a:lnTo>
                  <a:pt x="2378022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3" name="pl1073"/>
          <p:cNvSpPr/>
          <p:nvPr/>
        </p:nvSpPr>
        <p:spPr>
          <a:xfrm>
            <a:off x="4305613" y="1836266"/>
            <a:ext cx="2378022" cy="0"/>
          </a:xfrm>
          <a:custGeom>
            <a:avLst/>
            <a:gdLst/>
            <a:ahLst/>
            <a:cxnLst/>
            <a:rect l="0" t="0" r="0" b="0"/>
            <a:pathLst>
              <a:path w="2378022">
                <a:moveTo>
                  <a:pt x="0" y="0"/>
                </a:moveTo>
                <a:lnTo>
                  <a:pt x="2378022" y="0"/>
                </a:lnTo>
                <a:lnTo>
                  <a:pt x="2378022" y="0"/>
                </a:lnTo>
              </a:path>
            </a:pathLst>
          </a:custGeom>
          <a:ln w="13550" cap="flat">
            <a:solidFill>
              <a:srgbClr val="FC8D59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4" name="pl1074"/>
          <p:cNvSpPr/>
          <p:nvPr/>
        </p:nvSpPr>
        <p:spPr>
          <a:xfrm>
            <a:off x="4685967" y="1133890"/>
            <a:ext cx="0" cy="2950433"/>
          </a:xfrm>
          <a:custGeom>
            <a:avLst/>
            <a:gdLst/>
            <a:ahLst/>
            <a:cxnLst/>
            <a:rect l="0" t="0" r="0" b="0"/>
            <a:pathLst>
              <a:path h="2950433">
                <a:moveTo>
                  <a:pt x="0" y="29504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FC8D59">
                <a:alpha val="100000"/>
              </a:srgbClr>
            </a:solidFill>
            <a:prstDash val="dash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5" name="tx1075"/>
          <p:cNvSpPr/>
          <p:nvPr/>
        </p:nvSpPr>
        <p:spPr>
          <a:xfrm>
            <a:off x="4025466" y="3908521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1076" name="tx1076"/>
          <p:cNvSpPr/>
          <p:nvPr/>
        </p:nvSpPr>
        <p:spPr>
          <a:xfrm>
            <a:off x="4025466" y="3237968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0.25</a:t>
            </a:r>
          </a:p>
        </p:txBody>
      </p:sp>
      <p:sp>
        <p:nvSpPr>
          <p:cNvPr id="1077" name="tx1077"/>
          <p:cNvSpPr/>
          <p:nvPr/>
        </p:nvSpPr>
        <p:spPr>
          <a:xfrm>
            <a:off x="4025466" y="2567415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1078" name="tx1078"/>
          <p:cNvSpPr/>
          <p:nvPr/>
        </p:nvSpPr>
        <p:spPr>
          <a:xfrm>
            <a:off x="4025466" y="18968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0.75</a:t>
            </a:r>
          </a:p>
        </p:txBody>
      </p:sp>
      <p:sp>
        <p:nvSpPr>
          <p:cNvPr id="1079" name="tx1079"/>
          <p:cNvSpPr/>
          <p:nvPr/>
        </p:nvSpPr>
        <p:spPr>
          <a:xfrm>
            <a:off x="4025466" y="1226309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080" name="tx1080"/>
          <p:cNvSpPr/>
          <p:nvPr/>
        </p:nvSpPr>
        <p:spPr>
          <a:xfrm>
            <a:off x="4304947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1081" name="tx1081"/>
          <p:cNvSpPr/>
          <p:nvPr/>
        </p:nvSpPr>
        <p:spPr>
          <a:xfrm>
            <a:off x="4845406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0.25</a:t>
            </a:r>
          </a:p>
        </p:txBody>
      </p:sp>
      <p:sp>
        <p:nvSpPr>
          <p:cNvPr id="1082" name="tx1082"/>
          <p:cNvSpPr/>
          <p:nvPr/>
        </p:nvSpPr>
        <p:spPr>
          <a:xfrm>
            <a:off x="5385866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1083" name="tx1083"/>
          <p:cNvSpPr/>
          <p:nvPr/>
        </p:nvSpPr>
        <p:spPr>
          <a:xfrm>
            <a:off x="5926325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0.75</a:t>
            </a:r>
          </a:p>
        </p:txBody>
      </p:sp>
      <p:sp>
        <p:nvSpPr>
          <p:cNvPr id="1084" name="tx1084"/>
          <p:cNvSpPr/>
          <p:nvPr/>
        </p:nvSpPr>
        <p:spPr>
          <a:xfrm>
            <a:off x="6466785" y="41452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085" name="tx1085"/>
          <p:cNvSpPr/>
          <p:nvPr/>
        </p:nvSpPr>
        <p:spPr>
          <a:xfrm>
            <a:off x="4892884" y="4294411"/>
            <a:ext cx="1203480" cy="1016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False Positive Rate</a:t>
            </a:r>
          </a:p>
        </p:txBody>
      </p:sp>
      <p:sp>
        <p:nvSpPr>
          <p:cNvPr id="1086" name="tx1086"/>
          <p:cNvSpPr/>
          <p:nvPr/>
        </p:nvSpPr>
        <p:spPr>
          <a:xfrm rot="16200000">
            <a:off x="3325638" y="2558288"/>
            <a:ext cx="1149114" cy="1016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True Positive Rate</a:t>
            </a:r>
          </a:p>
        </p:txBody>
      </p:sp>
      <p:sp>
        <p:nvSpPr>
          <p:cNvPr id="1087" name="tx1087"/>
          <p:cNvSpPr/>
          <p:nvPr/>
        </p:nvSpPr>
        <p:spPr>
          <a:xfrm>
            <a:off x="4305613" y="906201"/>
            <a:ext cx="158390" cy="12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3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B.</a:t>
            </a:r>
          </a:p>
        </p:txBody>
      </p:sp>
      <p:sp>
        <p:nvSpPr>
          <p:cNvPr id="1088" name="pg1808">
            <a:extLst>
              <a:ext uri="{FF2B5EF4-FFF2-40B4-BE49-F238E27FC236}">
                <a16:creationId xmlns:a16="http://schemas.microsoft.com/office/drawing/2014/main" id="{24E65C2A-5E9A-28FB-3D54-7C03560C4D27}"/>
              </a:ext>
            </a:extLst>
          </p:cNvPr>
          <p:cNvSpPr/>
          <p:nvPr/>
        </p:nvSpPr>
        <p:spPr>
          <a:xfrm>
            <a:off x="5305425" y="3039650"/>
            <a:ext cx="2209800" cy="822095"/>
          </a:xfrm>
          <a:custGeom>
            <a:avLst/>
            <a:gdLst/>
            <a:ahLst/>
            <a:cxnLst/>
            <a:rect l="0" t="0" r="0" b="0"/>
            <a:pathLst>
              <a:path w="1215669" h="807562">
                <a:moveTo>
                  <a:pt x="1215669" y="807562"/>
                </a:moveTo>
                <a:lnTo>
                  <a:pt x="1215669" y="0"/>
                </a:lnTo>
                <a:lnTo>
                  <a:pt x="27318" y="0"/>
                </a:lnTo>
                <a:lnTo>
                  <a:pt x="30610" y="199"/>
                </a:lnTo>
                <a:lnTo>
                  <a:pt x="26218" y="22"/>
                </a:lnTo>
                <a:lnTo>
                  <a:pt x="21853" y="552"/>
                </a:lnTo>
                <a:lnTo>
                  <a:pt x="17630" y="1775"/>
                </a:lnTo>
                <a:lnTo>
                  <a:pt x="13659" y="3659"/>
                </a:lnTo>
                <a:lnTo>
                  <a:pt x="10040" y="6157"/>
                </a:lnTo>
                <a:lnTo>
                  <a:pt x="6870" y="9202"/>
                </a:lnTo>
                <a:lnTo>
                  <a:pt x="4229" y="12717"/>
                </a:lnTo>
                <a:lnTo>
                  <a:pt x="2186" y="16610"/>
                </a:lnTo>
                <a:lnTo>
                  <a:pt x="793" y="20780"/>
                </a:lnTo>
                <a:lnTo>
                  <a:pt x="88" y="25119"/>
                </a:lnTo>
                <a:lnTo>
                  <a:pt x="0" y="27318"/>
                </a:lnTo>
                <a:lnTo>
                  <a:pt x="0" y="807562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6775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89" name="tx1809">
            <a:extLst>
              <a:ext uri="{FF2B5EF4-FFF2-40B4-BE49-F238E27FC236}">
                <a16:creationId xmlns:a16="http://schemas.microsoft.com/office/drawing/2014/main" id="{63E3ED59-2217-F83E-1A3B-47C78204DBA5}"/>
              </a:ext>
            </a:extLst>
          </p:cNvPr>
          <p:cNvSpPr/>
          <p:nvPr/>
        </p:nvSpPr>
        <p:spPr>
          <a:xfrm>
            <a:off x="4959655" y="3097210"/>
            <a:ext cx="2113622" cy="139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Threshold = </a:t>
            </a:r>
            <a:r>
              <a:rPr lang="en-US"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0.0065</a:t>
            </a:r>
            <a:endParaRPr sz="1195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090" name="tx1810">
            <a:extLst>
              <a:ext uri="{FF2B5EF4-FFF2-40B4-BE49-F238E27FC236}">
                <a16:creationId xmlns:a16="http://schemas.microsoft.com/office/drawing/2014/main" id="{D873795B-9EA8-7093-B5AF-95C1AED69B71}"/>
              </a:ext>
            </a:extLst>
          </p:cNvPr>
          <p:cNvSpPr/>
          <p:nvPr/>
        </p:nvSpPr>
        <p:spPr>
          <a:xfrm>
            <a:off x="5381625" y="3330767"/>
            <a:ext cx="873178" cy="1123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AUC =</a:t>
            </a:r>
            <a:r>
              <a:rPr lang="en-US"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0.878</a:t>
            </a:r>
            <a:endParaRPr sz="1195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091" name="tx1811">
            <a:extLst>
              <a:ext uri="{FF2B5EF4-FFF2-40B4-BE49-F238E27FC236}">
                <a16:creationId xmlns:a16="http://schemas.microsoft.com/office/drawing/2014/main" id="{9A08CA21-BC10-5665-690E-28ADBA37B36D}"/>
              </a:ext>
            </a:extLst>
          </p:cNvPr>
          <p:cNvSpPr/>
          <p:nvPr/>
        </p:nvSpPr>
        <p:spPr>
          <a:xfrm>
            <a:off x="5350955" y="3541267"/>
            <a:ext cx="1176935" cy="1109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Precision =</a:t>
            </a:r>
            <a:r>
              <a:rPr lang="en-US"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0.81</a:t>
            </a:r>
            <a:endParaRPr sz="1195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092" name="tx1812">
            <a:extLst>
              <a:ext uri="{FF2B5EF4-FFF2-40B4-BE49-F238E27FC236}">
                <a16:creationId xmlns:a16="http://schemas.microsoft.com/office/drawing/2014/main" id="{B0389662-286A-4A80-7E12-430F270CC98A}"/>
              </a:ext>
            </a:extLst>
          </p:cNvPr>
          <p:cNvSpPr/>
          <p:nvPr/>
        </p:nvSpPr>
        <p:spPr>
          <a:xfrm>
            <a:off x="5350955" y="3759811"/>
            <a:ext cx="974480" cy="1109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Recall =</a:t>
            </a:r>
            <a:r>
              <a:rPr lang="en-US"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0.69</a:t>
            </a:r>
            <a:endParaRPr sz="1195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093" name="pg785">
            <a:extLst>
              <a:ext uri="{FF2B5EF4-FFF2-40B4-BE49-F238E27FC236}">
                <a16:creationId xmlns:a16="http://schemas.microsoft.com/office/drawing/2014/main" id="{1CB16939-7B93-5477-1F34-5332BDF33312}"/>
              </a:ext>
            </a:extLst>
          </p:cNvPr>
          <p:cNvSpPr/>
          <p:nvPr/>
        </p:nvSpPr>
        <p:spPr>
          <a:xfrm>
            <a:off x="624507" y="4018230"/>
            <a:ext cx="1002105" cy="360957"/>
          </a:xfrm>
          <a:custGeom>
            <a:avLst/>
            <a:gdLst/>
            <a:ahLst/>
            <a:cxnLst/>
            <a:rect l="0" t="0" r="0" b="0"/>
            <a:pathLst>
              <a:path w="649366" h="277422">
                <a:moveTo>
                  <a:pt x="649366" y="277422"/>
                </a:moveTo>
                <a:lnTo>
                  <a:pt x="649366" y="25236"/>
                </a:lnTo>
                <a:lnTo>
                  <a:pt x="649040" y="21188"/>
                </a:lnTo>
                <a:lnTo>
                  <a:pt x="648068" y="17245"/>
                </a:lnTo>
                <a:lnTo>
                  <a:pt x="646476" y="13508"/>
                </a:lnTo>
                <a:lnTo>
                  <a:pt x="644305" y="10075"/>
                </a:lnTo>
                <a:lnTo>
                  <a:pt x="641612" y="7035"/>
                </a:lnTo>
                <a:lnTo>
                  <a:pt x="638466" y="4467"/>
                </a:lnTo>
                <a:lnTo>
                  <a:pt x="634948" y="2436"/>
                </a:lnTo>
                <a:lnTo>
                  <a:pt x="631151" y="996"/>
                </a:lnTo>
                <a:lnTo>
                  <a:pt x="627172" y="184"/>
                </a:lnTo>
                <a:lnTo>
                  <a:pt x="624130" y="0"/>
                </a:lnTo>
                <a:lnTo>
                  <a:pt x="0" y="0"/>
                </a:lnTo>
                <a:lnTo>
                  <a:pt x="0" y="27742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6775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94" name="pg782">
            <a:extLst>
              <a:ext uri="{FF2B5EF4-FFF2-40B4-BE49-F238E27FC236}">
                <a16:creationId xmlns:a16="http://schemas.microsoft.com/office/drawing/2014/main" id="{A3835AA8-6639-9D98-0AA8-F6773E5F93FC}"/>
              </a:ext>
            </a:extLst>
          </p:cNvPr>
          <p:cNvSpPr/>
          <p:nvPr/>
        </p:nvSpPr>
        <p:spPr>
          <a:xfrm>
            <a:off x="809625" y="1095887"/>
            <a:ext cx="925905" cy="414382"/>
          </a:xfrm>
          <a:custGeom>
            <a:avLst/>
            <a:gdLst/>
            <a:ahLst/>
            <a:cxnLst/>
            <a:rect l="0" t="0" r="0" b="0"/>
            <a:pathLst>
              <a:path w="649366" h="386376">
                <a:moveTo>
                  <a:pt x="0" y="386376"/>
                </a:moveTo>
                <a:lnTo>
                  <a:pt x="624130" y="386376"/>
                </a:lnTo>
                <a:lnTo>
                  <a:pt x="623114" y="386356"/>
                </a:lnTo>
                <a:lnTo>
                  <a:pt x="627172" y="386192"/>
                </a:lnTo>
                <a:lnTo>
                  <a:pt x="631151" y="385380"/>
                </a:lnTo>
                <a:lnTo>
                  <a:pt x="634948" y="383939"/>
                </a:lnTo>
                <a:lnTo>
                  <a:pt x="638466" y="381909"/>
                </a:lnTo>
                <a:lnTo>
                  <a:pt x="641612" y="379340"/>
                </a:lnTo>
                <a:lnTo>
                  <a:pt x="644305" y="376300"/>
                </a:lnTo>
                <a:lnTo>
                  <a:pt x="646476" y="372867"/>
                </a:lnTo>
                <a:lnTo>
                  <a:pt x="648068" y="369131"/>
                </a:lnTo>
                <a:lnTo>
                  <a:pt x="649040" y="365188"/>
                </a:lnTo>
                <a:lnTo>
                  <a:pt x="649366" y="361139"/>
                </a:lnTo>
                <a:lnTo>
                  <a:pt x="649366" y="25236"/>
                </a:lnTo>
                <a:lnTo>
                  <a:pt x="649040" y="21188"/>
                </a:lnTo>
                <a:lnTo>
                  <a:pt x="648068" y="17245"/>
                </a:lnTo>
                <a:lnTo>
                  <a:pt x="646476" y="13508"/>
                </a:lnTo>
                <a:lnTo>
                  <a:pt x="644305" y="10075"/>
                </a:lnTo>
                <a:lnTo>
                  <a:pt x="641612" y="7035"/>
                </a:lnTo>
                <a:lnTo>
                  <a:pt x="638466" y="4467"/>
                </a:lnTo>
                <a:lnTo>
                  <a:pt x="634948" y="2436"/>
                </a:lnTo>
                <a:lnTo>
                  <a:pt x="631151" y="996"/>
                </a:lnTo>
                <a:lnTo>
                  <a:pt x="627172" y="184"/>
                </a:lnTo>
                <a:lnTo>
                  <a:pt x="62413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775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95" name="tx783">
            <a:extLst>
              <a:ext uri="{FF2B5EF4-FFF2-40B4-BE49-F238E27FC236}">
                <a16:creationId xmlns:a16="http://schemas.microsoft.com/office/drawing/2014/main" id="{553C1FCC-FB56-3A54-2E6D-B4C78DE3BB4A}"/>
              </a:ext>
            </a:extLst>
          </p:cNvPr>
          <p:cNvSpPr/>
          <p:nvPr/>
        </p:nvSpPr>
        <p:spPr>
          <a:xfrm>
            <a:off x="820756" y="1164311"/>
            <a:ext cx="872713" cy="10200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False Positive</a:t>
            </a:r>
          </a:p>
        </p:txBody>
      </p:sp>
      <p:sp>
        <p:nvSpPr>
          <p:cNvPr id="1096" name="tx784">
            <a:extLst>
              <a:ext uri="{FF2B5EF4-FFF2-40B4-BE49-F238E27FC236}">
                <a16:creationId xmlns:a16="http://schemas.microsoft.com/office/drawing/2014/main" id="{10AE9BEB-F08A-80F5-2B4C-0C56A4611914}"/>
              </a:ext>
            </a:extLst>
          </p:cNvPr>
          <p:cNvSpPr/>
          <p:nvPr/>
        </p:nvSpPr>
        <p:spPr>
          <a:xfrm>
            <a:off x="1085623" y="1336631"/>
            <a:ext cx="607846" cy="1315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8</a:t>
            </a: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(</a:t>
            </a: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6.0</a:t>
            </a: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%)</a:t>
            </a:r>
          </a:p>
        </p:txBody>
      </p:sp>
      <p:sp>
        <p:nvSpPr>
          <p:cNvPr id="1097" name="tx786">
            <a:extLst>
              <a:ext uri="{FF2B5EF4-FFF2-40B4-BE49-F238E27FC236}">
                <a16:creationId xmlns:a16="http://schemas.microsoft.com/office/drawing/2014/main" id="{2C03F5BD-B8F5-C289-C35E-1C519C3D0FB7}"/>
              </a:ext>
            </a:extLst>
          </p:cNvPr>
          <p:cNvSpPr/>
          <p:nvPr/>
        </p:nvSpPr>
        <p:spPr>
          <a:xfrm>
            <a:off x="703965" y="4030787"/>
            <a:ext cx="880586" cy="129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True Negative</a:t>
            </a:r>
          </a:p>
        </p:txBody>
      </p:sp>
      <p:sp>
        <p:nvSpPr>
          <p:cNvPr id="1098" name="tx787">
            <a:extLst>
              <a:ext uri="{FF2B5EF4-FFF2-40B4-BE49-F238E27FC236}">
                <a16:creationId xmlns:a16="http://schemas.microsoft.com/office/drawing/2014/main" id="{8B479119-8165-ADD4-A971-4008591CD157}"/>
              </a:ext>
            </a:extLst>
          </p:cNvPr>
          <p:cNvSpPr/>
          <p:nvPr/>
        </p:nvSpPr>
        <p:spPr>
          <a:xfrm>
            <a:off x="820756" y="4230969"/>
            <a:ext cx="763795" cy="1315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51</a:t>
            </a: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(</a:t>
            </a: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38.1</a:t>
            </a: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%)</a:t>
            </a:r>
          </a:p>
        </p:txBody>
      </p:sp>
      <p:sp>
        <p:nvSpPr>
          <p:cNvPr id="1099" name="pg788">
            <a:extLst>
              <a:ext uri="{FF2B5EF4-FFF2-40B4-BE49-F238E27FC236}">
                <a16:creationId xmlns:a16="http://schemas.microsoft.com/office/drawing/2014/main" id="{789906C3-E54E-5ADE-333D-EA719E7FFC60}"/>
              </a:ext>
            </a:extLst>
          </p:cNvPr>
          <p:cNvSpPr/>
          <p:nvPr/>
        </p:nvSpPr>
        <p:spPr>
          <a:xfrm>
            <a:off x="2176763" y="1369555"/>
            <a:ext cx="902274" cy="386376"/>
          </a:xfrm>
          <a:custGeom>
            <a:avLst/>
            <a:gdLst/>
            <a:ahLst/>
            <a:cxnLst/>
            <a:rect l="0" t="0" r="0" b="0"/>
            <a:pathLst>
              <a:path w="902274" h="386376">
                <a:moveTo>
                  <a:pt x="25236" y="386376"/>
                </a:moveTo>
                <a:lnTo>
                  <a:pt x="877037" y="386376"/>
                </a:lnTo>
                <a:lnTo>
                  <a:pt x="876021" y="386356"/>
                </a:lnTo>
                <a:lnTo>
                  <a:pt x="880079" y="386192"/>
                </a:lnTo>
                <a:lnTo>
                  <a:pt x="884059" y="385380"/>
                </a:lnTo>
                <a:lnTo>
                  <a:pt x="887856" y="383939"/>
                </a:lnTo>
                <a:lnTo>
                  <a:pt x="891373" y="381909"/>
                </a:lnTo>
                <a:lnTo>
                  <a:pt x="894519" y="379340"/>
                </a:lnTo>
                <a:lnTo>
                  <a:pt x="897213" y="376300"/>
                </a:lnTo>
                <a:lnTo>
                  <a:pt x="899383" y="372867"/>
                </a:lnTo>
                <a:lnTo>
                  <a:pt x="900975" y="369131"/>
                </a:lnTo>
                <a:lnTo>
                  <a:pt x="901947" y="365188"/>
                </a:lnTo>
                <a:lnTo>
                  <a:pt x="902274" y="361139"/>
                </a:lnTo>
                <a:lnTo>
                  <a:pt x="902274" y="25236"/>
                </a:lnTo>
                <a:lnTo>
                  <a:pt x="901947" y="21188"/>
                </a:lnTo>
                <a:lnTo>
                  <a:pt x="900975" y="17245"/>
                </a:lnTo>
                <a:lnTo>
                  <a:pt x="899383" y="13508"/>
                </a:lnTo>
                <a:lnTo>
                  <a:pt x="897213" y="10075"/>
                </a:lnTo>
                <a:lnTo>
                  <a:pt x="894519" y="7035"/>
                </a:lnTo>
                <a:lnTo>
                  <a:pt x="891373" y="4467"/>
                </a:lnTo>
                <a:lnTo>
                  <a:pt x="887856" y="2436"/>
                </a:lnTo>
                <a:lnTo>
                  <a:pt x="884059" y="996"/>
                </a:lnTo>
                <a:lnTo>
                  <a:pt x="880079" y="184"/>
                </a:lnTo>
                <a:lnTo>
                  <a:pt x="877037" y="0"/>
                </a:lnTo>
                <a:lnTo>
                  <a:pt x="25236" y="0"/>
                </a:lnTo>
                <a:lnTo>
                  <a:pt x="28278" y="184"/>
                </a:lnTo>
                <a:lnTo>
                  <a:pt x="24220" y="20"/>
                </a:lnTo>
                <a:lnTo>
                  <a:pt x="20188" y="510"/>
                </a:lnTo>
                <a:lnTo>
                  <a:pt x="16287" y="1639"/>
                </a:lnTo>
                <a:lnTo>
                  <a:pt x="12618" y="3381"/>
                </a:lnTo>
                <a:lnTo>
                  <a:pt x="9275" y="5688"/>
                </a:lnTo>
                <a:lnTo>
                  <a:pt x="6346" y="8501"/>
                </a:lnTo>
                <a:lnTo>
                  <a:pt x="3906" y="11748"/>
                </a:lnTo>
                <a:lnTo>
                  <a:pt x="2019" y="15344"/>
                </a:lnTo>
                <a:lnTo>
                  <a:pt x="733" y="19197"/>
                </a:lnTo>
                <a:lnTo>
                  <a:pt x="81" y="23205"/>
                </a:lnTo>
                <a:lnTo>
                  <a:pt x="0" y="25236"/>
                </a:lnTo>
                <a:lnTo>
                  <a:pt x="0" y="361139"/>
                </a:lnTo>
                <a:lnTo>
                  <a:pt x="81" y="359109"/>
                </a:lnTo>
                <a:lnTo>
                  <a:pt x="81" y="363170"/>
                </a:lnTo>
                <a:lnTo>
                  <a:pt x="733" y="367179"/>
                </a:lnTo>
                <a:lnTo>
                  <a:pt x="2019" y="371031"/>
                </a:lnTo>
                <a:lnTo>
                  <a:pt x="3906" y="374627"/>
                </a:lnTo>
                <a:lnTo>
                  <a:pt x="6346" y="377874"/>
                </a:lnTo>
                <a:lnTo>
                  <a:pt x="9275" y="380688"/>
                </a:lnTo>
                <a:lnTo>
                  <a:pt x="12618" y="382995"/>
                </a:lnTo>
                <a:lnTo>
                  <a:pt x="16287" y="384736"/>
                </a:lnTo>
                <a:lnTo>
                  <a:pt x="20188" y="385866"/>
                </a:lnTo>
                <a:lnTo>
                  <a:pt x="24220" y="386356"/>
                </a:lnTo>
                <a:close/>
              </a:path>
            </a:pathLst>
          </a:custGeom>
          <a:solidFill>
            <a:schemeClr val="bg1"/>
          </a:solidFill>
          <a:ln w="6775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00" name="tx789">
            <a:extLst>
              <a:ext uri="{FF2B5EF4-FFF2-40B4-BE49-F238E27FC236}">
                <a16:creationId xmlns:a16="http://schemas.microsoft.com/office/drawing/2014/main" id="{C796DD71-AF33-7830-30B9-5F7EB0B2FBDF}"/>
              </a:ext>
            </a:extLst>
          </p:cNvPr>
          <p:cNvSpPr/>
          <p:nvPr/>
        </p:nvSpPr>
        <p:spPr>
          <a:xfrm>
            <a:off x="2218824" y="1409973"/>
            <a:ext cx="818152" cy="102003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True Positive</a:t>
            </a:r>
          </a:p>
        </p:txBody>
      </p:sp>
      <p:sp>
        <p:nvSpPr>
          <p:cNvPr id="1101" name="tx790">
            <a:extLst>
              <a:ext uri="{FF2B5EF4-FFF2-40B4-BE49-F238E27FC236}">
                <a16:creationId xmlns:a16="http://schemas.microsoft.com/office/drawing/2014/main" id="{4137B7F7-77C1-26B0-3B23-B89D4D5A6D7E}"/>
              </a:ext>
            </a:extLst>
          </p:cNvPr>
          <p:cNvSpPr/>
          <p:nvPr/>
        </p:nvSpPr>
        <p:spPr>
          <a:xfrm>
            <a:off x="2273181" y="1582293"/>
            <a:ext cx="763795" cy="1315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34</a:t>
            </a: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(</a:t>
            </a: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25.4</a:t>
            </a: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%)</a:t>
            </a:r>
          </a:p>
        </p:txBody>
      </p:sp>
      <p:sp>
        <p:nvSpPr>
          <p:cNvPr id="1102" name="pg791">
            <a:extLst>
              <a:ext uri="{FF2B5EF4-FFF2-40B4-BE49-F238E27FC236}">
                <a16:creationId xmlns:a16="http://schemas.microsoft.com/office/drawing/2014/main" id="{5DC5E0FE-F45A-BA8A-41A3-053DCF471623}"/>
              </a:ext>
            </a:extLst>
          </p:cNvPr>
          <p:cNvSpPr/>
          <p:nvPr/>
        </p:nvSpPr>
        <p:spPr>
          <a:xfrm>
            <a:off x="3191989" y="4010714"/>
            <a:ext cx="1019270" cy="368861"/>
          </a:xfrm>
          <a:custGeom>
            <a:avLst/>
            <a:gdLst/>
            <a:ahLst/>
            <a:cxnLst/>
            <a:rect l="0" t="0" r="0" b="0"/>
            <a:pathLst>
              <a:path w="1019270" h="277422">
                <a:moveTo>
                  <a:pt x="1019270" y="277422"/>
                </a:moveTo>
                <a:lnTo>
                  <a:pt x="1019270" y="25236"/>
                </a:lnTo>
                <a:lnTo>
                  <a:pt x="1018943" y="21188"/>
                </a:lnTo>
                <a:lnTo>
                  <a:pt x="1017971" y="17245"/>
                </a:lnTo>
                <a:lnTo>
                  <a:pt x="1016379" y="13508"/>
                </a:lnTo>
                <a:lnTo>
                  <a:pt x="1014209" y="10075"/>
                </a:lnTo>
                <a:lnTo>
                  <a:pt x="1011516" y="7035"/>
                </a:lnTo>
                <a:lnTo>
                  <a:pt x="1008370" y="4467"/>
                </a:lnTo>
                <a:lnTo>
                  <a:pt x="1004852" y="2436"/>
                </a:lnTo>
                <a:lnTo>
                  <a:pt x="1001055" y="996"/>
                </a:lnTo>
                <a:lnTo>
                  <a:pt x="997075" y="184"/>
                </a:lnTo>
                <a:lnTo>
                  <a:pt x="994033" y="0"/>
                </a:lnTo>
                <a:lnTo>
                  <a:pt x="25236" y="0"/>
                </a:lnTo>
                <a:lnTo>
                  <a:pt x="28278" y="184"/>
                </a:lnTo>
                <a:lnTo>
                  <a:pt x="24220" y="20"/>
                </a:lnTo>
                <a:lnTo>
                  <a:pt x="20188" y="510"/>
                </a:lnTo>
                <a:lnTo>
                  <a:pt x="16287" y="1639"/>
                </a:lnTo>
                <a:lnTo>
                  <a:pt x="12618" y="3381"/>
                </a:lnTo>
                <a:lnTo>
                  <a:pt x="9275" y="5688"/>
                </a:lnTo>
                <a:lnTo>
                  <a:pt x="6346" y="8501"/>
                </a:lnTo>
                <a:lnTo>
                  <a:pt x="3906" y="11748"/>
                </a:lnTo>
                <a:lnTo>
                  <a:pt x="2019" y="15344"/>
                </a:lnTo>
                <a:lnTo>
                  <a:pt x="733" y="19197"/>
                </a:lnTo>
                <a:lnTo>
                  <a:pt x="81" y="23205"/>
                </a:lnTo>
                <a:lnTo>
                  <a:pt x="0" y="25236"/>
                </a:lnTo>
                <a:lnTo>
                  <a:pt x="0" y="277422"/>
                </a:lnTo>
                <a:close/>
              </a:path>
            </a:pathLst>
          </a:custGeom>
          <a:solidFill>
            <a:schemeClr val="bg1"/>
          </a:solidFill>
          <a:ln w="6775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03" name="tx792">
            <a:extLst>
              <a:ext uri="{FF2B5EF4-FFF2-40B4-BE49-F238E27FC236}">
                <a16:creationId xmlns:a16="http://schemas.microsoft.com/office/drawing/2014/main" id="{5F44BCE3-8116-70BD-6409-D39D44903298}"/>
              </a:ext>
            </a:extLst>
          </p:cNvPr>
          <p:cNvSpPr/>
          <p:nvPr/>
        </p:nvSpPr>
        <p:spPr>
          <a:xfrm>
            <a:off x="3234050" y="4023271"/>
            <a:ext cx="935148" cy="12986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False Negative</a:t>
            </a:r>
          </a:p>
        </p:txBody>
      </p:sp>
      <p:sp>
        <p:nvSpPr>
          <p:cNvPr id="1104" name="tx793">
            <a:extLst>
              <a:ext uri="{FF2B5EF4-FFF2-40B4-BE49-F238E27FC236}">
                <a16:creationId xmlns:a16="http://schemas.microsoft.com/office/drawing/2014/main" id="{700CB9C6-06E0-0357-12E7-AE43B6CAF956}"/>
              </a:ext>
            </a:extLst>
          </p:cNvPr>
          <p:cNvSpPr/>
          <p:nvPr/>
        </p:nvSpPr>
        <p:spPr>
          <a:xfrm>
            <a:off x="3561352" y="4223453"/>
            <a:ext cx="607846" cy="1315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15</a:t>
            </a: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(1</a:t>
            </a: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1.2</a:t>
            </a: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76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12</cp:revision>
  <dcterms:created xsi:type="dcterms:W3CDTF">2015-07-14T21:05:00Z</dcterms:created>
  <dcterms:modified xsi:type="dcterms:W3CDTF">2026-05-13T17:54:06Z</dcterms:modified>
</cp:coreProperties>
</file>