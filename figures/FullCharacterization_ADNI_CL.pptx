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70">
          <p15:clr>
            <a:srgbClr val="A4A3A4"/>
          </p15:clr>
        </p15:guide>
        <p15:guide id="2" pos="47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8" d="100"/>
          <a:sy n="68" d="100"/>
        </p:scale>
        <p:origin x="1578" y="6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2971800" y="1691481"/>
            <a:ext cx="9168567" cy="7315200"/>
            <a:chOff x="2971800" y="1691481"/>
            <a:chExt cx="9168567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3372163" y="4468818"/>
              <a:ext cx="4102047" cy="0"/>
            </a:xfrm>
            <a:custGeom>
              <a:avLst/>
              <a:gdLst/>
              <a:ahLst/>
              <a:cxnLst/>
              <a:rect l="0" t="0" r="0" b="0"/>
              <a:pathLst>
                <a:path w="4102047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3372163" y="3572172"/>
              <a:ext cx="4102047" cy="0"/>
            </a:xfrm>
            <a:custGeom>
              <a:avLst/>
              <a:gdLst/>
              <a:ahLst/>
              <a:cxnLst/>
              <a:rect l="0" t="0" r="0" b="0"/>
              <a:pathLst>
                <a:path w="4102047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3372163" y="2675525"/>
              <a:ext cx="4102047" cy="0"/>
            </a:xfrm>
            <a:custGeom>
              <a:avLst/>
              <a:gdLst/>
              <a:ahLst/>
              <a:cxnLst/>
              <a:rect l="0" t="0" r="0" b="0"/>
              <a:pathLst>
                <a:path w="4102047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3372163" y="1778878"/>
              <a:ext cx="4102047" cy="0"/>
            </a:xfrm>
            <a:custGeom>
              <a:avLst/>
              <a:gdLst/>
              <a:ahLst/>
              <a:cxnLst/>
              <a:rect l="0" t="0" r="0" b="0"/>
              <a:pathLst>
                <a:path w="4102047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4286998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5743753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7200508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3372163" y="4917142"/>
              <a:ext cx="4102047" cy="0"/>
            </a:xfrm>
            <a:custGeom>
              <a:avLst/>
              <a:gdLst/>
              <a:ahLst/>
              <a:cxnLst/>
              <a:rect l="0" t="0" r="0" b="0"/>
              <a:pathLst>
                <a:path w="4102047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3372163" y="4020495"/>
              <a:ext cx="4102047" cy="0"/>
            </a:xfrm>
            <a:custGeom>
              <a:avLst/>
              <a:gdLst/>
              <a:ahLst/>
              <a:cxnLst/>
              <a:rect l="0" t="0" r="0" b="0"/>
              <a:pathLst>
                <a:path w="4102047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3372163" y="3123848"/>
              <a:ext cx="4102047" cy="0"/>
            </a:xfrm>
            <a:custGeom>
              <a:avLst/>
              <a:gdLst/>
              <a:ahLst/>
              <a:cxnLst/>
              <a:rect l="0" t="0" r="0" b="0"/>
              <a:pathLst>
                <a:path w="4102047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3372163" y="2227202"/>
              <a:ext cx="4102047" cy="0"/>
            </a:xfrm>
            <a:custGeom>
              <a:avLst/>
              <a:gdLst/>
              <a:ahLst/>
              <a:cxnLst/>
              <a:rect l="0" t="0" r="0" b="0"/>
              <a:pathLst>
                <a:path w="4102047">
                  <a:moveTo>
                    <a:pt x="0" y="0"/>
                  </a:moveTo>
                  <a:lnTo>
                    <a:pt x="4102047" y="0"/>
                  </a:lnTo>
                  <a:lnTo>
                    <a:pt x="4102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3558620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5015375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6472130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3533794" y="3971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5723414" y="3226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3533794" y="4324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5668374" y="3015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3533794" y="2619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3533794" y="2619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3533794" y="422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5303836" y="4086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3533794" y="4216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5321385" y="3570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3533794" y="3061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5326969" y="2269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3533794" y="359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5023852" y="2899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3533794" y="4421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4583535" y="4282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3533794" y="4169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4445537" y="3726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3533794" y="4298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5180197" y="4356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3533794" y="2622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5053366" y="2460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3533794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3533794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3533794" y="349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5252785" y="3613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3533794" y="4025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5403546" y="4497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3533794" y="4233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5630086" y="3397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3533794" y="4225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5019864" y="4041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3533794" y="4212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4313921" y="4132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3533794" y="4458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4531686" y="4453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3533794" y="4044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4204639" y="3778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3533794" y="3073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7262928" y="3252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3533794" y="4264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5437846" y="4148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3533794" y="4279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5342125" y="4271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3533794" y="4304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4129658" y="4375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3533794" y="4023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4944882" y="3508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3533794" y="430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4766203" y="4452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3533794" y="3696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4446335" y="3422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4446335" y="3422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3533794" y="3504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4409642" y="3820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4409642" y="3820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3533794" y="397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4273239" y="3840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4273239" y="3840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3533794" y="4340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4171137" y="4281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3533794" y="4652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3533794" y="4652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3533794" y="2751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5350102" y="2190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3533794" y="4015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5840672" y="3472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3533794" y="4327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4561200" y="4337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3533794" y="4564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3533794" y="4564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3533794" y="4359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5286288" y="4478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3533794" y="4127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5348506" y="3925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3533794" y="4234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5242415" y="4353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3533794" y="4270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5115585" y="4353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3533794" y="4256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4924940" y="4225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3533794" y="4154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4506161" y="4221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3533794" y="4290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4282014" y="4290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3533794" y="4142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6760392" y="2612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3533794" y="3468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3533794" y="3468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3533794" y="4457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3533794" y="4457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3533794" y="2834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3533794" y="2834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3533794" y="4540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5259167" y="4142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3533794" y="3371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4120086" y="330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3533794" y="3763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4092965" y="3552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3533794" y="3820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4699198" y="3166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3533794" y="2159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4079404" y="2619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3533794" y="4193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4103334" y="4258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3533794" y="4139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4136837" y="4232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3533794" y="3466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4107323" y="3576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3533794" y="3378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4621824" y="3426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3533794" y="3175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4714354" y="2342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3533794" y="3945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5738570" y="310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3533794" y="4063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5366853" y="3359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3533794" y="4215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8"/>
            <p:cNvSpPr/>
            <p:nvPr/>
          </p:nvSpPr>
          <p:spPr>
            <a:xfrm>
              <a:off x="4443144" y="4277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9"/>
            <p:cNvSpPr/>
            <p:nvPr/>
          </p:nvSpPr>
          <p:spPr>
            <a:xfrm>
              <a:off x="3533794" y="4242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40"/>
            <p:cNvSpPr/>
            <p:nvPr/>
          </p:nvSpPr>
          <p:spPr>
            <a:xfrm>
              <a:off x="4409642" y="4189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t141"/>
            <p:cNvSpPr/>
            <p:nvPr/>
          </p:nvSpPr>
          <p:spPr>
            <a:xfrm>
              <a:off x="3533794" y="4140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t142"/>
            <p:cNvSpPr/>
            <p:nvPr/>
          </p:nvSpPr>
          <p:spPr>
            <a:xfrm>
              <a:off x="5275120" y="4332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t143"/>
            <p:cNvSpPr/>
            <p:nvPr/>
          </p:nvSpPr>
          <p:spPr>
            <a:xfrm>
              <a:off x="3533794" y="2899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t144"/>
            <p:cNvSpPr/>
            <p:nvPr/>
          </p:nvSpPr>
          <p:spPr>
            <a:xfrm>
              <a:off x="5097238" y="2993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t145"/>
            <p:cNvSpPr/>
            <p:nvPr/>
          </p:nvSpPr>
          <p:spPr>
            <a:xfrm>
              <a:off x="3533794" y="4073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t146"/>
            <p:cNvSpPr/>
            <p:nvPr/>
          </p:nvSpPr>
          <p:spPr>
            <a:xfrm>
              <a:off x="4970408" y="4077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t147"/>
            <p:cNvSpPr/>
            <p:nvPr/>
          </p:nvSpPr>
          <p:spPr>
            <a:xfrm>
              <a:off x="3533794" y="4100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5425881" y="419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t149"/>
            <p:cNvSpPr/>
            <p:nvPr/>
          </p:nvSpPr>
          <p:spPr>
            <a:xfrm>
              <a:off x="3533794" y="2353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t150"/>
            <p:cNvSpPr/>
            <p:nvPr/>
          </p:nvSpPr>
          <p:spPr>
            <a:xfrm>
              <a:off x="3533794" y="2353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t151"/>
            <p:cNvSpPr/>
            <p:nvPr/>
          </p:nvSpPr>
          <p:spPr>
            <a:xfrm>
              <a:off x="3533794" y="2721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t152"/>
            <p:cNvSpPr/>
            <p:nvPr/>
          </p:nvSpPr>
          <p:spPr>
            <a:xfrm>
              <a:off x="3533794" y="2721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t153"/>
            <p:cNvSpPr/>
            <p:nvPr/>
          </p:nvSpPr>
          <p:spPr>
            <a:xfrm>
              <a:off x="3533794" y="3734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3533794" y="3734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t155"/>
            <p:cNvSpPr/>
            <p:nvPr/>
          </p:nvSpPr>
          <p:spPr>
            <a:xfrm>
              <a:off x="3533794" y="4176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t156"/>
            <p:cNvSpPr/>
            <p:nvPr/>
          </p:nvSpPr>
          <p:spPr>
            <a:xfrm>
              <a:off x="5479325" y="4231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t157"/>
            <p:cNvSpPr/>
            <p:nvPr/>
          </p:nvSpPr>
          <p:spPr>
            <a:xfrm>
              <a:off x="3533794" y="4020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t158"/>
            <p:cNvSpPr/>
            <p:nvPr/>
          </p:nvSpPr>
          <p:spPr>
            <a:xfrm>
              <a:off x="5473741" y="4295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t159"/>
            <p:cNvSpPr/>
            <p:nvPr/>
          </p:nvSpPr>
          <p:spPr>
            <a:xfrm>
              <a:off x="3533794" y="4219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t160"/>
            <p:cNvSpPr/>
            <p:nvPr/>
          </p:nvSpPr>
          <p:spPr>
            <a:xfrm>
              <a:off x="5275120" y="4033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t161"/>
            <p:cNvSpPr/>
            <p:nvPr/>
          </p:nvSpPr>
          <p:spPr>
            <a:xfrm>
              <a:off x="3533794" y="4270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t162"/>
            <p:cNvSpPr/>
            <p:nvPr/>
          </p:nvSpPr>
          <p:spPr>
            <a:xfrm>
              <a:off x="5226462" y="425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t163"/>
            <p:cNvSpPr/>
            <p:nvPr/>
          </p:nvSpPr>
          <p:spPr>
            <a:xfrm>
              <a:off x="3533794" y="4138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t164"/>
            <p:cNvSpPr/>
            <p:nvPr/>
          </p:nvSpPr>
          <p:spPr>
            <a:xfrm>
              <a:off x="5544734" y="4073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t165"/>
            <p:cNvSpPr/>
            <p:nvPr/>
          </p:nvSpPr>
          <p:spPr>
            <a:xfrm>
              <a:off x="3533794" y="3889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t166"/>
            <p:cNvSpPr/>
            <p:nvPr/>
          </p:nvSpPr>
          <p:spPr>
            <a:xfrm>
              <a:off x="5275120" y="4007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t167"/>
            <p:cNvSpPr/>
            <p:nvPr/>
          </p:nvSpPr>
          <p:spPr>
            <a:xfrm>
              <a:off x="3533794" y="3825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t168"/>
            <p:cNvSpPr/>
            <p:nvPr/>
          </p:nvSpPr>
          <p:spPr>
            <a:xfrm>
              <a:off x="5232843" y="4030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t169"/>
            <p:cNvSpPr/>
            <p:nvPr/>
          </p:nvSpPr>
          <p:spPr>
            <a:xfrm>
              <a:off x="3533794" y="3847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t170"/>
            <p:cNvSpPr/>
            <p:nvPr/>
          </p:nvSpPr>
          <p:spPr>
            <a:xfrm>
              <a:off x="5232046" y="4022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t171"/>
            <p:cNvSpPr/>
            <p:nvPr/>
          </p:nvSpPr>
          <p:spPr>
            <a:xfrm>
              <a:off x="3533794" y="397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t172"/>
            <p:cNvSpPr/>
            <p:nvPr/>
          </p:nvSpPr>
          <p:spPr>
            <a:xfrm>
              <a:off x="5243213" y="3993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t173"/>
            <p:cNvSpPr/>
            <p:nvPr/>
          </p:nvSpPr>
          <p:spPr>
            <a:xfrm>
              <a:off x="3533794" y="3634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t174"/>
            <p:cNvSpPr/>
            <p:nvPr/>
          </p:nvSpPr>
          <p:spPr>
            <a:xfrm>
              <a:off x="5331755" y="2629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t175"/>
            <p:cNvSpPr/>
            <p:nvPr/>
          </p:nvSpPr>
          <p:spPr>
            <a:xfrm>
              <a:off x="3533794" y="2670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t176"/>
            <p:cNvSpPr/>
            <p:nvPr/>
          </p:nvSpPr>
          <p:spPr>
            <a:xfrm>
              <a:off x="4917761" y="2018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t177"/>
            <p:cNvSpPr/>
            <p:nvPr/>
          </p:nvSpPr>
          <p:spPr>
            <a:xfrm>
              <a:off x="3533794" y="2980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t178"/>
            <p:cNvSpPr/>
            <p:nvPr/>
          </p:nvSpPr>
          <p:spPr>
            <a:xfrm>
              <a:off x="5453002" y="2353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t179"/>
            <p:cNvSpPr/>
            <p:nvPr/>
          </p:nvSpPr>
          <p:spPr>
            <a:xfrm>
              <a:off x="3533794" y="4501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t180"/>
            <p:cNvSpPr/>
            <p:nvPr/>
          </p:nvSpPr>
          <p:spPr>
            <a:xfrm>
              <a:off x="5371639" y="4617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t181"/>
            <p:cNvSpPr/>
            <p:nvPr/>
          </p:nvSpPr>
          <p:spPr>
            <a:xfrm>
              <a:off x="3533794" y="4393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t182"/>
            <p:cNvSpPr/>
            <p:nvPr/>
          </p:nvSpPr>
          <p:spPr>
            <a:xfrm>
              <a:off x="5174613" y="4534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t183"/>
            <p:cNvSpPr/>
            <p:nvPr/>
          </p:nvSpPr>
          <p:spPr>
            <a:xfrm>
              <a:off x="3533794" y="4204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t184"/>
            <p:cNvSpPr/>
            <p:nvPr/>
          </p:nvSpPr>
          <p:spPr>
            <a:xfrm>
              <a:off x="5304634" y="4208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t185"/>
            <p:cNvSpPr/>
            <p:nvPr/>
          </p:nvSpPr>
          <p:spPr>
            <a:xfrm>
              <a:off x="3533794" y="4269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t186"/>
            <p:cNvSpPr/>
            <p:nvPr/>
          </p:nvSpPr>
          <p:spPr>
            <a:xfrm>
              <a:off x="4108121" y="4301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t187"/>
            <p:cNvSpPr/>
            <p:nvPr/>
          </p:nvSpPr>
          <p:spPr>
            <a:xfrm>
              <a:off x="3533794" y="4371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t188"/>
            <p:cNvSpPr/>
            <p:nvPr/>
          </p:nvSpPr>
          <p:spPr>
            <a:xfrm>
              <a:off x="4065844" y="4363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t189"/>
            <p:cNvSpPr/>
            <p:nvPr/>
          </p:nvSpPr>
          <p:spPr>
            <a:xfrm>
              <a:off x="3533794" y="4093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t190"/>
            <p:cNvSpPr/>
            <p:nvPr/>
          </p:nvSpPr>
          <p:spPr>
            <a:xfrm>
              <a:off x="4044306" y="4226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t191"/>
            <p:cNvSpPr/>
            <p:nvPr/>
          </p:nvSpPr>
          <p:spPr>
            <a:xfrm>
              <a:off x="3533794" y="4677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t192"/>
            <p:cNvSpPr/>
            <p:nvPr/>
          </p:nvSpPr>
          <p:spPr>
            <a:xfrm>
              <a:off x="3533794" y="4677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t193"/>
            <p:cNvSpPr/>
            <p:nvPr/>
          </p:nvSpPr>
          <p:spPr>
            <a:xfrm>
              <a:off x="3533794" y="3390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t194"/>
            <p:cNvSpPr/>
            <p:nvPr/>
          </p:nvSpPr>
          <p:spPr>
            <a:xfrm>
              <a:off x="5292669" y="3332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t195"/>
            <p:cNvSpPr/>
            <p:nvPr/>
          </p:nvSpPr>
          <p:spPr>
            <a:xfrm>
              <a:off x="3533794" y="4466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t196"/>
            <p:cNvSpPr/>
            <p:nvPr/>
          </p:nvSpPr>
          <p:spPr>
            <a:xfrm>
              <a:off x="5497672" y="4489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t197"/>
            <p:cNvSpPr/>
            <p:nvPr/>
          </p:nvSpPr>
          <p:spPr>
            <a:xfrm>
              <a:off x="3533794" y="4108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t198"/>
            <p:cNvSpPr/>
            <p:nvPr/>
          </p:nvSpPr>
          <p:spPr>
            <a:xfrm>
              <a:off x="5496076" y="3263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t199"/>
            <p:cNvSpPr/>
            <p:nvPr/>
          </p:nvSpPr>
          <p:spPr>
            <a:xfrm>
              <a:off x="3533794" y="4264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t200"/>
            <p:cNvSpPr/>
            <p:nvPr/>
          </p:nvSpPr>
          <p:spPr>
            <a:xfrm>
              <a:off x="5092452" y="4361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3533794" y="4056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4995136" y="4162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3533794" y="4208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4473456" y="4255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3533794" y="4375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5571855" y="4634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3533794" y="4458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5499267" y="4518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t209"/>
            <p:cNvSpPr/>
            <p:nvPr/>
          </p:nvSpPr>
          <p:spPr>
            <a:xfrm>
              <a:off x="3533794" y="3433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t210"/>
            <p:cNvSpPr/>
            <p:nvPr/>
          </p:nvSpPr>
          <p:spPr>
            <a:xfrm>
              <a:off x="5271929" y="3148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t211"/>
            <p:cNvSpPr/>
            <p:nvPr/>
          </p:nvSpPr>
          <p:spPr>
            <a:xfrm>
              <a:off x="3533794" y="3198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t212"/>
            <p:cNvSpPr/>
            <p:nvPr/>
          </p:nvSpPr>
          <p:spPr>
            <a:xfrm>
              <a:off x="5097238" y="279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t213"/>
            <p:cNvSpPr/>
            <p:nvPr/>
          </p:nvSpPr>
          <p:spPr>
            <a:xfrm>
              <a:off x="3533794" y="2768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t214"/>
            <p:cNvSpPr/>
            <p:nvPr/>
          </p:nvSpPr>
          <p:spPr>
            <a:xfrm>
              <a:off x="4116895" y="3107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t215"/>
            <p:cNvSpPr/>
            <p:nvPr/>
          </p:nvSpPr>
          <p:spPr>
            <a:xfrm>
              <a:off x="3533794" y="277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t216"/>
            <p:cNvSpPr/>
            <p:nvPr/>
          </p:nvSpPr>
          <p:spPr>
            <a:xfrm>
              <a:off x="5287085" y="2090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t217"/>
            <p:cNvSpPr/>
            <p:nvPr/>
          </p:nvSpPr>
          <p:spPr>
            <a:xfrm>
              <a:off x="3533794" y="3625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t218"/>
            <p:cNvSpPr/>
            <p:nvPr/>
          </p:nvSpPr>
          <p:spPr>
            <a:xfrm>
              <a:off x="5271132" y="3024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t219"/>
            <p:cNvSpPr/>
            <p:nvPr/>
          </p:nvSpPr>
          <p:spPr>
            <a:xfrm>
              <a:off x="3533794" y="4225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t220"/>
            <p:cNvSpPr/>
            <p:nvPr/>
          </p:nvSpPr>
          <p:spPr>
            <a:xfrm>
              <a:off x="5291074" y="3805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t221"/>
            <p:cNvSpPr/>
            <p:nvPr/>
          </p:nvSpPr>
          <p:spPr>
            <a:xfrm>
              <a:off x="3533794" y="4317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t222"/>
            <p:cNvSpPr/>
            <p:nvPr/>
          </p:nvSpPr>
          <p:spPr>
            <a:xfrm>
              <a:off x="5169029" y="3590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t223"/>
            <p:cNvSpPr/>
            <p:nvPr/>
          </p:nvSpPr>
          <p:spPr>
            <a:xfrm>
              <a:off x="3533794" y="3379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t224"/>
            <p:cNvSpPr/>
            <p:nvPr/>
          </p:nvSpPr>
          <p:spPr>
            <a:xfrm>
              <a:off x="4711163" y="2988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t225"/>
            <p:cNvSpPr/>
            <p:nvPr/>
          </p:nvSpPr>
          <p:spPr>
            <a:xfrm>
              <a:off x="3533794" y="3277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t226"/>
            <p:cNvSpPr/>
            <p:nvPr/>
          </p:nvSpPr>
          <p:spPr>
            <a:xfrm>
              <a:off x="5470551" y="2682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227"/>
            <p:cNvSpPr/>
            <p:nvPr/>
          </p:nvSpPr>
          <p:spPr>
            <a:xfrm>
              <a:off x="3533794" y="3744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t228"/>
            <p:cNvSpPr/>
            <p:nvPr/>
          </p:nvSpPr>
          <p:spPr>
            <a:xfrm>
              <a:off x="4728712" y="3347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t229"/>
            <p:cNvSpPr/>
            <p:nvPr/>
          </p:nvSpPr>
          <p:spPr>
            <a:xfrm>
              <a:off x="3533794" y="2823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t230"/>
            <p:cNvSpPr/>
            <p:nvPr/>
          </p:nvSpPr>
          <p:spPr>
            <a:xfrm>
              <a:off x="5372436" y="2811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t231"/>
            <p:cNvSpPr/>
            <p:nvPr/>
          </p:nvSpPr>
          <p:spPr>
            <a:xfrm>
              <a:off x="3533794" y="4092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t232"/>
            <p:cNvSpPr/>
            <p:nvPr/>
          </p:nvSpPr>
          <p:spPr>
            <a:xfrm>
              <a:off x="5271132" y="4236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t233"/>
            <p:cNvSpPr/>
            <p:nvPr/>
          </p:nvSpPr>
          <p:spPr>
            <a:xfrm>
              <a:off x="3533794" y="3193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t234"/>
            <p:cNvSpPr/>
            <p:nvPr/>
          </p:nvSpPr>
          <p:spPr>
            <a:xfrm>
              <a:off x="5315802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t235"/>
            <p:cNvSpPr/>
            <p:nvPr/>
          </p:nvSpPr>
          <p:spPr>
            <a:xfrm>
              <a:off x="3533794" y="4097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236"/>
            <p:cNvSpPr/>
            <p:nvPr/>
          </p:nvSpPr>
          <p:spPr>
            <a:xfrm>
              <a:off x="4762215" y="3841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t237"/>
            <p:cNvSpPr/>
            <p:nvPr/>
          </p:nvSpPr>
          <p:spPr>
            <a:xfrm>
              <a:off x="3533794" y="4136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t238"/>
            <p:cNvSpPr/>
            <p:nvPr/>
          </p:nvSpPr>
          <p:spPr>
            <a:xfrm>
              <a:off x="4377735" y="4343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l239"/>
            <p:cNvSpPr/>
            <p:nvPr/>
          </p:nvSpPr>
          <p:spPr>
            <a:xfrm>
              <a:off x="3558620" y="3251514"/>
              <a:ext cx="2189619" cy="744954"/>
            </a:xfrm>
            <a:custGeom>
              <a:avLst/>
              <a:gdLst/>
              <a:ahLst/>
              <a:cxnLst/>
              <a:rect l="0" t="0" r="0" b="0"/>
              <a:pathLst>
                <a:path w="2189619" h="744954">
                  <a:moveTo>
                    <a:pt x="0" y="744954"/>
                  </a:moveTo>
                  <a:lnTo>
                    <a:pt x="21896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l240"/>
            <p:cNvSpPr/>
            <p:nvPr/>
          </p:nvSpPr>
          <p:spPr>
            <a:xfrm>
              <a:off x="3558620" y="3040221"/>
              <a:ext cx="2134580" cy="1308726"/>
            </a:xfrm>
            <a:custGeom>
              <a:avLst/>
              <a:gdLst/>
              <a:ahLst/>
              <a:cxnLst/>
              <a:rect l="0" t="0" r="0" b="0"/>
              <a:pathLst>
                <a:path w="2134580" h="1308726">
                  <a:moveTo>
                    <a:pt x="0" y="1308726"/>
                  </a:moveTo>
                  <a:lnTo>
                    <a:pt x="213458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l241"/>
            <p:cNvSpPr/>
            <p:nvPr/>
          </p:nvSpPr>
          <p:spPr>
            <a:xfrm>
              <a:off x="3558620" y="264461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l242"/>
            <p:cNvSpPr/>
            <p:nvPr/>
          </p:nvSpPr>
          <p:spPr>
            <a:xfrm>
              <a:off x="3558620" y="4111481"/>
              <a:ext cx="1770042" cy="134602"/>
            </a:xfrm>
            <a:custGeom>
              <a:avLst/>
              <a:gdLst/>
              <a:ahLst/>
              <a:cxnLst/>
              <a:rect l="0" t="0" r="0" b="0"/>
              <a:pathLst>
                <a:path w="1770042" h="134602">
                  <a:moveTo>
                    <a:pt x="0" y="134602"/>
                  </a:moveTo>
                  <a:lnTo>
                    <a:pt x="17700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l243"/>
            <p:cNvSpPr/>
            <p:nvPr/>
          </p:nvSpPr>
          <p:spPr>
            <a:xfrm>
              <a:off x="3558620" y="3595664"/>
              <a:ext cx="1787591" cy="646058"/>
            </a:xfrm>
            <a:custGeom>
              <a:avLst/>
              <a:gdLst/>
              <a:ahLst/>
              <a:cxnLst/>
              <a:rect l="0" t="0" r="0" b="0"/>
              <a:pathLst>
                <a:path w="1787591" h="646058">
                  <a:moveTo>
                    <a:pt x="0" y="646058"/>
                  </a:moveTo>
                  <a:lnTo>
                    <a:pt x="17875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l244"/>
            <p:cNvSpPr/>
            <p:nvPr/>
          </p:nvSpPr>
          <p:spPr>
            <a:xfrm>
              <a:off x="3558620" y="2294115"/>
              <a:ext cx="1793174" cy="791756"/>
            </a:xfrm>
            <a:custGeom>
              <a:avLst/>
              <a:gdLst/>
              <a:ahLst/>
              <a:cxnLst/>
              <a:rect l="0" t="0" r="0" b="0"/>
              <a:pathLst>
                <a:path w="1793174" h="791756">
                  <a:moveTo>
                    <a:pt x="0" y="791756"/>
                  </a:moveTo>
                  <a:lnTo>
                    <a:pt x="17931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l245"/>
            <p:cNvSpPr/>
            <p:nvPr/>
          </p:nvSpPr>
          <p:spPr>
            <a:xfrm>
              <a:off x="3558620" y="2924375"/>
              <a:ext cx="1490058" cy="692737"/>
            </a:xfrm>
            <a:custGeom>
              <a:avLst/>
              <a:gdLst/>
              <a:ahLst/>
              <a:cxnLst/>
              <a:rect l="0" t="0" r="0" b="0"/>
              <a:pathLst>
                <a:path w="1490058" h="692737">
                  <a:moveTo>
                    <a:pt x="0" y="692737"/>
                  </a:moveTo>
                  <a:lnTo>
                    <a:pt x="1490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l246"/>
            <p:cNvSpPr/>
            <p:nvPr/>
          </p:nvSpPr>
          <p:spPr>
            <a:xfrm>
              <a:off x="3558620" y="4307568"/>
              <a:ext cx="1049741" cy="138374"/>
            </a:xfrm>
            <a:custGeom>
              <a:avLst/>
              <a:gdLst/>
              <a:ahLst/>
              <a:cxnLst/>
              <a:rect l="0" t="0" r="0" b="0"/>
              <a:pathLst>
                <a:path w="1049741" h="138374">
                  <a:moveTo>
                    <a:pt x="0" y="138374"/>
                  </a:moveTo>
                  <a:lnTo>
                    <a:pt x="10497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l247"/>
            <p:cNvSpPr/>
            <p:nvPr/>
          </p:nvSpPr>
          <p:spPr>
            <a:xfrm>
              <a:off x="3558620" y="3751197"/>
              <a:ext cx="911743" cy="442829"/>
            </a:xfrm>
            <a:custGeom>
              <a:avLst/>
              <a:gdLst/>
              <a:ahLst/>
              <a:cxnLst/>
              <a:rect l="0" t="0" r="0" b="0"/>
              <a:pathLst>
                <a:path w="911743" h="442829">
                  <a:moveTo>
                    <a:pt x="0" y="442829"/>
                  </a:moveTo>
                  <a:lnTo>
                    <a:pt x="91174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l248"/>
            <p:cNvSpPr/>
            <p:nvPr/>
          </p:nvSpPr>
          <p:spPr>
            <a:xfrm>
              <a:off x="3558620" y="4323029"/>
              <a:ext cx="1646402" cy="58541"/>
            </a:xfrm>
            <a:custGeom>
              <a:avLst/>
              <a:gdLst/>
              <a:ahLst/>
              <a:cxnLst/>
              <a:rect l="0" t="0" r="0" b="0"/>
              <a:pathLst>
                <a:path w="1646402" h="58541">
                  <a:moveTo>
                    <a:pt x="0" y="0"/>
                  </a:moveTo>
                  <a:lnTo>
                    <a:pt x="1646402" y="585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249"/>
            <p:cNvSpPr/>
            <p:nvPr/>
          </p:nvSpPr>
          <p:spPr>
            <a:xfrm>
              <a:off x="3558620" y="2485299"/>
              <a:ext cx="1519572" cy="162045"/>
            </a:xfrm>
            <a:custGeom>
              <a:avLst/>
              <a:gdLst/>
              <a:ahLst/>
              <a:cxnLst/>
              <a:rect l="0" t="0" r="0" b="0"/>
              <a:pathLst>
                <a:path w="1519572" h="162045">
                  <a:moveTo>
                    <a:pt x="0" y="162045"/>
                  </a:moveTo>
                  <a:lnTo>
                    <a:pt x="15195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250"/>
            <p:cNvSpPr/>
            <p:nvPr/>
          </p:nvSpPr>
          <p:spPr>
            <a:xfrm>
              <a:off x="3558620" y="47947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251"/>
            <p:cNvSpPr/>
            <p:nvPr/>
          </p:nvSpPr>
          <p:spPr>
            <a:xfrm>
              <a:off x="3558620" y="3520135"/>
              <a:ext cx="1718991" cy="118259"/>
            </a:xfrm>
            <a:custGeom>
              <a:avLst/>
              <a:gdLst/>
              <a:ahLst/>
              <a:cxnLst/>
              <a:rect l="0" t="0" r="0" b="0"/>
              <a:pathLst>
                <a:path w="1718991" h="118259">
                  <a:moveTo>
                    <a:pt x="0" y="0"/>
                  </a:moveTo>
                  <a:lnTo>
                    <a:pt x="1718991" y="11825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252"/>
            <p:cNvSpPr/>
            <p:nvPr/>
          </p:nvSpPr>
          <p:spPr>
            <a:xfrm>
              <a:off x="3558620" y="4049917"/>
              <a:ext cx="1869751" cy="472556"/>
            </a:xfrm>
            <a:custGeom>
              <a:avLst/>
              <a:gdLst/>
              <a:ahLst/>
              <a:cxnLst/>
              <a:rect l="0" t="0" r="0" b="0"/>
              <a:pathLst>
                <a:path w="1869751" h="472556">
                  <a:moveTo>
                    <a:pt x="0" y="0"/>
                  </a:moveTo>
                  <a:lnTo>
                    <a:pt x="1869751" y="4725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253"/>
            <p:cNvSpPr/>
            <p:nvPr/>
          </p:nvSpPr>
          <p:spPr>
            <a:xfrm>
              <a:off x="3558620" y="3422377"/>
              <a:ext cx="2096291" cy="836036"/>
            </a:xfrm>
            <a:custGeom>
              <a:avLst/>
              <a:gdLst/>
              <a:ahLst/>
              <a:cxnLst/>
              <a:rect l="0" t="0" r="0" b="0"/>
              <a:pathLst>
                <a:path w="2096291" h="836036">
                  <a:moveTo>
                    <a:pt x="0" y="836036"/>
                  </a:moveTo>
                  <a:lnTo>
                    <a:pt x="20962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254"/>
            <p:cNvSpPr/>
            <p:nvPr/>
          </p:nvSpPr>
          <p:spPr>
            <a:xfrm>
              <a:off x="3558620" y="4066165"/>
              <a:ext cx="1486069" cy="183942"/>
            </a:xfrm>
            <a:custGeom>
              <a:avLst/>
              <a:gdLst/>
              <a:ahLst/>
              <a:cxnLst/>
              <a:rect l="0" t="0" r="0" b="0"/>
              <a:pathLst>
                <a:path w="1486069" h="183942">
                  <a:moveTo>
                    <a:pt x="0" y="183942"/>
                  </a:moveTo>
                  <a:lnTo>
                    <a:pt x="14860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255"/>
            <p:cNvSpPr/>
            <p:nvPr/>
          </p:nvSpPr>
          <p:spPr>
            <a:xfrm>
              <a:off x="3558620" y="4157260"/>
              <a:ext cx="780126" cy="80461"/>
            </a:xfrm>
            <a:custGeom>
              <a:avLst/>
              <a:gdLst/>
              <a:ahLst/>
              <a:cxnLst/>
              <a:rect l="0" t="0" r="0" b="0"/>
              <a:pathLst>
                <a:path w="780126" h="80461">
                  <a:moveTo>
                    <a:pt x="0" y="80461"/>
                  </a:moveTo>
                  <a:lnTo>
                    <a:pt x="7801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256"/>
            <p:cNvSpPr/>
            <p:nvPr/>
          </p:nvSpPr>
          <p:spPr>
            <a:xfrm>
              <a:off x="3558620" y="4478695"/>
              <a:ext cx="997892" cy="4160"/>
            </a:xfrm>
            <a:custGeom>
              <a:avLst/>
              <a:gdLst/>
              <a:ahLst/>
              <a:cxnLst/>
              <a:rect l="0" t="0" r="0" b="0"/>
              <a:pathLst>
                <a:path w="997892" h="4160">
                  <a:moveTo>
                    <a:pt x="0" y="4160"/>
                  </a:moveTo>
                  <a:lnTo>
                    <a:pt x="9978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257"/>
            <p:cNvSpPr/>
            <p:nvPr/>
          </p:nvSpPr>
          <p:spPr>
            <a:xfrm>
              <a:off x="3558620" y="3803201"/>
              <a:ext cx="670845" cy="265867"/>
            </a:xfrm>
            <a:custGeom>
              <a:avLst/>
              <a:gdLst/>
              <a:ahLst/>
              <a:cxnLst/>
              <a:rect l="0" t="0" r="0" b="0"/>
              <a:pathLst>
                <a:path w="670845" h="265867">
                  <a:moveTo>
                    <a:pt x="0" y="265867"/>
                  </a:moveTo>
                  <a:lnTo>
                    <a:pt x="6708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258"/>
            <p:cNvSpPr/>
            <p:nvPr/>
          </p:nvSpPr>
          <p:spPr>
            <a:xfrm>
              <a:off x="3558620" y="3098570"/>
              <a:ext cx="3729133" cy="178640"/>
            </a:xfrm>
            <a:custGeom>
              <a:avLst/>
              <a:gdLst/>
              <a:ahLst/>
              <a:cxnLst/>
              <a:rect l="0" t="0" r="0" b="0"/>
              <a:pathLst>
                <a:path w="3729133" h="178640">
                  <a:moveTo>
                    <a:pt x="0" y="0"/>
                  </a:moveTo>
                  <a:lnTo>
                    <a:pt x="3729133" y="1786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259"/>
            <p:cNvSpPr/>
            <p:nvPr/>
          </p:nvSpPr>
          <p:spPr>
            <a:xfrm>
              <a:off x="3558620" y="4173581"/>
              <a:ext cx="1904051" cy="115883"/>
            </a:xfrm>
            <a:custGeom>
              <a:avLst/>
              <a:gdLst/>
              <a:ahLst/>
              <a:cxnLst/>
              <a:rect l="0" t="0" r="0" b="0"/>
              <a:pathLst>
                <a:path w="1904051" h="115883">
                  <a:moveTo>
                    <a:pt x="0" y="115883"/>
                  </a:moveTo>
                  <a:lnTo>
                    <a:pt x="19040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260"/>
            <p:cNvSpPr/>
            <p:nvPr/>
          </p:nvSpPr>
          <p:spPr>
            <a:xfrm>
              <a:off x="3558620" y="4296173"/>
              <a:ext cx="1808330" cy="8546"/>
            </a:xfrm>
            <a:custGeom>
              <a:avLst/>
              <a:gdLst/>
              <a:ahLst/>
              <a:cxnLst/>
              <a:rect l="0" t="0" r="0" b="0"/>
              <a:pathLst>
                <a:path w="1808330" h="8546">
                  <a:moveTo>
                    <a:pt x="0" y="8546"/>
                  </a:moveTo>
                  <a:lnTo>
                    <a:pt x="18083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261"/>
            <p:cNvSpPr/>
            <p:nvPr/>
          </p:nvSpPr>
          <p:spPr>
            <a:xfrm>
              <a:off x="3558620" y="4329459"/>
              <a:ext cx="595863" cy="71133"/>
            </a:xfrm>
            <a:custGeom>
              <a:avLst/>
              <a:gdLst/>
              <a:ahLst/>
              <a:cxnLst/>
              <a:rect l="0" t="0" r="0" b="0"/>
              <a:pathLst>
                <a:path w="595863" h="71133">
                  <a:moveTo>
                    <a:pt x="0" y="0"/>
                  </a:moveTo>
                  <a:lnTo>
                    <a:pt x="595863" y="711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262"/>
            <p:cNvSpPr/>
            <p:nvPr/>
          </p:nvSpPr>
          <p:spPr>
            <a:xfrm>
              <a:off x="3558620" y="3533605"/>
              <a:ext cx="1411088" cy="514604"/>
            </a:xfrm>
            <a:custGeom>
              <a:avLst/>
              <a:gdLst/>
              <a:ahLst/>
              <a:cxnLst/>
              <a:rect l="0" t="0" r="0" b="0"/>
              <a:pathLst>
                <a:path w="1411088" h="514604">
                  <a:moveTo>
                    <a:pt x="0" y="514604"/>
                  </a:moveTo>
                  <a:lnTo>
                    <a:pt x="14110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263"/>
            <p:cNvSpPr/>
            <p:nvPr/>
          </p:nvSpPr>
          <p:spPr>
            <a:xfrm>
              <a:off x="3558620" y="4332216"/>
              <a:ext cx="1232408" cy="144839"/>
            </a:xfrm>
            <a:custGeom>
              <a:avLst/>
              <a:gdLst/>
              <a:ahLst/>
              <a:cxnLst/>
              <a:rect l="0" t="0" r="0" b="0"/>
              <a:pathLst>
                <a:path w="1232408" h="144839">
                  <a:moveTo>
                    <a:pt x="0" y="0"/>
                  </a:moveTo>
                  <a:lnTo>
                    <a:pt x="1232408" y="1448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264"/>
            <p:cNvSpPr/>
            <p:nvPr/>
          </p:nvSpPr>
          <p:spPr>
            <a:xfrm>
              <a:off x="3558620" y="3447683"/>
              <a:ext cx="912540" cy="274051"/>
            </a:xfrm>
            <a:custGeom>
              <a:avLst/>
              <a:gdLst/>
              <a:ahLst/>
              <a:cxnLst/>
              <a:rect l="0" t="0" r="0" b="0"/>
              <a:pathLst>
                <a:path w="912540" h="274051">
                  <a:moveTo>
                    <a:pt x="0" y="274051"/>
                  </a:moveTo>
                  <a:lnTo>
                    <a:pt x="912540" y="0"/>
                  </a:lnTo>
                  <a:lnTo>
                    <a:pt x="9125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l265"/>
            <p:cNvSpPr/>
            <p:nvPr/>
          </p:nvSpPr>
          <p:spPr>
            <a:xfrm>
              <a:off x="3558620" y="3529079"/>
              <a:ext cx="875847" cy="315918"/>
            </a:xfrm>
            <a:custGeom>
              <a:avLst/>
              <a:gdLst/>
              <a:ahLst/>
              <a:cxnLst/>
              <a:rect l="0" t="0" r="0" b="0"/>
              <a:pathLst>
                <a:path w="875847" h="315918">
                  <a:moveTo>
                    <a:pt x="0" y="0"/>
                  </a:moveTo>
                  <a:lnTo>
                    <a:pt x="875847" y="315918"/>
                  </a:lnTo>
                  <a:lnTo>
                    <a:pt x="875847" y="3159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l266"/>
            <p:cNvSpPr/>
            <p:nvPr/>
          </p:nvSpPr>
          <p:spPr>
            <a:xfrm>
              <a:off x="3558620" y="3865710"/>
              <a:ext cx="739445" cy="137362"/>
            </a:xfrm>
            <a:custGeom>
              <a:avLst/>
              <a:gdLst/>
              <a:ahLst/>
              <a:cxnLst/>
              <a:rect l="0" t="0" r="0" b="0"/>
              <a:pathLst>
                <a:path w="739445" h="137362">
                  <a:moveTo>
                    <a:pt x="0" y="137362"/>
                  </a:moveTo>
                  <a:lnTo>
                    <a:pt x="739445" y="0"/>
                  </a:lnTo>
                  <a:lnTo>
                    <a:pt x="7394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l267"/>
            <p:cNvSpPr/>
            <p:nvPr/>
          </p:nvSpPr>
          <p:spPr>
            <a:xfrm>
              <a:off x="3558620" y="4306119"/>
              <a:ext cx="637342" cy="59365"/>
            </a:xfrm>
            <a:custGeom>
              <a:avLst/>
              <a:gdLst/>
              <a:ahLst/>
              <a:cxnLst/>
              <a:rect l="0" t="0" r="0" b="0"/>
              <a:pathLst>
                <a:path w="637342" h="59365">
                  <a:moveTo>
                    <a:pt x="0" y="59365"/>
                  </a:moveTo>
                  <a:lnTo>
                    <a:pt x="6373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l268"/>
            <p:cNvSpPr/>
            <p:nvPr/>
          </p:nvSpPr>
          <p:spPr>
            <a:xfrm>
              <a:off x="3558620" y="467747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l269"/>
            <p:cNvSpPr/>
            <p:nvPr/>
          </p:nvSpPr>
          <p:spPr>
            <a:xfrm>
              <a:off x="3558620" y="2215377"/>
              <a:ext cx="1816307" cy="560774"/>
            </a:xfrm>
            <a:custGeom>
              <a:avLst/>
              <a:gdLst/>
              <a:ahLst/>
              <a:cxnLst/>
              <a:rect l="0" t="0" r="0" b="0"/>
              <a:pathLst>
                <a:path w="1816307" h="560774">
                  <a:moveTo>
                    <a:pt x="0" y="560774"/>
                  </a:moveTo>
                  <a:lnTo>
                    <a:pt x="18163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l270"/>
            <p:cNvSpPr/>
            <p:nvPr/>
          </p:nvSpPr>
          <p:spPr>
            <a:xfrm>
              <a:off x="3558620" y="3497351"/>
              <a:ext cx="2306878" cy="542910"/>
            </a:xfrm>
            <a:custGeom>
              <a:avLst/>
              <a:gdLst/>
              <a:ahLst/>
              <a:cxnLst/>
              <a:rect l="0" t="0" r="0" b="0"/>
              <a:pathLst>
                <a:path w="2306878" h="542910">
                  <a:moveTo>
                    <a:pt x="0" y="542910"/>
                  </a:moveTo>
                  <a:lnTo>
                    <a:pt x="23068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l271"/>
            <p:cNvSpPr/>
            <p:nvPr/>
          </p:nvSpPr>
          <p:spPr>
            <a:xfrm>
              <a:off x="3558620" y="4352703"/>
              <a:ext cx="1027406" cy="9208"/>
            </a:xfrm>
            <a:custGeom>
              <a:avLst/>
              <a:gdLst/>
              <a:ahLst/>
              <a:cxnLst/>
              <a:rect l="0" t="0" r="0" b="0"/>
              <a:pathLst>
                <a:path w="1027406" h="9208">
                  <a:moveTo>
                    <a:pt x="0" y="0"/>
                  </a:moveTo>
                  <a:lnTo>
                    <a:pt x="1027406" y="92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l272"/>
            <p:cNvSpPr/>
            <p:nvPr/>
          </p:nvSpPr>
          <p:spPr>
            <a:xfrm>
              <a:off x="3558620" y="4589544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l273"/>
            <p:cNvSpPr/>
            <p:nvPr/>
          </p:nvSpPr>
          <p:spPr>
            <a:xfrm>
              <a:off x="3558620" y="4383973"/>
              <a:ext cx="1752493" cy="119737"/>
            </a:xfrm>
            <a:custGeom>
              <a:avLst/>
              <a:gdLst/>
              <a:ahLst/>
              <a:cxnLst/>
              <a:rect l="0" t="0" r="0" b="0"/>
              <a:pathLst>
                <a:path w="1752493" h="119737">
                  <a:moveTo>
                    <a:pt x="0" y="0"/>
                  </a:moveTo>
                  <a:lnTo>
                    <a:pt x="1752493" y="11973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l274"/>
            <p:cNvSpPr/>
            <p:nvPr/>
          </p:nvSpPr>
          <p:spPr>
            <a:xfrm>
              <a:off x="3558620" y="3950510"/>
              <a:ext cx="1814712" cy="201737"/>
            </a:xfrm>
            <a:custGeom>
              <a:avLst/>
              <a:gdLst/>
              <a:ahLst/>
              <a:cxnLst/>
              <a:rect l="0" t="0" r="0" b="0"/>
              <a:pathLst>
                <a:path w="1814712" h="201737">
                  <a:moveTo>
                    <a:pt x="0" y="201737"/>
                  </a:moveTo>
                  <a:lnTo>
                    <a:pt x="181471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l275"/>
            <p:cNvSpPr/>
            <p:nvPr/>
          </p:nvSpPr>
          <p:spPr>
            <a:xfrm>
              <a:off x="3558620" y="4259646"/>
              <a:ext cx="1708621" cy="118258"/>
            </a:xfrm>
            <a:custGeom>
              <a:avLst/>
              <a:gdLst/>
              <a:ahLst/>
              <a:cxnLst/>
              <a:rect l="0" t="0" r="0" b="0"/>
              <a:pathLst>
                <a:path w="1708621" h="118258">
                  <a:moveTo>
                    <a:pt x="0" y="0"/>
                  </a:moveTo>
                  <a:lnTo>
                    <a:pt x="1708621" y="1182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l276"/>
            <p:cNvSpPr/>
            <p:nvPr/>
          </p:nvSpPr>
          <p:spPr>
            <a:xfrm>
              <a:off x="3558620" y="4295070"/>
              <a:ext cx="1581790" cy="83233"/>
            </a:xfrm>
            <a:custGeom>
              <a:avLst/>
              <a:gdLst/>
              <a:ahLst/>
              <a:cxnLst/>
              <a:rect l="0" t="0" r="0" b="0"/>
              <a:pathLst>
                <a:path w="1581790" h="83233">
                  <a:moveTo>
                    <a:pt x="0" y="0"/>
                  </a:moveTo>
                  <a:lnTo>
                    <a:pt x="1581790" y="832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l277"/>
            <p:cNvSpPr/>
            <p:nvPr/>
          </p:nvSpPr>
          <p:spPr>
            <a:xfrm>
              <a:off x="3558620" y="4250182"/>
              <a:ext cx="1391146" cy="30985"/>
            </a:xfrm>
            <a:custGeom>
              <a:avLst/>
              <a:gdLst/>
              <a:ahLst/>
              <a:cxnLst/>
              <a:rect l="0" t="0" r="0" b="0"/>
              <a:pathLst>
                <a:path w="1391146" h="30985">
                  <a:moveTo>
                    <a:pt x="0" y="30985"/>
                  </a:moveTo>
                  <a:lnTo>
                    <a:pt x="139114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l278"/>
            <p:cNvSpPr/>
            <p:nvPr/>
          </p:nvSpPr>
          <p:spPr>
            <a:xfrm>
              <a:off x="3558620" y="4179312"/>
              <a:ext cx="972366" cy="66748"/>
            </a:xfrm>
            <a:custGeom>
              <a:avLst/>
              <a:gdLst/>
              <a:ahLst/>
              <a:cxnLst/>
              <a:rect l="0" t="0" r="0" b="0"/>
              <a:pathLst>
                <a:path w="972366" h="66748">
                  <a:moveTo>
                    <a:pt x="0" y="0"/>
                  </a:moveTo>
                  <a:lnTo>
                    <a:pt x="972366" y="6674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l279"/>
            <p:cNvSpPr/>
            <p:nvPr/>
          </p:nvSpPr>
          <p:spPr>
            <a:xfrm>
              <a:off x="3558620" y="4315137"/>
              <a:ext cx="748219" cy="15"/>
            </a:xfrm>
            <a:custGeom>
              <a:avLst/>
              <a:gdLst/>
              <a:ahLst/>
              <a:cxnLst/>
              <a:rect l="0" t="0" r="0" b="0"/>
              <a:pathLst>
                <a:path w="748219" h="15">
                  <a:moveTo>
                    <a:pt x="0" y="0"/>
                  </a:moveTo>
                  <a:lnTo>
                    <a:pt x="748219" y="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l280"/>
            <p:cNvSpPr/>
            <p:nvPr/>
          </p:nvSpPr>
          <p:spPr>
            <a:xfrm>
              <a:off x="3558620" y="2637458"/>
              <a:ext cx="3226598" cy="1530129"/>
            </a:xfrm>
            <a:custGeom>
              <a:avLst/>
              <a:gdLst/>
              <a:ahLst/>
              <a:cxnLst/>
              <a:rect l="0" t="0" r="0" b="0"/>
              <a:pathLst>
                <a:path w="3226598" h="1530129">
                  <a:moveTo>
                    <a:pt x="0" y="1530129"/>
                  </a:moveTo>
                  <a:lnTo>
                    <a:pt x="32265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l281"/>
            <p:cNvSpPr/>
            <p:nvPr/>
          </p:nvSpPr>
          <p:spPr>
            <a:xfrm>
              <a:off x="3558620" y="349284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l282"/>
            <p:cNvSpPr/>
            <p:nvPr/>
          </p:nvSpPr>
          <p:spPr>
            <a:xfrm>
              <a:off x="3558620" y="448259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l283"/>
            <p:cNvSpPr/>
            <p:nvPr/>
          </p:nvSpPr>
          <p:spPr>
            <a:xfrm>
              <a:off x="3558620" y="285903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l284"/>
            <p:cNvSpPr/>
            <p:nvPr/>
          </p:nvSpPr>
          <p:spPr>
            <a:xfrm>
              <a:off x="3558620" y="4166925"/>
              <a:ext cx="1725372" cy="398152"/>
            </a:xfrm>
            <a:custGeom>
              <a:avLst/>
              <a:gdLst/>
              <a:ahLst/>
              <a:cxnLst/>
              <a:rect l="0" t="0" r="0" b="0"/>
              <a:pathLst>
                <a:path w="1725372" h="398152">
                  <a:moveTo>
                    <a:pt x="0" y="398152"/>
                  </a:moveTo>
                  <a:lnTo>
                    <a:pt x="172537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l285"/>
            <p:cNvSpPr/>
            <p:nvPr/>
          </p:nvSpPr>
          <p:spPr>
            <a:xfrm>
              <a:off x="3558620" y="3328213"/>
              <a:ext cx="586291" cy="67982"/>
            </a:xfrm>
            <a:custGeom>
              <a:avLst/>
              <a:gdLst/>
              <a:ahLst/>
              <a:cxnLst/>
              <a:rect l="0" t="0" r="0" b="0"/>
              <a:pathLst>
                <a:path w="586291" h="67982">
                  <a:moveTo>
                    <a:pt x="0" y="67982"/>
                  </a:moveTo>
                  <a:lnTo>
                    <a:pt x="5862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l286"/>
            <p:cNvSpPr/>
            <p:nvPr/>
          </p:nvSpPr>
          <p:spPr>
            <a:xfrm>
              <a:off x="3558620" y="3577503"/>
              <a:ext cx="559170" cy="210580"/>
            </a:xfrm>
            <a:custGeom>
              <a:avLst/>
              <a:gdLst/>
              <a:ahLst/>
              <a:cxnLst/>
              <a:rect l="0" t="0" r="0" b="0"/>
              <a:pathLst>
                <a:path w="559170" h="210580">
                  <a:moveTo>
                    <a:pt x="0" y="210580"/>
                  </a:moveTo>
                  <a:lnTo>
                    <a:pt x="5591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l287"/>
            <p:cNvSpPr/>
            <p:nvPr/>
          </p:nvSpPr>
          <p:spPr>
            <a:xfrm>
              <a:off x="3558620" y="3191781"/>
              <a:ext cx="1165404" cy="653311"/>
            </a:xfrm>
            <a:custGeom>
              <a:avLst/>
              <a:gdLst/>
              <a:ahLst/>
              <a:cxnLst/>
              <a:rect l="0" t="0" r="0" b="0"/>
              <a:pathLst>
                <a:path w="1165404" h="653311">
                  <a:moveTo>
                    <a:pt x="0" y="653311"/>
                  </a:moveTo>
                  <a:lnTo>
                    <a:pt x="11654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l288"/>
            <p:cNvSpPr/>
            <p:nvPr/>
          </p:nvSpPr>
          <p:spPr>
            <a:xfrm>
              <a:off x="3558620" y="2183972"/>
              <a:ext cx="545610" cy="460777"/>
            </a:xfrm>
            <a:custGeom>
              <a:avLst/>
              <a:gdLst/>
              <a:ahLst/>
              <a:cxnLst/>
              <a:rect l="0" t="0" r="0" b="0"/>
              <a:pathLst>
                <a:path w="545610" h="460777">
                  <a:moveTo>
                    <a:pt x="0" y="0"/>
                  </a:moveTo>
                  <a:lnTo>
                    <a:pt x="545610" y="46077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l289"/>
            <p:cNvSpPr/>
            <p:nvPr/>
          </p:nvSpPr>
          <p:spPr>
            <a:xfrm>
              <a:off x="3558620" y="4218438"/>
              <a:ext cx="569540" cy="65100"/>
            </a:xfrm>
            <a:custGeom>
              <a:avLst/>
              <a:gdLst/>
              <a:ahLst/>
              <a:cxnLst/>
              <a:rect l="0" t="0" r="0" b="0"/>
              <a:pathLst>
                <a:path w="569540" h="65100">
                  <a:moveTo>
                    <a:pt x="0" y="0"/>
                  </a:moveTo>
                  <a:lnTo>
                    <a:pt x="569540" y="651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l290"/>
            <p:cNvSpPr/>
            <p:nvPr/>
          </p:nvSpPr>
          <p:spPr>
            <a:xfrm>
              <a:off x="3558620" y="4163941"/>
              <a:ext cx="603042" cy="93531"/>
            </a:xfrm>
            <a:custGeom>
              <a:avLst/>
              <a:gdLst/>
              <a:ahLst/>
              <a:cxnLst/>
              <a:rect l="0" t="0" r="0" b="0"/>
              <a:pathLst>
                <a:path w="603042" h="93531">
                  <a:moveTo>
                    <a:pt x="0" y="0"/>
                  </a:moveTo>
                  <a:lnTo>
                    <a:pt x="603042" y="935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l291"/>
            <p:cNvSpPr/>
            <p:nvPr/>
          </p:nvSpPr>
          <p:spPr>
            <a:xfrm>
              <a:off x="3558620" y="3491260"/>
              <a:ext cx="573528" cy="110288"/>
            </a:xfrm>
            <a:custGeom>
              <a:avLst/>
              <a:gdLst/>
              <a:ahLst/>
              <a:cxnLst/>
              <a:rect l="0" t="0" r="0" b="0"/>
              <a:pathLst>
                <a:path w="573528" h="110288">
                  <a:moveTo>
                    <a:pt x="0" y="0"/>
                  </a:moveTo>
                  <a:lnTo>
                    <a:pt x="573528" y="1102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l292"/>
            <p:cNvSpPr/>
            <p:nvPr/>
          </p:nvSpPr>
          <p:spPr>
            <a:xfrm>
              <a:off x="3558620" y="3402939"/>
              <a:ext cx="1088029" cy="48596"/>
            </a:xfrm>
            <a:custGeom>
              <a:avLst/>
              <a:gdLst/>
              <a:ahLst/>
              <a:cxnLst/>
              <a:rect l="0" t="0" r="0" b="0"/>
              <a:pathLst>
                <a:path w="1088029" h="48596">
                  <a:moveTo>
                    <a:pt x="0" y="0"/>
                  </a:moveTo>
                  <a:lnTo>
                    <a:pt x="1088029" y="485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l293"/>
            <p:cNvSpPr/>
            <p:nvPr/>
          </p:nvSpPr>
          <p:spPr>
            <a:xfrm>
              <a:off x="3558620" y="2367795"/>
              <a:ext cx="1180560" cy="832765"/>
            </a:xfrm>
            <a:custGeom>
              <a:avLst/>
              <a:gdLst/>
              <a:ahLst/>
              <a:cxnLst/>
              <a:rect l="0" t="0" r="0" b="0"/>
              <a:pathLst>
                <a:path w="1180560" h="832765">
                  <a:moveTo>
                    <a:pt x="0" y="832765"/>
                  </a:moveTo>
                  <a:lnTo>
                    <a:pt x="11805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l294"/>
            <p:cNvSpPr/>
            <p:nvPr/>
          </p:nvSpPr>
          <p:spPr>
            <a:xfrm>
              <a:off x="3558620" y="3134251"/>
              <a:ext cx="2204775" cy="836389"/>
            </a:xfrm>
            <a:custGeom>
              <a:avLst/>
              <a:gdLst/>
              <a:ahLst/>
              <a:cxnLst/>
              <a:rect l="0" t="0" r="0" b="0"/>
              <a:pathLst>
                <a:path w="2204775" h="836389">
                  <a:moveTo>
                    <a:pt x="0" y="836389"/>
                  </a:moveTo>
                  <a:lnTo>
                    <a:pt x="22047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95"/>
            <p:cNvSpPr/>
            <p:nvPr/>
          </p:nvSpPr>
          <p:spPr>
            <a:xfrm>
              <a:off x="3558620" y="3384802"/>
              <a:ext cx="1833058" cy="703451"/>
            </a:xfrm>
            <a:custGeom>
              <a:avLst/>
              <a:gdLst/>
              <a:ahLst/>
              <a:cxnLst/>
              <a:rect l="0" t="0" r="0" b="0"/>
              <a:pathLst>
                <a:path w="1833058" h="703451">
                  <a:moveTo>
                    <a:pt x="0" y="703451"/>
                  </a:moveTo>
                  <a:lnTo>
                    <a:pt x="18330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6"/>
            <p:cNvSpPr/>
            <p:nvPr/>
          </p:nvSpPr>
          <p:spPr>
            <a:xfrm>
              <a:off x="3558620" y="4239868"/>
              <a:ext cx="909350" cy="62956"/>
            </a:xfrm>
            <a:custGeom>
              <a:avLst/>
              <a:gdLst/>
              <a:ahLst/>
              <a:cxnLst/>
              <a:rect l="0" t="0" r="0" b="0"/>
              <a:pathLst>
                <a:path w="909350" h="62956">
                  <a:moveTo>
                    <a:pt x="0" y="0"/>
                  </a:moveTo>
                  <a:lnTo>
                    <a:pt x="909350" y="629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l297"/>
            <p:cNvSpPr/>
            <p:nvPr/>
          </p:nvSpPr>
          <p:spPr>
            <a:xfrm>
              <a:off x="3558620" y="4214121"/>
              <a:ext cx="875847" cy="53263"/>
            </a:xfrm>
            <a:custGeom>
              <a:avLst/>
              <a:gdLst/>
              <a:ahLst/>
              <a:cxnLst/>
              <a:rect l="0" t="0" r="0" b="0"/>
              <a:pathLst>
                <a:path w="875847" h="53263">
                  <a:moveTo>
                    <a:pt x="0" y="53263"/>
                  </a:moveTo>
                  <a:lnTo>
                    <a:pt x="8758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l298"/>
            <p:cNvSpPr/>
            <p:nvPr/>
          </p:nvSpPr>
          <p:spPr>
            <a:xfrm>
              <a:off x="3558620" y="4165384"/>
              <a:ext cx="1741326" cy="191523"/>
            </a:xfrm>
            <a:custGeom>
              <a:avLst/>
              <a:gdLst/>
              <a:ahLst/>
              <a:cxnLst/>
              <a:rect l="0" t="0" r="0" b="0"/>
              <a:pathLst>
                <a:path w="1741326" h="191523">
                  <a:moveTo>
                    <a:pt x="0" y="0"/>
                  </a:moveTo>
                  <a:lnTo>
                    <a:pt x="1741326" y="1915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l299"/>
            <p:cNvSpPr/>
            <p:nvPr/>
          </p:nvSpPr>
          <p:spPr>
            <a:xfrm>
              <a:off x="3558620" y="2924243"/>
              <a:ext cx="1563444" cy="93978"/>
            </a:xfrm>
            <a:custGeom>
              <a:avLst/>
              <a:gdLst/>
              <a:ahLst/>
              <a:cxnLst/>
              <a:rect l="0" t="0" r="0" b="0"/>
              <a:pathLst>
                <a:path w="1563444" h="93978">
                  <a:moveTo>
                    <a:pt x="0" y="0"/>
                  </a:moveTo>
                  <a:lnTo>
                    <a:pt x="1563444" y="939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l300"/>
            <p:cNvSpPr/>
            <p:nvPr/>
          </p:nvSpPr>
          <p:spPr>
            <a:xfrm>
              <a:off x="3558620" y="4097844"/>
              <a:ext cx="1436613" cy="4401"/>
            </a:xfrm>
            <a:custGeom>
              <a:avLst/>
              <a:gdLst/>
              <a:ahLst/>
              <a:cxnLst/>
              <a:rect l="0" t="0" r="0" b="0"/>
              <a:pathLst>
                <a:path w="1436613" h="4401">
                  <a:moveTo>
                    <a:pt x="0" y="0"/>
                  </a:moveTo>
                  <a:lnTo>
                    <a:pt x="1436613" y="440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301"/>
            <p:cNvSpPr/>
            <p:nvPr/>
          </p:nvSpPr>
          <p:spPr>
            <a:xfrm>
              <a:off x="3558620" y="4125761"/>
              <a:ext cx="1892086" cy="96803"/>
            </a:xfrm>
            <a:custGeom>
              <a:avLst/>
              <a:gdLst/>
              <a:ahLst/>
              <a:cxnLst/>
              <a:rect l="0" t="0" r="0" b="0"/>
              <a:pathLst>
                <a:path w="1892086" h="96803">
                  <a:moveTo>
                    <a:pt x="0" y="0"/>
                  </a:moveTo>
                  <a:lnTo>
                    <a:pt x="1892086" y="968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02"/>
            <p:cNvSpPr/>
            <p:nvPr/>
          </p:nvSpPr>
          <p:spPr>
            <a:xfrm>
              <a:off x="3558620" y="237830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03"/>
            <p:cNvSpPr/>
            <p:nvPr/>
          </p:nvSpPr>
          <p:spPr>
            <a:xfrm>
              <a:off x="3558620" y="2745864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04"/>
            <p:cNvSpPr/>
            <p:nvPr/>
          </p:nvSpPr>
          <p:spPr>
            <a:xfrm>
              <a:off x="3558620" y="375925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305"/>
            <p:cNvSpPr/>
            <p:nvPr/>
          </p:nvSpPr>
          <p:spPr>
            <a:xfrm>
              <a:off x="3558620" y="4201399"/>
              <a:ext cx="1945530" cy="55139"/>
            </a:xfrm>
            <a:custGeom>
              <a:avLst/>
              <a:gdLst/>
              <a:ahLst/>
              <a:cxnLst/>
              <a:rect l="0" t="0" r="0" b="0"/>
              <a:pathLst>
                <a:path w="1945530" h="55139">
                  <a:moveTo>
                    <a:pt x="0" y="0"/>
                  </a:moveTo>
                  <a:lnTo>
                    <a:pt x="1945530" y="551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l306"/>
            <p:cNvSpPr/>
            <p:nvPr/>
          </p:nvSpPr>
          <p:spPr>
            <a:xfrm>
              <a:off x="3558620" y="4045654"/>
              <a:ext cx="1939947" cy="274747"/>
            </a:xfrm>
            <a:custGeom>
              <a:avLst/>
              <a:gdLst/>
              <a:ahLst/>
              <a:cxnLst/>
              <a:rect l="0" t="0" r="0" b="0"/>
              <a:pathLst>
                <a:path w="1939947" h="274747">
                  <a:moveTo>
                    <a:pt x="0" y="0"/>
                  </a:moveTo>
                  <a:lnTo>
                    <a:pt x="1939947" y="27474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307"/>
            <p:cNvSpPr/>
            <p:nvPr/>
          </p:nvSpPr>
          <p:spPr>
            <a:xfrm>
              <a:off x="3558620" y="4058533"/>
              <a:ext cx="1741326" cy="186129"/>
            </a:xfrm>
            <a:custGeom>
              <a:avLst/>
              <a:gdLst/>
              <a:ahLst/>
              <a:cxnLst/>
              <a:rect l="0" t="0" r="0" b="0"/>
              <a:pathLst>
                <a:path w="1741326" h="186129">
                  <a:moveTo>
                    <a:pt x="0" y="186129"/>
                  </a:moveTo>
                  <a:lnTo>
                    <a:pt x="17413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308"/>
            <p:cNvSpPr/>
            <p:nvPr/>
          </p:nvSpPr>
          <p:spPr>
            <a:xfrm>
              <a:off x="3558620" y="4283601"/>
              <a:ext cx="1692667" cy="12204"/>
            </a:xfrm>
            <a:custGeom>
              <a:avLst/>
              <a:gdLst/>
              <a:ahLst/>
              <a:cxnLst/>
              <a:rect l="0" t="0" r="0" b="0"/>
              <a:pathLst>
                <a:path w="1692667" h="12204">
                  <a:moveTo>
                    <a:pt x="0" y="12204"/>
                  </a:moveTo>
                  <a:lnTo>
                    <a:pt x="16926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309"/>
            <p:cNvSpPr/>
            <p:nvPr/>
          </p:nvSpPr>
          <p:spPr>
            <a:xfrm>
              <a:off x="3558620" y="4098718"/>
              <a:ext cx="2010940" cy="64431"/>
            </a:xfrm>
            <a:custGeom>
              <a:avLst/>
              <a:gdLst/>
              <a:ahLst/>
              <a:cxnLst/>
              <a:rect l="0" t="0" r="0" b="0"/>
              <a:pathLst>
                <a:path w="2010940" h="64431">
                  <a:moveTo>
                    <a:pt x="0" y="64431"/>
                  </a:moveTo>
                  <a:lnTo>
                    <a:pt x="20109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l310"/>
            <p:cNvSpPr/>
            <p:nvPr/>
          </p:nvSpPr>
          <p:spPr>
            <a:xfrm>
              <a:off x="3558620" y="3914011"/>
              <a:ext cx="1741326" cy="117909"/>
            </a:xfrm>
            <a:custGeom>
              <a:avLst/>
              <a:gdLst/>
              <a:ahLst/>
              <a:cxnLst/>
              <a:rect l="0" t="0" r="0" b="0"/>
              <a:pathLst>
                <a:path w="1741326" h="117909">
                  <a:moveTo>
                    <a:pt x="0" y="0"/>
                  </a:moveTo>
                  <a:lnTo>
                    <a:pt x="1741326" y="1179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311"/>
            <p:cNvSpPr/>
            <p:nvPr/>
          </p:nvSpPr>
          <p:spPr>
            <a:xfrm>
              <a:off x="3558620" y="3849912"/>
              <a:ext cx="1699049" cy="205063"/>
            </a:xfrm>
            <a:custGeom>
              <a:avLst/>
              <a:gdLst/>
              <a:ahLst/>
              <a:cxnLst/>
              <a:rect l="0" t="0" r="0" b="0"/>
              <a:pathLst>
                <a:path w="1699049" h="205063">
                  <a:moveTo>
                    <a:pt x="0" y="0"/>
                  </a:moveTo>
                  <a:lnTo>
                    <a:pt x="1699049" y="2050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312"/>
            <p:cNvSpPr/>
            <p:nvPr/>
          </p:nvSpPr>
          <p:spPr>
            <a:xfrm>
              <a:off x="3558620" y="3872461"/>
              <a:ext cx="1698251" cy="174482"/>
            </a:xfrm>
            <a:custGeom>
              <a:avLst/>
              <a:gdLst/>
              <a:ahLst/>
              <a:cxnLst/>
              <a:rect l="0" t="0" r="0" b="0"/>
              <a:pathLst>
                <a:path w="1698251" h="174482">
                  <a:moveTo>
                    <a:pt x="0" y="0"/>
                  </a:moveTo>
                  <a:lnTo>
                    <a:pt x="1698251" y="1744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313"/>
            <p:cNvSpPr/>
            <p:nvPr/>
          </p:nvSpPr>
          <p:spPr>
            <a:xfrm>
              <a:off x="3558620" y="3994872"/>
              <a:ext cx="1709418" cy="23132"/>
            </a:xfrm>
            <a:custGeom>
              <a:avLst/>
              <a:gdLst/>
              <a:ahLst/>
              <a:cxnLst/>
              <a:rect l="0" t="0" r="0" b="0"/>
              <a:pathLst>
                <a:path w="1709418" h="23132">
                  <a:moveTo>
                    <a:pt x="0" y="0"/>
                  </a:moveTo>
                  <a:lnTo>
                    <a:pt x="1709418" y="231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314"/>
            <p:cNvSpPr/>
            <p:nvPr/>
          </p:nvSpPr>
          <p:spPr>
            <a:xfrm>
              <a:off x="3558620" y="2654421"/>
              <a:ext cx="1797960" cy="1004754"/>
            </a:xfrm>
            <a:custGeom>
              <a:avLst/>
              <a:gdLst/>
              <a:ahLst/>
              <a:cxnLst/>
              <a:rect l="0" t="0" r="0" b="0"/>
              <a:pathLst>
                <a:path w="1797960" h="1004754">
                  <a:moveTo>
                    <a:pt x="0" y="1004754"/>
                  </a:moveTo>
                  <a:lnTo>
                    <a:pt x="179796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315"/>
            <p:cNvSpPr/>
            <p:nvPr/>
          </p:nvSpPr>
          <p:spPr>
            <a:xfrm>
              <a:off x="3558620" y="2043698"/>
              <a:ext cx="1383967" cy="651579"/>
            </a:xfrm>
            <a:custGeom>
              <a:avLst/>
              <a:gdLst/>
              <a:ahLst/>
              <a:cxnLst/>
              <a:rect l="0" t="0" r="0" b="0"/>
              <a:pathLst>
                <a:path w="1383967" h="651579">
                  <a:moveTo>
                    <a:pt x="0" y="651579"/>
                  </a:moveTo>
                  <a:lnTo>
                    <a:pt x="13839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316"/>
            <p:cNvSpPr/>
            <p:nvPr/>
          </p:nvSpPr>
          <p:spPr>
            <a:xfrm>
              <a:off x="3558620" y="2377827"/>
              <a:ext cx="1919207" cy="627259"/>
            </a:xfrm>
            <a:custGeom>
              <a:avLst/>
              <a:gdLst/>
              <a:ahLst/>
              <a:cxnLst/>
              <a:rect l="0" t="0" r="0" b="0"/>
              <a:pathLst>
                <a:path w="1919207" h="627259">
                  <a:moveTo>
                    <a:pt x="0" y="627259"/>
                  </a:moveTo>
                  <a:lnTo>
                    <a:pt x="19192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317"/>
            <p:cNvSpPr/>
            <p:nvPr/>
          </p:nvSpPr>
          <p:spPr>
            <a:xfrm>
              <a:off x="3558620" y="4526289"/>
              <a:ext cx="1837844" cy="116025"/>
            </a:xfrm>
            <a:custGeom>
              <a:avLst/>
              <a:gdLst/>
              <a:ahLst/>
              <a:cxnLst/>
              <a:rect l="0" t="0" r="0" b="0"/>
              <a:pathLst>
                <a:path w="1837844" h="116025">
                  <a:moveTo>
                    <a:pt x="0" y="0"/>
                  </a:moveTo>
                  <a:lnTo>
                    <a:pt x="1837844" y="1160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318"/>
            <p:cNvSpPr/>
            <p:nvPr/>
          </p:nvSpPr>
          <p:spPr>
            <a:xfrm>
              <a:off x="3558620" y="4417957"/>
              <a:ext cx="1640818" cy="141451"/>
            </a:xfrm>
            <a:custGeom>
              <a:avLst/>
              <a:gdLst/>
              <a:ahLst/>
              <a:cxnLst/>
              <a:rect l="0" t="0" r="0" b="0"/>
              <a:pathLst>
                <a:path w="1640818" h="141451">
                  <a:moveTo>
                    <a:pt x="0" y="0"/>
                  </a:moveTo>
                  <a:lnTo>
                    <a:pt x="1640818" y="1414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319"/>
            <p:cNvSpPr/>
            <p:nvPr/>
          </p:nvSpPr>
          <p:spPr>
            <a:xfrm>
              <a:off x="3558620" y="4229060"/>
              <a:ext cx="1770840" cy="4427"/>
            </a:xfrm>
            <a:custGeom>
              <a:avLst/>
              <a:gdLst/>
              <a:ahLst/>
              <a:cxnLst/>
              <a:rect l="0" t="0" r="0" b="0"/>
              <a:pathLst>
                <a:path w="1770840" h="4427">
                  <a:moveTo>
                    <a:pt x="0" y="0"/>
                  </a:moveTo>
                  <a:lnTo>
                    <a:pt x="1770840" y="44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320"/>
            <p:cNvSpPr/>
            <p:nvPr/>
          </p:nvSpPr>
          <p:spPr>
            <a:xfrm>
              <a:off x="3558620" y="4294070"/>
              <a:ext cx="574326" cy="31958"/>
            </a:xfrm>
            <a:custGeom>
              <a:avLst/>
              <a:gdLst/>
              <a:ahLst/>
              <a:cxnLst/>
              <a:rect l="0" t="0" r="0" b="0"/>
              <a:pathLst>
                <a:path w="574326" h="31958">
                  <a:moveTo>
                    <a:pt x="0" y="0"/>
                  </a:moveTo>
                  <a:lnTo>
                    <a:pt x="574326" y="319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321"/>
            <p:cNvSpPr/>
            <p:nvPr/>
          </p:nvSpPr>
          <p:spPr>
            <a:xfrm>
              <a:off x="3558620" y="4388141"/>
              <a:ext cx="532049" cy="8512"/>
            </a:xfrm>
            <a:custGeom>
              <a:avLst/>
              <a:gdLst/>
              <a:ahLst/>
              <a:cxnLst/>
              <a:rect l="0" t="0" r="0" b="0"/>
              <a:pathLst>
                <a:path w="532049" h="8512">
                  <a:moveTo>
                    <a:pt x="0" y="8512"/>
                  </a:moveTo>
                  <a:lnTo>
                    <a:pt x="5320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322"/>
            <p:cNvSpPr/>
            <p:nvPr/>
          </p:nvSpPr>
          <p:spPr>
            <a:xfrm>
              <a:off x="3558620" y="4118425"/>
              <a:ext cx="510512" cy="133243"/>
            </a:xfrm>
            <a:custGeom>
              <a:avLst/>
              <a:gdLst/>
              <a:ahLst/>
              <a:cxnLst/>
              <a:rect l="0" t="0" r="0" b="0"/>
              <a:pathLst>
                <a:path w="510512" h="133243">
                  <a:moveTo>
                    <a:pt x="0" y="0"/>
                  </a:moveTo>
                  <a:lnTo>
                    <a:pt x="510512" y="13324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323"/>
            <p:cNvSpPr/>
            <p:nvPr/>
          </p:nvSpPr>
          <p:spPr>
            <a:xfrm>
              <a:off x="3558620" y="4702560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324"/>
            <p:cNvSpPr/>
            <p:nvPr/>
          </p:nvSpPr>
          <p:spPr>
            <a:xfrm>
              <a:off x="3558620" y="3357387"/>
              <a:ext cx="1758874" cy="57761"/>
            </a:xfrm>
            <a:custGeom>
              <a:avLst/>
              <a:gdLst/>
              <a:ahLst/>
              <a:cxnLst/>
              <a:rect l="0" t="0" r="0" b="0"/>
              <a:pathLst>
                <a:path w="1758874" h="57761">
                  <a:moveTo>
                    <a:pt x="0" y="57761"/>
                  </a:moveTo>
                  <a:lnTo>
                    <a:pt x="17588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325"/>
            <p:cNvSpPr/>
            <p:nvPr/>
          </p:nvSpPr>
          <p:spPr>
            <a:xfrm>
              <a:off x="3558620" y="4491076"/>
              <a:ext cx="1963877" cy="22979"/>
            </a:xfrm>
            <a:custGeom>
              <a:avLst/>
              <a:gdLst/>
              <a:ahLst/>
              <a:cxnLst/>
              <a:rect l="0" t="0" r="0" b="0"/>
              <a:pathLst>
                <a:path w="1963877" h="22979">
                  <a:moveTo>
                    <a:pt x="0" y="0"/>
                  </a:moveTo>
                  <a:lnTo>
                    <a:pt x="1963877" y="229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l326"/>
            <p:cNvSpPr/>
            <p:nvPr/>
          </p:nvSpPr>
          <p:spPr>
            <a:xfrm>
              <a:off x="3558620" y="3288378"/>
              <a:ext cx="1962282" cy="844999"/>
            </a:xfrm>
            <a:custGeom>
              <a:avLst/>
              <a:gdLst/>
              <a:ahLst/>
              <a:cxnLst/>
              <a:rect l="0" t="0" r="0" b="0"/>
              <a:pathLst>
                <a:path w="1962282" h="844999">
                  <a:moveTo>
                    <a:pt x="0" y="844999"/>
                  </a:moveTo>
                  <a:lnTo>
                    <a:pt x="19622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l327"/>
            <p:cNvSpPr/>
            <p:nvPr/>
          </p:nvSpPr>
          <p:spPr>
            <a:xfrm>
              <a:off x="3558620" y="4289448"/>
              <a:ext cx="1558658" cy="97082"/>
            </a:xfrm>
            <a:custGeom>
              <a:avLst/>
              <a:gdLst/>
              <a:ahLst/>
              <a:cxnLst/>
              <a:rect l="0" t="0" r="0" b="0"/>
              <a:pathLst>
                <a:path w="1558658" h="97082">
                  <a:moveTo>
                    <a:pt x="0" y="0"/>
                  </a:moveTo>
                  <a:lnTo>
                    <a:pt x="1558658" y="970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l328"/>
            <p:cNvSpPr/>
            <p:nvPr/>
          </p:nvSpPr>
          <p:spPr>
            <a:xfrm>
              <a:off x="3558620" y="4081720"/>
              <a:ext cx="1461341" cy="105854"/>
            </a:xfrm>
            <a:custGeom>
              <a:avLst/>
              <a:gdLst/>
              <a:ahLst/>
              <a:cxnLst/>
              <a:rect l="0" t="0" r="0" b="0"/>
              <a:pathLst>
                <a:path w="1461341" h="105854">
                  <a:moveTo>
                    <a:pt x="0" y="0"/>
                  </a:moveTo>
                  <a:lnTo>
                    <a:pt x="1461341" y="1058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l329"/>
            <p:cNvSpPr/>
            <p:nvPr/>
          </p:nvSpPr>
          <p:spPr>
            <a:xfrm>
              <a:off x="3558620" y="4232828"/>
              <a:ext cx="939661" cy="47780"/>
            </a:xfrm>
            <a:custGeom>
              <a:avLst/>
              <a:gdLst/>
              <a:ahLst/>
              <a:cxnLst/>
              <a:rect l="0" t="0" r="0" b="0"/>
              <a:pathLst>
                <a:path w="939661" h="47780">
                  <a:moveTo>
                    <a:pt x="0" y="0"/>
                  </a:moveTo>
                  <a:lnTo>
                    <a:pt x="939661" y="4778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l330"/>
            <p:cNvSpPr/>
            <p:nvPr/>
          </p:nvSpPr>
          <p:spPr>
            <a:xfrm>
              <a:off x="3558620" y="4400004"/>
              <a:ext cx="2038061" cy="259783"/>
            </a:xfrm>
            <a:custGeom>
              <a:avLst/>
              <a:gdLst/>
              <a:ahLst/>
              <a:cxnLst/>
              <a:rect l="0" t="0" r="0" b="0"/>
              <a:pathLst>
                <a:path w="2038061" h="259783">
                  <a:moveTo>
                    <a:pt x="0" y="0"/>
                  </a:moveTo>
                  <a:lnTo>
                    <a:pt x="2038061" y="25978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l331"/>
            <p:cNvSpPr/>
            <p:nvPr/>
          </p:nvSpPr>
          <p:spPr>
            <a:xfrm>
              <a:off x="3558620" y="4483149"/>
              <a:ext cx="1965472" cy="60088"/>
            </a:xfrm>
            <a:custGeom>
              <a:avLst/>
              <a:gdLst/>
              <a:ahLst/>
              <a:cxnLst/>
              <a:rect l="0" t="0" r="0" b="0"/>
              <a:pathLst>
                <a:path w="1965472" h="60088">
                  <a:moveTo>
                    <a:pt x="0" y="0"/>
                  </a:moveTo>
                  <a:lnTo>
                    <a:pt x="1965472" y="600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l332"/>
            <p:cNvSpPr/>
            <p:nvPr/>
          </p:nvSpPr>
          <p:spPr>
            <a:xfrm>
              <a:off x="3558620" y="3173119"/>
              <a:ext cx="1738135" cy="285511"/>
            </a:xfrm>
            <a:custGeom>
              <a:avLst/>
              <a:gdLst/>
              <a:ahLst/>
              <a:cxnLst/>
              <a:rect l="0" t="0" r="0" b="0"/>
              <a:pathLst>
                <a:path w="1738135" h="285511">
                  <a:moveTo>
                    <a:pt x="0" y="285511"/>
                  </a:moveTo>
                  <a:lnTo>
                    <a:pt x="17381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l333"/>
            <p:cNvSpPr/>
            <p:nvPr/>
          </p:nvSpPr>
          <p:spPr>
            <a:xfrm>
              <a:off x="3558620" y="2822774"/>
              <a:ext cx="1563444" cy="400353"/>
            </a:xfrm>
            <a:custGeom>
              <a:avLst/>
              <a:gdLst/>
              <a:ahLst/>
              <a:cxnLst/>
              <a:rect l="0" t="0" r="0" b="0"/>
              <a:pathLst>
                <a:path w="1563444" h="400353">
                  <a:moveTo>
                    <a:pt x="0" y="400353"/>
                  </a:moveTo>
                  <a:lnTo>
                    <a:pt x="1563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l334"/>
            <p:cNvSpPr/>
            <p:nvPr/>
          </p:nvSpPr>
          <p:spPr>
            <a:xfrm>
              <a:off x="3558620" y="2793751"/>
              <a:ext cx="583100" cy="338574"/>
            </a:xfrm>
            <a:custGeom>
              <a:avLst/>
              <a:gdLst/>
              <a:ahLst/>
              <a:cxnLst/>
              <a:rect l="0" t="0" r="0" b="0"/>
              <a:pathLst>
                <a:path w="583100" h="338574">
                  <a:moveTo>
                    <a:pt x="0" y="0"/>
                  </a:moveTo>
                  <a:lnTo>
                    <a:pt x="583100" y="3385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l335"/>
            <p:cNvSpPr/>
            <p:nvPr/>
          </p:nvSpPr>
          <p:spPr>
            <a:xfrm>
              <a:off x="3558620" y="2115583"/>
              <a:ext cx="1753291" cy="683788"/>
            </a:xfrm>
            <a:custGeom>
              <a:avLst/>
              <a:gdLst/>
              <a:ahLst/>
              <a:cxnLst/>
              <a:rect l="0" t="0" r="0" b="0"/>
              <a:pathLst>
                <a:path w="1753291" h="683788">
                  <a:moveTo>
                    <a:pt x="0" y="683788"/>
                  </a:moveTo>
                  <a:lnTo>
                    <a:pt x="175329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l336"/>
            <p:cNvSpPr/>
            <p:nvPr/>
          </p:nvSpPr>
          <p:spPr>
            <a:xfrm>
              <a:off x="3558620" y="3049610"/>
              <a:ext cx="1737337" cy="600451"/>
            </a:xfrm>
            <a:custGeom>
              <a:avLst/>
              <a:gdLst/>
              <a:ahLst/>
              <a:cxnLst/>
              <a:rect l="0" t="0" r="0" b="0"/>
              <a:pathLst>
                <a:path w="1737337" h="600451">
                  <a:moveTo>
                    <a:pt x="0" y="600451"/>
                  </a:moveTo>
                  <a:lnTo>
                    <a:pt x="17373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l337"/>
            <p:cNvSpPr/>
            <p:nvPr/>
          </p:nvSpPr>
          <p:spPr>
            <a:xfrm>
              <a:off x="3558620" y="3829955"/>
              <a:ext cx="1757279" cy="420038"/>
            </a:xfrm>
            <a:custGeom>
              <a:avLst/>
              <a:gdLst/>
              <a:ahLst/>
              <a:cxnLst/>
              <a:rect l="0" t="0" r="0" b="0"/>
              <a:pathLst>
                <a:path w="1757279" h="420038">
                  <a:moveTo>
                    <a:pt x="0" y="420038"/>
                  </a:moveTo>
                  <a:lnTo>
                    <a:pt x="17572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l338"/>
            <p:cNvSpPr/>
            <p:nvPr/>
          </p:nvSpPr>
          <p:spPr>
            <a:xfrm>
              <a:off x="3558620" y="3615094"/>
              <a:ext cx="1635235" cy="726754"/>
            </a:xfrm>
            <a:custGeom>
              <a:avLst/>
              <a:gdLst/>
              <a:ahLst/>
              <a:cxnLst/>
              <a:rect l="0" t="0" r="0" b="0"/>
              <a:pathLst>
                <a:path w="1635235" h="726754">
                  <a:moveTo>
                    <a:pt x="0" y="726754"/>
                  </a:moveTo>
                  <a:lnTo>
                    <a:pt x="16352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l339"/>
            <p:cNvSpPr/>
            <p:nvPr/>
          </p:nvSpPr>
          <p:spPr>
            <a:xfrm>
              <a:off x="3558620" y="3013146"/>
              <a:ext cx="1177369" cy="391307"/>
            </a:xfrm>
            <a:custGeom>
              <a:avLst/>
              <a:gdLst/>
              <a:ahLst/>
              <a:cxnLst/>
              <a:rect l="0" t="0" r="0" b="0"/>
              <a:pathLst>
                <a:path w="1177369" h="391307">
                  <a:moveTo>
                    <a:pt x="0" y="391307"/>
                  </a:moveTo>
                  <a:lnTo>
                    <a:pt x="11773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l340"/>
            <p:cNvSpPr/>
            <p:nvPr/>
          </p:nvSpPr>
          <p:spPr>
            <a:xfrm>
              <a:off x="3558620" y="2707516"/>
              <a:ext cx="1936756" cy="594639"/>
            </a:xfrm>
            <a:custGeom>
              <a:avLst/>
              <a:gdLst/>
              <a:ahLst/>
              <a:cxnLst/>
              <a:rect l="0" t="0" r="0" b="0"/>
              <a:pathLst>
                <a:path w="1936756" h="594639">
                  <a:moveTo>
                    <a:pt x="0" y="594639"/>
                  </a:moveTo>
                  <a:lnTo>
                    <a:pt x="193675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l341"/>
            <p:cNvSpPr/>
            <p:nvPr/>
          </p:nvSpPr>
          <p:spPr>
            <a:xfrm>
              <a:off x="3558620" y="3372177"/>
              <a:ext cx="1194918" cy="396906"/>
            </a:xfrm>
            <a:custGeom>
              <a:avLst/>
              <a:gdLst/>
              <a:ahLst/>
              <a:cxnLst/>
              <a:rect l="0" t="0" r="0" b="0"/>
              <a:pathLst>
                <a:path w="1194918" h="396906">
                  <a:moveTo>
                    <a:pt x="0" y="396906"/>
                  </a:moveTo>
                  <a:lnTo>
                    <a:pt x="11949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l342"/>
            <p:cNvSpPr/>
            <p:nvPr/>
          </p:nvSpPr>
          <p:spPr>
            <a:xfrm>
              <a:off x="3558620" y="2835906"/>
              <a:ext cx="1838642" cy="12764"/>
            </a:xfrm>
            <a:custGeom>
              <a:avLst/>
              <a:gdLst/>
              <a:ahLst/>
              <a:cxnLst/>
              <a:rect l="0" t="0" r="0" b="0"/>
              <a:pathLst>
                <a:path w="1838642" h="12764">
                  <a:moveTo>
                    <a:pt x="0" y="12764"/>
                  </a:moveTo>
                  <a:lnTo>
                    <a:pt x="183864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l343"/>
            <p:cNvSpPr/>
            <p:nvPr/>
          </p:nvSpPr>
          <p:spPr>
            <a:xfrm>
              <a:off x="3558620" y="4116850"/>
              <a:ext cx="1737337" cy="144186"/>
            </a:xfrm>
            <a:custGeom>
              <a:avLst/>
              <a:gdLst/>
              <a:ahLst/>
              <a:cxnLst/>
              <a:rect l="0" t="0" r="0" b="0"/>
              <a:pathLst>
                <a:path w="1737337" h="144186">
                  <a:moveTo>
                    <a:pt x="0" y="0"/>
                  </a:moveTo>
                  <a:lnTo>
                    <a:pt x="1737337" y="1441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l344"/>
            <p:cNvSpPr/>
            <p:nvPr/>
          </p:nvSpPr>
          <p:spPr>
            <a:xfrm>
              <a:off x="3558620" y="1905530"/>
              <a:ext cx="1782007" cy="1312773"/>
            </a:xfrm>
            <a:custGeom>
              <a:avLst/>
              <a:gdLst/>
              <a:ahLst/>
              <a:cxnLst/>
              <a:rect l="0" t="0" r="0" b="0"/>
              <a:pathLst>
                <a:path w="1782007" h="1312773">
                  <a:moveTo>
                    <a:pt x="0" y="1312773"/>
                  </a:moveTo>
                  <a:lnTo>
                    <a:pt x="178200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l345"/>
            <p:cNvSpPr/>
            <p:nvPr/>
          </p:nvSpPr>
          <p:spPr>
            <a:xfrm>
              <a:off x="3558620" y="3866215"/>
              <a:ext cx="1228420" cy="256326"/>
            </a:xfrm>
            <a:custGeom>
              <a:avLst/>
              <a:gdLst/>
              <a:ahLst/>
              <a:cxnLst/>
              <a:rect l="0" t="0" r="0" b="0"/>
              <a:pathLst>
                <a:path w="1228420" h="256326">
                  <a:moveTo>
                    <a:pt x="0" y="256326"/>
                  </a:moveTo>
                  <a:lnTo>
                    <a:pt x="12284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l346"/>
            <p:cNvSpPr/>
            <p:nvPr/>
          </p:nvSpPr>
          <p:spPr>
            <a:xfrm>
              <a:off x="3558620" y="4160976"/>
              <a:ext cx="843940" cy="207839"/>
            </a:xfrm>
            <a:custGeom>
              <a:avLst/>
              <a:gdLst/>
              <a:ahLst/>
              <a:cxnLst/>
              <a:rect l="0" t="0" r="0" b="0"/>
              <a:pathLst>
                <a:path w="843940" h="207839">
                  <a:moveTo>
                    <a:pt x="0" y="0"/>
                  </a:moveTo>
                  <a:lnTo>
                    <a:pt x="843940" y="2078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rc347"/>
            <p:cNvSpPr/>
            <p:nvPr/>
          </p:nvSpPr>
          <p:spPr>
            <a:xfrm>
              <a:off x="3372163" y="1761070"/>
              <a:ext cx="4102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tx348"/>
            <p:cNvSpPr/>
            <p:nvPr/>
          </p:nvSpPr>
          <p:spPr>
            <a:xfrm>
              <a:off x="3210161" y="4876814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3247378" y="397880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3247378" y="3083521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3247378" y="2187202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52" name="pl352"/>
            <p:cNvSpPr/>
            <p:nvPr/>
          </p:nvSpPr>
          <p:spPr>
            <a:xfrm>
              <a:off x="3337369" y="491714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l353"/>
            <p:cNvSpPr/>
            <p:nvPr/>
          </p:nvSpPr>
          <p:spPr>
            <a:xfrm>
              <a:off x="3337369" y="402049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l354"/>
            <p:cNvSpPr/>
            <p:nvPr/>
          </p:nvSpPr>
          <p:spPr>
            <a:xfrm>
              <a:off x="3337369" y="312384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l355"/>
            <p:cNvSpPr/>
            <p:nvPr/>
          </p:nvSpPr>
          <p:spPr>
            <a:xfrm>
              <a:off x="3337369" y="222720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l356"/>
            <p:cNvSpPr/>
            <p:nvPr/>
          </p:nvSpPr>
          <p:spPr>
            <a:xfrm>
              <a:off x="3558620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l357"/>
            <p:cNvSpPr/>
            <p:nvPr/>
          </p:nvSpPr>
          <p:spPr>
            <a:xfrm>
              <a:off x="5015375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l358"/>
            <p:cNvSpPr/>
            <p:nvPr/>
          </p:nvSpPr>
          <p:spPr>
            <a:xfrm>
              <a:off x="6472130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tx359"/>
            <p:cNvSpPr/>
            <p:nvPr/>
          </p:nvSpPr>
          <p:spPr>
            <a:xfrm>
              <a:off x="3527542" y="50001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4984297" y="5001549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6409975" y="5000131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4802006" y="5147574"/>
              <a:ext cx="1242361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363" name="tx363"/>
            <p:cNvSpPr/>
            <p:nvPr/>
          </p:nvSpPr>
          <p:spPr>
            <a:xfrm rot="-5400000">
              <a:off x="2462636" y="3284579"/>
              <a:ext cx="1226399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Cortical Amyloid (Z)</a:t>
              </a:r>
            </a:p>
          </p:txBody>
        </p:sp>
        <p:sp>
          <p:nvSpPr>
            <p:cNvPr id="364" name="rc364"/>
            <p:cNvSpPr/>
            <p:nvPr/>
          </p:nvSpPr>
          <p:spPr>
            <a:xfrm>
              <a:off x="7543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rc365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6" name="pl366"/>
            <p:cNvSpPr/>
            <p:nvPr/>
          </p:nvSpPr>
          <p:spPr>
            <a:xfrm>
              <a:off x="7613389" y="4509494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l367"/>
            <p:cNvSpPr/>
            <p:nvPr/>
          </p:nvSpPr>
          <p:spPr>
            <a:xfrm>
              <a:off x="7613389" y="3939017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l368"/>
            <p:cNvSpPr/>
            <p:nvPr/>
          </p:nvSpPr>
          <p:spPr>
            <a:xfrm>
              <a:off x="7613389" y="3368541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l369"/>
            <p:cNvSpPr/>
            <p:nvPr/>
          </p:nvSpPr>
          <p:spPr>
            <a:xfrm>
              <a:off x="7613389" y="2798064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l370"/>
            <p:cNvSpPr/>
            <p:nvPr/>
          </p:nvSpPr>
          <p:spPr>
            <a:xfrm>
              <a:off x="7613389" y="2227588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l371"/>
            <p:cNvSpPr/>
            <p:nvPr/>
          </p:nvSpPr>
          <p:spPr>
            <a:xfrm>
              <a:off x="7814880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l372"/>
            <p:cNvSpPr/>
            <p:nvPr/>
          </p:nvSpPr>
          <p:spPr>
            <a:xfrm>
              <a:off x="8620848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l373"/>
            <p:cNvSpPr/>
            <p:nvPr/>
          </p:nvSpPr>
          <p:spPr>
            <a:xfrm>
              <a:off x="9426816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l374"/>
            <p:cNvSpPr/>
            <p:nvPr/>
          </p:nvSpPr>
          <p:spPr>
            <a:xfrm>
              <a:off x="10232783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l375"/>
            <p:cNvSpPr/>
            <p:nvPr/>
          </p:nvSpPr>
          <p:spPr>
            <a:xfrm>
              <a:off x="11038751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l376"/>
            <p:cNvSpPr/>
            <p:nvPr/>
          </p:nvSpPr>
          <p:spPr>
            <a:xfrm>
              <a:off x="11844719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l377"/>
            <p:cNvSpPr/>
            <p:nvPr/>
          </p:nvSpPr>
          <p:spPr>
            <a:xfrm>
              <a:off x="7613389" y="4794732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l378"/>
            <p:cNvSpPr/>
            <p:nvPr/>
          </p:nvSpPr>
          <p:spPr>
            <a:xfrm>
              <a:off x="7613389" y="4224256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l379"/>
            <p:cNvSpPr/>
            <p:nvPr/>
          </p:nvSpPr>
          <p:spPr>
            <a:xfrm>
              <a:off x="7613389" y="3653779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l380"/>
            <p:cNvSpPr/>
            <p:nvPr/>
          </p:nvSpPr>
          <p:spPr>
            <a:xfrm>
              <a:off x="7613389" y="3083302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l381"/>
            <p:cNvSpPr/>
            <p:nvPr/>
          </p:nvSpPr>
          <p:spPr>
            <a:xfrm>
              <a:off x="7613389" y="2512826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l382"/>
            <p:cNvSpPr/>
            <p:nvPr/>
          </p:nvSpPr>
          <p:spPr>
            <a:xfrm>
              <a:off x="7613389" y="1942349"/>
              <a:ext cx="4432821" cy="0"/>
            </a:xfrm>
            <a:custGeom>
              <a:avLst/>
              <a:gdLst/>
              <a:ahLst/>
              <a:cxnLst/>
              <a:rect l="0" t="0" r="0" b="0"/>
              <a:pathLst>
                <a:path w="4432821">
                  <a:moveTo>
                    <a:pt x="0" y="0"/>
                  </a:moveTo>
                  <a:lnTo>
                    <a:pt x="4432821" y="0"/>
                  </a:lnTo>
                  <a:lnTo>
                    <a:pt x="4432821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l383"/>
            <p:cNvSpPr/>
            <p:nvPr/>
          </p:nvSpPr>
          <p:spPr>
            <a:xfrm>
              <a:off x="8217864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l384"/>
            <p:cNvSpPr/>
            <p:nvPr/>
          </p:nvSpPr>
          <p:spPr>
            <a:xfrm>
              <a:off x="9023832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l385"/>
            <p:cNvSpPr/>
            <p:nvPr/>
          </p:nvSpPr>
          <p:spPr>
            <a:xfrm>
              <a:off x="9829799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l386"/>
            <p:cNvSpPr/>
            <p:nvPr/>
          </p:nvSpPr>
          <p:spPr>
            <a:xfrm>
              <a:off x="10635767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l387"/>
            <p:cNvSpPr/>
            <p:nvPr/>
          </p:nvSpPr>
          <p:spPr>
            <a:xfrm>
              <a:off x="11441735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rc388"/>
            <p:cNvSpPr/>
            <p:nvPr/>
          </p:nvSpPr>
          <p:spPr>
            <a:xfrm>
              <a:off x="788436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9" name="rc389"/>
            <p:cNvSpPr/>
            <p:nvPr/>
          </p:nvSpPr>
          <p:spPr>
            <a:xfrm>
              <a:off x="802332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0" name="rc390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1" name="rc391"/>
            <p:cNvSpPr/>
            <p:nvPr/>
          </p:nvSpPr>
          <p:spPr>
            <a:xfrm>
              <a:off x="830124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2" name="rc392"/>
            <p:cNvSpPr/>
            <p:nvPr/>
          </p:nvSpPr>
          <p:spPr>
            <a:xfrm>
              <a:off x="844020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3" name="rc393"/>
            <p:cNvSpPr/>
            <p:nvPr/>
          </p:nvSpPr>
          <p:spPr>
            <a:xfrm>
              <a:off x="857916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4" name="rc394"/>
            <p:cNvSpPr/>
            <p:nvPr/>
          </p:nvSpPr>
          <p:spPr>
            <a:xfrm>
              <a:off x="871812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5" name="rc395"/>
            <p:cNvSpPr/>
            <p:nvPr/>
          </p:nvSpPr>
          <p:spPr>
            <a:xfrm>
              <a:off x="885708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6" name="rc396"/>
            <p:cNvSpPr/>
            <p:nvPr/>
          </p:nvSpPr>
          <p:spPr>
            <a:xfrm>
              <a:off x="899604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7" name="rc397"/>
            <p:cNvSpPr/>
            <p:nvPr/>
          </p:nvSpPr>
          <p:spPr>
            <a:xfrm>
              <a:off x="9135000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8" name="rc398"/>
            <p:cNvSpPr/>
            <p:nvPr/>
          </p:nvSpPr>
          <p:spPr>
            <a:xfrm>
              <a:off x="9273960" y="4737684"/>
              <a:ext cx="138959" cy="5704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9" name="rc399"/>
            <p:cNvSpPr/>
            <p:nvPr/>
          </p:nvSpPr>
          <p:spPr>
            <a:xfrm>
              <a:off x="9412920" y="4737684"/>
              <a:ext cx="138959" cy="5704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0" name="rc400"/>
            <p:cNvSpPr/>
            <p:nvPr/>
          </p:nvSpPr>
          <p:spPr>
            <a:xfrm>
              <a:off x="9551880" y="4737684"/>
              <a:ext cx="138959" cy="5704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1" name="rc401"/>
            <p:cNvSpPr/>
            <p:nvPr/>
          </p:nvSpPr>
          <p:spPr>
            <a:xfrm>
              <a:off x="9690840" y="2512826"/>
              <a:ext cx="138959" cy="2281906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2" name="rc402"/>
            <p:cNvSpPr/>
            <p:nvPr/>
          </p:nvSpPr>
          <p:spPr>
            <a:xfrm>
              <a:off x="9829799" y="3311493"/>
              <a:ext cx="138959" cy="1483239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3" name="rc403"/>
            <p:cNvSpPr/>
            <p:nvPr/>
          </p:nvSpPr>
          <p:spPr>
            <a:xfrm>
              <a:off x="9968759" y="4737684"/>
              <a:ext cx="138959" cy="57047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4" name="rc404"/>
            <p:cNvSpPr/>
            <p:nvPr/>
          </p:nvSpPr>
          <p:spPr>
            <a:xfrm>
              <a:off x="101077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5" name="rc405"/>
            <p:cNvSpPr/>
            <p:nvPr/>
          </p:nvSpPr>
          <p:spPr>
            <a:xfrm>
              <a:off x="102466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6" name="rc406"/>
            <p:cNvSpPr/>
            <p:nvPr/>
          </p:nvSpPr>
          <p:spPr>
            <a:xfrm>
              <a:off x="103856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7" name="rc407"/>
            <p:cNvSpPr/>
            <p:nvPr/>
          </p:nvSpPr>
          <p:spPr>
            <a:xfrm>
              <a:off x="105245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8" name="rc408"/>
            <p:cNvSpPr/>
            <p:nvPr/>
          </p:nvSpPr>
          <p:spPr>
            <a:xfrm>
              <a:off x="106635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9" name="rc409"/>
            <p:cNvSpPr/>
            <p:nvPr/>
          </p:nvSpPr>
          <p:spPr>
            <a:xfrm>
              <a:off x="108025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0" name="rc410"/>
            <p:cNvSpPr/>
            <p:nvPr/>
          </p:nvSpPr>
          <p:spPr>
            <a:xfrm>
              <a:off x="109414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1" name="rc411"/>
            <p:cNvSpPr/>
            <p:nvPr/>
          </p:nvSpPr>
          <p:spPr>
            <a:xfrm>
              <a:off x="1108043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2" name="rc412"/>
            <p:cNvSpPr/>
            <p:nvPr/>
          </p:nvSpPr>
          <p:spPr>
            <a:xfrm>
              <a:off x="1121939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3" name="rc413"/>
            <p:cNvSpPr/>
            <p:nvPr/>
          </p:nvSpPr>
          <p:spPr>
            <a:xfrm>
              <a:off x="1135835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4" name="rc414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5" name="rc415"/>
            <p:cNvSpPr/>
            <p:nvPr/>
          </p:nvSpPr>
          <p:spPr>
            <a:xfrm>
              <a:off x="11636279" y="4794732"/>
              <a:ext cx="13895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6" name="rc416"/>
            <p:cNvSpPr/>
            <p:nvPr/>
          </p:nvSpPr>
          <p:spPr>
            <a:xfrm>
              <a:off x="78843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7" name="rc417"/>
            <p:cNvSpPr/>
            <p:nvPr/>
          </p:nvSpPr>
          <p:spPr>
            <a:xfrm>
              <a:off x="80233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8" name="rc418"/>
            <p:cNvSpPr/>
            <p:nvPr/>
          </p:nvSpPr>
          <p:spPr>
            <a:xfrm>
              <a:off x="81622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9" name="rc419"/>
            <p:cNvSpPr/>
            <p:nvPr/>
          </p:nvSpPr>
          <p:spPr>
            <a:xfrm>
              <a:off x="83012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0" name="rc420"/>
            <p:cNvSpPr/>
            <p:nvPr/>
          </p:nvSpPr>
          <p:spPr>
            <a:xfrm>
              <a:off x="84402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1" name="rc421"/>
            <p:cNvSpPr/>
            <p:nvPr/>
          </p:nvSpPr>
          <p:spPr>
            <a:xfrm>
              <a:off x="85791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2" name="rc422"/>
            <p:cNvSpPr/>
            <p:nvPr/>
          </p:nvSpPr>
          <p:spPr>
            <a:xfrm>
              <a:off x="87181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3" name="rc423"/>
            <p:cNvSpPr/>
            <p:nvPr/>
          </p:nvSpPr>
          <p:spPr>
            <a:xfrm>
              <a:off x="88570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4" name="rc424"/>
            <p:cNvSpPr/>
            <p:nvPr/>
          </p:nvSpPr>
          <p:spPr>
            <a:xfrm>
              <a:off x="89960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5" name="rc425"/>
            <p:cNvSpPr/>
            <p:nvPr/>
          </p:nvSpPr>
          <p:spPr>
            <a:xfrm>
              <a:off x="913500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6" name="rc426"/>
            <p:cNvSpPr/>
            <p:nvPr/>
          </p:nvSpPr>
          <p:spPr>
            <a:xfrm>
              <a:off x="927396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7" name="rc427"/>
            <p:cNvSpPr/>
            <p:nvPr/>
          </p:nvSpPr>
          <p:spPr>
            <a:xfrm>
              <a:off x="941292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8" name="rc428"/>
            <p:cNvSpPr/>
            <p:nvPr/>
          </p:nvSpPr>
          <p:spPr>
            <a:xfrm>
              <a:off x="955188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9" name="rc429"/>
            <p:cNvSpPr/>
            <p:nvPr/>
          </p:nvSpPr>
          <p:spPr>
            <a:xfrm>
              <a:off x="9690840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0" name="rc430"/>
            <p:cNvSpPr/>
            <p:nvPr/>
          </p:nvSpPr>
          <p:spPr>
            <a:xfrm>
              <a:off x="98297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1" name="rc431"/>
            <p:cNvSpPr/>
            <p:nvPr/>
          </p:nvSpPr>
          <p:spPr>
            <a:xfrm>
              <a:off x="9968759" y="3539684"/>
              <a:ext cx="138959" cy="1255048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2" name="rc432"/>
            <p:cNvSpPr/>
            <p:nvPr/>
          </p:nvSpPr>
          <p:spPr>
            <a:xfrm>
              <a:off x="10107719" y="4509494"/>
              <a:ext cx="138959" cy="285238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3" name="rc433"/>
            <p:cNvSpPr/>
            <p:nvPr/>
          </p:nvSpPr>
          <p:spPr>
            <a:xfrm>
              <a:off x="1024667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4" name="rc434"/>
            <p:cNvSpPr/>
            <p:nvPr/>
          </p:nvSpPr>
          <p:spPr>
            <a:xfrm>
              <a:off x="1038563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5" name="rc435"/>
            <p:cNvSpPr/>
            <p:nvPr/>
          </p:nvSpPr>
          <p:spPr>
            <a:xfrm>
              <a:off x="105245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6" name="rc436"/>
            <p:cNvSpPr/>
            <p:nvPr/>
          </p:nvSpPr>
          <p:spPr>
            <a:xfrm>
              <a:off x="1066355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7" name="rc437"/>
            <p:cNvSpPr/>
            <p:nvPr/>
          </p:nvSpPr>
          <p:spPr>
            <a:xfrm>
              <a:off x="108025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8" name="rc438"/>
            <p:cNvSpPr/>
            <p:nvPr/>
          </p:nvSpPr>
          <p:spPr>
            <a:xfrm>
              <a:off x="1094147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9" name="rc439"/>
            <p:cNvSpPr/>
            <p:nvPr/>
          </p:nvSpPr>
          <p:spPr>
            <a:xfrm>
              <a:off x="1108043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0" name="rc440"/>
            <p:cNvSpPr/>
            <p:nvPr/>
          </p:nvSpPr>
          <p:spPr>
            <a:xfrm>
              <a:off x="1121939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1" name="rc441"/>
            <p:cNvSpPr/>
            <p:nvPr/>
          </p:nvSpPr>
          <p:spPr>
            <a:xfrm>
              <a:off x="1135835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2" name="rc442"/>
            <p:cNvSpPr/>
            <p:nvPr/>
          </p:nvSpPr>
          <p:spPr>
            <a:xfrm>
              <a:off x="1149731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3" name="rc443"/>
            <p:cNvSpPr/>
            <p:nvPr/>
          </p:nvSpPr>
          <p:spPr>
            <a:xfrm>
              <a:off x="11636279" y="4794732"/>
              <a:ext cx="13895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4" name="pl444"/>
            <p:cNvSpPr/>
            <p:nvPr/>
          </p:nvSpPr>
          <p:spPr>
            <a:xfrm>
              <a:off x="9987097" y="17610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g445"/>
            <p:cNvSpPr/>
            <p:nvPr/>
          </p:nvSpPr>
          <p:spPr>
            <a:xfrm>
              <a:off x="10363200" y="2301081"/>
              <a:ext cx="1019769" cy="783393"/>
            </a:xfrm>
            <a:custGeom>
              <a:avLst/>
              <a:gdLst/>
              <a:ahLst/>
              <a:cxnLst/>
              <a:rect l="0" t="0" r="0" b="0"/>
              <a:pathLst>
                <a:path w="1019769" h="783393">
                  <a:moveTo>
                    <a:pt x="1008005" y="783393"/>
                  </a:moveTo>
                  <a:lnTo>
                    <a:pt x="1008907" y="782872"/>
                  </a:lnTo>
                  <a:lnTo>
                    <a:pt x="1012042" y="780313"/>
                  </a:lnTo>
                  <a:lnTo>
                    <a:pt x="1014725" y="777284"/>
                  </a:lnTo>
                  <a:lnTo>
                    <a:pt x="1016888" y="773864"/>
                  </a:lnTo>
                  <a:lnTo>
                    <a:pt x="1018474" y="770141"/>
                  </a:lnTo>
                  <a:lnTo>
                    <a:pt x="1019443" y="766211"/>
                  </a:lnTo>
                  <a:lnTo>
                    <a:pt x="1019769" y="762178"/>
                  </a:lnTo>
                  <a:lnTo>
                    <a:pt x="1019769" y="25146"/>
                  </a:lnTo>
                  <a:lnTo>
                    <a:pt x="1019443" y="21112"/>
                  </a:lnTo>
                  <a:lnTo>
                    <a:pt x="1018474" y="17183"/>
                  </a:lnTo>
                  <a:lnTo>
                    <a:pt x="1016888" y="13460"/>
                  </a:lnTo>
                  <a:lnTo>
                    <a:pt x="1014725" y="10039"/>
                  </a:lnTo>
                  <a:lnTo>
                    <a:pt x="1012042" y="7010"/>
                  </a:lnTo>
                  <a:lnTo>
                    <a:pt x="1008907" y="4451"/>
                  </a:lnTo>
                  <a:lnTo>
                    <a:pt x="1005402" y="2427"/>
                  </a:lnTo>
                  <a:lnTo>
                    <a:pt x="1001619" y="992"/>
                  </a:lnTo>
                  <a:lnTo>
                    <a:pt x="997654" y="183"/>
                  </a:lnTo>
                  <a:lnTo>
                    <a:pt x="994623" y="0"/>
                  </a:lnTo>
                  <a:lnTo>
                    <a:pt x="25145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2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762178"/>
                  </a:lnTo>
                  <a:lnTo>
                    <a:pt x="81" y="760154"/>
                  </a:lnTo>
                  <a:lnTo>
                    <a:pt x="81" y="764201"/>
                  </a:lnTo>
                  <a:lnTo>
                    <a:pt x="730" y="768195"/>
                  </a:lnTo>
                  <a:lnTo>
                    <a:pt x="2012" y="772034"/>
                  </a:lnTo>
                  <a:lnTo>
                    <a:pt x="3892" y="775617"/>
                  </a:lnTo>
                  <a:lnTo>
                    <a:pt x="6323" y="778852"/>
                  </a:lnTo>
                  <a:lnTo>
                    <a:pt x="9242" y="781656"/>
                  </a:lnTo>
                  <a:lnTo>
                    <a:pt x="11759" y="783393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tx446"/>
            <p:cNvSpPr/>
            <p:nvPr/>
          </p:nvSpPr>
          <p:spPr>
            <a:xfrm>
              <a:off x="10405110" y="2311886"/>
              <a:ext cx="628922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 Z/year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10405110" y="2542045"/>
              <a:ext cx="609686" cy="10211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0.155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10405110" y="2715518"/>
              <a:ext cx="935949" cy="1298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0.193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10405110" y="2918323"/>
              <a:ext cx="897135" cy="1281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-0.728</a:t>
              </a:r>
            </a:p>
          </p:txBody>
        </p:sp>
        <p:sp>
          <p:nvSpPr>
            <p:cNvPr id="450" name="pg450"/>
            <p:cNvSpPr/>
            <p:nvPr/>
          </p:nvSpPr>
          <p:spPr>
            <a:xfrm>
              <a:off x="7814880" y="1905530"/>
              <a:ext cx="4029838" cy="2889201"/>
            </a:xfrm>
            <a:custGeom>
              <a:avLst/>
              <a:gdLst/>
              <a:ahLst/>
              <a:cxnLst/>
              <a:rect l="0" t="0" r="0" b="0"/>
              <a:pathLst>
                <a:path w="4029838" h="2889201">
                  <a:moveTo>
                    <a:pt x="0" y="2889201"/>
                  </a:moveTo>
                  <a:lnTo>
                    <a:pt x="7886" y="2889201"/>
                  </a:lnTo>
                  <a:lnTo>
                    <a:pt x="15772" y="2889201"/>
                  </a:lnTo>
                  <a:lnTo>
                    <a:pt x="23658" y="2889201"/>
                  </a:lnTo>
                  <a:lnTo>
                    <a:pt x="31544" y="2889201"/>
                  </a:lnTo>
                  <a:lnTo>
                    <a:pt x="39430" y="2889201"/>
                  </a:lnTo>
                  <a:lnTo>
                    <a:pt x="47317" y="2889201"/>
                  </a:lnTo>
                  <a:lnTo>
                    <a:pt x="55203" y="2889201"/>
                  </a:lnTo>
                  <a:lnTo>
                    <a:pt x="63089" y="2889201"/>
                  </a:lnTo>
                  <a:lnTo>
                    <a:pt x="70975" y="2889201"/>
                  </a:lnTo>
                  <a:lnTo>
                    <a:pt x="78861" y="2889201"/>
                  </a:lnTo>
                  <a:lnTo>
                    <a:pt x="86747" y="2889201"/>
                  </a:lnTo>
                  <a:lnTo>
                    <a:pt x="94634" y="2889201"/>
                  </a:lnTo>
                  <a:lnTo>
                    <a:pt x="102520" y="2889201"/>
                  </a:lnTo>
                  <a:lnTo>
                    <a:pt x="110406" y="2889201"/>
                  </a:lnTo>
                  <a:lnTo>
                    <a:pt x="118292" y="2889201"/>
                  </a:lnTo>
                  <a:lnTo>
                    <a:pt x="126178" y="2889201"/>
                  </a:lnTo>
                  <a:lnTo>
                    <a:pt x="134065" y="2889201"/>
                  </a:lnTo>
                  <a:lnTo>
                    <a:pt x="141951" y="2889201"/>
                  </a:lnTo>
                  <a:lnTo>
                    <a:pt x="149837" y="2889201"/>
                  </a:lnTo>
                  <a:lnTo>
                    <a:pt x="157723" y="2889201"/>
                  </a:lnTo>
                  <a:lnTo>
                    <a:pt x="165609" y="2889201"/>
                  </a:lnTo>
                  <a:lnTo>
                    <a:pt x="173495" y="2889201"/>
                  </a:lnTo>
                  <a:lnTo>
                    <a:pt x="181382" y="2889201"/>
                  </a:lnTo>
                  <a:lnTo>
                    <a:pt x="189268" y="2889201"/>
                  </a:lnTo>
                  <a:lnTo>
                    <a:pt x="197154" y="2889201"/>
                  </a:lnTo>
                  <a:lnTo>
                    <a:pt x="205040" y="2889201"/>
                  </a:lnTo>
                  <a:lnTo>
                    <a:pt x="212926" y="2889201"/>
                  </a:lnTo>
                  <a:lnTo>
                    <a:pt x="220813" y="2889201"/>
                  </a:lnTo>
                  <a:lnTo>
                    <a:pt x="228699" y="2889201"/>
                  </a:lnTo>
                  <a:lnTo>
                    <a:pt x="236585" y="2889201"/>
                  </a:lnTo>
                  <a:lnTo>
                    <a:pt x="244471" y="2889201"/>
                  </a:lnTo>
                  <a:lnTo>
                    <a:pt x="252357" y="2889201"/>
                  </a:lnTo>
                  <a:lnTo>
                    <a:pt x="260243" y="2889201"/>
                  </a:lnTo>
                  <a:lnTo>
                    <a:pt x="268130" y="2889201"/>
                  </a:lnTo>
                  <a:lnTo>
                    <a:pt x="276016" y="2889201"/>
                  </a:lnTo>
                  <a:lnTo>
                    <a:pt x="283902" y="2889201"/>
                  </a:lnTo>
                  <a:lnTo>
                    <a:pt x="291788" y="2889201"/>
                  </a:lnTo>
                  <a:lnTo>
                    <a:pt x="299674" y="2889201"/>
                  </a:lnTo>
                  <a:lnTo>
                    <a:pt x="307561" y="2889201"/>
                  </a:lnTo>
                  <a:lnTo>
                    <a:pt x="315447" y="2889201"/>
                  </a:lnTo>
                  <a:lnTo>
                    <a:pt x="323333" y="2889201"/>
                  </a:lnTo>
                  <a:lnTo>
                    <a:pt x="331219" y="2889201"/>
                  </a:lnTo>
                  <a:lnTo>
                    <a:pt x="339105" y="2889201"/>
                  </a:lnTo>
                  <a:lnTo>
                    <a:pt x="346991" y="2889201"/>
                  </a:lnTo>
                  <a:lnTo>
                    <a:pt x="354878" y="2889201"/>
                  </a:lnTo>
                  <a:lnTo>
                    <a:pt x="362764" y="2889201"/>
                  </a:lnTo>
                  <a:lnTo>
                    <a:pt x="370650" y="2889201"/>
                  </a:lnTo>
                  <a:lnTo>
                    <a:pt x="378536" y="2889201"/>
                  </a:lnTo>
                  <a:lnTo>
                    <a:pt x="386422" y="2889201"/>
                  </a:lnTo>
                  <a:lnTo>
                    <a:pt x="394309" y="2889201"/>
                  </a:lnTo>
                  <a:lnTo>
                    <a:pt x="402195" y="2889201"/>
                  </a:lnTo>
                  <a:lnTo>
                    <a:pt x="410081" y="2889201"/>
                  </a:lnTo>
                  <a:lnTo>
                    <a:pt x="417967" y="2889201"/>
                  </a:lnTo>
                  <a:lnTo>
                    <a:pt x="425853" y="2889201"/>
                  </a:lnTo>
                  <a:lnTo>
                    <a:pt x="433739" y="2889201"/>
                  </a:lnTo>
                  <a:lnTo>
                    <a:pt x="441626" y="2889201"/>
                  </a:lnTo>
                  <a:lnTo>
                    <a:pt x="449512" y="2889201"/>
                  </a:lnTo>
                  <a:lnTo>
                    <a:pt x="457398" y="2889201"/>
                  </a:lnTo>
                  <a:lnTo>
                    <a:pt x="465284" y="2889201"/>
                  </a:lnTo>
                  <a:lnTo>
                    <a:pt x="473170" y="2889201"/>
                  </a:lnTo>
                  <a:lnTo>
                    <a:pt x="481056" y="2889201"/>
                  </a:lnTo>
                  <a:lnTo>
                    <a:pt x="488943" y="2889201"/>
                  </a:lnTo>
                  <a:lnTo>
                    <a:pt x="496829" y="2889201"/>
                  </a:lnTo>
                  <a:lnTo>
                    <a:pt x="504715" y="2889201"/>
                  </a:lnTo>
                  <a:lnTo>
                    <a:pt x="512601" y="2889201"/>
                  </a:lnTo>
                  <a:lnTo>
                    <a:pt x="520487" y="2889201"/>
                  </a:lnTo>
                  <a:lnTo>
                    <a:pt x="528374" y="2889201"/>
                  </a:lnTo>
                  <a:lnTo>
                    <a:pt x="536260" y="2889201"/>
                  </a:lnTo>
                  <a:lnTo>
                    <a:pt x="544146" y="2889201"/>
                  </a:lnTo>
                  <a:lnTo>
                    <a:pt x="552032" y="2889201"/>
                  </a:lnTo>
                  <a:lnTo>
                    <a:pt x="559918" y="2889201"/>
                  </a:lnTo>
                  <a:lnTo>
                    <a:pt x="567804" y="2889201"/>
                  </a:lnTo>
                  <a:lnTo>
                    <a:pt x="575691" y="2889201"/>
                  </a:lnTo>
                  <a:lnTo>
                    <a:pt x="583577" y="2889201"/>
                  </a:lnTo>
                  <a:lnTo>
                    <a:pt x="591463" y="2889201"/>
                  </a:lnTo>
                  <a:lnTo>
                    <a:pt x="599349" y="2889201"/>
                  </a:lnTo>
                  <a:lnTo>
                    <a:pt x="607235" y="2889201"/>
                  </a:lnTo>
                  <a:lnTo>
                    <a:pt x="615122" y="2889201"/>
                  </a:lnTo>
                  <a:lnTo>
                    <a:pt x="623008" y="2889201"/>
                  </a:lnTo>
                  <a:lnTo>
                    <a:pt x="630894" y="2889201"/>
                  </a:lnTo>
                  <a:lnTo>
                    <a:pt x="638780" y="2889201"/>
                  </a:lnTo>
                  <a:lnTo>
                    <a:pt x="646666" y="2889201"/>
                  </a:lnTo>
                  <a:lnTo>
                    <a:pt x="654552" y="2889201"/>
                  </a:lnTo>
                  <a:lnTo>
                    <a:pt x="662439" y="2889201"/>
                  </a:lnTo>
                  <a:lnTo>
                    <a:pt x="670325" y="2889201"/>
                  </a:lnTo>
                  <a:lnTo>
                    <a:pt x="678211" y="2889201"/>
                  </a:lnTo>
                  <a:lnTo>
                    <a:pt x="686097" y="2889201"/>
                  </a:lnTo>
                  <a:lnTo>
                    <a:pt x="693983" y="2889201"/>
                  </a:lnTo>
                  <a:lnTo>
                    <a:pt x="701870" y="2889201"/>
                  </a:lnTo>
                  <a:lnTo>
                    <a:pt x="709756" y="2889201"/>
                  </a:lnTo>
                  <a:lnTo>
                    <a:pt x="717642" y="2889201"/>
                  </a:lnTo>
                  <a:lnTo>
                    <a:pt x="725528" y="2889201"/>
                  </a:lnTo>
                  <a:lnTo>
                    <a:pt x="733414" y="2889201"/>
                  </a:lnTo>
                  <a:lnTo>
                    <a:pt x="741300" y="2889201"/>
                  </a:lnTo>
                  <a:lnTo>
                    <a:pt x="749187" y="2889201"/>
                  </a:lnTo>
                  <a:lnTo>
                    <a:pt x="757073" y="2889201"/>
                  </a:lnTo>
                  <a:lnTo>
                    <a:pt x="764959" y="2889201"/>
                  </a:lnTo>
                  <a:lnTo>
                    <a:pt x="772845" y="2889201"/>
                  </a:lnTo>
                  <a:lnTo>
                    <a:pt x="780731" y="2889201"/>
                  </a:lnTo>
                  <a:lnTo>
                    <a:pt x="788618" y="2889201"/>
                  </a:lnTo>
                  <a:lnTo>
                    <a:pt x="796504" y="2889201"/>
                  </a:lnTo>
                  <a:lnTo>
                    <a:pt x="804390" y="2889201"/>
                  </a:lnTo>
                  <a:lnTo>
                    <a:pt x="812276" y="2889201"/>
                  </a:lnTo>
                  <a:lnTo>
                    <a:pt x="820162" y="2889201"/>
                  </a:lnTo>
                  <a:lnTo>
                    <a:pt x="828048" y="2889201"/>
                  </a:lnTo>
                  <a:lnTo>
                    <a:pt x="835935" y="2889201"/>
                  </a:lnTo>
                  <a:lnTo>
                    <a:pt x="843821" y="2889201"/>
                  </a:lnTo>
                  <a:lnTo>
                    <a:pt x="851707" y="2889201"/>
                  </a:lnTo>
                  <a:lnTo>
                    <a:pt x="859593" y="2889201"/>
                  </a:lnTo>
                  <a:lnTo>
                    <a:pt x="867479" y="2889201"/>
                  </a:lnTo>
                  <a:lnTo>
                    <a:pt x="875366" y="2889201"/>
                  </a:lnTo>
                  <a:lnTo>
                    <a:pt x="883252" y="2889201"/>
                  </a:lnTo>
                  <a:lnTo>
                    <a:pt x="891138" y="2889201"/>
                  </a:lnTo>
                  <a:lnTo>
                    <a:pt x="899024" y="2889201"/>
                  </a:lnTo>
                  <a:lnTo>
                    <a:pt x="906910" y="2889201"/>
                  </a:lnTo>
                  <a:lnTo>
                    <a:pt x="914796" y="2889201"/>
                  </a:lnTo>
                  <a:lnTo>
                    <a:pt x="922683" y="2889201"/>
                  </a:lnTo>
                  <a:lnTo>
                    <a:pt x="930569" y="2889201"/>
                  </a:lnTo>
                  <a:lnTo>
                    <a:pt x="938455" y="2889201"/>
                  </a:lnTo>
                  <a:lnTo>
                    <a:pt x="946341" y="2889201"/>
                  </a:lnTo>
                  <a:lnTo>
                    <a:pt x="954227" y="2889201"/>
                  </a:lnTo>
                  <a:lnTo>
                    <a:pt x="962113" y="2889201"/>
                  </a:lnTo>
                  <a:lnTo>
                    <a:pt x="970000" y="2889201"/>
                  </a:lnTo>
                  <a:lnTo>
                    <a:pt x="977886" y="2889201"/>
                  </a:lnTo>
                  <a:lnTo>
                    <a:pt x="985772" y="2889201"/>
                  </a:lnTo>
                  <a:lnTo>
                    <a:pt x="993658" y="2889201"/>
                  </a:lnTo>
                  <a:lnTo>
                    <a:pt x="1001544" y="2889201"/>
                  </a:lnTo>
                  <a:lnTo>
                    <a:pt x="1009431" y="2889201"/>
                  </a:lnTo>
                  <a:lnTo>
                    <a:pt x="1017317" y="2889201"/>
                  </a:lnTo>
                  <a:lnTo>
                    <a:pt x="1025203" y="2889201"/>
                  </a:lnTo>
                  <a:lnTo>
                    <a:pt x="1033089" y="2889201"/>
                  </a:lnTo>
                  <a:lnTo>
                    <a:pt x="1040975" y="2889201"/>
                  </a:lnTo>
                  <a:lnTo>
                    <a:pt x="1048861" y="2889201"/>
                  </a:lnTo>
                  <a:lnTo>
                    <a:pt x="1056748" y="2889201"/>
                  </a:lnTo>
                  <a:lnTo>
                    <a:pt x="1064634" y="2889201"/>
                  </a:lnTo>
                  <a:lnTo>
                    <a:pt x="1072520" y="2889201"/>
                  </a:lnTo>
                  <a:lnTo>
                    <a:pt x="1080406" y="2889201"/>
                  </a:lnTo>
                  <a:lnTo>
                    <a:pt x="1088292" y="2889201"/>
                  </a:lnTo>
                  <a:lnTo>
                    <a:pt x="1096179" y="2889201"/>
                  </a:lnTo>
                  <a:lnTo>
                    <a:pt x="1104065" y="2889201"/>
                  </a:lnTo>
                  <a:lnTo>
                    <a:pt x="1111951" y="2889201"/>
                  </a:lnTo>
                  <a:lnTo>
                    <a:pt x="1119837" y="2889201"/>
                  </a:lnTo>
                  <a:lnTo>
                    <a:pt x="1127723" y="2889201"/>
                  </a:lnTo>
                  <a:lnTo>
                    <a:pt x="1135609" y="2889201"/>
                  </a:lnTo>
                  <a:lnTo>
                    <a:pt x="1143496" y="2889201"/>
                  </a:lnTo>
                  <a:lnTo>
                    <a:pt x="1151382" y="2889201"/>
                  </a:lnTo>
                  <a:lnTo>
                    <a:pt x="1159268" y="2889201"/>
                  </a:lnTo>
                  <a:lnTo>
                    <a:pt x="1167154" y="2889201"/>
                  </a:lnTo>
                  <a:lnTo>
                    <a:pt x="1175040" y="2889201"/>
                  </a:lnTo>
                  <a:lnTo>
                    <a:pt x="1182927" y="2889201"/>
                  </a:lnTo>
                  <a:lnTo>
                    <a:pt x="1190813" y="2889201"/>
                  </a:lnTo>
                  <a:lnTo>
                    <a:pt x="1198699" y="2889201"/>
                  </a:lnTo>
                  <a:lnTo>
                    <a:pt x="1206585" y="2889201"/>
                  </a:lnTo>
                  <a:lnTo>
                    <a:pt x="1214471" y="2889201"/>
                  </a:lnTo>
                  <a:lnTo>
                    <a:pt x="1222357" y="2889201"/>
                  </a:lnTo>
                  <a:lnTo>
                    <a:pt x="1230244" y="2889201"/>
                  </a:lnTo>
                  <a:lnTo>
                    <a:pt x="1238130" y="2889201"/>
                  </a:lnTo>
                  <a:lnTo>
                    <a:pt x="1246016" y="2889201"/>
                  </a:lnTo>
                  <a:lnTo>
                    <a:pt x="1253902" y="2889201"/>
                  </a:lnTo>
                  <a:lnTo>
                    <a:pt x="1261788" y="2889201"/>
                  </a:lnTo>
                  <a:lnTo>
                    <a:pt x="1269675" y="2889201"/>
                  </a:lnTo>
                  <a:lnTo>
                    <a:pt x="1277561" y="2889201"/>
                  </a:lnTo>
                  <a:lnTo>
                    <a:pt x="1285447" y="2889201"/>
                  </a:lnTo>
                  <a:lnTo>
                    <a:pt x="1293333" y="2889201"/>
                  </a:lnTo>
                  <a:lnTo>
                    <a:pt x="1301219" y="2889201"/>
                  </a:lnTo>
                  <a:lnTo>
                    <a:pt x="1309105" y="2889201"/>
                  </a:lnTo>
                  <a:lnTo>
                    <a:pt x="1316992" y="2889201"/>
                  </a:lnTo>
                  <a:lnTo>
                    <a:pt x="1324878" y="2889201"/>
                  </a:lnTo>
                  <a:lnTo>
                    <a:pt x="1332764" y="2889201"/>
                  </a:lnTo>
                  <a:lnTo>
                    <a:pt x="1340650" y="2889201"/>
                  </a:lnTo>
                  <a:lnTo>
                    <a:pt x="1348536" y="2889201"/>
                  </a:lnTo>
                  <a:lnTo>
                    <a:pt x="1356423" y="2889201"/>
                  </a:lnTo>
                  <a:lnTo>
                    <a:pt x="1364309" y="2889201"/>
                  </a:lnTo>
                  <a:lnTo>
                    <a:pt x="1372195" y="2889200"/>
                  </a:lnTo>
                  <a:lnTo>
                    <a:pt x="1380081" y="2889199"/>
                  </a:lnTo>
                  <a:lnTo>
                    <a:pt x="1387967" y="2889195"/>
                  </a:lnTo>
                  <a:lnTo>
                    <a:pt x="1395853" y="2889188"/>
                  </a:lnTo>
                  <a:lnTo>
                    <a:pt x="1403740" y="2889173"/>
                  </a:lnTo>
                  <a:lnTo>
                    <a:pt x="1411626" y="2889143"/>
                  </a:lnTo>
                  <a:lnTo>
                    <a:pt x="1419512" y="2889085"/>
                  </a:lnTo>
                  <a:lnTo>
                    <a:pt x="1427398" y="2888977"/>
                  </a:lnTo>
                  <a:lnTo>
                    <a:pt x="1435284" y="2888785"/>
                  </a:lnTo>
                  <a:lnTo>
                    <a:pt x="1443170" y="2888459"/>
                  </a:lnTo>
                  <a:lnTo>
                    <a:pt x="1451057" y="2887924"/>
                  </a:lnTo>
                  <a:lnTo>
                    <a:pt x="1458943" y="2887083"/>
                  </a:lnTo>
                  <a:lnTo>
                    <a:pt x="1466829" y="2885810"/>
                  </a:lnTo>
                  <a:lnTo>
                    <a:pt x="1474715" y="2883958"/>
                  </a:lnTo>
                  <a:lnTo>
                    <a:pt x="1482601" y="2881368"/>
                  </a:lnTo>
                  <a:lnTo>
                    <a:pt x="1490488" y="2877886"/>
                  </a:lnTo>
                  <a:lnTo>
                    <a:pt x="1498374" y="2873389"/>
                  </a:lnTo>
                  <a:lnTo>
                    <a:pt x="1506260" y="2867817"/>
                  </a:lnTo>
                  <a:lnTo>
                    <a:pt x="1514146" y="2861150"/>
                  </a:lnTo>
                  <a:lnTo>
                    <a:pt x="1522032" y="2853663"/>
                  </a:lnTo>
                  <a:lnTo>
                    <a:pt x="1529918" y="2845732"/>
                  </a:lnTo>
                  <a:lnTo>
                    <a:pt x="1537805" y="2837841"/>
                  </a:lnTo>
                  <a:lnTo>
                    <a:pt x="1545691" y="2830555"/>
                  </a:lnTo>
                  <a:lnTo>
                    <a:pt x="1553577" y="2824453"/>
                  </a:lnTo>
                  <a:lnTo>
                    <a:pt x="1561463" y="2820053"/>
                  </a:lnTo>
                  <a:lnTo>
                    <a:pt x="1569349" y="2817733"/>
                  </a:lnTo>
                  <a:lnTo>
                    <a:pt x="1577236" y="2817667"/>
                  </a:lnTo>
                  <a:lnTo>
                    <a:pt x="1585122" y="2819790"/>
                  </a:lnTo>
                  <a:lnTo>
                    <a:pt x="1593008" y="2823787"/>
                  </a:lnTo>
                  <a:lnTo>
                    <a:pt x="1600894" y="2829129"/>
                  </a:lnTo>
                  <a:lnTo>
                    <a:pt x="1608780" y="2835128"/>
                  </a:lnTo>
                  <a:lnTo>
                    <a:pt x="1616666" y="2840938"/>
                  </a:lnTo>
                  <a:lnTo>
                    <a:pt x="1624553" y="2845778"/>
                  </a:lnTo>
                  <a:lnTo>
                    <a:pt x="1632439" y="2849068"/>
                  </a:lnTo>
                  <a:lnTo>
                    <a:pt x="1640325" y="2850424"/>
                  </a:lnTo>
                  <a:lnTo>
                    <a:pt x="1648211" y="2849693"/>
                  </a:lnTo>
                  <a:lnTo>
                    <a:pt x="1656097" y="2846965"/>
                  </a:lnTo>
                  <a:lnTo>
                    <a:pt x="1663984" y="2842560"/>
                  </a:lnTo>
                  <a:lnTo>
                    <a:pt x="1671870" y="2836997"/>
                  </a:lnTo>
                  <a:lnTo>
                    <a:pt x="1679756" y="2830932"/>
                  </a:lnTo>
                  <a:lnTo>
                    <a:pt x="1687642" y="2825079"/>
                  </a:lnTo>
                  <a:lnTo>
                    <a:pt x="1695528" y="2820125"/>
                  </a:lnTo>
                  <a:lnTo>
                    <a:pt x="1703414" y="2816630"/>
                  </a:lnTo>
                  <a:lnTo>
                    <a:pt x="1711301" y="2814960"/>
                  </a:lnTo>
                  <a:lnTo>
                    <a:pt x="1719187" y="2815307"/>
                  </a:lnTo>
                  <a:lnTo>
                    <a:pt x="1727073" y="2817204"/>
                  </a:lnTo>
                  <a:lnTo>
                    <a:pt x="1734959" y="2820079"/>
                  </a:lnTo>
                  <a:lnTo>
                    <a:pt x="1742845" y="2823177"/>
                  </a:lnTo>
                  <a:lnTo>
                    <a:pt x="1750732" y="2825649"/>
                  </a:lnTo>
                  <a:lnTo>
                    <a:pt x="1758618" y="2826649"/>
                  </a:lnTo>
                  <a:lnTo>
                    <a:pt x="1766504" y="2825415"/>
                  </a:lnTo>
                  <a:lnTo>
                    <a:pt x="1774390" y="2821329"/>
                  </a:lnTo>
                  <a:lnTo>
                    <a:pt x="1782276" y="2813940"/>
                  </a:lnTo>
                  <a:lnTo>
                    <a:pt x="1790162" y="2802967"/>
                  </a:lnTo>
                  <a:lnTo>
                    <a:pt x="1798049" y="2788257"/>
                  </a:lnTo>
                  <a:lnTo>
                    <a:pt x="1805935" y="2769742"/>
                  </a:lnTo>
                  <a:lnTo>
                    <a:pt x="1813821" y="2747292"/>
                  </a:lnTo>
                  <a:lnTo>
                    <a:pt x="1821707" y="2720577"/>
                  </a:lnTo>
                  <a:lnTo>
                    <a:pt x="1829593" y="2689612"/>
                  </a:lnTo>
                  <a:lnTo>
                    <a:pt x="1837479" y="2653933"/>
                  </a:lnTo>
                  <a:lnTo>
                    <a:pt x="1845366" y="2612789"/>
                  </a:lnTo>
                  <a:lnTo>
                    <a:pt x="1853252" y="2565066"/>
                  </a:lnTo>
                  <a:lnTo>
                    <a:pt x="1861138" y="2509206"/>
                  </a:lnTo>
                  <a:lnTo>
                    <a:pt x="1869024" y="2443164"/>
                  </a:lnTo>
                  <a:lnTo>
                    <a:pt x="1876910" y="2364431"/>
                  </a:lnTo>
                  <a:lnTo>
                    <a:pt x="1884797" y="2270159"/>
                  </a:lnTo>
                  <a:lnTo>
                    <a:pt x="1892683" y="2157411"/>
                  </a:lnTo>
                  <a:lnTo>
                    <a:pt x="1900569" y="2023556"/>
                  </a:lnTo>
                  <a:lnTo>
                    <a:pt x="1908455" y="1866778"/>
                  </a:lnTo>
                  <a:lnTo>
                    <a:pt x="1916341" y="1685950"/>
                  </a:lnTo>
                  <a:lnTo>
                    <a:pt x="1924227" y="1482680"/>
                  </a:lnTo>
                  <a:lnTo>
                    <a:pt x="1932114" y="1263077"/>
                  </a:lnTo>
                  <a:lnTo>
                    <a:pt x="1940000" y="1034320"/>
                  </a:lnTo>
                  <a:lnTo>
                    <a:pt x="1947886" y="805655"/>
                  </a:lnTo>
                  <a:lnTo>
                    <a:pt x="1955772" y="587691"/>
                  </a:lnTo>
                  <a:lnTo>
                    <a:pt x="1963658" y="391454"/>
                  </a:lnTo>
                  <a:lnTo>
                    <a:pt x="1971545" y="227304"/>
                  </a:lnTo>
                  <a:lnTo>
                    <a:pt x="1979431" y="103876"/>
                  </a:lnTo>
                  <a:lnTo>
                    <a:pt x="1987317" y="27180"/>
                  </a:lnTo>
                  <a:lnTo>
                    <a:pt x="1995203" y="0"/>
                  </a:lnTo>
                  <a:lnTo>
                    <a:pt x="2003089" y="21669"/>
                  </a:lnTo>
                  <a:lnTo>
                    <a:pt x="2010975" y="88266"/>
                  </a:lnTo>
                  <a:lnTo>
                    <a:pt x="2018862" y="194505"/>
                  </a:lnTo>
                  <a:lnTo>
                    <a:pt x="2026748" y="330584"/>
                  </a:lnTo>
                  <a:lnTo>
                    <a:pt x="2034634" y="485642"/>
                  </a:lnTo>
                  <a:lnTo>
                    <a:pt x="2042520" y="651103"/>
                  </a:lnTo>
                  <a:lnTo>
                    <a:pt x="2050406" y="819564"/>
                  </a:lnTo>
                  <a:lnTo>
                    <a:pt x="2058293" y="985162"/>
                  </a:lnTo>
                  <a:lnTo>
                    <a:pt x="2066179" y="1143682"/>
                  </a:lnTo>
                  <a:lnTo>
                    <a:pt x="2074065" y="1292461"/>
                  </a:lnTo>
                  <a:lnTo>
                    <a:pt x="2081951" y="1430176"/>
                  </a:lnTo>
                  <a:lnTo>
                    <a:pt x="2089837" y="1556560"/>
                  </a:lnTo>
                  <a:lnTo>
                    <a:pt x="2097723" y="1672135"/>
                  </a:lnTo>
                  <a:lnTo>
                    <a:pt x="2105610" y="1777973"/>
                  </a:lnTo>
                  <a:lnTo>
                    <a:pt x="2113496" y="1875498"/>
                  </a:lnTo>
                  <a:lnTo>
                    <a:pt x="2121382" y="1966028"/>
                  </a:lnTo>
                  <a:lnTo>
                    <a:pt x="2129268" y="2051535"/>
                  </a:lnTo>
                  <a:lnTo>
                    <a:pt x="2137154" y="2133584"/>
                  </a:lnTo>
                  <a:lnTo>
                    <a:pt x="2145041" y="2213139"/>
                  </a:lnTo>
                  <a:lnTo>
                    <a:pt x="2152927" y="2290677"/>
                  </a:lnTo>
                  <a:lnTo>
                    <a:pt x="2160813" y="2366157"/>
                  </a:lnTo>
                  <a:lnTo>
                    <a:pt x="2168699" y="2439067"/>
                  </a:lnTo>
                  <a:lnTo>
                    <a:pt x="2176585" y="2508539"/>
                  </a:lnTo>
                  <a:lnTo>
                    <a:pt x="2184471" y="2573516"/>
                  </a:lnTo>
                  <a:lnTo>
                    <a:pt x="2192358" y="2632936"/>
                  </a:lnTo>
                  <a:lnTo>
                    <a:pt x="2200244" y="2685906"/>
                  </a:lnTo>
                  <a:lnTo>
                    <a:pt x="2208130" y="2731831"/>
                  </a:lnTo>
                  <a:lnTo>
                    <a:pt x="2216016" y="2770490"/>
                  </a:lnTo>
                  <a:lnTo>
                    <a:pt x="2223902" y="2801576"/>
                  </a:lnTo>
                  <a:lnTo>
                    <a:pt x="2231789" y="2826065"/>
                  </a:lnTo>
                  <a:lnTo>
                    <a:pt x="2239675" y="2844884"/>
                  </a:lnTo>
                  <a:lnTo>
                    <a:pt x="2247561" y="2858922"/>
                  </a:lnTo>
                  <a:lnTo>
                    <a:pt x="2255447" y="2869082"/>
                  </a:lnTo>
                  <a:lnTo>
                    <a:pt x="2263333" y="2876213"/>
                  </a:lnTo>
                  <a:lnTo>
                    <a:pt x="2271219" y="2881061"/>
                  </a:lnTo>
                  <a:lnTo>
                    <a:pt x="2279106" y="2884254"/>
                  </a:lnTo>
                  <a:lnTo>
                    <a:pt x="2286992" y="2886287"/>
                  </a:lnTo>
                  <a:lnTo>
                    <a:pt x="2294878" y="2887540"/>
                  </a:lnTo>
                  <a:lnTo>
                    <a:pt x="2302764" y="2888285"/>
                  </a:lnTo>
                  <a:lnTo>
                    <a:pt x="2310650" y="2888713"/>
                  </a:lnTo>
                  <a:lnTo>
                    <a:pt x="2318536" y="2888950"/>
                  </a:lnTo>
                  <a:lnTo>
                    <a:pt x="2326423" y="2889072"/>
                  </a:lnTo>
                  <a:lnTo>
                    <a:pt x="2334309" y="2889137"/>
                  </a:lnTo>
                  <a:lnTo>
                    <a:pt x="2342195" y="2889170"/>
                  </a:lnTo>
                  <a:lnTo>
                    <a:pt x="2350081" y="2889187"/>
                  </a:lnTo>
                  <a:lnTo>
                    <a:pt x="2357967" y="2889195"/>
                  </a:lnTo>
                  <a:lnTo>
                    <a:pt x="2365854" y="2889199"/>
                  </a:lnTo>
                  <a:lnTo>
                    <a:pt x="2373740" y="2889200"/>
                  </a:lnTo>
                  <a:lnTo>
                    <a:pt x="2381626" y="2889201"/>
                  </a:lnTo>
                  <a:lnTo>
                    <a:pt x="2389512" y="2889201"/>
                  </a:lnTo>
                  <a:lnTo>
                    <a:pt x="2397398" y="2889201"/>
                  </a:lnTo>
                  <a:lnTo>
                    <a:pt x="2405284" y="2889201"/>
                  </a:lnTo>
                  <a:lnTo>
                    <a:pt x="2413171" y="2889201"/>
                  </a:lnTo>
                  <a:lnTo>
                    <a:pt x="2421057" y="2889201"/>
                  </a:lnTo>
                  <a:lnTo>
                    <a:pt x="2428943" y="2889201"/>
                  </a:lnTo>
                  <a:lnTo>
                    <a:pt x="2436829" y="2889201"/>
                  </a:lnTo>
                  <a:lnTo>
                    <a:pt x="2444715" y="2889201"/>
                  </a:lnTo>
                  <a:lnTo>
                    <a:pt x="2452602" y="2889201"/>
                  </a:lnTo>
                  <a:lnTo>
                    <a:pt x="2460488" y="2889201"/>
                  </a:lnTo>
                  <a:lnTo>
                    <a:pt x="2468374" y="2889201"/>
                  </a:lnTo>
                  <a:lnTo>
                    <a:pt x="2476260" y="2889201"/>
                  </a:lnTo>
                  <a:lnTo>
                    <a:pt x="2484146" y="2889201"/>
                  </a:lnTo>
                  <a:lnTo>
                    <a:pt x="2492032" y="2889201"/>
                  </a:lnTo>
                  <a:lnTo>
                    <a:pt x="2499919" y="2889201"/>
                  </a:lnTo>
                  <a:lnTo>
                    <a:pt x="2507805" y="2889201"/>
                  </a:lnTo>
                  <a:lnTo>
                    <a:pt x="2515691" y="2889201"/>
                  </a:lnTo>
                  <a:lnTo>
                    <a:pt x="2523577" y="2889201"/>
                  </a:lnTo>
                  <a:lnTo>
                    <a:pt x="2531463" y="2889201"/>
                  </a:lnTo>
                  <a:lnTo>
                    <a:pt x="2539350" y="2889201"/>
                  </a:lnTo>
                  <a:lnTo>
                    <a:pt x="2547236" y="2889201"/>
                  </a:lnTo>
                  <a:lnTo>
                    <a:pt x="2555122" y="2889201"/>
                  </a:lnTo>
                  <a:lnTo>
                    <a:pt x="2563008" y="2889201"/>
                  </a:lnTo>
                  <a:lnTo>
                    <a:pt x="2570894" y="2889201"/>
                  </a:lnTo>
                  <a:lnTo>
                    <a:pt x="2578780" y="2889201"/>
                  </a:lnTo>
                  <a:lnTo>
                    <a:pt x="2586667" y="2889201"/>
                  </a:lnTo>
                  <a:lnTo>
                    <a:pt x="2594553" y="2889201"/>
                  </a:lnTo>
                  <a:lnTo>
                    <a:pt x="2602439" y="2889201"/>
                  </a:lnTo>
                  <a:lnTo>
                    <a:pt x="2610325" y="2889201"/>
                  </a:lnTo>
                  <a:lnTo>
                    <a:pt x="2618211" y="2889201"/>
                  </a:lnTo>
                  <a:lnTo>
                    <a:pt x="2626098" y="2889201"/>
                  </a:lnTo>
                  <a:lnTo>
                    <a:pt x="2633984" y="2889201"/>
                  </a:lnTo>
                  <a:lnTo>
                    <a:pt x="2641870" y="2889201"/>
                  </a:lnTo>
                  <a:lnTo>
                    <a:pt x="2649756" y="2889201"/>
                  </a:lnTo>
                  <a:lnTo>
                    <a:pt x="2657642" y="2889201"/>
                  </a:lnTo>
                  <a:lnTo>
                    <a:pt x="2665528" y="2889201"/>
                  </a:lnTo>
                  <a:lnTo>
                    <a:pt x="2673415" y="2889201"/>
                  </a:lnTo>
                  <a:lnTo>
                    <a:pt x="2681301" y="2889201"/>
                  </a:lnTo>
                  <a:lnTo>
                    <a:pt x="2689187" y="2889201"/>
                  </a:lnTo>
                  <a:lnTo>
                    <a:pt x="2697073" y="2889201"/>
                  </a:lnTo>
                  <a:lnTo>
                    <a:pt x="2704959" y="2889201"/>
                  </a:lnTo>
                  <a:lnTo>
                    <a:pt x="2712846" y="2889201"/>
                  </a:lnTo>
                  <a:lnTo>
                    <a:pt x="2720732" y="2889201"/>
                  </a:lnTo>
                  <a:lnTo>
                    <a:pt x="2728618" y="2889201"/>
                  </a:lnTo>
                  <a:lnTo>
                    <a:pt x="2736504" y="2889201"/>
                  </a:lnTo>
                  <a:lnTo>
                    <a:pt x="2744390" y="2889201"/>
                  </a:lnTo>
                  <a:lnTo>
                    <a:pt x="2752276" y="2889201"/>
                  </a:lnTo>
                  <a:lnTo>
                    <a:pt x="2760163" y="2889201"/>
                  </a:lnTo>
                  <a:lnTo>
                    <a:pt x="2768049" y="2889201"/>
                  </a:lnTo>
                  <a:lnTo>
                    <a:pt x="2775935" y="2889201"/>
                  </a:lnTo>
                  <a:lnTo>
                    <a:pt x="2783821" y="2889201"/>
                  </a:lnTo>
                  <a:lnTo>
                    <a:pt x="2791707" y="2889201"/>
                  </a:lnTo>
                  <a:lnTo>
                    <a:pt x="2799593" y="2889201"/>
                  </a:lnTo>
                  <a:lnTo>
                    <a:pt x="2807480" y="2889201"/>
                  </a:lnTo>
                  <a:lnTo>
                    <a:pt x="2815366" y="2889201"/>
                  </a:lnTo>
                  <a:lnTo>
                    <a:pt x="2823252" y="2889201"/>
                  </a:lnTo>
                  <a:lnTo>
                    <a:pt x="2831138" y="2889201"/>
                  </a:lnTo>
                  <a:lnTo>
                    <a:pt x="2839024" y="2889201"/>
                  </a:lnTo>
                  <a:lnTo>
                    <a:pt x="2846911" y="2889201"/>
                  </a:lnTo>
                  <a:lnTo>
                    <a:pt x="2854797" y="2889201"/>
                  </a:lnTo>
                  <a:lnTo>
                    <a:pt x="2862683" y="2889201"/>
                  </a:lnTo>
                  <a:lnTo>
                    <a:pt x="2870569" y="2889201"/>
                  </a:lnTo>
                  <a:lnTo>
                    <a:pt x="2878455" y="2889201"/>
                  </a:lnTo>
                  <a:lnTo>
                    <a:pt x="2886341" y="2889201"/>
                  </a:lnTo>
                  <a:lnTo>
                    <a:pt x="2894228" y="2889201"/>
                  </a:lnTo>
                  <a:lnTo>
                    <a:pt x="2902114" y="2889201"/>
                  </a:lnTo>
                  <a:lnTo>
                    <a:pt x="2910000" y="2889201"/>
                  </a:lnTo>
                  <a:lnTo>
                    <a:pt x="2917886" y="2889201"/>
                  </a:lnTo>
                  <a:lnTo>
                    <a:pt x="2925772" y="2889201"/>
                  </a:lnTo>
                  <a:lnTo>
                    <a:pt x="2933659" y="2889201"/>
                  </a:lnTo>
                  <a:lnTo>
                    <a:pt x="2941545" y="2889201"/>
                  </a:lnTo>
                  <a:lnTo>
                    <a:pt x="2949431" y="2889201"/>
                  </a:lnTo>
                  <a:lnTo>
                    <a:pt x="2957317" y="2889201"/>
                  </a:lnTo>
                  <a:lnTo>
                    <a:pt x="2965203" y="2889201"/>
                  </a:lnTo>
                  <a:lnTo>
                    <a:pt x="2973089" y="2889201"/>
                  </a:lnTo>
                  <a:lnTo>
                    <a:pt x="2980976" y="2889201"/>
                  </a:lnTo>
                  <a:lnTo>
                    <a:pt x="2988862" y="2889201"/>
                  </a:lnTo>
                  <a:lnTo>
                    <a:pt x="2996748" y="2889201"/>
                  </a:lnTo>
                  <a:lnTo>
                    <a:pt x="3004634" y="2889201"/>
                  </a:lnTo>
                  <a:lnTo>
                    <a:pt x="3012520" y="2889201"/>
                  </a:lnTo>
                  <a:lnTo>
                    <a:pt x="3020407" y="2889201"/>
                  </a:lnTo>
                  <a:lnTo>
                    <a:pt x="3028293" y="2889201"/>
                  </a:lnTo>
                  <a:lnTo>
                    <a:pt x="3036179" y="2889201"/>
                  </a:lnTo>
                  <a:lnTo>
                    <a:pt x="3044065" y="2889201"/>
                  </a:lnTo>
                  <a:lnTo>
                    <a:pt x="3051951" y="2889201"/>
                  </a:lnTo>
                  <a:lnTo>
                    <a:pt x="3059837" y="2889201"/>
                  </a:lnTo>
                  <a:lnTo>
                    <a:pt x="3067724" y="2889201"/>
                  </a:lnTo>
                  <a:lnTo>
                    <a:pt x="3075610" y="2889201"/>
                  </a:lnTo>
                  <a:lnTo>
                    <a:pt x="3083496" y="2889201"/>
                  </a:lnTo>
                  <a:lnTo>
                    <a:pt x="3091382" y="2889201"/>
                  </a:lnTo>
                  <a:lnTo>
                    <a:pt x="3099268" y="2889201"/>
                  </a:lnTo>
                  <a:lnTo>
                    <a:pt x="3107155" y="2889201"/>
                  </a:lnTo>
                  <a:lnTo>
                    <a:pt x="3115041" y="2889201"/>
                  </a:lnTo>
                  <a:lnTo>
                    <a:pt x="3122927" y="2889201"/>
                  </a:lnTo>
                  <a:lnTo>
                    <a:pt x="3130813" y="2889201"/>
                  </a:lnTo>
                  <a:lnTo>
                    <a:pt x="3138699" y="2889201"/>
                  </a:lnTo>
                  <a:lnTo>
                    <a:pt x="3146585" y="2889201"/>
                  </a:lnTo>
                  <a:lnTo>
                    <a:pt x="3154472" y="2889201"/>
                  </a:lnTo>
                  <a:lnTo>
                    <a:pt x="3162358" y="2889201"/>
                  </a:lnTo>
                  <a:lnTo>
                    <a:pt x="3170244" y="2889201"/>
                  </a:lnTo>
                  <a:lnTo>
                    <a:pt x="3178130" y="2889201"/>
                  </a:lnTo>
                  <a:lnTo>
                    <a:pt x="3186016" y="2889201"/>
                  </a:lnTo>
                  <a:lnTo>
                    <a:pt x="3193903" y="2889201"/>
                  </a:lnTo>
                  <a:lnTo>
                    <a:pt x="3201789" y="2889201"/>
                  </a:lnTo>
                  <a:lnTo>
                    <a:pt x="3209675" y="2889201"/>
                  </a:lnTo>
                  <a:lnTo>
                    <a:pt x="3217561" y="2889201"/>
                  </a:lnTo>
                  <a:lnTo>
                    <a:pt x="3225447" y="2889201"/>
                  </a:lnTo>
                  <a:lnTo>
                    <a:pt x="3233333" y="2889201"/>
                  </a:lnTo>
                  <a:lnTo>
                    <a:pt x="3241220" y="2889201"/>
                  </a:lnTo>
                  <a:lnTo>
                    <a:pt x="3249106" y="2889201"/>
                  </a:lnTo>
                  <a:lnTo>
                    <a:pt x="3256992" y="2889201"/>
                  </a:lnTo>
                  <a:lnTo>
                    <a:pt x="3264878" y="2889201"/>
                  </a:lnTo>
                  <a:lnTo>
                    <a:pt x="3272764" y="2889201"/>
                  </a:lnTo>
                  <a:lnTo>
                    <a:pt x="3280650" y="2889201"/>
                  </a:lnTo>
                  <a:lnTo>
                    <a:pt x="3288537" y="2889201"/>
                  </a:lnTo>
                  <a:lnTo>
                    <a:pt x="3296423" y="2889201"/>
                  </a:lnTo>
                  <a:lnTo>
                    <a:pt x="3304309" y="2889201"/>
                  </a:lnTo>
                  <a:lnTo>
                    <a:pt x="3312195" y="2889201"/>
                  </a:lnTo>
                  <a:lnTo>
                    <a:pt x="3320081" y="2889201"/>
                  </a:lnTo>
                  <a:lnTo>
                    <a:pt x="3327968" y="2889201"/>
                  </a:lnTo>
                  <a:lnTo>
                    <a:pt x="3335854" y="2889201"/>
                  </a:lnTo>
                  <a:lnTo>
                    <a:pt x="3343740" y="2889201"/>
                  </a:lnTo>
                  <a:lnTo>
                    <a:pt x="3351626" y="2889201"/>
                  </a:lnTo>
                  <a:lnTo>
                    <a:pt x="3359512" y="2889201"/>
                  </a:lnTo>
                  <a:lnTo>
                    <a:pt x="3367398" y="2889201"/>
                  </a:lnTo>
                  <a:lnTo>
                    <a:pt x="3375285" y="2889201"/>
                  </a:lnTo>
                  <a:lnTo>
                    <a:pt x="3383171" y="2889201"/>
                  </a:lnTo>
                  <a:lnTo>
                    <a:pt x="3391057" y="2889201"/>
                  </a:lnTo>
                  <a:lnTo>
                    <a:pt x="3398943" y="2889201"/>
                  </a:lnTo>
                  <a:lnTo>
                    <a:pt x="3406829" y="2889201"/>
                  </a:lnTo>
                  <a:lnTo>
                    <a:pt x="3414716" y="2889201"/>
                  </a:lnTo>
                  <a:lnTo>
                    <a:pt x="3422602" y="2889201"/>
                  </a:lnTo>
                  <a:lnTo>
                    <a:pt x="3430488" y="2889201"/>
                  </a:lnTo>
                  <a:lnTo>
                    <a:pt x="3438374" y="2889201"/>
                  </a:lnTo>
                  <a:lnTo>
                    <a:pt x="3446260" y="2889201"/>
                  </a:lnTo>
                  <a:lnTo>
                    <a:pt x="3454146" y="2889201"/>
                  </a:lnTo>
                  <a:lnTo>
                    <a:pt x="3462033" y="2889201"/>
                  </a:lnTo>
                  <a:lnTo>
                    <a:pt x="3469919" y="2889201"/>
                  </a:lnTo>
                  <a:lnTo>
                    <a:pt x="3477805" y="2889201"/>
                  </a:lnTo>
                  <a:lnTo>
                    <a:pt x="3485691" y="2889201"/>
                  </a:lnTo>
                  <a:lnTo>
                    <a:pt x="3493577" y="2889201"/>
                  </a:lnTo>
                  <a:lnTo>
                    <a:pt x="3501464" y="2889201"/>
                  </a:lnTo>
                  <a:lnTo>
                    <a:pt x="3509350" y="2889201"/>
                  </a:lnTo>
                  <a:lnTo>
                    <a:pt x="3517236" y="2889201"/>
                  </a:lnTo>
                  <a:lnTo>
                    <a:pt x="3525122" y="2889201"/>
                  </a:lnTo>
                  <a:lnTo>
                    <a:pt x="3533008" y="2889201"/>
                  </a:lnTo>
                  <a:lnTo>
                    <a:pt x="3540894" y="2889201"/>
                  </a:lnTo>
                  <a:lnTo>
                    <a:pt x="3548781" y="2889201"/>
                  </a:lnTo>
                  <a:lnTo>
                    <a:pt x="3556667" y="2889201"/>
                  </a:lnTo>
                  <a:lnTo>
                    <a:pt x="3564553" y="2889201"/>
                  </a:lnTo>
                  <a:lnTo>
                    <a:pt x="3572439" y="2889201"/>
                  </a:lnTo>
                  <a:lnTo>
                    <a:pt x="3580325" y="2889201"/>
                  </a:lnTo>
                  <a:lnTo>
                    <a:pt x="3588212" y="2889201"/>
                  </a:lnTo>
                  <a:lnTo>
                    <a:pt x="3596098" y="2889201"/>
                  </a:lnTo>
                  <a:lnTo>
                    <a:pt x="3603984" y="2889201"/>
                  </a:lnTo>
                  <a:lnTo>
                    <a:pt x="3611870" y="2889201"/>
                  </a:lnTo>
                  <a:lnTo>
                    <a:pt x="3619756" y="2889201"/>
                  </a:lnTo>
                  <a:lnTo>
                    <a:pt x="3627642" y="2889201"/>
                  </a:lnTo>
                  <a:lnTo>
                    <a:pt x="3635529" y="2889201"/>
                  </a:lnTo>
                  <a:lnTo>
                    <a:pt x="3643415" y="2889201"/>
                  </a:lnTo>
                  <a:lnTo>
                    <a:pt x="3651301" y="2889201"/>
                  </a:lnTo>
                  <a:lnTo>
                    <a:pt x="3659187" y="2889201"/>
                  </a:lnTo>
                  <a:lnTo>
                    <a:pt x="3667073" y="2889201"/>
                  </a:lnTo>
                  <a:lnTo>
                    <a:pt x="3674959" y="2889201"/>
                  </a:lnTo>
                  <a:lnTo>
                    <a:pt x="3682846" y="2889201"/>
                  </a:lnTo>
                  <a:lnTo>
                    <a:pt x="3690732" y="2889201"/>
                  </a:lnTo>
                  <a:lnTo>
                    <a:pt x="3698618" y="2889201"/>
                  </a:lnTo>
                  <a:lnTo>
                    <a:pt x="3706504" y="2889201"/>
                  </a:lnTo>
                  <a:lnTo>
                    <a:pt x="3714390" y="2889201"/>
                  </a:lnTo>
                  <a:lnTo>
                    <a:pt x="3722277" y="2889201"/>
                  </a:lnTo>
                  <a:lnTo>
                    <a:pt x="3730163" y="2889201"/>
                  </a:lnTo>
                  <a:lnTo>
                    <a:pt x="3738049" y="2889201"/>
                  </a:lnTo>
                  <a:lnTo>
                    <a:pt x="3745935" y="2889201"/>
                  </a:lnTo>
                  <a:lnTo>
                    <a:pt x="3753821" y="2889201"/>
                  </a:lnTo>
                  <a:lnTo>
                    <a:pt x="3761707" y="2889201"/>
                  </a:lnTo>
                  <a:lnTo>
                    <a:pt x="3769594" y="2889201"/>
                  </a:lnTo>
                  <a:lnTo>
                    <a:pt x="3777480" y="2889201"/>
                  </a:lnTo>
                  <a:lnTo>
                    <a:pt x="3785366" y="2889201"/>
                  </a:lnTo>
                  <a:lnTo>
                    <a:pt x="3793252" y="2889201"/>
                  </a:lnTo>
                  <a:lnTo>
                    <a:pt x="3801138" y="2889201"/>
                  </a:lnTo>
                  <a:lnTo>
                    <a:pt x="3809025" y="2889201"/>
                  </a:lnTo>
                  <a:lnTo>
                    <a:pt x="3816911" y="2889201"/>
                  </a:lnTo>
                  <a:lnTo>
                    <a:pt x="3824797" y="2889201"/>
                  </a:lnTo>
                  <a:lnTo>
                    <a:pt x="3832683" y="2889201"/>
                  </a:lnTo>
                  <a:lnTo>
                    <a:pt x="3840569" y="2889201"/>
                  </a:lnTo>
                  <a:lnTo>
                    <a:pt x="3848455" y="2889201"/>
                  </a:lnTo>
                  <a:lnTo>
                    <a:pt x="3856342" y="2889201"/>
                  </a:lnTo>
                  <a:lnTo>
                    <a:pt x="3864228" y="2889201"/>
                  </a:lnTo>
                  <a:lnTo>
                    <a:pt x="3872114" y="2889201"/>
                  </a:lnTo>
                  <a:lnTo>
                    <a:pt x="3880000" y="2889201"/>
                  </a:lnTo>
                  <a:lnTo>
                    <a:pt x="3887886" y="2889201"/>
                  </a:lnTo>
                  <a:lnTo>
                    <a:pt x="3895773" y="2889201"/>
                  </a:lnTo>
                  <a:lnTo>
                    <a:pt x="3903659" y="2889201"/>
                  </a:lnTo>
                  <a:lnTo>
                    <a:pt x="3911545" y="2889201"/>
                  </a:lnTo>
                  <a:lnTo>
                    <a:pt x="3919431" y="2889201"/>
                  </a:lnTo>
                  <a:lnTo>
                    <a:pt x="3927317" y="2889201"/>
                  </a:lnTo>
                  <a:lnTo>
                    <a:pt x="3935203" y="2889201"/>
                  </a:lnTo>
                  <a:lnTo>
                    <a:pt x="3943090" y="2889201"/>
                  </a:lnTo>
                  <a:lnTo>
                    <a:pt x="3950976" y="2889201"/>
                  </a:lnTo>
                  <a:lnTo>
                    <a:pt x="3958862" y="2889201"/>
                  </a:lnTo>
                  <a:lnTo>
                    <a:pt x="3966748" y="2889201"/>
                  </a:lnTo>
                  <a:lnTo>
                    <a:pt x="3974634" y="2889201"/>
                  </a:lnTo>
                  <a:lnTo>
                    <a:pt x="3982521" y="2889201"/>
                  </a:lnTo>
                  <a:lnTo>
                    <a:pt x="3990407" y="2889201"/>
                  </a:lnTo>
                  <a:lnTo>
                    <a:pt x="3998293" y="2889201"/>
                  </a:lnTo>
                  <a:lnTo>
                    <a:pt x="4006179" y="2889201"/>
                  </a:lnTo>
                  <a:lnTo>
                    <a:pt x="4014065" y="2889201"/>
                  </a:lnTo>
                  <a:lnTo>
                    <a:pt x="4021951" y="2889201"/>
                  </a:lnTo>
                  <a:lnTo>
                    <a:pt x="4029838" y="2889201"/>
                  </a:lnTo>
                  <a:lnTo>
                    <a:pt x="4021951" y="2889201"/>
                  </a:lnTo>
                  <a:lnTo>
                    <a:pt x="4014065" y="2889201"/>
                  </a:lnTo>
                  <a:lnTo>
                    <a:pt x="4006179" y="2889201"/>
                  </a:lnTo>
                  <a:lnTo>
                    <a:pt x="3998293" y="2889201"/>
                  </a:lnTo>
                  <a:lnTo>
                    <a:pt x="3990407" y="2889201"/>
                  </a:lnTo>
                  <a:lnTo>
                    <a:pt x="3982521" y="2889201"/>
                  </a:lnTo>
                  <a:lnTo>
                    <a:pt x="3974634" y="2889201"/>
                  </a:lnTo>
                  <a:lnTo>
                    <a:pt x="3966748" y="2889201"/>
                  </a:lnTo>
                  <a:lnTo>
                    <a:pt x="3958862" y="2889201"/>
                  </a:lnTo>
                  <a:lnTo>
                    <a:pt x="3950976" y="2889201"/>
                  </a:lnTo>
                  <a:lnTo>
                    <a:pt x="3943090" y="2889201"/>
                  </a:lnTo>
                  <a:lnTo>
                    <a:pt x="3935203" y="2889201"/>
                  </a:lnTo>
                  <a:lnTo>
                    <a:pt x="3927317" y="2889201"/>
                  </a:lnTo>
                  <a:lnTo>
                    <a:pt x="3919431" y="2889201"/>
                  </a:lnTo>
                  <a:lnTo>
                    <a:pt x="3911545" y="2889201"/>
                  </a:lnTo>
                  <a:lnTo>
                    <a:pt x="3903659" y="2889201"/>
                  </a:lnTo>
                  <a:lnTo>
                    <a:pt x="3895773" y="2889201"/>
                  </a:lnTo>
                  <a:lnTo>
                    <a:pt x="3887886" y="2889201"/>
                  </a:lnTo>
                  <a:lnTo>
                    <a:pt x="3880000" y="2889201"/>
                  </a:lnTo>
                  <a:lnTo>
                    <a:pt x="3872114" y="2889201"/>
                  </a:lnTo>
                  <a:lnTo>
                    <a:pt x="3864228" y="2889201"/>
                  </a:lnTo>
                  <a:lnTo>
                    <a:pt x="3856342" y="2889201"/>
                  </a:lnTo>
                  <a:lnTo>
                    <a:pt x="3848455" y="2889201"/>
                  </a:lnTo>
                  <a:lnTo>
                    <a:pt x="3840569" y="2889201"/>
                  </a:lnTo>
                  <a:lnTo>
                    <a:pt x="3832683" y="2889201"/>
                  </a:lnTo>
                  <a:lnTo>
                    <a:pt x="3824797" y="2889201"/>
                  </a:lnTo>
                  <a:lnTo>
                    <a:pt x="3816911" y="2889201"/>
                  </a:lnTo>
                  <a:lnTo>
                    <a:pt x="3809025" y="2889201"/>
                  </a:lnTo>
                  <a:lnTo>
                    <a:pt x="3801138" y="2889201"/>
                  </a:lnTo>
                  <a:lnTo>
                    <a:pt x="3793252" y="2889201"/>
                  </a:lnTo>
                  <a:lnTo>
                    <a:pt x="3785366" y="2889201"/>
                  </a:lnTo>
                  <a:lnTo>
                    <a:pt x="3777480" y="2889201"/>
                  </a:lnTo>
                  <a:lnTo>
                    <a:pt x="3769594" y="2889201"/>
                  </a:lnTo>
                  <a:lnTo>
                    <a:pt x="3761707" y="2889201"/>
                  </a:lnTo>
                  <a:lnTo>
                    <a:pt x="3753821" y="2889201"/>
                  </a:lnTo>
                  <a:lnTo>
                    <a:pt x="3745935" y="2889201"/>
                  </a:lnTo>
                  <a:lnTo>
                    <a:pt x="3738049" y="2889201"/>
                  </a:lnTo>
                  <a:lnTo>
                    <a:pt x="3730163" y="2889201"/>
                  </a:lnTo>
                  <a:lnTo>
                    <a:pt x="3722277" y="2889201"/>
                  </a:lnTo>
                  <a:lnTo>
                    <a:pt x="3714390" y="2889201"/>
                  </a:lnTo>
                  <a:lnTo>
                    <a:pt x="3706504" y="2889201"/>
                  </a:lnTo>
                  <a:lnTo>
                    <a:pt x="3698618" y="2889201"/>
                  </a:lnTo>
                  <a:lnTo>
                    <a:pt x="3690732" y="2889201"/>
                  </a:lnTo>
                  <a:lnTo>
                    <a:pt x="3682846" y="2889201"/>
                  </a:lnTo>
                  <a:lnTo>
                    <a:pt x="3674959" y="2889201"/>
                  </a:lnTo>
                  <a:lnTo>
                    <a:pt x="3667073" y="2889201"/>
                  </a:lnTo>
                  <a:lnTo>
                    <a:pt x="3659187" y="2889201"/>
                  </a:lnTo>
                  <a:lnTo>
                    <a:pt x="3651301" y="2889201"/>
                  </a:lnTo>
                  <a:lnTo>
                    <a:pt x="3643415" y="2889201"/>
                  </a:lnTo>
                  <a:lnTo>
                    <a:pt x="3635529" y="2889201"/>
                  </a:lnTo>
                  <a:lnTo>
                    <a:pt x="3627642" y="2889201"/>
                  </a:lnTo>
                  <a:lnTo>
                    <a:pt x="3619756" y="2889201"/>
                  </a:lnTo>
                  <a:lnTo>
                    <a:pt x="3611870" y="2889201"/>
                  </a:lnTo>
                  <a:lnTo>
                    <a:pt x="3603984" y="2889201"/>
                  </a:lnTo>
                  <a:lnTo>
                    <a:pt x="3596098" y="2889201"/>
                  </a:lnTo>
                  <a:lnTo>
                    <a:pt x="3588212" y="2889201"/>
                  </a:lnTo>
                  <a:lnTo>
                    <a:pt x="3580325" y="2889201"/>
                  </a:lnTo>
                  <a:lnTo>
                    <a:pt x="3572439" y="2889201"/>
                  </a:lnTo>
                  <a:lnTo>
                    <a:pt x="3564553" y="2889201"/>
                  </a:lnTo>
                  <a:lnTo>
                    <a:pt x="3556667" y="2889201"/>
                  </a:lnTo>
                  <a:lnTo>
                    <a:pt x="3548781" y="2889201"/>
                  </a:lnTo>
                  <a:lnTo>
                    <a:pt x="3540894" y="2889201"/>
                  </a:lnTo>
                  <a:lnTo>
                    <a:pt x="3533008" y="2889201"/>
                  </a:lnTo>
                  <a:lnTo>
                    <a:pt x="3525122" y="2889201"/>
                  </a:lnTo>
                  <a:lnTo>
                    <a:pt x="3517236" y="2889201"/>
                  </a:lnTo>
                  <a:lnTo>
                    <a:pt x="3509350" y="2889201"/>
                  </a:lnTo>
                  <a:lnTo>
                    <a:pt x="3501464" y="2889201"/>
                  </a:lnTo>
                  <a:lnTo>
                    <a:pt x="3493577" y="2889201"/>
                  </a:lnTo>
                  <a:lnTo>
                    <a:pt x="3485691" y="2889201"/>
                  </a:lnTo>
                  <a:lnTo>
                    <a:pt x="3477805" y="2889201"/>
                  </a:lnTo>
                  <a:lnTo>
                    <a:pt x="3469919" y="2889201"/>
                  </a:lnTo>
                  <a:lnTo>
                    <a:pt x="3462033" y="2889201"/>
                  </a:lnTo>
                  <a:lnTo>
                    <a:pt x="3454146" y="2889201"/>
                  </a:lnTo>
                  <a:lnTo>
                    <a:pt x="3446260" y="2889201"/>
                  </a:lnTo>
                  <a:lnTo>
                    <a:pt x="3438374" y="2889201"/>
                  </a:lnTo>
                  <a:lnTo>
                    <a:pt x="3430488" y="2889201"/>
                  </a:lnTo>
                  <a:lnTo>
                    <a:pt x="3422602" y="2889201"/>
                  </a:lnTo>
                  <a:lnTo>
                    <a:pt x="3414716" y="2889201"/>
                  </a:lnTo>
                  <a:lnTo>
                    <a:pt x="3406829" y="2889201"/>
                  </a:lnTo>
                  <a:lnTo>
                    <a:pt x="3398943" y="2889201"/>
                  </a:lnTo>
                  <a:lnTo>
                    <a:pt x="3391057" y="2889201"/>
                  </a:lnTo>
                  <a:lnTo>
                    <a:pt x="3383171" y="2889201"/>
                  </a:lnTo>
                  <a:lnTo>
                    <a:pt x="3375285" y="2889201"/>
                  </a:lnTo>
                  <a:lnTo>
                    <a:pt x="3367398" y="2889201"/>
                  </a:lnTo>
                  <a:lnTo>
                    <a:pt x="3359512" y="2889201"/>
                  </a:lnTo>
                  <a:lnTo>
                    <a:pt x="3351626" y="2889201"/>
                  </a:lnTo>
                  <a:lnTo>
                    <a:pt x="3343740" y="2889201"/>
                  </a:lnTo>
                  <a:lnTo>
                    <a:pt x="3335854" y="2889201"/>
                  </a:lnTo>
                  <a:lnTo>
                    <a:pt x="3327968" y="2889201"/>
                  </a:lnTo>
                  <a:lnTo>
                    <a:pt x="3320081" y="2889201"/>
                  </a:lnTo>
                  <a:lnTo>
                    <a:pt x="3312195" y="2889201"/>
                  </a:lnTo>
                  <a:lnTo>
                    <a:pt x="3304309" y="2889201"/>
                  </a:lnTo>
                  <a:lnTo>
                    <a:pt x="3296423" y="2889201"/>
                  </a:lnTo>
                  <a:lnTo>
                    <a:pt x="3288537" y="2889201"/>
                  </a:lnTo>
                  <a:lnTo>
                    <a:pt x="3280650" y="2889201"/>
                  </a:lnTo>
                  <a:lnTo>
                    <a:pt x="3272764" y="2889201"/>
                  </a:lnTo>
                  <a:lnTo>
                    <a:pt x="3264878" y="2889201"/>
                  </a:lnTo>
                  <a:lnTo>
                    <a:pt x="3256992" y="2889201"/>
                  </a:lnTo>
                  <a:lnTo>
                    <a:pt x="3249106" y="2889201"/>
                  </a:lnTo>
                  <a:lnTo>
                    <a:pt x="3241220" y="2889201"/>
                  </a:lnTo>
                  <a:lnTo>
                    <a:pt x="3233333" y="2889201"/>
                  </a:lnTo>
                  <a:lnTo>
                    <a:pt x="3225447" y="2889201"/>
                  </a:lnTo>
                  <a:lnTo>
                    <a:pt x="3217561" y="2889201"/>
                  </a:lnTo>
                  <a:lnTo>
                    <a:pt x="3209675" y="2889201"/>
                  </a:lnTo>
                  <a:lnTo>
                    <a:pt x="3201789" y="2889201"/>
                  </a:lnTo>
                  <a:lnTo>
                    <a:pt x="3193903" y="2889201"/>
                  </a:lnTo>
                  <a:lnTo>
                    <a:pt x="3186016" y="2889201"/>
                  </a:lnTo>
                  <a:lnTo>
                    <a:pt x="3178130" y="2889201"/>
                  </a:lnTo>
                  <a:lnTo>
                    <a:pt x="3170244" y="2889201"/>
                  </a:lnTo>
                  <a:lnTo>
                    <a:pt x="3162358" y="2889201"/>
                  </a:lnTo>
                  <a:lnTo>
                    <a:pt x="3154472" y="2889201"/>
                  </a:lnTo>
                  <a:lnTo>
                    <a:pt x="3146585" y="2889201"/>
                  </a:lnTo>
                  <a:lnTo>
                    <a:pt x="3138699" y="2889201"/>
                  </a:lnTo>
                  <a:lnTo>
                    <a:pt x="3130813" y="2889201"/>
                  </a:lnTo>
                  <a:lnTo>
                    <a:pt x="3122927" y="2889201"/>
                  </a:lnTo>
                  <a:lnTo>
                    <a:pt x="3115041" y="2889201"/>
                  </a:lnTo>
                  <a:lnTo>
                    <a:pt x="3107155" y="2889201"/>
                  </a:lnTo>
                  <a:lnTo>
                    <a:pt x="3099268" y="2889201"/>
                  </a:lnTo>
                  <a:lnTo>
                    <a:pt x="3091382" y="2889201"/>
                  </a:lnTo>
                  <a:lnTo>
                    <a:pt x="3083496" y="2889201"/>
                  </a:lnTo>
                  <a:lnTo>
                    <a:pt x="3075610" y="2889201"/>
                  </a:lnTo>
                  <a:lnTo>
                    <a:pt x="3067724" y="2889201"/>
                  </a:lnTo>
                  <a:lnTo>
                    <a:pt x="3059837" y="2889201"/>
                  </a:lnTo>
                  <a:lnTo>
                    <a:pt x="3051951" y="2889201"/>
                  </a:lnTo>
                  <a:lnTo>
                    <a:pt x="3044065" y="2889201"/>
                  </a:lnTo>
                  <a:lnTo>
                    <a:pt x="3036179" y="2889201"/>
                  </a:lnTo>
                  <a:lnTo>
                    <a:pt x="3028293" y="2889201"/>
                  </a:lnTo>
                  <a:lnTo>
                    <a:pt x="3020407" y="2889201"/>
                  </a:lnTo>
                  <a:lnTo>
                    <a:pt x="3012520" y="2889201"/>
                  </a:lnTo>
                  <a:lnTo>
                    <a:pt x="3004634" y="2889201"/>
                  </a:lnTo>
                  <a:lnTo>
                    <a:pt x="2996748" y="2889201"/>
                  </a:lnTo>
                  <a:lnTo>
                    <a:pt x="2988862" y="2889201"/>
                  </a:lnTo>
                  <a:lnTo>
                    <a:pt x="2980976" y="2889201"/>
                  </a:lnTo>
                  <a:lnTo>
                    <a:pt x="2973089" y="2889201"/>
                  </a:lnTo>
                  <a:lnTo>
                    <a:pt x="2965203" y="2889201"/>
                  </a:lnTo>
                  <a:lnTo>
                    <a:pt x="2957317" y="2889201"/>
                  </a:lnTo>
                  <a:lnTo>
                    <a:pt x="2949431" y="2889201"/>
                  </a:lnTo>
                  <a:lnTo>
                    <a:pt x="2941545" y="2889201"/>
                  </a:lnTo>
                  <a:lnTo>
                    <a:pt x="2933659" y="2889201"/>
                  </a:lnTo>
                  <a:lnTo>
                    <a:pt x="2925772" y="2889201"/>
                  </a:lnTo>
                  <a:lnTo>
                    <a:pt x="2917886" y="2889201"/>
                  </a:lnTo>
                  <a:lnTo>
                    <a:pt x="2910000" y="2889201"/>
                  </a:lnTo>
                  <a:lnTo>
                    <a:pt x="2902114" y="2889201"/>
                  </a:lnTo>
                  <a:lnTo>
                    <a:pt x="2894228" y="2889201"/>
                  </a:lnTo>
                  <a:lnTo>
                    <a:pt x="2886341" y="2889201"/>
                  </a:lnTo>
                  <a:lnTo>
                    <a:pt x="2878455" y="2889201"/>
                  </a:lnTo>
                  <a:lnTo>
                    <a:pt x="2870569" y="2889201"/>
                  </a:lnTo>
                  <a:lnTo>
                    <a:pt x="2862683" y="2889201"/>
                  </a:lnTo>
                  <a:lnTo>
                    <a:pt x="2854797" y="2889201"/>
                  </a:lnTo>
                  <a:lnTo>
                    <a:pt x="2846911" y="2889201"/>
                  </a:lnTo>
                  <a:lnTo>
                    <a:pt x="2839024" y="2889201"/>
                  </a:lnTo>
                  <a:lnTo>
                    <a:pt x="2831138" y="2889201"/>
                  </a:lnTo>
                  <a:lnTo>
                    <a:pt x="2823252" y="2889201"/>
                  </a:lnTo>
                  <a:lnTo>
                    <a:pt x="2815366" y="2889201"/>
                  </a:lnTo>
                  <a:lnTo>
                    <a:pt x="2807480" y="2889201"/>
                  </a:lnTo>
                  <a:lnTo>
                    <a:pt x="2799593" y="2889201"/>
                  </a:lnTo>
                  <a:lnTo>
                    <a:pt x="2791707" y="2889201"/>
                  </a:lnTo>
                  <a:lnTo>
                    <a:pt x="2783821" y="2889201"/>
                  </a:lnTo>
                  <a:lnTo>
                    <a:pt x="2775935" y="2889201"/>
                  </a:lnTo>
                  <a:lnTo>
                    <a:pt x="2768049" y="2889201"/>
                  </a:lnTo>
                  <a:lnTo>
                    <a:pt x="2760163" y="2889201"/>
                  </a:lnTo>
                  <a:lnTo>
                    <a:pt x="2752276" y="2889201"/>
                  </a:lnTo>
                  <a:lnTo>
                    <a:pt x="2744390" y="2889201"/>
                  </a:lnTo>
                  <a:lnTo>
                    <a:pt x="2736504" y="2889201"/>
                  </a:lnTo>
                  <a:lnTo>
                    <a:pt x="2728618" y="2889201"/>
                  </a:lnTo>
                  <a:lnTo>
                    <a:pt x="2720732" y="2889201"/>
                  </a:lnTo>
                  <a:lnTo>
                    <a:pt x="2712846" y="2889201"/>
                  </a:lnTo>
                  <a:lnTo>
                    <a:pt x="2704959" y="2889201"/>
                  </a:lnTo>
                  <a:lnTo>
                    <a:pt x="2697073" y="2889201"/>
                  </a:lnTo>
                  <a:lnTo>
                    <a:pt x="2689187" y="2889201"/>
                  </a:lnTo>
                  <a:lnTo>
                    <a:pt x="2681301" y="2889201"/>
                  </a:lnTo>
                  <a:lnTo>
                    <a:pt x="2673415" y="2889201"/>
                  </a:lnTo>
                  <a:lnTo>
                    <a:pt x="2665528" y="2889201"/>
                  </a:lnTo>
                  <a:lnTo>
                    <a:pt x="2657642" y="2889201"/>
                  </a:lnTo>
                  <a:lnTo>
                    <a:pt x="2649756" y="2889201"/>
                  </a:lnTo>
                  <a:lnTo>
                    <a:pt x="2641870" y="2889201"/>
                  </a:lnTo>
                  <a:lnTo>
                    <a:pt x="2633984" y="2889201"/>
                  </a:lnTo>
                  <a:lnTo>
                    <a:pt x="2626098" y="2889201"/>
                  </a:lnTo>
                  <a:lnTo>
                    <a:pt x="2618211" y="2889201"/>
                  </a:lnTo>
                  <a:lnTo>
                    <a:pt x="2610325" y="2889201"/>
                  </a:lnTo>
                  <a:lnTo>
                    <a:pt x="2602439" y="2889201"/>
                  </a:lnTo>
                  <a:lnTo>
                    <a:pt x="2594553" y="2889201"/>
                  </a:lnTo>
                  <a:lnTo>
                    <a:pt x="2586667" y="2889201"/>
                  </a:lnTo>
                  <a:lnTo>
                    <a:pt x="2578780" y="2889201"/>
                  </a:lnTo>
                  <a:lnTo>
                    <a:pt x="2570894" y="2889201"/>
                  </a:lnTo>
                  <a:lnTo>
                    <a:pt x="2563008" y="2889201"/>
                  </a:lnTo>
                  <a:lnTo>
                    <a:pt x="2555122" y="2889201"/>
                  </a:lnTo>
                  <a:lnTo>
                    <a:pt x="2547236" y="2889201"/>
                  </a:lnTo>
                  <a:lnTo>
                    <a:pt x="2539350" y="2889201"/>
                  </a:lnTo>
                  <a:lnTo>
                    <a:pt x="2531463" y="2889201"/>
                  </a:lnTo>
                  <a:lnTo>
                    <a:pt x="2523577" y="2889201"/>
                  </a:lnTo>
                  <a:lnTo>
                    <a:pt x="2515691" y="2889201"/>
                  </a:lnTo>
                  <a:lnTo>
                    <a:pt x="2507805" y="2889201"/>
                  </a:lnTo>
                  <a:lnTo>
                    <a:pt x="2499919" y="2889201"/>
                  </a:lnTo>
                  <a:lnTo>
                    <a:pt x="2492032" y="2889201"/>
                  </a:lnTo>
                  <a:lnTo>
                    <a:pt x="2484146" y="2889201"/>
                  </a:lnTo>
                  <a:lnTo>
                    <a:pt x="2476260" y="2889201"/>
                  </a:lnTo>
                  <a:lnTo>
                    <a:pt x="2468374" y="2889201"/>
                  </a:lnTo>
                  <a:lnTo>
                    <a:pt x="2460488" y="2889201"/>
                  </a:lnTo>
                  <a:lnTo>
                    <a:pt x="2452602" y="2889201"/>
                  </a:lnTo>
                  <a:lnTo>
                    <a:pt x="2444715" y="2889201"/>
                  </a:lnTo>
                  <a:lnTo>
                    <a:pt x="2436829" y="2889201"/>
                  </a:lnTo>
                  <a:lnTo>
                    <a:pt x="2428943" y="2889201"/>
                  </a:lnTo>
                  <a:lnTo>
                    <a:pt x="2421057" y="2889201"/>
                  </a:lnTo>
                  <a:lnTo>
                    <a:pt x="2413171" y="2889201"/>
                  </a:lnTo>
                  <a:lnTo>
                    <a:pt x="2405284" y="2889201"/>
                  </a:lnTo>
                  <a:lnTo>
                    <a:pt x="2397398" y="2889201"/>
                  </a:lnTo>
                  <a:lnTo>
                    <a:pt x="2389512" y="2889201"/>
                  </a:lnTo>
                  <a:lnTo>
                    <a:pt x="2381626" y="2889201"/>
                  </a:lnTo>
                  <a:lnTo>
                    <a:pt x="2373740" y="2889201"/>
                  </a:lnTo>
                  <a:lnTo>
                    <a:pt x="2365854" y="2889201"/>
                  </a:lnTo>
                  <a:lnTo>
                    <a:pt x="2357967" y="2889201"/>
                  </a:lnTo>
                  <a:lnTo>
                    <a:pt x="2350081" y="2889201"/>
                  </a:lnTo>
                  <a:lnTo>
                    <a:pt x="2342195" y="2889201"/>
                  </a:lnTo>
                  <a:lnTo>
                    <a:pt x="2334309" y="2889201"/>
                  </a:lnTo>
                  <a:lnTo>
                    <a:pt x="2326423" y="2889201"/>
                  </a:lnTo>
                  <a:lnTo>
                    <a:pt x="2318536" y="2889201"/>
                  </a:lnTo>
                  <a:lnTo>
                    <a:pt x="2310650" y="2889201"/>
                  </a:lnTo>
                  <a:lnTo>
                    <a:pt x="2302764" y="2889201"/>
                  </a:lnTo>
                  <a:lnTo>
                    <a:pt x="2294878" y="2889201"/>
                  </a:lnTo>
                  <a:lnTo>
                    <a:pt x="2286992" y="2889201"/>
                  </a:lnTo>
                  <a:lnTo>
                    <a:pt x="2279106" y="2889201"/>
                  </a:lnTo>
                  <a:lnTo>
                    <a:pt x="2271219" y="2889201"/>
                  </a:lnTo>
                  <a:lnTo>
                    <a:pt x="2263333" y="2889201"/>
                  </a:lnTo>
                  <a:lnTo>
                    <a:pt x="2255447" y="2889201"/>
                  </a:lnTo>
                  <a:lnTo>
                    <a:pt x="2247561" y="2889201"/>
                  </a:lnTo>
                  <a:lnTo>
                    <a:pt x="2239675" y="2889201"/>
                  </a:lnTo>
                  <a:lnTo>
                    <a:pt x="2231789" y="2889201"/>
                  </a:lnTo>
                  <a:lnTo>
                    <a:pt x="2223902" y="2889201"/>
                  </a:lnTo>
                  <a:lnTo>
                    <a:pt x="2216016" y="2889201"/>
                  </a:lnTo>
                  <a:lnTo>
                    <a:pt x="2208130" y="2889201"/>
                  </a:lnTo>
                  <a:lnTo>
                    <a:pt x="2200244" y="2889201"/>
                  </a:lnTo>
                  <a:lnTo>
                    <a:pt x="2192358" y="2889201"/>
                  </a:lnTo>
                  <a:lnTo>
                    <a:pt x="2184471" y="2889201"/>
                  </a:lnTo>
                  <a:lnTo>
                    <a:pt x="2176585" y="2889201"/>
                  </a:lnTo>
                  <a:lnTo>
                    <a:pt x="2168699" y="2889201"/>
                  </a:lnTo>
                  <a:lnTo>
                    <a:pt x="2160813" y="2889201"/>
                  </a:lnTo>
                  <a:lnTo>
                    <a:pt x="2152927" y="2889201"/>
                  </a:lnTo>
                  <a:lnTo>
                    <a:pt x="2145041" y="2889201"/>
                  </a:lnTo>
                  <a:lnTo>
                    <a:pt x="2137154" y="2889201"/>
                  </a:lnTo>
                  <a:lnTo>
                    <a:pt x="2129268" y="2889201"/>
                  </a:lnTo>
                  <a:lnTo>
                    <a:pt x="2121382" y="2889201"/>
                  </a:lnTo>
                  <a:lnTo>
                    <a:pt x="2113496" y="2889201"/>
                  </a:lnTo>
                  <a:lnTo>
                    <a:pt x="2105610" y="2889201"/>
                  </a:lnTo>
                  <a:lnTo>
                    <a:pt x="2097723" y="2889201"/>
                  </a:lnTo>
                  <a:lnTo>
                    <a:pt x="2089837" y="2889201"/>
                  </a:lnTo>
                  <a:lnTo>
                    <a:pt x="2081951" y="2889201"/>
                  </a:lnTo>
                  <a:lnTo>
                    <a:pt x="2074065" y="2889201"/>
                  </a:lnTo>
                  <a:lnTo>
                    <a:pt x="2066179" y="2889201"/>
                  </a:lnTo>
                  <a:lnTo>
                    <a:pt x="2058293" y="2889201"/>
                  </a:lnTo>
                  <a:lnTo>
                    <a:pt x="2050406" y="2889201"/>
                  </a:lnTo>
                  <a:lnTo>
                    <a:pt x="2042520" y="2889201"/>
                  </a:lnTo>
                  <a:lnTo>
                    <a:pt x="2034634" y="2889201"/>
                  </a:lnTo>
                  <a:lnTo>
                    <a:pt x="2026748" y="2889201"/>
                  </a:lnTo>
                  <a:lnTo>
                    <a:pt x="2018862" y="2889201"/>
                  </a:lnTo>
                  <a:lnTo>
                    <a:pt x="2010975" y="2889201"/>
                  </a:lnTo>
                  <a:lnTo>
                    <a:pt x="2003089" y="2889201"/>
                  </a:lnTo>
                  <a:lnTo>
                    <a:pt x="1995203" y="2889201"/>
                  </a:lnTo>
                  <a:lnTo>
                    <a:pt x="1987317" y="2889201"/>
                  </a:lnTo>
                  <a:lnTo>
                    <a:pt x="1979431" y="2889201"/>
                  </a:lnTo>
                  <a:lnTo>
                    <a:pt x="1971545" y="2889201"/>
                  </a:lnTo>
                  <a:lnTo>
                    <a:pt x="1963658" y="2889201"/>
                  </a:lnTo>
                  <a:lnTo>
                    <a:pt x="1955772" y="2889201"/>
                  </a:lnTo>
                  <a:lnTo>
                    <a:pt x="1947886" y="2889201"/>
                  </a:lnTo>
                  <a:lnTo>
                    <a:pt x="1940000" y="2889201"/>
                  </a:lnTo>
                  <a:lnTo>
                    <a:pt x="1932114" y="2889201"/>
                  </a:lnTo>
                  <a:lnTo>
                    <a:pt x="1924227" y="2889201"/>
                  </a:lnTo>
                  <a:lnTo>
                    <a:pt x="1916341" y="2889201"/>
                  </a:lnTo>
                  <a:lnTo>
                    <a:pt x="1908455" y="2889201"/>
                  </a:lnTo>
                  <a:lnTo>
                    <a:pt x="1900569" y="2889201"/>
                  </a:lnTo>
                  <a:lnTo>
                    <a:pt x="1892683" y="2889201"/>
                  </a:lnTo>
                  <a:lnTo>
                    <a:pt x="1884797" y="2889201"/>
                  </a:lnTo>
                  <a:lnTo>
                    <a:pt x="1876910" y="2889201"/>
                  </a:lnTo>
                  <a:lnTo>
                    <a:pt x="1869024" y="2889201"/>
                  </a:lnTo>
                  <a:lnTo>
                    <a:pt x="1861138" y="2889201"/>
                  </a:lnTo>
                  <a:lnTo>
                    <a:pt x="1853252" y="2889201"/>
                  </a:lnTo>
                  <a:lnTo>
                    <a:pt x="1845366" y="2889201"/>
                  </a:lnTo>
                  <a:lnTo>
                    <a:pt x="1837479" y="2889201"/>
                  </a:lnTo>
                  <a:lnTo>
                    <a:pt x="1829593" y="2889201"/>
                  </a:lnTo>
                  <a:lnTo>
                    <a:pt x="1821707" y="2889201"/>
                  </a:lnTo>
                  <a:lnTo>
                    <a:pt x="1813821" y="2889201"/>
                  </a:lnTo>
                  <a:lnTo>
                    <a:pt x="1805935" y="2889201"/>
                  </a:lnTo>
                  <a:lnTo>
                    <a:pt x="1798049" y="2889201"/>
                  </a:lnTo>
                  <a:lnTo>
                    <a:pt x="1790162" y="2889201"/>
                  </a:lnTo>
                  <a:lnTo>
                    <a:pt x="1782276" y="2889201"/>
                  </a:lnTo>
                  <a:lnTo>
                    <a:pt x="1774390" y="2889201"/>
                  </a:lnTo>
                  <a:lnTo>
                    <a:pt x="1766504" y="2889201"/>
                  </a:lnTo>
                  <a:lnTo>
                    <a:pt x="1758618" y="2889201"/>
                  </a:lnTo>
                  <a:lnTo>
                    <a:pt x="1750732" y="2889201"/>
                  </a:lnTo>
                  <a:lnTo>
                    <a:pt x="1742845" y="2889201"/>
                  </a:lnTo>
                  <a:lnTo>
                    <a:pt x="1734959" y="2889201"/>
                  </a:lnTo>
                  <a:lnTo>
                    <a:pt x="1727073" y="2889201"/>
                  </a:lnTo>
                  <a:lnTo>
                    <a:pt x="1719187" y="2889201"/>
                  </a:lnTo>
                  <a:lnTo>
                    <a:pt x="1711301" y="2889201"/>
                  </a:lnTo>
                  <a:lnTo>
                    <a:pt x="1703414" y="2889201"/>
                  </a:lnTo>
                  <a:lnTo>
                    <a:pt x="1695528" y="2889201"/>
                  </a:lnTo>
                  <a:lnTo>
                    <a:pt x="1687642" y="2889201"/>
                  </a:lnTo>
                  <a:lnTo>
                    <a:pt x="1679756" y="2889201"/>
                  </a:lnTo>
                  <a:lnTo>
                    <a:pt x="1671870" y="2889201"/>
                  </a:lnTo>
                  <a:lnTo>
                    <a:pt x="1663984" y="2889201"/>
                  </a:lnTo>
                  <a:lnTo>
                    <a:pt x="1656097" y="2889201"/>
                  </a:lnTo>
                  <a:lnTo>
                    <a:pt x="1648211" y="2889201"/>
                  </a:lnTo>
                  <a:lnTo>
                    <a:pt x="1640325" y="2889201"/>
                  </a:lnTo>
                  <a:lnTo>
                    <a:pt x="1632439" y="2889201"/>
                  </a:lnTo>
                  <a:lnTo>
                    <a:pt x="1624553" y="2889201"/>
                  </a:lnTo>
                  <a:lnTo>
                    <a:pt x="1616666" y="2889201"/>
                  </a:lnTo>
                  <a:lnTo>
                    <a:pt x="1608780" y="2889201"/>
                  </a:lnTo>
                  <a:lnTo>
                    <a:pt x="1600894" y="2889201"/>
                  </a:lnTo>
                  <a:lnTo>
                    <a:pt x="1593008" y="2889201"/>
                  </a:lnTo>
                  <a:lnTo>
                    <a:pt x="1585122" y="2889201"/>
                  </a:lnTo>
                  <a:lnTo>
                    <a:pt x="1577236" y="2889201"/>
                  </a:lnTo>
                  <a:lnTo>
                    <a:pt x="1569349" y="2889201"/>
                  </a:lnTo>
                  <a:lnTo>
                    <a:pt x="1561463" y="2889201"/>
                  </a:lnTo>
                  <a:lnTo>
                    <a:pt x="1553577" y="2889201"/>
                  </a:lnTo>
                  <a:lnTo>
                    <a:pt x="1545691" y="2889201"/>
                  </a:lnTo>
                  <a:lnTo>
                    <a:pt x="1537805" y="2889201"/>
                  </a:lnTo>
                  <a:lnTo>
                    <a:pt x="1529918" y="2889201"/>
                  </a:lnTo>
                  <a:lnTo>
                    <a:pt x="1522032" y="2889201"/>
                  </a:lnTo>
                  <a:lnTo>
                    <a:pt x="1514146" y="2889201"/>
                  </a:lnTo>
                  <a:lnTo>
                    <a:pt x="1506260" y="2889201"/>
                  </a:lnTo>
                  <a:lnTo>
                    <a:pt x="1498374" y="2889201"/>
                  </a:lnTo>
                  <a:lnTo>
                    <a:pt x="1490488" y="2889201"/>
                  </a:lnTo>
                  <a:lnTo>
                    <a:pt x="1482601" y="2889201"/>
                  </a:lnTo>
                  <a:lnTo>
                    <a:pt x="1474715" y="2889201"/>
                  </a:lnTo>
                  <a:lnTo>
                    <a:pt x="1466829" y="2889201"/>
                  </a:lnTo>
                  <a:lnTo>
                    <a:pt x="1458943" y="2889201"/>
                  </a:lnTo>
                  <a:lnTo>
                    <a:pt x="1451057" y="2889201"/>
                  </a:lnTo>
                  <a:lnTo>
                    <a:pt x="1443170" y="2889201"/>
                  </a:lnTo>
                  <a:lnTo>
                    <a:pt x="1435284" y="2889201"/>
                  </a:lnTo>
                  <a:lnTo>
                    <a:pt x="1427398" y="2889201"/>
                  </a:lnTo>
                  <a:lnTo>
                    <a:pt x="1419512" y="2889201"/>
                  </a:lnTo>
                  <a:lnTo>
                    <a:pt x="1411626" y="2889201"/>
                  </a:lnTo>
                  <a:lnTo>
                    <a:pt x="1403740" y="2889201"/>
                  </a:lnTo>
                  <a:lnTo>
                    <a:pt x="1395853" y="2889201"/>
                  </a:lnTo>
                  <a:lnTo>
                    <a:pt x="1387967" y="2889201"/>
                  </a:lnTo>
                  <a:lnTo>
                    <a:pt x="1380081" y="2889201"/>
                  </a:lnTo>
                  <a:lnTo>
                    <a:pt x="1372195" y="2889201"/>
                  </a:lnTo>
                  <a:lnTo>
                    <a:pt x="1364309" y="2889201"/>
                  </a:lnTo>
                  <a:lnTo>
                    <a:pt x="1356423" y="2889201"/>
                  </a:lnTo>
                  <a:lnTo>
                    <a:pt x="1348536" y="2889201"/>
                  </a:lnTo>
                  <a:lnTo>
                    <a:pt x="1340650" y="2889201"/>
                  </a:lnTo>
                  <a:lnTo>
                    <a:pt x="1332764" y="2889201"/>
                  </a:lnTo>
                  <a:lnTo>
                    <a:pt x="1324878" y="2889201"/>
                  </a:lnTo>
                  <a:lnTo>
                    <a:pt x="1316992" y="2889201"/>
                  </a:lnTo>
                  <a:lnTo>
                    <a:pt x="1309105" y="2889201"/>
                  </a:lnTo>
                  <a:lnTo>
                    <a:pt x="1301219" y="2889201"/>
                  </a:lnTo>
                  <a:lnTo>
                    <a:pt x="1293333" y="2889201"/>
                  </a:lnTo>
                  <a:lnTo>
                    <a:pt x="1285447" y="2889201"/>
                  </a:lnTo>
                  <a:lnTo>
                    <a:pt x="1277561" y="2889201"/>
                  </a:lnTo>
                  <a:lnTo>
                    <a:pt x="1269675" y="2889201"/>
                  </a:lnTo>
                  <a:lnTo>
                    <a:pt x="1261788" y="2889201"/>
                  </a:lnTo>
                  <a:lnTo>
                    <a:pt x="1253902" y="2889201"/>
                  </a:lnTo>
                  <a:lnTo>
                    <a:pt x="1246016" y="2889201"/>
                  </a:lnTo>
                  <a:lnTo>
                    <a:pt x="1238130" y="2889201"/>
                  </a:lnTo>
                  <a:lnTo>
                    <a:pt x="1230244" y="2889201"/>
                  </a:lnTo>
                  <a:lnTo>
                    <a:pt x="1222357" y="2889201"/>
                  </a:lnTo>
                  <a:lnTo>
                    <a:pt x="1214471" y="2889201"/>
                  </a:lnTo>
                  <a:lnTo>
                    <a:pt x="1206585" y="2889201"/>
                  </a:lnTo>
                  <a:lnTo>
                    <a:pt x="1198699" y="2889201"/>
                  </a:lnTo>
                  <a:lnTo>
                    <a:pt x="1190813" y="2889201"/>
                  </a:lnTo>
                  <a:lnTo>
                    <a:pt x="1182927" y="2889201"/>
                  </a:lnTo>
                  <a:lnTo>
                    <a:pt x="1175040" y="2889201"/>
                  </a:lnTo>
                  <a:lnTo>
                    <a:pt x="1167154" y="2889201"/>
                  </a:lnTo>
                  <a:lnTo>
                    <a:pt x="1159268" y="2889201"/>
                  </a:lnTo>
                  <a:lnTo>
                    <a:pt x="1151382" y="2889201"/>
                  </a:lnTo>
                  <a:lnTo>
                    <a:pt x="1143496" y="2889201"/>
                  </a:lnTo>
                  <a:lnTo>
                    <a:pt x="1135609" y="2889201"/>
                  </a:lnTo>
                  <a:lnTo>
                    <a:pt x="1127723" y="2889201"/>
                  </a:lnTo>
                  <a:lnTo>
                    <a:pt x="1119837" y="2889201"/>
                  </a:lnTo>
                  <a:lnTo>
                    <a:pt x="1111951" y="2889201"/>
                  </a:lnTo>
                  <a:lnTo>
                    <a:pt x="1104065" y="2889201"/>
                  </a:lnTo>
                  <a:lnTo>
                    <a:pt x="1096179" y="2889201"/>
                  </a:lnTo>
                  <a:lnTo>
                    <a:pt x="1088292" y="2889201"/>
                  </a:lnTo>
                  <a:lnTo>
                    <a:pt x="1080406" y="2889201"/>
                  </a:lnTo>
                  <a:lnTo>
                    <a:pt x="1072520" y="2889201"/>
                  </a:lnTo>
                  <a:lnTo>
                    <a:pt x="1064634" y="2889201"/>
                  </a:lnTo>
                  <a:lnTo>
                    <a:pt x="1056748" y="2889201"/>
                  </a:lnTo>
                  <a:lnTo>
                    <a:pt x="1048861" y="2889201"/>
                  </a:lnTo>
                  <a:lnTo>
                    <a:pt x="1040975" y="2889201"/>
                  </a:lnTo>
                  <a:lnTo>
                    <a:pt x="1033089" y="2889201"/>
                  </a:lnTo>
                  <a:lnTo>
                    <a:pt x="1025203" y="2889201"/>
                  </a:lnTo>
                  <a:lnTo>
                    <a:pt x="1017317" y="2889201"/>
                  </a:lnTo>
                  <a:lnTo>
                    <a:pt x="1009431" y="2889201"/>
                  </a:lnTo>
                  <a:lnTo>
                    <a:pt x="1001544" y="2889201"/>
                  </a:lnTo>
                  <a:lnTo>
                    <a:pt x="993658" y="2889201"/>
                  </a:lnTo>
                  <a:lnTo>
                    <a:pt x="985772" y="2889201"/>
                  </a:lnTo>
                  <a:lnTo>
                    <a:pt x="977886" y="2889201"/>
                  </a:lnTo>
                  <a:lnTo>
                    <a:pt x="970000" y="2889201"/>
                  </a:lnTo>
                  <a:lnTo>
                    <a:pt x="962113" y="2889201"/>
                  </a:lnTo>
                  <a:lnTo>
                    <a:pt x="954227" y="2889201"/>
                  </a:lnTo>
                  <a:lnTo>
                    <a:pt x="946341" y="2889201"/>
                  </a:lnTo>
                  <a:lnTo>
                    <a:pt x="938455" y="2889201"/>
                  </a:lnTo>
                  <a:lnTo>
                    <a:pt x="930569" y="2889201"/>
                  </a:lnTo>
                  <a:lnTo>
                    <a:pt x="922683" y="2889201"/>
                  </a:lnTo>
                  <a:lnTo>
                    <a:pt x="914796" y="2889201"/>
                  </a:lnTo>
                  <a:lnTo>
                    <a:pt x="906910" y="2889201"/>
                  </a:lnTo>
                  <a:lnTo>
                    <a:pt x="899024" y="2889201"/>
                  </a:lnTo>
                  <a:lnTo>
                    <a:pt x="891138" y="2889201"/>
                  </a:lnTo>
                  <a:lnTo>
                    <a:pt x="883252" y="2889201"/>
                  </a:lnTo>
                  <a:lnTo>
                    <a:pt x="875366" y="2889201"/>
                  </a:lnTo>
                  <a:lnTo>
                    <a:pt x="867479" y="2889201"/>
                  </a:lnTo>
                  <a:lnTo>
                    <a:pt x="859593" y="2889201"/>
                  </a:lnTo>
                  <a:lnTo>
                    <a:pt x="851707" y="2889201"/>
                  </a:lnTo>
                  <a:lnTo>
                    <a:pt x="843821" y="2889201"/>
                  </a:lnTo>
                  <a:lnTo>
                    <a:pt x="835935" y="2889201"/>
                  </a:lnTo>
                  <a:lnTo>
                    <a:pt x="828048" y="2889201"/>
                  </a:lnTo>
                  <a:lnTo>
                    <a:pt x="820162" y="2889201"/>
                  </a:lnTo>
                  <a:lnTo>
                    <a:pt x="812276" y="2889201"/>
                  </a:lnTo>
                  <a:lnTo>
                    <a:pt x="804390" y="2889201"/>
                  </a:lnTo>
                  <a:lnTo>
                    <a:pt x="796504" y="2889201"/>
                  </a:lnTo>
                  <a:lnTo>
                    <a:pt x="788618" y="2889201"/>
                  </a:lnTo>
                  <a:lnTo>
                    <a:pt x="780731" y="2889201"/>
                  </a:lnTo>
                  <a:lnTo>
                    <a:pt x="772845" y="2889201"/>
                  </a:lnTo>
                  <a:lnTo>
                    <a:pt x="764959" y="2889201"/>
                  </a:lnTo>
                  <a:lnTo>
                    <a:pt x="757073" y="2889201"/>
                  </a:lnTo>
                  <a:lnTo>
                    <a:pt x="749187" y="2889201"/>
                  </a:lnTo>
                  <a:lnTo>
                    <a:pt x="741300" y="2889201"/>
                  </a:lnTo>
                  <a:lnTo>
                    <a:pt x="733414" y="2889201"/>
                  </a:lnTo>
                  <a:lnTo>
                    <a:pt x="725528" y="2889201"/>
                  </a:lnTo>
                  <a:lnTo>
                    <a:pt x="717642" y="2889201"/>
                  </a:lnTo>
                  <a:lnTo>
                    <a:pt x="709756" y="2889201"/>
                  </a:lnTo>
                  <a:lnTo>
                    <a:pt x="701870" y="2889201"/>
                  </a:lnTo>
                  <a:lnTo>
                    <a:pt x="693983" y="2889201"/>
                  </a:lnTo>
                  <a:lnTo>
                    <a:pt x="686097" y="2889201"/>
                  </a:lnTo>
                  <a:lnTo>
                    <a:pt x="678211" y="2889201"/>
                  </a:lnTo>
                  <a:lnTo>
                    <a:pt x="670325" y="2889201"/>
                  </a:lnTo>
                  <a:lnTo>
                    <a:pt x="662439" y="2889201"/>
                  </a:lnTo>
                  <a:lnTo>
                    <a:pt x="654552" y="2889201"/>
                  </a:lnTo>
                  <a:lnTo>
                    <a:pt x="646666" y="2889201"/>
                  </a:lnTo>
                  <a:lnTo>
                    <a:pt x="638780" y="2889201"/>
                  </a:lnTo>
                  <a:lnTo>
                    <a:pt x="630894" y="2889201"/>
                  </a:lnTo>
                  <a:lnTo>
                    <a:pt x="623008" y="2889201"/>
                  </a:lnTo>
                  <a:lnTo>
                    <a:pt x="615122" y="2889201"/>
                  </a:lnTo>
                  <a:lnTo>
                    <a:pt x="607235" y="2889201"/>
                  </a:lnTo>
                  <a:lnTo>
                    <a:pt x="599349" y="2889201"/>
                  </a:lnTo>
                  <a:lnTo>
                    <a:pt x="591463" y="2889201"/>
                  </a:lnTo>
                  <a:lnTo>
                    <a:pt x="583577" y="2889201"/>
                  </a:lnTo>
                  <a:lnTo>
                    <a:pt x="575691" y="2889201"/>
                  </a:lnTo>
                  <a:lnTo>
                    <a:pt x="567804" y="2889201"/>
                  </a:lnTo>
                  <a:lnTo>
                    <a:pt x="559918" y="2889201"/>
                  </a:lnTo>
                  <a:lnTo>
                    <a:pt x="552032" y="2889201"/>
                  </a:lnTo>
                  <a:lnTo>
                    <a:pt x="544146" y="2889201"/>
                  </a:lnTo>
                  <a:lnTo>
                    <a:pt x="536260" y="2889201"/>
                  </a:lnTo>
                  <a:lnTo>
                    <a:pt x="528374" y="2889201"/>
                  </a:lnTo>
                  <a:lnTo>
                    <a:pt x="520487" y="2889201"/>
                  </a:lnTo>
                  <a:lnTo>
                    <a:pt x="512601" y="2889201"/>
                  </a:lnTo>
                  <a:lnTo>
                    <a:pt x="504715" y="2889201"/>
                  </a:lnTo>
                  <a:lnTo>
                    <a:pt x="496829" y="2889201"/>
                  </a:lnTo>
                  <a:lnTo>
                    <a:pt x="488943" y="2889201"/>
                  </a:lnTo>
                  <a:lnTo>
                    <a:pt x="481056" y="2889201"/>
                  </a:lnTo>
                  <a:lnTo>
                    <a:pt x="473170" y="2889201"/>
                  </a:lnTo>
                  <a:lnTo>
                    <a:pt x="465284" y="2889201"/>
                  </a:lnTo>
                  <a:lnTo>
                    <a:pt x="457398" y="2889201"/>
                  </a:lnTo>
                  <a:lnTo>
                    <a:pt x="449512" y="2889201"/>
                  </a:lnTo>
                  <a:lnTo>
                    <a:pt x="441626" y="2889201"/>
                  </a:lnTo>
                  <a:lnTo>
                    <a:pt x="433739" y="2889201"/>
                  </a:lnTo>
                  <a:lnTo>
                    <a:pt x="425853" y="2889201"/>
                  </a:lnTo>
                  <a:lnTo>
                    <a:pt x="417967" y="2889201"/>
                  </a:lnTo>
                  <a:lnTo>
                    <a:pt x="410081" y="2889201"/>
                  </a:lnTo>
                  <a:lnTo>
                    <a:pt x="402195" y="2889201"/>
                  </a:lnTo>
                  <a:lnTo>
                    <a:pt x="394309" y="2889201"/>
                  </a:lnTo>
                  <a:lnTo>
                    <a:pt x="386422" y="2889201"/>
                  </a:lnTo>
                  <a:lnTo>
                    <a:pt x="378536" y="2889201"/>
                  </a:lnTo>
                  <a:lnTo>
                    <a:pt x="370650" y="2889201"/>
                  </a:lnTo>
                  <a:lnTo>
                    <a:pt x="362764" y="2889201"/>
                  </a:lnTo>
                  <a:lnTo>
                    <a:pt x="354878" y="2889201"/>
                  </a:lnTo>
                  <a:lnTo>
                    <a:pt x="346991" y="2889201"/>
                  </a:lnTo>
                  <a:lnTo>
                    <a:pt x="339105" y="2889201"/>
                  </a:lnTo>
                  <a:lnTo>
                    <a:pt x="331219" y="2889201"/>
                  </a:lnTo>
                  <a:lnTo>
                    <a:pt x="323333" y="2889201"/>
                  </a:lnTo>
                  <a:lnTo>
                    <a:pt x="315447" y="2889201"/>
                  </a:lnTo>
                  <a:lnTo>
                    <a:pt x="307561" y="2889201"/>
                  </a:lnTo>
                  <a:lnTo>
                    <a:pt x="299674" y="2889201"/>
                  </a:lnTo>
                  <a:lnTo>
                    <a:pt x="291788" y="2889201"/>
                  </a:lnTo>
                  <a:lnTo>
                    <a:pt x="283902" y="2889201"/>
                  </a:lnTo>
                  <a:lnTo>
                    <a:pt x="276016" y="2889201"/>
                  </a:lnTo>
                  <a:lnTo>
                    <a:pt x="268130" y="2889201"/>
                  </a:lnTo>
                  <a:lnTo>
                    <a:pt x="260243" y="2889201"/>
                  </a:lnTo>
                  <a:lnTo>
                    <a:pt x="252357" y="2889201"/>
                  </a:lnTo>
                  <a:lnTo>
                    <a:pt x="244471" y="2889201"/>
                  </a:lnTo>
                  <a:lnTo>
                    <a:pt x="236585" y="2889201"/>
                  </a:lnTo>
                  <a:lnTo>
                    <a:pt x="228699" y="2889201"/>
                  </a:lnTo>
                  <a:lnTo>
                    <a:pt x="220813" y="2889201"/>
                  </a:lnTo>
                  <a:lnTo>
                    <a:pt x="212926" y="2889201"/>
                  </a:lnTo>
                  <a:lnTo>
                    <a:pt x="205040" y="2889201"/>
                  </a:lnTo>
                  <a:lnTo>
                    <a:pt x="197154" y="2889201"/>
                  </a:lnTo>
                  <a:lnTo>
                    <a:pt x="189268" y="2889201"/>
                  </a:lnTo>
                  <a:lnTo>
                    <a:pt x="181382" y="2889201"/>
                  </a:lnTo>
                  <a:lnTo>
                    <a:pt x="173495" y="2889201"/>
                  </a:lnTo>
                  <a:lnTo>
                    <a:pt x="165609" y="2889201"/>
                  </a:lnTo>
                  <a:lnTo>
                    <a:pt x="157723" y="2889201"/>
                  </a:lnTo>
                  <a:lnTo>
                    <a:pt x="149837" y="2889201"/>
                  </a:lnTo>
                  <a:lnTo>
                    <a:pt x="141951" y="2889201"/>
                  </a:lnTo>
                  <a:lnTo>
                    <a:pt x="134065" y="2889201"/>
                  </a:lnTo>
                  <a:lnTo>
                    <a:pt x="126178" y="2889201"/>
                  </a:lnTo>
                  <a:lnTo>
                    <a:pt x="118292" y="2889201"/>
                  </a:lnTo>
                  <a:lnTo>
                    <a:pt x="110406" y="2889201"/>
                  </a:lnTo>
                  <a:lnTo>
                    <a:pt x="102520" y="2889201"/>
                  </a:lnTo>
                  <a:lnTo>
                    <a:pt x="94634" y="2889201"/>
                  </a:lnTo>
                  <a:lnTo>
                    <a:pt x="86747" y="2889201"/>
                  </a:lnTo>
                  <a:lnTo>
                    <a:pt x="78861" y="2889201"/>
                  </a:lnTo>
                  <a:lnTo>
                    <a:pt x="70975" y="2889201"/>
                  </a:lnTo>
                  <a:lnTo>
                    <a:pt x="63089" y="2889201"/>
                  </a:lnTo>
                  <a:lnTo>
                    <a:pt x="55203" y="2889201"/>
                  </a:lnTo>
                  <a:lnTo>
                    <a:pt x="47317" y="2889201"/>
                  </a:lnTo>
                  <a:lnTo>
                    <a:pt x="39430" y="2889201"/>
                  </a:lnTo>
                  <a:lnTo>
                    <a:pt x="31544" y="2889201"/>
                  </a:lnTo>
                  <a:lnTo>
                    <a:pt x="23658" y="2889201"/>
                  </a:lnTo>
                  <a:lnTo>
                    <a:pt x="15772" y="2889201"/>
                  </a:lnTo>
                  <a:lnTo>
                    <a:pt x="7886" y="2889201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51" name="pl451"/>
            <p:cNvSpPr/>
            <p:nvPr/>
          </p:nvSpPr>
          <p:spPr>
            <a:xfrm>
              <a:off x="7814880" y="1905530"/>
              <a:ext cx="4029838" cy="2889201"/>
            </a:xfrm>
            <a:custGeom>
              <a:avLst/>
              <a:gdLst/>
              <a:ahLst/>
              <a:cxnLst/>
              <a:rect l="0" t="0" r="0" b="0"/>
              <a:pathLst>
                <a:path w="4029838" h="2889201">
                  <a:moveTo>
                    <a:pt x="0" y="2889201"/>
                  </a:moveTo>
                  <a:lnTo>
                    <a:pt x="7886" y="2889201"/>
                  </a:lnTo>
                  <a:lnTo>
                    <a:pt x="15772" y="2889201"/>
                  </a:lnTo>
                  <a:lnTo>
                    <a:pt x="23658" y="2889201"/>
                  </a:lnTo>
                  <a:lnTo>
                    <a:pt x="31544" y="2889201"/>
                  </a:lnTo>
                  <a:lnTo>
                    <a:pt x="39430" y="2889201"/>
                  </a:lnTo>
                  <a:lnTo>
                    <a:pt x="47317" y="2889201"/>
                  </a:lnTo>
                  <a:lnTo>
                    <a:pt x="55203" y="2889201"/>
                  </a:lnTo>
                  <a:lnTo>
                    <a:pt x="63089" y="2889201"/>
                  </a:lnTo>
                  <a:lnTo>
                    <a:pt x="70975" y="2889201"/>
                  </a:lnTo>
                  <a:lnTo>
                    <a:pt x="78861" y="2889201"/>
                  </a:lnTo>
                  <a:lnTo>
                    <a:pt x="86747" y="2889201"/>
                  </a:lnTo>
                  <a:lnTo>
                    <a:pt x="94634" y="2889201"/>
                  </a:lnTo>
                  <a:lnTo>
                    <a:pt x="102520" y="2889201"/>
                  </a:lnTo>
                  <a:lnTo>
                    <a:pt x="110406" y="2889201"/>
                  </a:lnTo>
                  <a:lnTo>
                    <a:pt x="118292" y="2889201"/>
                  </a:lnTo>
                  <a:lnTo>
                    <a:pt x="126178" y="2889201"/>
                  </a:lnTo>
                  <a:lnTo>
                    <a:pt x="134065" y="2889201"/>
                  </a:lnTo>
                  <a:lnTo>
                    <a:pt x="141951" y="2889201"/>
                  </a:lnTo>
                  <a:lnTo>
                    <a:pt x="149837" y="2889201"/>
                  </a:lnTo>
                  <a:lnTo>
                    <a:pt x="157723" y="2889201"/>
                  </a:lnTo>
                  <a:lnTo>
                    <a:pt x="165609" y="2889201"/>
                  </a:lnTo>
                  <a:lnTo>
                    <a:pt x="173495" y="2889201"/>
                  </a:lnTo>
                  <a:lnTo>
                    <a:pt x="181382" y="2889201"/>
                  </a:lnTo>
                  <a:lnTo>
                    <a:pt x="189268" y="2889201"/>
                  </a:lnTo>
                  <a:lnTo>
                    <a:pt x="197154" y="2889201"/>
                  </a:lnTo>
                  <a:lnTo>
                    <a:pt x="205040" y="2889201"/>
                  </a:lnTo>
                  <a:lnTo>
                    <a:pt x="212926" y="2889201"/>
                  </a:lnTo>
                  <a:lnTo>
                    <a:pt x="220813" y="2889201"/>
                  </a:lnTo>
                  <a:lnTo>
                    <a:pt x="228699" y="2889201"/>
                  </a:lnTo>
                  <a:lnTo>
                    <a:pt x="236585" y="2889201"/>
                  </a:lnTo>
                  <a:lnTo>
                    <a:pt x="244471" y="2889201"/>
                  </a:lnTo>
                  <a:lnTo>
                    <a:pt x="252357" y="2889201"/>
                  </a:lnTo>
                  <a:lnTo>
                    <a:pt x="260243" y="2889201"/>
                  </a:lnTo>
                  <a:lnTo>
                    <a:pt x="268130" y="2889201"/>
                  </a:lnTo>
                  <a:lnTo>
                    <a:pt x="276016" y="2889201"/>
                  </a:lnTo>
                  <a:lnTo>
                    <a:pt x="283902" y="2889201"/>
                  </a:lnTo>
                  <a:lnTo>
                    <a:pt x="291788" y="2889201"/>
                  </a:lnTo>
                  <a:lnTo>
                    <a:pt x="299674" y="2889201"/>
                  </a:lnTo>
                  <a:lnTo>
                    <a:pt x="307561" y="2889201"/>
                  </a:lnTo>
                  <a:lnTo>
                    <a:pt x="315447" y="2889201"/>
                  </a:lnTo>
                  <a:lnTo>
                    <a:pt x="323333" y="2889201"/>
                  </a:lnTo>
                  <a:lnTo>
                    <a:pt x="331219" y="2889201"/>
                  </a:lnTo>
                  <a:lnTo>
                    <a:pt x="339105" y="2889201"/>
                  </a:lnTo>
                  <a:lnTo>
                    <a:pt x="346991" y="2889201"/>
                  </a:lnTo>
                  <a:lnTo>
                    <a:pt x="354878" y="2889201"/>
                  </a:lnTo>
                  <a:lnTo>
                    <a:pt x="362764" y="2889201"/>
                  </a:lnTo>
                  <a:lnTo>
                    <a:pt x="370650" y="2889201"/>
                  </a:lnTo>
                  <a:lnTo>
                    <a:pt x="378536" y="2889201"/>
                  </a:lnTo>
                  <a:lnTo>
                    <a:pt x="386422" y="2889201"/>
                  </a:lnTo>
                  <a:lnTo>
                    <a:pt x="394309" y="2889201"/>
                  </a:lnTo>
                  <a:lnTo>
                    <a:pt x="402195" y="2889201"/>
                  </a:lnTo>
                  <a:lnTo>
                    <a:pt x="410081" y="2889201"/>
                  </a:lnTo>
                  <a:lnTo>
                    <a:pt x="417967" y="2889201"/>
                  </a:lnTo>
                  <a:lnTo>
                    <a:pt x="425853" y="2889201"/>
                  </a:lnTo>
                  <a:lnTo>
                    <a:pt x="433739" y="2889201"/>
                  </a:lnTo>
                  <a:lnTo>
                    <a:pt x="441626" y="2889201"/>
                  </a:lnTo>
                  <a:lnTo>
                    <a:pt x="449512" y="2889201"/>
                  </a:lnTo>
                  <a:lnTo>
                    <a:pt x="457398" y="2889201"/>
                  </a:lnTo>
                  <a:lnTo>
                    <a:pt x="465284" y="2889201"/>
                  </a:lnTo>
                  <a:lnTo>
                    <a:pt x="473170" y="2889201"/>
                  </a:lnTo>
                  <a:lnTo>
                    <a:pt x="481056" y="2889201"/>
                  </a:lnTo>
                  <a:lnTo>
                    <a:pt x="488943" y="2889201"/>
                  </a:lnTo>
                  <a:lnTo>
                    <a:pt x="496829" y="2889201"/>
                  </a:lnTo>
                  <a:lnTo>
                    <a:pt x="504715" y="2889201"/>
                  </a:lnTo>
                  <a:lnTo>
                    <a:pt x="512601" y="2889201"/>
                  </a:lnTo>
                  <a:lnTo>
                    <a:pt x="520487" y="2889201"/>
                  </a:lnTo>
                  <a:lnTo>
                    <a:pt x="528374" y="2889201"/>
                  </a:lnTo>
                  <a:lnTo>
                    <a:pt x="536260" y="2889201"/>
                  </a:lnTo>
                  <a:lnTo>
                    <a:pt x="544146" y="2889201"/>
                  </a:lnTo>
                  <a:lnTo>
                    <a:pt x="552032" y="2889201"/>
                  </a:lnTo>
                  <a:lnTo>
                    <a:pt x="559918" y="2889201"/>
                  </a:lnTo>
                  <a:lnTo>
                    <a:pt x="567804" y="2889201"/>
                  </a:lnTo>
                  <a:lnTo>
                    <a:pt x="575691" y="2889201"/>
                  </a:lnTo>
                  <a:lnTo>
                    <a:pt x="583577" y="2889201"/>
                  </a:lnTo>
                  <a:lnTo>
                    <a:pt x="591463" y="2889201"/>
                  </a:lnTo>
                  <a:lnTo>
                    <a:pt x="599349" y="2889201"/>
                  </a:lnTo>
                  <a:lnTo>
                    <a:pt x="607235" y="2889201"/>
                  </a:lnTo>
                  <a:lnTo>
                    <a:pt x="615122" y="2889201"/>
                  </a:lnTo>
                  <a:lnTo>
                    <a:pt x="623008" y="2889201"/>
                  </a:lnTo>
                  <a:lnTo>
                    <a:pt x="630894" y="2889201"/>
                  </a:lnTo>
                  <a:lnTo>
                    <a:pt x="638780" y="2889201"/>
                  </a:lnTo>
                  <a:lnTo>
                    <a:pt x="646666" y="2889201"/>
                  </a:lnTo>
                  <a:lnTo>
                    <a:pt x="654552" y="2889201"/>
                  </a:lnTo>
                  <a:lnTo>
                    <a:pt x="662439" y="2889201"/>
                  </a:lnTo>
                  <a:lnTo>
                    <a:pt x="670325" y="2889201"/>
                  </a:lnTo>
                  <a:lnTo>
                    <a:pt x="678211" y="2889201"/>
                  </a:lnTo>
                  <a:lnTo>
                    <a:pt x="686097" y="2889201"/>
                  </a:lnTo>
                  <a:lnTo>
                    <a:pt x="693983" y="2889201"/>
                  </a:lnTo>
                  <a:lnTo>
                    <a:pt x="701870" y="2889201"/>
                  </a:lnTo>
                  <a:lnTo>
                    <a:pt x="709756" y="2889201"/>
                  </a:lnTo>
                  <a:lnTo>
                    <a:pt x="717642" y="2889201"/>
                  </a:lnTo>
                  <a:lnTo>
                    <a:pt x="725528" y="2889201"/>
                  </a:lnTo>
                  <a:lnTo>
                    <a:pt x="733414" y="2889201"/>
                  </a:lnTo>
                  <a:lnTo>
                    <a:pt x="741300" y="2889201"/>
                  </a:lnTo>
                  <a:lnTo>
                    <a:pt x="749187" y="2889201"/>
                  </a:lnTo>
                  <a:lnTo>
                    <a:pt x="757073" y="2889201"/>
                  </a:lnTo>
                  <a:lnTo>
                    <a:pt x="764959" y="2889201"/>
                  </a:lnTo>
                  <a:lnTo>
                    <a:pt x="772845" y="2889201"/>
                  </a:lnTo>
                  <a:lnTo>
                    <a:pt x="780731" y="2889201"/>
                  </a:lnTo>
                  <a:lnTo>
                    <a:pt x="788618" y="2889201"/>
                  </a:lnTo>
                  <a:lnTo>
                    <a:pt x="796504" y="2889201"/>
                  </a:lnTo>
                  <a:lnTo>
                    <a:pt x="804390" y="2889201"/>
                  </a:lnTo>
                  <a:lnTo>
                    <a:pt x="812276" y="2889201"/>
                  </a:lnTo>
                  <a:lnTo>
                    <a:pt x="820162" y="2889201"/>
                  </a:lnTo>
                  <a:lnTo>
                    <a:pt x="828048" y="2889201"/>
                  </a:lnTo>
                  <a:lnTo>
                    <a:pt x="835935" y="2889201"/>
                  </a:lnTo>
                  <a:lnTo>
                    <a:pt x="843821" y="2889201"/>
                  </a:lnTo>
                  <a:lnTo>
                    <a:pt x="851707" y="2889201"/>
                  </a:lnTo>
                  <a:lnTo>
                    <a:pt x="859593" y="2889201"/>
                  </a:lnTo>
                  <a:lnTo>
                    <a:pt x="867479" y="2889201"/>
                  </a:lnTo>
                  <a:lnTo>
                    <a:pt x="875366" y="2889201"/>
                  </a:lnTo>
                  <a:lnTo>
                    <a:pt x="883252" y="2889201"/>
                  </a:lnTo>
                  <a:lnTo>
                    <a:pt x="891138" y="2889201"/>
                  </a:lnTo>
                  <a:lnTo>
                    <a:pt x="899024" y="2889201"/>
                  </a:lnTo>
                  <a:lnTo>
                    <a:pt x="906910" y="2889201"/>
                  </a:lnTo>
                  <a:lnTo>
                    <a:pt x="914796" y="2889201"/>
                  </a:lnTo>
                  <a:lnTo>
                    <a:pt x="922683" y="2889201"/>
                  </a:lnTo>
                  <a:lnTo>
                    <a:pt x="930569" y="2889201"/>
                  </a:lnTo>
                  <a:lnTo>
                    <a:pt x="938455" y="2889201"/>
                  </a:lnTo>
                  <a:lnTo>
                    <a:pt x="946341" y="2889201"/>
                  </a:lnTo>
                  <a:lnTo>
                    <a:pt x="954227" y="2889201"/>
                  </a:lnTo>
                  <a:lnTo>
                    <a:pt x="962113" y="2889201"/>
                  </a:lnTo>
                  <a:lnTo>
                    <a:pt x="970000" y="2889201"/>
                  </a:lnTo>
                  <a:lnTo>
                    <a:pt x="977886" y="2889201"/>
                  </a:lnTo>
                  <a:lnTo>
                    <a:pt x="985772" y="2889201"/>
                  </a:lnTo>
                  <a:lnTo>
                    <a:pt x="993658" y="2889201"/>
                  </a:lnTo>
                  <a:lnTo>
                    <a:pt x="1001544" y="2889201"/>
                  </a:lnTo>
                  <a:lnTo>
                    <a:pt x="1009431" y="2889201"/>
                  </a:lnTo>
                  <a:lnTo>
                    <a:pt x="1017317" y="2889201"/>
                  </a:lnTo>
                  <a:lnTo>
                    <a:pt x="1025203" y="2889201"/>
                  </a:lnTo>
                  <a:lnTo>
                    <a:pt x="1033089" y="2889201"/>
                  </a:lnTo>
                  <a:lnTo>
                    <a:pt x="1040975" y="2889201"/>
                  </a:lnTo>
                  <a:lnTo>
                    <a:pt x="1048861" y="2889201"/>
                  </a:lnTo>
                  <a:lnTo>
                    <a:pt x="1056748" y="2889201"/>
                  </a:lnTo>
                  <a:lnTo>
                    <a:pt x="1064634" y="2889201"/>
                  </a:lnTo>
                  <a:lnTo>
                    <a:pt x="1072520" y="2889201"/>
                  </a:lnTo>
                  <a:lnTo>
                    <a:pt x="1080406" y="2889201"/>
                  </a:lnTo>
                  <a:lnTo>
                    <a:pt x="1088292" y="2889201"/>
                  </a:lnTo>
                  <a:lnTo>
                    <a:pt x="1096179" y="2889201"/>
                  </a:lnTo>
                  <a:lnTo>
                    <a:pt x="1104065" y="2889201"/>
                  </a:lnTo>
                  <a:lnTo>
                    <a:pt x="1111951" y="2889201"/>
                  </a:lnTo>
                  <a:lnTo>
                    <a:pt x="1119837" y="2889201"/>
                  </a:lnTo>
                  <a:lnTo>
                    <a:pt x="1127723" y="2889201"/>
                  </a:lnTo>
                  <a:lnTo>
                    <a:pt x="1135609" y="2889201"/>
                  </a:lnTo>
                  <a:lnTo>
                    <a:pt x="1143496" y="2889201"/>
                  </a:lnTo>
                  <a:lnTo>
                    <a:pt x="1151382" y="2889201"/>
                  </a:lnTo>
                  <a:lnTo>
                    <a:pt x="1159268" y="2889201"/>
                  </a:lnTo>
                  <a:lnTo>
                    <a:pt x="1167154" y="2889201"/>
                  </a:lnTo>
                  <a:lnTo>
                    <a:pt x="1175040" y="2889201"/>
                  </a:lnTo>
                  <a:lnTo>
                    <a:pt x="1182927" y="2889201"/>
                  </a:lnTo>
                  <a:lnTo>
                    <a:pt x="1190813" y="2889201"/>
                  </a:lnTo>
                  <a:lnTo>
                    <a:pt x="1198699" y="2889201"/>
                  </a:lnTo>
                  <a:lnTo>
                    <a:pt x="1206585" y="2889201"/>
                  </a:lnTo>
                  <a:lnTo>
                    <a:pt x="1214471" y="2889201"/>
                  </a:lnTo>
                  <a:lnTo>
                    <a:pt x="1222357" y="2889201"/>
                  </a:lnTo>
                  <a:lnTo>
                    <a:pt x="1230244" y="2889201"/>
                  </a:lnTo>
                  <a:lnTo>
                    <a:pt x="1238130" y="2889201"/>
                  </a:lnTo>
                  <a:lnTo>
                    <a:pt x="1246016" y="2889201"/>
                  </a:lnTo>
                  <a:lnTo>
                    <a:pt x="1253902" y="2889201"/>
                  </a:lnTo>
                  <a:lnTo>
                    <a:pt x="1261788" y="2889201"/>
                  </a:lnTo>
                  <a:lnTo>
                    <a:pt x="1269675" y="2889201"/>
                  </a:lnTo>
                  <a:lnTo>
                    <a:pt x="1277561" y="2889201"/>
                  </a:lnTo>
                  <a:lnTo>
                    <a:pt x="1285447" y="2889201"/>
                  </a:lnTo>
                  <a:lnTo>
                    <a:pt x="1293333" y="2889201"/>
                  </a:lnTo>
                  <a:lnTo>
                    <a:pt x="1301219" y="2889201"/>
                  </a:lnTo>
                  <a:lnTo>
                    <a:pt x="1309105" y="2889201"/>
                  </a:lnTo>
                  <a:lnTo>
                    <a:pt x="1316992" y="2889201"/>
                  </a:lnTo>
                  <a:lnTo>
                    <a:pt x="1324878" y="2889201"/>
                  </a:lnTo>
                  <a:lnTo>
                    <a:pt x="1332764" y="2889201"/>
                  </a:lnTo>
                  <a:lnTo>
                    <a:pt x="1340650" y="2889201"/>
                  </a:lnTo>
                  <a:lnTo>
                    <a:pt x="1348536" y="2889201"/>
                  </a:lnTo>
                  <a:lnTo>
                    <a:pt x="1356423" y="2889201"/>
                  </a:lnTo>
                  <a:lnTo>
                    <a:pt x="1364309" y="2889201"/>
                  </a:lnTo>
                  <a:lnTo>
                    <a:pt x="1372195" y="2889200"/>
                  </a:lnTo>
                  <a:lnTo>
                    <a:pt x="1380081" y="2889199"/>
                  </a:lnTo>
                  <a:lnTo>
                    <a:pt x="1387967" y="2889195"/>
                  </a:lnTo>
                  <a:lnTo>
                    <a:pt x="1395853" y="2889188"/>
                  </a:lnTo>
                  <a:lnTo>
                    <a:pt x="1403740" y="2889173"/>
                  </a:lnTo>
                  <a:lnTo>
                    <a:pt x="1411626" y="2889143"/>
                  </a:lnTo>
                  <a:lnTo>
                    <a:pt x="1419512" y="2889085"/>
                  </a:lnTo>
                  <a:lnTo>
                    <a:pt x="1427398" y="2888977"/>
                  </a:lnTo>
                  <a:lnTo>
                    <a:pt x="1435284" y="2888785"/>
                  </a:lnTo>
                  <a:lnTo>
                    <a:pt x="1443170" y="2888459"/>
                  </a:lnTo>
                  <a:lnTo>
                    <a:pt x="1451057" y="2887924"/>
                  </a:lnTo>
                  <a:lnTo>
                    <a:pt x="1458943" y="2887083"/>
                  </a:lnTo>
                  <a:lnTo>
                    <a:pt x="1466829" y="2885810"/>
                  </a:lnTo>
                  <a:lnTo>
                    <a:pt x="1474715" y="2883958"/>
                  </a:lnTo>
                  <a:lnTo>
                    <a:pt x="1482601" y="2881368"/>
                  </a:lnTo>
                  <a:lnTo>
                    <a:pt x="1490488" y="2877886"/>
                  </a:lnTo>
                  <a:lnTo>
                    <a:pt x="1498374" y="2873389"/>
                  </a:lnTo>
                  <a:lnTo>
                    <a:pt x="1506260" y="2867817"/>
                  </a:lnTo>
                  <a:lnTo>
                    <a:pt x="1514146" y="2861150"/>
                  </a:lnTo>
                  <a:lnTo>
                    <a:pt x="1522032" y="2853663"/>
                  </a:lnTo>
                  <a:lnTo>
                    <a:pt x="1529918" y="2845732"/>
                  </a:lnTo>
                  <a:lnTo>
                    <a:pt x="1537805" y="2837841"/>
                  </a:lnTo>
                  <a:lnTo>
                    <a:pt x="1545691" y="2830555"/>
                  </a:lnTo>
                  <a:lnTo>
                    <a:pt x="1553577" y="2824453"/>
                  </a:lnTo>
                  <a:lnTo>
                    <a:pt x="1561463" y="2820053"/>
                  </a:lnTo>
                  <a:lnTo>
                    <a:pt x="1569349" y="2817733"/>
                  </a:lnTo>
                  <a:lnTo>
                    <a:pt x="1577236" y="2817667"/>
                  </a:lnTo>
                  <a:lnTo>
                    <a:pt x="1585122" y="2819790"/>
                  </a:lnTo>
                  <a:lnTo>
                    <a:pt x="1593008" y="2823787"/>
                  </a:lnTo>
                  <a:lnTo>
                    <a:pt x="1600894" y="2829129"/>
                  </a:lnTo>
                  <a:lnTo>
                    <a:pt x="1608780" y="2835128"/>
                  </a:lnTo>
                  <a:lnTo>
                    <a:pt x="1616666" y="2840938"/>
                  </a:lnTo>
                  <a:lnTo>
                    <a:pt x="1624553" y="2845778"/>
                  </a:lnTo>
                  <a:lnTo>
                    <a:pt x="1632439" y="2849068"/>
                  </a:lnTo>
                  <a:lnTo>
                    <a:pt x="1640325" y="2850424"/>
                  </a:lnTo>
                  <a:lnTo>
                    <a:pt x="1648211" y="2849693"/>
                  </a:lnTo>
                  <a:lnTo>
                    <a:pt x="1656097" y="2846965"/>
                  </a:lnTo>
                  <a:lnTo>
                    <a:pt x="1663984" y="2842560"/>
                  </a:lnTo>
                  <a:lnTo>
                    <a:pt x="1671870" y="2836997"/>
                  </a:lnTo>
                  <a:lnTo>
                    <a:pt x="1679756" y="2830932"/>
                  </a:lnTo>
                  <a:lnTo>
                    <a:pt x="1687642" y="2825079"/>
                  </a:lnTo>
                  <a:lnTo>
                    <a:pt x="1695528" y="2820125"/>
                  </a:lnTo>
                  <a:lnTo>
                    <a:pt x="1703414" y="2816630"/>
                  </a:lnTo>
                  <a:lnTo>
                    <a:pt x="1711301" y="2814960"/>
                  </a:lnTo>
                  <a:lnTo>
                    <a:pt x="1719187" y="2815307"/>
                  </a:lnTo>
                  <a:lnTo>
                    <a:pt x="1727073" y="2817204"/>
                  </a:lnTo>
                  <a:lnTo>
                    <a:pt x="1734959" y="2820079"/>
                  </a:lnTo>
                  <a:lnTo>
                    <a:pt x="1742845" y="2823177"/>
                  </a:lnTo>
                  <a:lnTo>
                    <a:pt x="1750732" y="2825649"/>
                  </a:lnTo>
                  <a:lnTo>
                    <a:pt x="1758618" y="2826649"/>
                  </a:lnTo>
                  <a:lnTo>
                    <a:pt x="1766504" y="2825415"/>
                  </a:lnTo>
                  <a:lnTo>
                    <a:pt x="1774390" y="2821329"/>
                  </a:lnTo>
                  <a:lnTo>
                    <a:pt x="1782276" y="2813940"/>
                  </a:lnTo>
                  <a:lnTo>
                    <a:pt x="1790162" y="2802967"/>
                  </a:lnTo>
                  <a:lnTo>
                    <a:pt x="1798049" y="2788257"/>
                  </a:lnTo>
                  <a:lnTo>
                    <a:pt x="1805935" y="2769742"/>
                  </a:lnTo>
                  <a:lnTo>
                    <a:pt x="1813821" y="2747292"/>
                  </a:lnTo>
                  <a:lnTo>
                    <a:pt x="1821707" y="2720577"/>
                  </a:lnTo>
                  <a:lnTo>
                    <a:pt x="1829593" y="2689612"/>
                  </a:lnTo>
                  <a:lnTo>
                    <a:pt x="1837479" y="2653933"/>
                  </a:lnTo>
                  <a:lnTo>
                    <a:pt x="1845366" y="2612789"/>
                  </a:lnTo>
                  <a:lnTo>
                    <a:pt x="1853252" y="2565066"/>
                  </a:lnTo>
                  <a:lnTo>
                    <a:pt x="1861138" y="2509206"/>
                  </a:lnTo>
                  <a:lnTo>
                    <a:pt x="1869024" y="2443164"/>
                  </a:lnTo>
                  <a:lnTo>
                    <a:pt x="1876910" y="2364431"/>
                  </a:lnTo>
                  <a:lnTo>
                    <a:pt x="1884797" y="2270159"/>
                  </a:lnTo>
                  <a:lnTo>
                    <a:pt x="1892683" y="2157411"/>
                  </a:lnTo>
                  <a:lnTo>
                    <a:pt x="1900569" y="2023556"/>
                  </a:lnTo>
                  <a:lnTo>
                    <a:pt x="1908455" y="1866778"/>
                  </a:lnTo>
                  <a:lnTo>
                    <a:pt x="1916341" y="1685950"/>
                  </a:lnTo>
                  <a:lnTo>
                    <a:pt x="1924227" y="1482680"/>
                  </a:lnTo>
                  <a:lnTo>
                    <a:pt x="1932114" y="1263077"/>
                  </a:lnTo>
                  <a:lnTo>
                    <a:pt x="1940000" y="1034320"/>
                  </a:lnTo>
                  <a:lnTo>
                    <a:pt x="1947886" y="805655"/>
                  </a:lnTo>
                  <a:lnTo>
                    <a:pt x="1955772" y="587691"/>
                  </a:lnTo>
                  <a:lnTo>
                    <a:pt x="1963658" y="391454"/>
                  </a:lnTo>
                  <a:lnTo>
                    <a:pt x="1971545" y="227304"/>
                  </a:lnTo>
                  <a:lnTo>
                    <a:pt x="1979431" y="103876"/>
                  </a:lnTo>
                  <a:lnTo>
                    <a:pt x="1987317" y="27180"/>
                  </a:lnTo>
                  <a:lnTo>
                    <a:pt x="1995203" y="0"/>
                  </a:lnTo>
                  <a:lnTo>
                    <a:pt x="2003089" y="21669"/>
                  </a:lnTo>
                  <a:lnTo>
                    <a:pt x="2010975" y="88266"/>
                  </a:lnTo>
                  <a:lnTo>
                    <a:pt x="2018862" y="194505"/>
                  </a:lnTo>
                  <a:lnTo>
                    <a:pt x="2026748" y="330584"/>
                  </a:lnTo>
                  <a:lnTo>
                    <a:pt x="2034634" y="485642"/>
                  </a:lnTo>
                  <a:lnTo>
                    <a:pt x="2042520" y="651103"/>
                  </a:lnTo>
                  <a:lnTo>
                    <a:pt x="2050406" y="819564"/>
                  </a:lnTo>
                  <a:lnTo>
                    <a:pt x="2058293" y="985162"/>
                  </a:lnTo>
                  <a:lnTo>
                    <a:pt x="2066179" y="1143682"/>
                  </a:lnTo>
                  <a:lnTo>
                    <a:pt x="2074065" y="1292461"/>
                  </a:lnTo>
                  <a:lnTo>
                    <a:pt x="2081951" y="1430176"/>
                  </a:lnTo>
                  <a:lnTo>
                    <a:pt x="2089837" y="1556560"/>
                  </a:lnTo>
                  <a:lnTo>
                    <a:pt x="2097723" y="1672135"/>
                  </a:lnTo>
                  <a:lnTo>
                    <a:pt x="2105610" y="1777973"/>
                  </a:lnTo>
                  <a:lnTo>
                    <a:pt x="2113496" y="1875498"/>
                  </a:lnTo>
                  <a:lnTo>
                    <a:pt x="2121382" y="1966028"/>
                  </a:lnTo>
                  <a:lnTo>
                    <a:pt x="2129268" y="2051535"/>
                  </a:lnTo>
                  <a:lnTo>
                    <a:pt x="2137154" y="2133584"/>
                  </a:lnTo>
                  <a:lnTo>
                    <a:pt x="2145041" y="2213139"/>
                  </a:lnTo>
                  <a:lnTo>
                    <a:pt x="2152927" y="2290677"/>
                  </a:lnTo>
                  <a:lnTo>
                    <a:pt x="2160813" y="2366157"/>
                  </a:lnTo>
                  <a:lnTo>
                    <a:pt x="2168699" y="2439067"/>
                  </a:lnTo>
                  <a:lnTo>
                    <a:pt x="2176585" y="2508539"/>
                  </a:lnTo>
                  <a:lnTo>
                    <a:pt x="2184471" y="2573516"/>
                  </a:lnTo>
                  <a:lnTo>
                    <a:pt x="2192358" y="2632936"/>
                  </a:lnTo>
                  <a:lnTo>
                    <a:pt x="2200244" y="2685906"/>
                  </a:lnTo>
                  <a:lnTo>
                    <a:pt x="2208130" y="2731831"/>
                  </a:lnTo>
                  <a:lnTo>
                    <a:pt x="2216016" y="2770490"/>
                  </a:lnTo>
                  <a:lnTo>
                    <a:pt x="2223902" y="2801576"/>
                  </a:lnTo>
                  <a:lnTo>
                    <a:pt x="2231789" y="2826065"/>
                  </a:lnTo>
                  <a:lnTo>
                    <a:pt x="2239675" y="2844884"/>
                  </a:lnTo>
                  <a:lnTo>
                    <a:pt x="2247561" y="2858922"/>
                  </a:lnTo>
                  <a:lnTo>
                    <a:pt x="2255447" y="2869082"/>
                  </a:lnTo>
                  <a:lnTo>
                    <a:pt x="2263333" y="2876213"/>
                  </a:lnTo>
                  <a:lnTo>
                    <a:pt x="2271219" y="2881061"/>
                  </a:lnTo>
                  <a:lnTo>
                    <a:pt x="2279106" y="2884254"/>
                  </a:lnTo>
                  <a:lnTo>
                    <a:pt x="2286992" y="2886287"/>
                  </a:lnTo>
                  <a:lnTo>
                    <a:pt x="2294878" y="2887540"/>
                  </a:lnTo>
                  <a:lnTo>
                    <a:pt x="2302764" y="2888285"/>
                  </a:lnTo>
                  <a:lnTo>
                    <a:pt x="2310650" y="2888713"/>
                  </a:lnTo>
                  <a:lnTo>
                    <a:pt x="2318536" y="2888950"/>
                  </a:lnTo>
                  <a:lnTo>
                    <a:pt x="2326423" y="2889072"/>
                  </a:lnTo>
                  <a:lnTo>
                    <a:pt x="2334309" y="2889137"/>
                  </a:lnTo>
                  <a:lnTo>
                    <a:pt x="2342195" y="2889170"/>
                  </a:lnTo>
                  <a:lnTo>
                    <a:pt x="2350081" y="2889187"/>
                  </a:lnTo>
                  <a:lnTo>
                    <a:pt x="2357967" y="2889195"/>
                  </a:lnTo>
                  <a:lnTo>
                    <a:pt x="2365854" y="2889199"/>
                  </a:lnTo>
                  <a:lnTo>
                    <a:pt x="2373740" y="2889200"/>
                  </a:lnTo>
                  <a:lnTo>
                    <a:pt x="2381626" y="2889201"/>
                  </a:lnTo>
                  <a:lnTo>
                    <a:pt x="2389512" y="2889201"/>
                  </a:lnTo>
                  <a:lnTo>
                    <a:pt x="2397398" y="2889201"/>
                  </a:lnTo>
                  <a:lnTo>
                    <a:pt x="2405284" y="2889201"/>
                  </a:lnTo>
                  <a:lnTo>
                    <a:pt x="2413171" y="2889201"/>
                  </a:lnTo>
                  <a:lnTo>
                    <a:pt x="2421057" y="2889201"/>
                  </a:lnTo>
                  <a:lnTo>
                    <a:pt x="2428943" y="2889201"/>
                  </a:lnTo>
                  <a:lnTo>
                    <a:pt x="2436829" y="2889201"/>
                  </a:lnTo>
                  <a:lnTo>
                    <a:pt x="2444715" y="2889201"/>
                  </a:lnTo>
                  <a:lnTo>
                    <a:pt x="2452602" y="2889201"/>
                  </a:lnTo>
                  <a:lnTo>
                    <a:pt x="2460488" y="2889201"/>
                  </a:lnTo>
                  <a:lnTo>
                    <a:pt x="2468374" y="2889201"/>
                  </a:lnTo>
                  <a:lnTo>
                    <a:pt x="2476260" y="2889201"/>
                  </a:lnTo>
                  <a:lnTo>
                    <a:pt x="2484146" y="2889201"/>
                  </a:lnTo>
                  <a:lnTo>
                    <a:pt x="2492032" y="2889201"/>
                  </a:lnTo>
                  <a:lnTo>
                    <a:pt x="2499919" y="2889201"/>
                  </a:lnTo>
                  <a:lnTo>
                    <a:pt x="2507805" y="2889201"/>
                  </a:lnTo>
                  <a:lnTo>
                    <a:pt x="2515691" y="2889201"/>
                  </a:lnTo>
                  <a:lnTo>
                    <a:pt x="2523577" y="2889201"/>
                  </a:lnTo>
                  <a:lnTo>
                    <a:pt x="2531463" y="2889201"/>
                  </a:lnTo>
                  <a:lnTo>
                    <a:pt x="2539350" y="2889201"/>
                  </a:lnTo>
                  <a:lnTo>
                    <a:pt x="2547236" y="2889201"/>
                  </a:lnTo>
                  <a:lnTo>
                    <a:pt x="2555122" y="2889201"/>
                  </a:lnTo>
                  <a:lnTo>
                    <a:pt x="2563008" y="2889201"/>
                  </a:lnTo>
                  <a:lnTo>
                    <a:pt x="2570894" y="2889201"/>
                  </a:lnTo>
                  <a:lnTo>
                    <a:pt x="2578780" y="2889201"/>
                  </a:lnTo>
                  <a:lnTo>
                    <a:pt x="2586667" y="2889201"/>
                  </a:lnTo>
                  <a:lnTo>
                    <a:pt x="2594553" y="2889201"/>
                  </a:lnTo>
                  <a:lnTo>
                    <a:pt x="2602439" y="2889201"/>
                  </a:lnTo>
                  <a:lnTo>
                    <a:pt x="2610325" y="2889201"/>
                  </a:lnTo>
                  <a:lnTo>
                    <a:pt x="2618211" y="2889201"/>
                  </a:lnTo>
                  <a:lnTo>
                    <a:pt x="2626098" y="2889201"/>
                  </a:lnTo>
                  <a:lnTo>
                    <a:pt x="2633984" y="2889201"/>
                  </a:lnTo>
                  <a:lnTo>
                    <a:pt x="2641870" y="2889201"/>
                  </a:lnTo>
                  <a:lnTo>
                    <a:pt x="2649756" y="2889201"/>
                  </a:lnTo>
                  <a:lnTo>
                    <a:pt x="2657642" y="2889201"/>
                  </a:lnTo>
                  <a:lnTo>
                    <a:pt x="2665528" y="2889201"/>
                  </a:lnTo>
                  <a:lnTo>
                    <a:pt x="2673415" y="2889201"/>
                  </a:lnTo>
                  <a:lnTo>
                    <a:pt x="2681301" y="2889201"/>
                  </a:lnTo>
                  <a:lnTo>
                    <a:pt x="2689187" y="2889201"/>
                  </a:lnTo>
                  <a:lnTo>
                    <a:pt x="2697073" y="2889201"/>
                  </a:lnTo>
                  <a:lnTo>
                    <a:pt x="2704959" y="2889201"/>
                  </a:lnTo>
                  <a:lnTo>
                    <a:pt x="2712846" y="2889201"/>
                  </a:lnTo>
                  <a:lnTo>
                    <a:pt x="2720732" y="2889201"/>
                  </a:lnTo>
                  <a:lnTo>
                    <a:pt x="2728618" y="2889201"/>
                  </a:lnTo>
                  <a:lnTo>
                    <a:pt x="2736504" y="2889201"/>
                  </a:lnTo>
                  <a:lnTo>
                    <a:pt x="2744390" y="2889201"/>
                  </a:lnTo>
                  <a:lnTo>
                    <a:pt x="2752276" y="2889201"/>
                  </a:lnTo>
                  <a:lnTo>
                    <a:pt x="2760163" y="2889201"/>
                  </a:lnTo>
                  <a:lnTo>
                    <a:pt x="2768049" y="2889201"/>
                  </a:lnTo>
                  <a:lnTo>
                    <a:pt x="2775935" y="2889201"/>
                  </a:lnTo>
                  <a:lnTo>
                    <a:pt x="2783821" y="2889201"/>
                  </a:lnTo>
                  <a:lnTo>
                    <a:pt x="2791707" y="2889201"/>
                  </a:lnTo>
                  <a:lnTo>
                    <a:pt x="2799593" y="2889201"/>
                  </a:lnTo>
                  <a:lnTo>
                    <a:pt x="2807480" y="2889201"/>
                  </a:lnTo>
                  <a:lnTo>
                    <a:pt x="2815366" y="2889201"/>
                  </a:lnTo>
                  <a:lnTo>
                    <a:pt x="2823252" y="2889201"/>
                  </a:lnTo>
                  <a:lnTo>
                    <a:pt x="2831138" y="2889201"/>
                  </a:lnTo>
                  <a:lnTo>
                    <a:pt x="2839024" y="2889201"/>
                  </a:lnTo>
                  <a:lnTo>
                    <a:pt x="2846911" y="2889201"/>
                  </a:lnTo>
                  <a:lnTo>
                    <a:pt x="2854797" y="2889201"/>
                  </a:lnTo>
                  <a:lnTo>
                    <a:pt x="2862683" y="2889201"/>
                  </a:lnTo>
                  <a:lnTo>
                    <a:pt x="2870569" y="2889201"/>
                  </a:lnTo>
                  <a:lnTo>
                    <a:pt x="2878455" y="2889201"/>
                  </a:lnTo>
                  <a:lnTo>
                    <a:pt x="2886341" y="2889201"/>
                  </a:lnTo>
                  <a:lnTo>
                    <a:pt x="2894228" y="2889201"/>
                  </a:lnTo>
                  <a:lnTo>
                    <a:pt x="2902114" y="2889201"/>
                  </a:lnTo>
                  <a:lnTo>
                    <a:pt x="2910000" y="2889201"/>
                  </a:lnTo>
                  <a:lnTo>
                    <a:pt x="2917886" y="2889201"/>
                  </a:lnTo>
                  <a:lnTo>
                    <a:pt x="2925772" y="2889201"/>
                  </a:lnTo>
                  <a:lnTo>
                    <a:pt x="2933659" y="2889201"/>
                  </a:lnTo>
                  <a:lnTo>
                    <a:pt x="2941545" y="2889201"/>
                  </a:lnTo>
                  <a:lnTo>
                    <a:pt x="2949431" y="2889201"/>
                  </a:lnTo>
                  <a:lnTo>
                    <a:pt x="2957317" y="2889201"/>
                  </a:lnTo>
                  <a:lnTo>
                    <a:pt x="2965203" y="2889201"/>
                  </a:lnTo>
                  <a:lnTo>
                    <a:pt x="2973089" y="2889201"/>
                  </a:lnTo>
                  <a:lnTo>
                    <a:pt x="2980976" y="2889201"/>
                  </a:lnTo>
                  <a:lnTo>
                    <a:pt x="2988862" y="2889201"/>
                  </a:lnTo>
                  <a:lnTo>
                    <a:pt x="2996748" y="2889201"/>
                  </a:lnTo>
                  <a:lnTo>
                    <a:pt x="3004634" y="2889201"/>
                  </a:lnTo>
                  <a:lnTo>
                    <a:pt x="3012520" y="2889201"/>
                  </a:lnTo>
                  <a:lnTo>
                    <a:pt x="3020407" y="2889201"/>
                  </a:lnTo>
                  <a:lnTo>
                    <a:pt x="3028293" y="2889201"/>
                  </a:lnTo>
                  <a:lnTo>
                    <a:pt x="3036179" y="2889201"/>
                  </a:lnTo>
                  <a:lnTo>
                    <a:pt x="3044065" y="2889201"/>
                  </a:lnTo>
                  <a:lnTo>
                    <a:pt x="3051951" y="2889201"/>
                  </a:lnTo>
                  <a:lnTo>
                    <a:pt x="3059837" y="2889201"/>
                  </a:lnTo>
                  <a:lnTo>
                    <a:pt x="3067724" y="2889201"/>
                  </a:lnTo>
                  <a:lnTo>
                    <a:pt x="3075610" y="2889201"/>
                  </a:lnTo>
                  <a:lnTo>
                    <a:pt x="3083496" y="2889201"/>
                  </a:lnTo>
                  <a:lnTo>
                    <a:pt x="3091382" y="2889201"/>
                  </a:lnTo>
                  <a:lnTo>
                    <a:pt x="3099268" y="2889201"/>
                  </a:lnTo>
                  <a:lnTo>
                    <a:pt x="3107155" y="2889201"/>
                  </a:lnTo>
                  <a:lnTo>
                    <a:pt x="3115041" y="2889201"/>
                  </a:lnTo>
                  <a:lnTo>
                    <a:pt x="3122927" y="2889201"/>
                  </a:lnTo>
                  <a:lnTo>
                    <a:pt x="3130813" y="2889201"/>
                  </a:lnTo>
                  <a:lnTo>
                    <a:pt x="3138699" y="2889201"/>
                  </a:lnTo>
                  <a:lnTo>
                    <a:pt x="3146585" y="2889201"/>
                  </a:lnTo>
                  <a:lnTo>
                    <a:pt x="3154472" y="2889201"/>
                  </a:lnTo>
                  <a:lnTo>
                    <a:pt x="3162358" y="2889201"/>
                  </a:lnTo>
                  <a:lnTo>
                    <a:pt x="3170244" y="2889201"/>
                  </a:lnTo>
                  <a:lnTo>
                    <a:pt x="3178130" y="2889201"/>
                  </a:lnTo>
                  <a:lnTo>
                    <a:pt x="3186016" y="2889201"/>
                  </a:lnTo>
                  <a:lnTo>
                    <a:pt x="3193903" y="2889201"/>
                  </a:lnTo>
                  <a:lnTo>
                    <a:pt x="3201789" y="2889201"/>
                  </a:lnTo>
                  <a:lnTo>
                    <a:pt x="3209675" y="2889201"/>
                  </a:lnTo>
                  <a:lnTo>
                    <a:pt x="3217561" y="2889201"/>
                  </a:lnTo>
                  <a:lnTo>
                    <a:pt x="3225447" y="2889201"/>
                  </a:lnTo>
                  <a:lnTo>
                    <a:pt x="3233333" y="2889201"/>
                  </a:lnTo>
                  <a:lnTo>
                    <a:pt x="3241220" y="2889201"/>
                  </a:lnTo>
                  <a:lnTo>
                    <a:pt x="3249106" y="2889201"/>
                  </a:lnTo>
                  <a:lnTo>
                    <a:pt x="3256992" y="2889201"/>
                  </a:lnTo>
                  <a:lnTo>
                    <a:pt x="3264878" y="2889201"/>
                  </a:lnTo>
                  <a:lnTo>
                    <a:pt x="3272764" y="2889201"/>
                  </a:lnTo>
                  <a:lnTo>
                    <a:pt x="3280650" y="2889201"/>
                  </a:lnTo>
                  <a:lnTo>
                    <a:pt x="3288537" y="2889201"/>
                  </a:lnTo>
                  <a:lnTo>
                    <a:pt x="3296423" y="2889201"/>
                  </a:lnTo>
                  <a:lnTo>
                    <a:pt x="3304309" y="2889201"/>
                  </a:lnTo>
                  <a:lnTo>
                    <a:pt x="3312195" y="2889201"/>
                  </a:lnTo>
                  <a:lnTo>
                    <a:pt x="3320081" y="2889201"/>
                  </a:lnTo>
                  <a:lnTo>
                    <a:pt x="3327968" y="2889201"/>
                  </a:lnTo>
                  <a:lnTo>
                    <a:pt x="3335854" y="2889201"/>
                  </a:lnTo>
                  <a:lnTo>
                    <a:pt x="3343740" y="2889201"/>
                  </a:lnTo>
                  <a:lnTo>
                    <a:pt x="3351626" y="2889201"/>
                  </a:lnTo>
                  <a:lnTo>
                    <a:pt x="3359512" y="2889201"/>
                  </a:lnTo>
                  <a:lnTo>
                    <a:pt x="3367398" y="2889201"/>
                  </a:lnTo>
                  <a:lnTo>
                    <a:pt x="3375285" y="2889201"/>
                  </a:lnTo>
                  <a:lnTo>
                    <a:pt x="3383171" y="2889201"/>
                  </a:lnTo>
                  <a:lnTo>
                    <a:pt x="3391057" y="2889201"/>
                  </a:lnTo>
                  <a:lnTo>
                    <a:pt x="3398943" y="2889201"/>
                  </a:lnTo>
                  <a:lnTo>
                    <a:pt x="3406829" y="2889201"/>
                  </a:lnTo>
                  <a:lnTo>
                    <a:pt x="3414716" y="2889201"/>
                  </a:lnTo>
                  <a:lnTo>
                    <a:pt x="3422602" y="2889201"/>
                  </a:lnTo>
                  <a:lnTo>
                    <a:pt x="3430488" y="2889201"/>
                  </a:lnTo>
                  <a:lnTo>
                    <a:pt x="3438374" y="2889201"/>
                  </a:lnTo>
                  <a:lnTo>
                    <a:pt x="3446260" y="2889201"/>
                  </a:lnTo>
                  <a:lnTo>
                    <a:pt x="3454146" y="2889201"/>
                  </a:lnTo>
                  <a:lnTo>
                    <a:pt x="3462033" y="2889201"/>
                  </a:lnTo>
                  <a:lnTo>
                    <a:pt x="3469919" y="2889201"/>
                  </a:lnTo>
                  <a:lnTo>
                    <a:pt x="3477805" y="2889201"/>
                  </a:lnTo>
                  <a:lnTo>
                    <a:pt x="3485691" y="2889201"/>
                  </a:lnTo>
                  <a:lnTo>
                    <a:pt x="3493577" y="2889201"/>
                  </a:lnTo>
                  <a:lnTo>
                    <a:pt x="3501464" y="2889201"/>
                  </a:lnTo>
                  <a:lnTo>
                    <a:pt x="3509350" y="2889201"/>
                  </a:lnTo>
                  <a:lnTo>
                    <a:pt x="3517236" y="2889201"/>
                  </a:lnTo>
                  <a:lnTo>
                    <a:pt x="3525122" y="2889201"/>
                  </a:lnTo>
                  <a:lnTo>
                    <a:pt x="3533008" y="2889201"/>
                  </a:lnTo>
                  <a:lnTo>
                    <a:pt x="3540894" y="2889201"/>
                  </a:lnTo>
                  <a:lnTo>
                    <a:pt x="3548781" y="2889201"/>
                  </a:lnTo>
                  <a:lnTo>
                    <a:pt x="3556667" y="2889201"/>
                  </a:lnTo>
                  <a:lnTo>
                    <a:pt x="3564553" y="2889201"/>
                  </a:lnTo>
                  <a:lnTo>
                    <a:pt x="3572439" y="2889201"/>
                  </a:lnTo>
                  <a:lnTo>
                    <a:pt x="3580325" y="2889201"/>
                  </a:lnTo>
                  <a:lnTo>
                    <a:pt x="3588212" y="2889201"/>
                  </a:lnTo>
                  <a:lnTo>
                    <a:pt x="3596098" y="2889201"/>
                  </a:lnTo>
                  <a:lnTo>
                    <a:pt x="3603984" y="2889201"/>
                  </a:lnTo>
                  <a:lnTo>
                    <a:pt x="3611870" y="2889201"/>
                  </a:lnTo>
                  <a:lnTo>
                    <a:pt x="3619756" y="2889201"/>
                  </a:lnTo>
                  <a:lnTo>
                    <a:pt x="3627642" y="2889201"/>
                  </a:lnTo>
                  <a:lnTo>
                    <a:pt x="3635529" y="2889201"/>
                  </a:lnTo>
                  <a:lnTo>
                    <a:pt x="3643415" y="2889201"/>
                  </a:lnTo>
                  <a:lnTo>
                    <a:pt x="3651301" y="2889201"/>
                  </a:lnTo>
                  <a:lnTo>
                    <a:pt x="3659187" y="2889201"/>
                  </a:lnTo>
                  <a:lnTo>
                    <a:pt x="3667073" y="2889201"/>
                  </a:lnTo>
                  <a:lnTo>
                    <a:pt x="3674959" y="2889201"/>
                  </a:lnTo>
                  <a:lnTo>
                    <a:pt x="3682846" y="2889201"/>
                  </a:lnTo>
                  <a:lnTo>
                    <a:pt x="3690732" y="2889201"/>
                  </a:lnTo>
                  <a:lnTo>
                    <a:pt x="3698618" y="2889201"/>
                  </a:lnTo>
                  <a:lnTo>
                    <a:pt x="3706504" y="2889201"/>
                  </a:lnTo>
                  <a:lnTo>
                    <a:pt x="3714390" y="2889201"/>
                  </a:lnTo>
                  <a:lnTo>
                    <a:pt x="3722277" y="2889201"/>
                  </a:lnTo>
                  <a:lnTo>
                    <a:pt x="3730163" y="2889201"/>
                  </a:lnTo>
                  <a:lnTo>
                    <a:pt x="3738049" y="2889201"/>
                  </a:lnTo>
                  <a:lnTo>
                    <a:pt x="3745935" y="2889201"/>
                  </a:lnTo>
                  <a:lnTo>
                    <a:pt x="3753821" y="2889201"/>
                  </a:lnTo>
                  <a:lnTo>
                    <a:pt x="3761707" y="2889201"/>
                  </a:lnTo>
                  <a:lnTo>
                    <a:pt x="3769594" y="2889201"/>
                  </a:lnTo>
                  <a:lnTo>
                    <a:pt x="3777480" y="2889201"/>
                  </a:lnTo>
                  <a:lnTo>
                    <a:pt x="3785366" y="2889201"/>
                  </a:lnTo>
                  <a:lnTo>
                    <a:pt x="3793252" y="2889201"/>
                  </a:lnTo>
                  <a:lnTo>
                    <a:pt x="3801138" y="2889201"/>
                  </a:lnTo>
                  <a:lnTo>
                    <a:pt x="3809025" y="2889201"/>
                  </a:lnTo>
                  <a:lnTo>
                    <a:pt x="3816911" y="2889201"/>
                  </a:lnTo>
                  <a:lnTo>
                    <a:pt x="3824797" y="2889201"/>
                  </a:lnTo>
                  <a:lnTo>
                    <a:pt x="3832683" y="2889201"/>
                  </a:lnTo>
                  <a:lnTo>
                    <a:pt x="3840569" y="2889201"/>
                  </a:lnTo>
                  <a:lnTo>
                    <a:pt x="3848455" y="2889201"/>
                  </a:lnTo>
                  <a:lnTo>
                    <a:pt x="3856342" y="2889201"/>
                  </a:lnTo>
                  <a:lnTo>
                    <a:pt x="3864228" y="2889201"/>
                  </a:lnTo>
                  <a:lnTo>
                    <a:pt x="3872114" y="2889201"/>
                  </a:lnTo>
                  <a:lnTo>
                    <a:pt x="3880000" y="2889201"/>
                  </a:lnTo>
                  <a:lnTo>
                    <a:pt x="3887886" y="2889201"/>
                  </a:lnTo>
                  <a:lnTo>
                    <a:pt x="3895773" y="2889201"/>
                  </a:lnTo>
                  <a:lnTo>
                    <a:pt x="3903659" y="2889201"/>
                  </a:lnTo>
                  <a:lnTo>
                    <a:pt x="3911545" y="2889201"/>
                  </a:lnTo>
                  <a:lnTo>
                    <a:pt x="3919431" y="2889201"/>
                  </a:lnTo>
                  <a:lnTo>
                    <a:pt x="3927317" y="2889201"/>
                  </a:lnTo>
                  <a:lnTo>
                    <a:pt x="3935203" y="2889201"/>
                  </a:lnTo>
                  <a:lnTo>
                    <a:pt x="3943090" y="2889201"/>
                  </a:lnTo>
                  <a:lnTo>
                    <a:pt x="3950976" y="2889201"/>
                  </a:lnTo>
                  <a:lnTo>
                    <a:pt x="3958862" y="2889201"/>
                  </a:lnTo>
                  <a:lnTo>
                    <a:pt x="3966748" y="2889201"/>
                  </a:lnTo>
                  <a:lnTo>
                    <a:pt x="3974634" y="2889201"/>
                  </a:lnTo>
                  <a:lnTo>
                    <a:pt x="3982521" y="2889201"/>
                  </a:lnTo>
                  <a:lnTo>
                    <a:pt x="3990407" y="2889201"/>
                  </a:lnTo>
                  <a:lnTo>
                    <a:pt x="3998293" y="2889201"/>
                  </a:lnTo>
                  <a:lnTo>
                    <a:pt x="4006179" y="2889201"/>
                  </a:lnTo>
                  <a:lnTo>
                    <a:pt x="4014065" y="2889201"/>
                  </a:lnTo>
                  <a:lnTo>
                    <a:pt x="4021951" y="2889201"/>
                  </a:lnTo>
                  <a:lnTo>
                    <a:pt x="4029838" y="288920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g452"/>
            <p:cNvSpPr/>
            <p:nvPr/>
          </p:nvSpPr>
          <p:spPr>
            <a:xfrm>
              <a:off x="7814880" y="3508738"/>
              <a:ext cx="4029838" cy="1285994"/>
            </a:xfrm>
            <a:custGeom>
              <a:avLst/>
              <a:gdLst/>
              <a:ahLst/>
              <a:cxnLst/>
              <a:rect l="0" t="0" r="0" b="0"/>
              <a:pathLst>
                <a:path w="4029838" h="1285994">
                  <a:moveTo>
                    <a:pt x="0" y="1285994"/>
                  </a:moveTo>
                  <a:lnTo>
                    <a:pt x="7886" y="1285994"/>
                  </a:lnTo>
                  <a:lnTo>
                    <a:pt x="15772" y="1285994"/>
                  </a:lnTo>
                  <a:lnTo>
                    <a:pt x="23658" y="1285994"/>
                  </a:lnTo>
                  <a:lnTo>
                    <a:pt x="31544" y="1285994"/>
                  </a:lnTo>
                  <a:lnTo>
                    <a:pt x="39430" y="1285994"/>
                  </a:lnTo>
                  <a:lnTo>
                    <a:pt x="47317" y="1285994"/>
                  </a:lnTo>
                  <a:lnTo>
                    <a:pt x="55203" y="1285994"/>
                  </a:lnTo>
                  <a:lnTo>
                    <a:pt x="63089" y="1285994"/>
                  </a:lnTo>
                  <a:lnTo>
                    <a:pt x="70975" y="1285994"/>
                  </a:lnTo>
                  <a:lnTo>
                    <a:pt x="78861" y="1285994"/>
                  </a:lnTo>
                  <a:lnTo>
                    <a:pt x="86747" y="1285994"/>
                  </a:lnTo>
                  <a:lnTo>
                    <a:pt x="94634" y="1285994"/>
                  </a:lnTo>
                  <a:lnTo>
                    <a:pt x="102520" y="1285994"/>
                  </a:lnTo>
                  <a:lnTo>
                    <a:pt x="110406" y="1285994"/>
                  </a:lnTo>
                  <a:lnTo>
                    <a:pt x="118292" y="1285994"/>
                  </a:lnTo>
                  <a:lnTo>
                    <a:pt x="126178" y="1285994"/>
                  </a:lnTo>
                  <a:lnTo>
                    <a:pt x="134065" y="1285994"/>
                  </a:lnTo>
                  <a:lnTo>
                    <a:pt x="141951" y="1285994"/>
                  </a:lnTo>
                  <a:lnTo>
                    <a:pt x="149837" y="1285994"/>
                  </a:lnTo>
                  <a:lnTo>
                    <a:pt x="157723" y="1285994"/>
                  </a:lnTo>
                  <a:lnTo>
                    <a:pt x="165609" y="1285994"/>
                  </a:lnTo>
                  <a:lnTo>
                    <a:pt x="173495" y="1285994"/>
                  </a:lnTo>
                  <a:lnTo>
                    <a:pt x="181382" y="1285994"/>
                  </a:lnTo>
                  <a:lnTo>
                    <a:pt x="189268" y="1285994"/>
                  </a:lnTo>
                  <a:lnTo>
                    <a:pt x="197154" y="1285994"/>
                  </a:lnTo>
                  <a:lnTo>
                    <a:pt x="205040" y="1285994"/>
                  </a:lnTo>
                  <a:lnTo>
                    <a:pt x="212926" y="1285994"/>
                  </a:lnTo>
                  <a:lnTo>
                    <a:pt x="220813" y="1285994"/>
                  </a:lnTo>
                  <a:lnTo>
                    <a:pt x="228699" y="1285994"/>
                  </a:lnTo>
                  <a:lnTo>
                    <a:pt x="236585" y="1285994"/>
                  </a:lnTo>
                  <a:lnTo>
                    <a:pt x="244471" y="1285994"/>
                  </a:lnTo>
                  <a:lnTo>
                    <a:pt x="252357" y="1285994"/>
                  </a:lnTo>
                  <a:lnTo>
                    <a:pt x="260243" y="1285994"/>
                  </a:lnTo>
                  <a:lnTo>
                    <a:pt x="268130" y="1285994"/>
                  </a:lnTo>
                  <a:lnTo>
                    <a:pt x="276016" y="1285994"/>
                  </a:lnTo>
                  <a:lnTo>
                    <a:pt x="283902" y="1285994"/>
                  </a:lnTo>
                  <a:lnTo>
                    <a:pt x="291788" y="1285994"/>
                  </a:lnTo>
                  <a:lnTo>
                    <a:pt x="299674" y="1285994"/>
                  </a:lnTo>
                  <a:lnTo>
                    <a:pt x="307561" y="1285994"/>
                  </a:lnTo>
                  <a:lnTo>
                    <a:pt x="315447" y="1285994"/>
                  </a:lnTo>
                  <a:lnTo>
                    <a:pt x="323333" y="1285994"/>
                  </a:lnTo>
                  <a:lnTo>
                    <a:pt x="331219" y="1285994"/>
                  </a:lnTo>
                  <a:lnTo>
                    <a:pt x="339105" y="1285994"/>
                  </a:lnTo>
                  <a:lnTo>
                    <a:pt x="346991" y="1285994"/>
                  </a:lnTo>
                  <a:lnTo>
                    <a:pt x="354878" y="1285994"/>
                  </a:lnTo>
                  <a:lnTo>
                    <a:pt x="362764" y="1285994"/>
                  </a:lnTo>
                  <a:lnTo>
                    <a:pt x="370650" y="1285994"/>
                  </a:lnTo>
                  <a:lnTo>
                    <a:pt x="378536" y="1285994"/>
                  </a:lnTo>
                  <a:lnTo>
                    <a:pt x="386422" y="1285994"/>
                  </a:lnTo>
                  <a:lnTo>
                    <a:pt x="394309" y="1285994"/>
                  </a:lnTo>
                  <a:lnTo>
                    <a:pt x="402195" y="1285994"/>
                  </a:lnTo>
                  <a:lnTo>
                    <a:pt x="410081" y="1285994"/>
                  </a:lnTo>
                  <a:lnTo>
                    <a:pt x="417967" y="1285994"/>
                  </a:lnTo>
                  <a:lnTo>
                    <a:pt x="425853" y="1285994"/>
                  </a:lnTo>
                  <a:lnTo>
                    <a:pt x="433739" y="1285994"/>
                  </a:lnTo>
                  <a:lnTo>
                    <a:pt x="441626" y="1285994"/>
                  </a:lnTo>
                  <a:lnTo>
                    <a:pt x="449512" y="1285994"/>
                  </a:lnTo>
                  <a:lnTo>
                    <a:pt x="457398" y="1285994"/>
                  </a:lnTo>
                  <a:lnTo>
                    <a:pt x="465284" y="1285994"/>
                  </a:lnTo>
                  <a:lnTo>
                    <a:pt x="473170" y="1285994"/>
                  </a:lnTo>
                  <a:lnTo>
                    <a:pt x="481056" y="1285994"/>
                  </a:lnTo>
                  <a:lnTo>
                    <a:pt x="488943" y="1285994"/>
                  </a:lnTo>
                  <a:lnTo>
                    <a:pt x="496829" y="1285994"/>
                  </a:lnTo>
                  <a:lnTo>
                    <a:pt x="504715" y="1285994"/>
                  </a:lnTo>
                  <a:lnTo>
                    <a:pt x="512601" y="1285994"/>
                  </a:lnTo>
                  <a:lnTo>
                    <a:pt x="520487" y="1285994"/>
                  </a:lnTo>
                  <a:lnTo>
                    <a:pt x="528374" y="1285994"/>
                  </a:lnTo>
                  <a:lnTo>
                    <a:pt x="536260" y="1285994"/>
                  </a:lnTo>
                  <a:lnTo>
                    <a:pt x="544146" y="1285994"/>
                  </a:lnTo>
                  <a:lnTo>
                    <a:pt x="552032" y="1285994"/>
                  </a:lnTo>
                  <a:lnTo>
                    <a:pt x="559918" y="1285994"/>
                  </a:lnTo>
                  <a:lnTo>
                    <a:pt x="567804" y="1285994"/>
                  </a:lnTo>
                  <a:lnTo>
                    <a:pt x="575691" y="1285994"/>
                  </a:lnTo>
                  <a:lnTo>
                    <a:pt x="583577" y="1285994"/>
                  </a:lnTo>
                  <a:lnTo>
                    <a:pt x="591463" y="1285994"/>
                  </a:lnTo>
                  <a:lnTo>
                    <a:pt x="599349" y="1285994"/>
                  </a:lnTo>
                  <a:lnTo>
                    <a:pt x="607235" y="1285994"/>
                  </a:lnTo>
                  <a:lnTo>
                    <a:pt x="615122" y="1285994"/>
                  </a:lnTo>
                  <a:lnTo>
                    <a:pt x="623008" y="1285994"/>
                  </a:lnTo>
                  <a:lnTo>
                    <a:pt x="630894" y="1285994"/>
                  </a:lnTo>
                  <a:lnTo>
                    <a:pt x="638780" y="1285994"/>
                  </a:lnTo>
                  <a:lnTo>
                    <a:pt x="646666" y="1285994"/>
                  </a:lnTo>
                  <a:lnTo>
                    <a:pt x="654552" y="1285994"/>
                  </a:lnTo>
                  <a:lnTo>
                    <a:pt x="662439" y="1285994"/>
                  </a:lnTo>
                  <a:lnTo>
                    <a:pt x="670325" y="1285994"/>
                  </a:lnTo>
                  <a:lnTo>
                    <a:pt x="678211" y="1285994"/>
                  </a:lnTo>
                  <a:lnTo>
                    <a:pt x="686097" y="1285994"/>
                  </a:lnTo>
                  <a:lnTo>
                    <a:pt x="693983" y="1285994"/>
                  </a:lnTo>
                  <a:lnTo>
                    <a:pt x="701870" y="1285994"/>
                  </a:lnTo>
                  <a:lnTo>
                    <a:pt x="709756" y="1285994"/>
                  </a:lnTo>
                  <a:lnTo>
                    <a:pt x="717642" y="1285994"/>
                  </a:lnTo>
                  <a:lnTo>
                    <a:pt x="725528" y="1285994"/>
                  </a:lnTo>
                  <a:lnTo>
                    <a:pt x="733414" y="1285994"/>
                  </a:lnTo>
                  <a:lnTo>
                    <a:pt x="741300" y="1285994"/>
                  </a:lnTo>
                  <a:lnTo>
                    <a:pt x="749187" y="1285994"/>
                  </a:lnTo>
                  <a:lnTo>
                    <a:pt x="757073" y="1285994"/>
                  </a:lnTo>
                  <a:lnTo>
                    <a:pt x="764959" y="1285994"/>
                  </a:lnTo>
                  <a:lnTo>
                    <a:pt x="772845" y="1285994"/>
                  </a:lnTo>
                  <a:lnTo>
                    <a:pt x="780731" y="1285994"/>
                  </a:lnTo>
                  <a:lnTo>
                    <a:pt x="788618" y="1285994"/>
                  </a:lnTo>
                  <a:lnTo>
                    <a:pt x="796504" y="1285994"/>
                  </a:lnTo>
                  <a:lnTo>
                    <a:pt x="804390" y="1285994"/>
                  </a:lnTo>
                  <a:lnTo>
                    <a:pt x="812276" y="1285994"/>
                  </a:lnTo>
                  <a:lnTo>
                    <a:pt x="820162" y="1285994"/>
                  </a:lnTo>
                  <a:lnTo>
                    <a:pt x="828048" y="1285994"/>
                  </a:lnTo>
                  <a:lnTo>
                    <a:pt x="835935" y="1285994"/>
                  </a:lnTo>
                  <a:lnTo>
                    <a:pt x="843821" y="1285994"/>
                  </a:lnTo>
                  <a:lnTo>
                    <a:pt x="851707" y="1285994"/>
                  </a:lnTo>
                  <a:lnTo>
                    <a:pt x="859593" y="1285994"/>
                  </a:lnTo>
                  <a:lnTo>
                    <a:pt x="867479" y="1285994"/>
                  </a:lnTo>
                  <a:lnTo>
                    <a:pt x="875366" y="1285994"/>
                  </a:lnTo>
                  <a:lnTo>
                    <a:pt x="883252" y="1285994"/>
                  </a:lnTo>
                  <a:lnTo>
                    <a:pt x="891138" y="1285994"/>
                  </a:lnTo>
                  <a:lnTo>
                    <a:pt x="899024" y="1285994"/>
                  </a:lnTo>
                  <a:lnTo>
                    <a:pt x="906910" y="1285994"/>
                  </a:lnTo>
                  <a:lnTo>
                    <a:pt x="914796" y="1285994"/>
                  </a:lnTo>
                  <a:lnTo>
                    <a:pt x="922683" y="1285994"/>
                  </a:lnTo>
                  <a:lnTo>
                    <a:pt x="930569" y="1285994"/>
                  </a:lnTo>
                  <a:lnTo>
                    <a:pt x="938455" y="1285994"/>
                  </a:lnTo>
                  <a:lnTo>
                    <a:pt x="946341" y="1285994"/>
                  </a:lnTo>
                  <a:lnTo>
                    <a:pt x="954227" y="1285994"/>
                  </a:lnTo>
                  <a:lnTo>
                    <a:pt x="962113" y="1285994"/>
                  </a:lnTo>
                  <a:lnTo>
                    <a:pt x="970000" y="1285994"/>
                  </a:lnTo>
                  <a:lnTo>
                    <a:pt x="977886" y="1285994"/>
                  </a:lnTo>
                  <a:lnTo>
                    <a:pt x="985772" y="1285994"/>
                  </a:lnTo>
                  <a:lnTo>
                    <a:pt x="993658" y="1285994"/>
                  </a:lnTo>
                  <a:lnTo>
                    <a:pt x="1001544" y="1285994"/>
                  </a:lnTo>
                  <a:lnTo>
                    <a:pt x="1009431" y="1285994"/>
                  </a:lnTo>
                  <a:lnTo>
                    <a:pt x="1017317" y="1285994"/>
                  </a:lnTo>
                  <a:lnTo>
                    <a:pt x="1025203" y="1285994"/>
                  </a:lnTo>
                  <a:lnTo>
                    <a:pt x="1033089" y="1285994"/>
                  </a:lnTo>
                  <a:lnTo>
                    <a:pt x="1040975" y="1285994"/>
                  </a:lnTo>
                  <a:lnTo>
                    <a:pt x="1048861" y="1285994"/>
                  </a:lnTo>
                  <a:lnTo>
                    <a:pt x="1056748" y="1285994"/>
                  </a:lnTo>
                  <a:lnTo>
                    <a:pt x="1064634" y="1285994"/>
                  </a:lnTo>
                  <a:lnTo>
                    <a:pt x="1072520" y="1285994"/>
                  </a:lnTo>
                  <a:lnTo>
                    <a:pt x="1080406" y="1285994"/>
                  </a:lnTo>
                  <a:lnTo>
                    <a:pt x="1088292" y="1285994"/>
                  </a:lnTo>
                  <a:lnTo>
                    <a:pt x="1096179" y="1285994"/>
                  </a:lnTo>
                  <a:lnTo>
                    <a:pt x="1104065" y="1285994"/>
                  </a:lnTo>
                  <a:lnTo>
                    <a:pt x="1111951" y="1285994"/>
                  </a:lnTo>
                  <a:lnTo>
                    <a:pt x="1119837" y="1285994"/>
                  </a:lnTo>
                  <a:lnTo>
                    <a:pt x="1127723" y="1285994"/>
                  </a:lnTo>
                  <a:lnTo>
                    <a:pt x="1135609" y="1285994"/>
                  </a:lnTo>
                  <a:lnTo>
                    <a:pt x="1143496" y="1285994"/>
                  </a:lnTo>
                  <a:lnTo>
                    <a:pt x="1151382" y="1285994"/>
                  </a:lnTo>
                  <a:lnTo>
                    <a:pt x="1159268" y="1285994"/>
                  </a:lnTo>
                  <a:lnTo>
                    <a:pt x="1167154" y="1285994"/>
                  </a:lnTo>
                  <a:lnTo>
                    <a:pt x="1175040" y="1285994"/>
                  </a:lnTo>
                  <a:lnTo>
                    <a:pt x="1182927" y="1285994"/>
                  </a:lnTo>
                  <a:lnTo>
                    <a:pt x="1190813" y="1285994"/>
                  </a:lnTo>
                  <a:lnTo>
                    <a:pt x="1198699" y="1285994"/>
                  </a:lnTo>
                  <a:lnTo>
                    <a:pt x="1206585" y="1285994"/>
                  </a:lnTo>
                  <a:lnTo>
                    <a:pt x="1214471" y="1285994"/>
                  </a:lnTo>
                  <a:lnTo>
                    <a:pt x="1222357" y="1285994"/>
                  </a:lnTo>
                  <a:lnTo>
                    <a:pt x="1230244" y="1285994"/>
                  </a:lnTo>
                  <a:lnTo>
                    <a:pt x="1238130" y="1285994"/>
                  </a:lnTo>
                  <a:lnTo>
                    <a:pt x="1246016" y="1285994"/>
                  </a:lnTo>
                  <a:lnTo>
                    <a:pt x="1253902" y="1285994"/>
                  </a:lnTo>
                  <a:lnTo>
                    <a:pt x="1261788" y="1285994"/>
                  </a:lnTo>
                  <a:lnTo>
                    <a:pt x="1269675" y="1285994"/>
                  </a:lnTo>
                  <a:lnTo>
                    <a:pt x="1277561" y="1285994"/>
                  </a:lnTo>
                  <a:lnTo>
                    <a:pt x="1285447" y="1285994"/>
                  </a:lnTo>
                  <a:lnTo>
                    <a:pt x="1293333" y="1285994"/>
                  </a:lnTo>
                  <a:lnTo>
                    <a:pt x="1301219" y="1285994"/>
                  </a:lnTo>
                  <a:lnTo>
                    <a:pt x="1309105" y="1285994"/>
                  </a:lnTo>
                  <a:lnTo>
                    <a:pt x="1316992" y="1285994"/>
                  </a:lnTo>
                  <a:lnTo>
                    <a:pt x="1324878" y="1285994"/>
                  </a:lnTo>
                  <a:lnTo>
                    <a:pt x="1332764" y="1285994"/>
                  </a:lnTo>
                  <a:lnTo>
                    <a:pt x="1340650" y="1285994"/>
                  </a:lnTo>
                  <a:lnTo>
                    <a:pt x="1348536" y="1285994"/>
                  </a:lnTo>
                  <a:lnTo>
                    <a:pt x="1356423" y="1285994"/>
                  </a:lnTo>
                  <a:lnTo>
                    <a:pt x="1364309" y="1285994"/>
                  </a:lnTo>
                  <a:lnTo>
                    <a:pt x="1372195" y="1285994"/>
                  </a:lnTo>
                  <a:lnTo>
                    <a:pt x="1380081" y="1285994"/>
                  </a:lnTo>
                  <a:lnTo>
                    <a:pt x="1387967" y="1285994"/>
                  </a:lnTo>
                  <a:lnTo>
                    <a:pt x="1395853" y="1285994"/>
                  </a:lnTo>
                  <a:lnTo>
                    <a:pt x="1403740" y="1285994"/>
                  </a:lnTo>
                  <a:lnTo>
                    <a:pt x="1411626" y="1285994"/>
                  </a:lnTo>
                  <a:lnTo>
                    <a:pt x="1419512" y="1285994"/>
                  </a:lnTo>
                  <a:lnTo>
                    <a:pt x="1427398" y="1285994"/>
                  </a:lnTo>
                  <a:lnTo>
                    <a:pt x="1435284" y="1285994"/>
                  </a:lnTo>
                  <a:lnTo>
                    <a:pt x="1443170" y="1285994"/>
                  </a:lnTo>
                  <a:lnTo>
                    <a:pt x="1451057" y="1285994"/>
                  </a:lnTo>
                  <a:lnTo>
                    <a:pt x="1458943" y="1285994"/>
                  </a:lnTo>
                  <a:lnTo>
                    <a:pt x="1466829" y="1285994"/>
                  </a:lnTo>
                  <a:lnTo>
                    <a:pt x="1474715" y="1285994"/>
                  </a:lnTo>
                  <a:lnTo>
                    <a:pt x="1482601" y="1285994"/>
                  </a:lnTo>
                  <a:lnTo>
                    <a:pt x="1490488" y="1285994"/>
                  </a:lnTo>
                  <a:lnTo>
                    <a:pt x="1498374" y="1285994"/>
                  </a:lnTo>
                  <a:lnTo>
                    <a:pt x="1506260" y="1285994"/>
                  </a:lnTo>
                  <a:lnTo>
                    <a:pt x="1514146" y="1285994"/>
                  </a:lnTo>
                  <a:lnTo>
                    <a:pt x="1522032" y="1285994"/>
                  </a:lnTo>
                  <a:lnTo>
                    <a:pt x="1529918" y="1285994"/>
                  </a:lnTo>
                  <a:lnTo>
                    <a:pt x="1537805" y="1285994"/>
                  </a:lnTo>
                  <a:lnTo>
                    <a:pt x="1545691" y="1285994"/>
                  </a:lnTo>
                  <a:lnTo>
                    <a:pt x="1553577" y="1285994"/>
                  </a:lnTo>
                  <a:lnTo>
                    <a:pt x="1561463" y="1285994"/>
                  </a:lnTo>
                  <a:lnTo>
                    <a:pt x="1569349" y="1285994"/>
                  </a:lnTo>
                  <a:lnTo>
                    <a:pt x="1577236" y="1285994"/>
                  </a:lnTo>
                  <a:lnTo>
                    <a:pt x="1585122" y="1285994"/>
                  </a:lnTo>
                  <a:lnTo>
                    <a:pt x="1593008" y="1285994"/>
                  </a:lnTo>
                  <a:lnTo>
                    <a:pt x="1600894" y="1285994"/>
                  </a:lnTo>
                  <a:lnTo>
                    <a:pt x="1608780" y="1285994"/>
                  </a:lnTo>
                  <a:lnTo>
                    <a:pt x="1616666" y="1285994"/>
                  </a:lnTo>
                  <a:lnTo>
                    <a:pt x="1624553" y="1285994"/>
                  </a:lnTo>
                  <a:lnTo>
                    <a:pt x="1632439" y="1285994"/>
                  </a:lnTo>
                  <a:lnTo>
                    <a:pt x="1640325" y="1285994"/>
                  </a:lnTo>
                  <a:lnTo>
                    <a:pt x="1648211" y="1285994"/>
                  </a:lnTo>
                  <a:lnTo>
                    <a:pt x="1656097" y="1285994"/>
                  </a:lnTo>
                  <a:lnTo>
                    <a:pt x="1663984" y="1285994"/>
                  </a:lnTo>
                  <a:lnTo>
                    <a:pt x="1671870" y="1285994"/>
                  </a:lnTo>
                  <a:lnTo>
                    <a:pt x="1679756" y="1285994"/>
                  </a:lnTo>
                  <a:lnTo>
                    <a:pt x="1687642" y="1285994"/>
                  </a:lnTo>
                  <a:lnTo>
                    <a:pt x="1695528" y="1285994"/>
                  </a:lnTo>
                  <a:lnTo>
                    <a:pt x="1703414" y="1285994"/>
                  </a:lnTo>
                  <a:lnTo>
                    <a:pt x="1711301" y="1285994"/>
                  </a:lnTo>
                  <a:lnTo>
                    <a:pt x="1719187" y="1285994"/>
                  </a:lnTo>
                  <a:lnTo>
                    <a:pt x="1727073" y="1285994"/>
                  </a:lnTo>
                  <a:lnTo>
                    <a:pt x="1734959" y="1285994"/>
                  </a:lnTo>
                  <a:lnTo>
                    <a:pt x="1742845" y="1285994"/>
                  </a:lnTo>
                  <a:lnTo>
                    <a:pt x="1750732" y="1285994"/>
                  </a:lnTo>
                  <a:lnTo>
                    <a:pt x="1758618" y="1285994"/>
                  </a:lnTo>
                  <a:lnTo>
                    <a:pt x="1766504" y="1285994"/>
                  </a:lnTo>
                  <a:lnTo>
                    <a:pt x="1774390" y="1285994"/>
                  </a:lnTo>
                  <a:lnTo>
                    <a:pt x="1782276" y="1285994"/>
                  </a:lnTo>
                  <a:lnTo>
                    <a:pt x="1790162" y="1285994"/>
                  </a:lnTo>
                  <a:lnTo>
                    <a:pt x="1798049" y="1285994"/>
                  </a:lnTo>
                  <a:lnTo>
                    <a:pt x="1805935" y="1285994"/>
                  </a:lnTo>
                  <a:lnTo>
                    <a:pt x="1813821" y="1285994"/>
                  </a:lnTo>
                  <a:lnTo>
                    <a:pt x="1821707" y="1285994"/>
                  </a:lnTo>
                  <a:lnTo>
                    <a:pt x="1829593" y="1285994"/>
                  </a:lnTo>
                  <a:lnTo>
                    <a:pt x="1837479" y="1285994"/>
                  </a:lnTo>
                  <a:lnTo>
                    <a:pt x="1845366" y="1285994"/>
                  </a:lnTo>
                  <a:lnTo>
                    <a:pt x="1853252" y="1285994"/>
                  </a:lnTo>
                  <a:lnTo>
                    <a:pt x="1861138" y="1285994"/>
                  </a:lnTo>
                  <a:lnTo>
                    <a:pt x="1869024" y="1285994"/>
                  </a:lnTo>
                  <a:lnTo>
                    <a:pt x="1876910" y="1285994"/>
                  </a:lnTo>
                  <a:lnTo>
                    <a:pt x="1884797" y="1285994"/>
                  </a:lnTo>
                  <a:lnTo>
                    <a:pt x="1892683" y="1285994"/>
                  </a:lnTo>
                  <a:lnTo>
                    <a:pt x="1900569" y="1285994"/>
                  </a:lnTo>
                  <a:lnTo>
                    <a:pt x="1908455" y="1285994"/>
                  </a:lnTo>
                  <a:lnTo>
                    <a:pt x="1916341" y="1285994"/>
                  </a:lnTo>
                  <a:lnTo>
                    <a:pt x="1924227" y="1285994"/>
                  </a:lnTo>
                  <a:lnTo>
                    <a:pt x="1932114" y="1285994"/>
                  </a:lnTo>
                  <a:lnTo>
                    <a:pt x="1940000" y="1285994"/>
                  </a:lnTo>
                  <a:lnTo>
                    <a:pt x="1947886" y="1285993"/>
                  </a:lnTo>
                  <a:lnTo>
                    <a:pt x="1955772" y="1285993"/>
                  </a:lnTo>
                  <a:lnTo>
                    <a:pt x="1963658" y="1285992"/>
                  </a:lnTo>
                  <a:lnTo>
                    <a:pt x="1971545" y="1285990"/>
                  </a:lnTo>
                  <a:lnTo>
                    <a:pt x="1979431" y="1285985"/>
                  </a:lnTo>
                  <a:lnTo>
                    <a:pt x="1987317" y="1285973"/>
                  </a:lnTo>
                  <a:lnTo>
                    <a:pt x="1995203" y="1285949"/>
                  </a:lnTo>
                  <a:lnTo>
                    <a:pt x="2003089" y="1285900"/>
                  </a:lnTo>
                  <a:lnTo>
                    <a:pt x="2010975" y="1285803"/>
                  </a:lnTo>
                  <a:lnTo>
                    <a:pt x="2018862" y="1285610"/>
                  </a:lnTo>
                  <a:lnTo>
                    <a:pt x="2026748" y="1285231"/>
                  </a:lnTo>
                  <a:lnTo>
                    <a:pt x="2034634" y="1284531"/>
                  </a:lnTo>
                  <a:lnTo>
                    <a:pt x="2042520" y="1283283"/>
                  </a:lnTo>
                  <a:lnTo>
                    <a:pt x="2050406" y="1281139"/>
                  </a:lnTo>
                  <a:lnTo>
                    <a:pt x="2058293" y="1277583"/>
                  </a:lnTo>
                  <a:lnTo>
                    <a:pt x="2066179" y="1271888"/>
                  </a:lnTo>
                  <a:lnTo>
                    <a:pt x="2074065" y="1263076"/>
                  </a:lnTo>
                  <a:lnTo>
                    <a:pt x="2081951" y="1249891"/>
                  </a:lnTo>
                  <a:lnTo>
                    <a:pt x="2089837" y="1230808"/>
                  </a:lnTo>
                  <a:lnTo>
                    <a:pt x="2097723" y="1204076"/>
                  </a:lnTo>
                  <a:lnTo>
                    <a:pt x="2105610" y="1167820"/>
                  </a:lnTo>
                  <a:lnTo>
                    <a:pt x="2113496" y="1120206"/>
                  </a:lnTo>
                  <a:lnTo>
                    <a:pt x="2121382" y="1058524"/>
                  </a:lnTo>
                  <a:lnTo>
                    <a:pt x="2129268" y="982748"/>
                  </a:lnTo>
                  <a:lnTo>
                    <a:pt x="2137154" y="893244"/>
                  </a:lnTo>
                  <a:lnTo>
                    <a:pt x="2145041" y="791379"/>
                  </a:lnTo>
                  <a:lnTo>
                    <a:pt x="2152927" y="679782"/>
                  </a:lnTo>
                  <a:lnTo>
                    <a:pt x="2160813" y="562280"/>
                  </a:lnTo>
                  <a:lnTo>
                    <a:pt x="2168699" y="443692"/>
                  </a:lnTo>
                  <a:lnTo>
                    <a:pt x="2176585" y="329473"/>
                  </a:lnTo>
                  <a:lnTo>
                    <a:pt x="2184471" y="225250"/>
                  </a:lnTo>
                  <a:lnTo>
                    <a:pt x="2192358" y="136318"/>
                  </a:lnTo>
                  <a:lnTo>
                    <a:pt x="2200244" y="67140"/>
                  </a:lnTo>
                  <a:lnTo>
                    <a:pt x="2208130" y="20944"/>
                  </a:lnTo>
                  <a:lnTo>
                    <a:pt x="2216016" y="0"/>
                  </a:lnTo>
                  <a:lnTo>
                    <a:pt x="2223902" y="5406"/>
                  </a:lnTo>
                  <a:lnTo>
                    <a:pt x="2231789" y="33540"/>
                  </a:lnTo>
                  <a:lnTo>
                    <a:pt x="2239675" y="81418"/>
                  </a:lnTo>
                  <a:lnTo>
                    <a:pt x="2247561" y="145283"/>
                  </a:lnTo>
                  <a:lnTo>
                    <a:pt x="2255447" y="220973"/>
                  </a:lnTo>
                  <a:lnTo>
                    <a:pt x="2263333" y="304267"/>
                  </a:lnTo>
                  <a:lnTo>
                    <a:pt x="2271219" y="391176"/>
                  </a:lnTo>
                  <a:lnTo>
                    <a:pt x="2279106" y="478168"/>
                  </a:lnTo>
                  <a:lnTo>
                    <a:pt x="2286992" y="562317"/>
                  </a:lnTo>
                  <a:lnTo>
                    <a:pt x="2294878" y="641372"/>
                  </a:lnTo>
                  <a:lnTo>
                    <a:pt x="2302764" y="713771"/>
                  </a:lnTo>
                  <a:lnTo>
                    <a:pt x="2310650" y="778586"/>
                  </a:lnTo>
                  <a:lnTo>
                    <a:pt x="2318536" y="835001"/>
                  </a:lnTo>
                  <a:lnTo>
                    <a:pt x="2326423" y="883333"/>
                  </a:lnTo>
                  <a:lnTo>
                    <a:pt x="2334309" y="924390"/>
                  </a:lnTo>
                  <a:lnTo>
                    <a:pt x="2342195" y="958917"/>
                  </a:lnTo>
                  <a:lnTo>
                    <a:pt x="2350081" y="987835"/>
                  </a:lnTo>
                  <a:lnTo>
                    <a:pt x="2357967" y="1012184"/>
                  </a:lnTo>
                  <a:lnTo>
                    <a:pt x="2365854" y="1033077"/>
                  </a:lnTo>
                  <a:lnTo>
                    <a:pt x="2373740" y="1051628"/>
                  </a:lnTo>
                  <a:lnTo>
                    <a:pt x="2381626" y="1068883"/>
                  </a:lnTo>
                  <a:lnTo>
                    <a:pt x="2389512" y="1085739"/>
                  </a:lnTo>
                  <a:lnTo>
                    <a:pt x="2397398" y="1102861"/>
                  </a:lnTo>
                  <a:lnTo>
                    <a:pt x="2405284" y="1120635"/>
                  </a:lnTo>
                  <a:lnTo>
                    <a:pt x="2413171" y="1139139"/>
                  </a:lnTo>
                  <a:lnTo>
                    <a:pt x="2421057" y="1158155"/>
                  </a:lnTo>
                  <a:lnTo>
                    <a:pt x="2428943" y="1177127"/>
                  </a:lnTo>
                  <a:lnTo>
                    <a:pt x="2436829" y="1195473"/>
                  </a:lnTo>
                  <a:lnTo>
                    <a:pt x="2444715" y="1212626"/>
                  </a:lnTo>
                  <a:lnTo>
                    <a:pt x="2452602" y="1228111"/>
                  </a:lnTo>
                  <a:lnTo>
                    <a:pt x="2460488" y="1241597"/>
                  </a:lnTo>
                  <a:lnTo>
                    <a:pt x="2468374" y="1252926"/>
                  </a:lnTo>
                  <a:lnTo>
                    <a:pt x="2476260" y="1262100"/>
                  </a:lnTo>
                  <a:lnTo>
                    <a:pt x="2484146" y="1269262"/>
                  </a:lnTo>
                  <a:lnTo>
                    <a:pt x="2492032" y="1274648"/>
                  </a:lnTo>
                  <a:lnTo>
                    <a:pt x="2499919" y="1278551"/>
                  </a:lnTo>
                  <a:lnTo>
                    <a:pt x="2507805" y="1281273"/>
                  </a:lnTo>
                  <a:lnTo>
                    <a:pt x="2515691" y="1283081"/>
                  </a:lnTo>
                  <a:lnTo>
                    <a:pt x="2523577" y="1284230"/>
                  </a:lnTo>
                  <a:lnTo>
                    <a:pt x="2531463" y="1284959"/>
                  </a:lnTo>
                  <a:lnTo>
                    <a:pt x="2539350" y="1285406"/>
                  </a:lnTo>
                  <a:lnTo>
                    <a:pt x="2547236" y="1285671"/>
                  </a:lnTo>
                  <a:lnTo>
                    <a:pt x="2555122" y="1285822"/>
                  </a:lnTo>
                  <a:lnTo>
                    <a:pt x="2563008" y="1285906"/>
                  </a:lnTo>
                  <a:lnTo>
                    <a:pt x="2570894" y="1285950"/>
                  </a:lnTo>
                  <a:lnTo>
                    <a:pt x="2578780" y="1285973"/>
                  </a:lnTo>
                  <a:lnTo>
                    <a:pt x="2586667" y="1285984"/>
                  </a:lnTo>
                  <a:lnTo>
                    <a:pt x="2594553" y="1285989"/>
                  </a:lnTo>
                  <a:lnTo>
                    <a:pt x="2602439" y="1285992"/>
                  </a:lnTo>
                  <a:lnTo>
                    <a:pt x="2610325" y="1285993"/>
                  </a:lnTo>
                  <a:lnTo>
                    <a:pt x="2618211" y="1285993"/>
                  </a:lnTo>
                  <a:lnTo>
                    <a:pt x="2626098" y="1285994"/>
                  </a:lnTo>
                  <a:lnTo>
                    <a:pt x="2633984" y="1285994"/>
                  </a:lnTo>
                  <a:lnTo>
                    <a:pt x="2641870" y="1285994"/>
                  </a:lnTo>
                  <a:lnTo>
                    <a:pt x="2649756" y="1285994"/>
                  </a:lnTo>
                  <a:lnTo>
                    <a:pt x="2657642" y="1285994"/>
                  </a:lnTo>
                  <a:lnTo>
                    <a:pt x="2665528" y="1285994"/>
                  </a:lnTo>
                  <a:lnTo>
                    <a:pt x="2673415" y="1285994"/>
                  </a:lnTo>
                  <a:lnTo>
                    <a:pt x="2681301" y="1285994"/>
                  </a:lnTo>
                  <a:lnTo>
                    <a:pt x="2689187" y="1285994"/>
                  </a:lnTo>
                  <a:lnTo>
                    <a:pt x="2697073" y="1285994"/>
                  </a:lnTo>
                  <a:lnTo>
                    <a:pt x="2704959" y="1285994"/>
                  </a:lnTo>
                  <a:lnTo>
                    <a:pt x="2712846" y="1285994"/>
                  </a:lnTo>
                  <a:lnTo>
                    <a:pt x="2720732" y="1285994"/>
                  </a:lnTo>
                  <a:lnTo>
                    <a:pt x="2728618" y="1285994"/>
                  </a:lnTo>
                  <a:lnTo>
                    <a:pt x="2736504" y="1285994"/>
                  </a:lnTo>
                  <a:lnTo>
                    <a:pt x="2744390" y="1285994"/>
                  </a:lnTo>
                  <a:lnTo>
                    <a:pt x="2752276" y="1285994"/>
                  </a:lnTo>
                  <a:lnTo>
                    <a:pt x="2760163" y="1285994"/>
                  </a:lnTo>
                  <a:lnTo>
                    <a:pt x="2768049" y="1285994"/>
                  </a:lnTo>
                  <a:lnTo>
                    <a:pt x="2775935" y="1285994"/>
                  </a:lnTo>
                  <a:lnTo>
                    <a:pt x="2783821" y="1285994"/>
                  </a:lnTo>
                  <a:lnTo>
                    <a:pt x="2791707" y="1285994"/>
                  </a:lnTo>
                  <a:lnTo>
                    <a:pt x="2799593" y="1285994"/>
                  </a:lnTo>
                  <a:lnTo>
                    <a:pt x="2807480" y="1285994"/>
                  </a:lnTo>
                  <a:lnTo>
                    <a:pt x="2815366" y="1285994"/>
                  </a:lnTo>
                  <a:lnTo>
                    <a:pt x="2823252" y="1285994"/>
                  </a:lnTo>
                  <a:lnTo>
                    <a:pt x="2831138" y="1285994"/>
                  </a:lnTo>
                  <a:lnTo>
                    <a:pt x="2839024" y="1285994"/>
                  </a:lnTo>
                  <a:lnTo>
                    <a:pt x="2846911" y="1285994"/>
                  </a:lnTo>
                  <a:lnTo>
                    <a:pt x="2854797" y="1285994"/>
                  </a:lnTo>
                  <a:lnTo>
                    <a:pt x="2862683" y="1285994"/>
                  </a:lnTo>
                  <a:lnTo>
                    <a:pt x="2870569" y="1285994"/>
                  </a:lnTo>
                  <a:lnTo>
                    <a:pt x="2878455" y="1285994"/>
                  </a:lnTo>
                  <a:lnTo>
                    <a:pt x="2886341" y="1285994"/>
                  </a:lnTo>
                  <a:lnTo>
                    <a:pt x="2894228" y="1285994"/>
                  </a:lnTo>
                  <a:lnTo>
                    <a:pt x="2902114" y="1285994"/>
                  </a:lnTo>
                  <a:lnTo>
                    <a:pt x="2910000" y="1285994"/>
                  </a:lnTo>
                  <a:lnTo>
                    <a:pt x="2917886" y="1285994"/>
                  </a:lnTo>
                  <a:lnTo>
                    <a:pt x="2925772" y="1285994"/>
                  </a:lnTo>
                  <a:lnTo>
                    <a:pt x="2933659" y="1285994"/>
                  </a:lnTo>
                  <a:lnTo>
                    <a:pt x="2941545" y="1285994"/>
                  </a:lnTo>
                  <a:lnTo>
                    <a:pt x="2949431" y="1285994"/>
                  </a:lnTo>
                  <a:lnTo>
                    <a:pt x="2957317" y="1285994"/>
                  </a:lnTo>
                  <a:lnTo>
                    <a:pt x="2965203" y="1285994"/>
                  </a:lnTo>
                  <a:lnTo>
                    <a:pt x="2973089" y="1285994"/>
                  </a:lnTo>
                  <a:lnTo>
                    <a:pt x="2980976" y="1285994"/>
                  </a:lnTo>
                  <a:lnTo>
                    <a:pt x="2988862" y="1285994"/>
                  </a:lnTo>
                  <a:lnTo>
                    <a:pt x="2996748" y="1285994"/>
                  </a:lnTo>
                  <a:lnTo>
                    <a:pt x="3004634" y="1285994"/>
                  </a:lnTo>
                  <a:lnTo>
                    <a:pt x="3012520" y="1285994"/>
                  </a:lnTo>
                  <a:lnTo>
                    <a:pt x="3020407" y="1285994"/>
                  </a:lnTo>
                  <a:lnTo>
                    <a:pt x="3028293" y="1285994"/>
                  </a:lnTo>
                  <a:lnTo>
                    <a:pt x="3036179" y="1285994"/>
                  </a:lnTo>
                  <a:lnTo>
                    <a:pt x="3044065" y="1285994"/>
                  </a:lnTo>
                  <a:lnTo>
                    <a:pt x="3051951" y="1285994"/>
                  </a:lnTo>
                  <a:lnTo>
                    <a:pt x="3059837" y="1285994"/>
                  </a:lnTo>
                  <a:lnTo>
                    <a:pt x="3067724" y="1285994"/>
                  </a:lnTo>
                  <a:lnTo>
                    <a:pt x="3075610" y="1285994"/>
                  </a:lnTo>
                  <a:lnTo>
                    <a:pt x="3083496" y="1285994"/>
                  </a:lnTo>
                  <a:lnTo>
                    <a:pt x="3091382" y="1285994"/>
                  </a:lnTo>
                  <a:lnTo>
                    <a:pt x="3099268" y="1285994"/>
                  </a:lnTo>
                  <a:lnTo>
                    <a:pt x="3107155" y="1285994"/>
                  </a:lnTo>
                  <a:lnTo>
                    <a:pt x="3115041" y="1285994"/>
                  </a:lnTo>
                  <a:lnTo>
                    <a:pt x="3122927" y="1285994"/>
                  </a:lnTo>
                  <a:lnTo>
                    <a:pt x="3130813" y="1285994"/>
                  </a:lnTo>
                  <a:lnTo>
                    <a:pt x="3138699" y="1285994"/>
                  </a:lnTo>
                  <a:lnTo>
                    <a:pt x="3146585" y="1285994"/>
                  </a:lnTo>
                  <a:lnTo>
                    <a:pt x="3154472" y="1285994"/>
                  </a:lnTo>
                  <a:lnTo>
                    <a:pt x="3162358" y="1285994"/>
                  </a:lnTo>
                  <a:lnTo>
                    <a:pt x="3170244" y="1285994"/>
                  </a:lnTo>
                  <a:lnTo>
                    <a:pt x="3178130" y="1285994"/>
                  </a:lnTo>
                  <a:lnTo>
                    <a:pt x="3186016" y="1285994"/>
                  </a:lnTo>
                  <a:lnTo>
                    <a:pt x="3193903" y="1285994"/>
                  </a:lnTo>
                  <a:lnTo>
                    <a:pt x="3201789" y="1285994"/>
                  </a:lnTo>
                  <a:lnTo>
                    <a:pt x="3209675" y="1285994"/>
                  </a:lnTo>
                  <a:lnTo>
                    <a:pt x="3217561" y="1285994"/>
                  </a:lnTo>
                  <a:lnTo>
                    <a:pt x="3225447" y="1285994"/>
                  </a:lnTo>
                  <a:lnTo>
                    <a:pt x="3233333" y="1285994"/>
                  </a:lnTo>
                  <a:lnTo>
                    <a:pt x="3241220" y="1285994"/>
                  </a:lnTo>
                  <a:lnTo>
                    <a:pt x="3249106" y="1285994"/>
                  </a:lnTo>
                  <a:lnTo>
                    <a:pt x="3256992" y="1285994"/>
                  </a:lnTo>
                  <a:lnTo>
                    <a:pt x="3264878" y="1285994"/>
                  </a:lnTo>
                  <a:lnTo>
                    <a:pt x="3272764" y="1285994"/>
                  </a:lnTo>
                  <a:lnTo>
                    <a:pt x="3280650" y="1285994"/>
                  </a:lnTo>
                  <a:lnTo>
                    <a:pt x="3288537" y="1285994"/>
                  </a:lnTo>
                  <a:lnTo>
                    <a:pt x="3296423" y="1285994"/>
                  </a:lnTo>
                  <a:lnTo>
                    <a:pt x="3304309" y="1285994"/>
                  </a:lnTo>
                  <a:lnTo>
                    <a:pt x="3312195" y="1285994"/>
                  </a:lnTo>
                  <a:lnTo>
                    <a:pt x="3320081" y="1285994"/>
                  </a:lnTo>
                  <a:lnTo>
                    <a:pt x="3327968" y="1285994"/>
                  </a:lnTo>
                  <a:lnTo>
                    <a:pt x="3335854" y="1285994"/>
                  </a:lnTo>
                  <a:lnTo>
                    <a:pt x="3343740" y="1285994"/>
                  </a:lnTo>
                  <a:lnTo>
                    <a:pt x="3351626" y="1285994"/>
                  </a:lnTo>
                  <a:lnTo>
                    <a:pt x="3359512" y="1285994"/>
                  </a:lnTo>
                  <a:lnTo>
                    <a:pt x="3367398" y="1285994"/>
                  </a:lnTo>
                  <a:lnTo>
                    <a:pt x="3375285" y="1285994"/>
                  </a:lnTo>
                  <a:lnTo>
                    <a:pt x="3383171" y="1285994"/>
                  </a:lnTo>
                  <a:lnTo>
                    <a:pt x="3391057" y="1285994"/>
                  </a:lnTo>
                  <a:lnTo>
                    <a:pt x="3398943" y="1285994"/>
                  </a:lnTo>
                  <a:lnTo>
                    <a:pt x="3406829" y="1285994"/>
                  </a:lnTo>
                  <a:lnTo>
                    <a:pt x="3414716" y="1285994"/>
                  </a:lnTo>
                  <a:lnTo>
                    <a:pt x="3422602" y="1285994"/>
                  </a:lnTo>
                  <a:lnTo>
                    <a:pt x="3430488" y="1285994"/>
                  </a:lnTo>
                  <a:lnTo>
                    <a:pt x="3438374" y="1285994"/>
                  </a:lnTo>
                  <a:lnTo>
                    <a:pt x="3446260" y="1285994"/>
                  </a:lnTo>
                  <a:lnTo>
                    <a:pt x="3454146" y="1285994"/>
                  </a:lnTo>
                  <a:lnTo>
                    <a:pt x="3462033" y="1285994"/>
                  </a:lnTo>
                  <a:lnTo>
                    <a:pt x="3469919" y="1285994"/>
                  </a:lnTo>
                  <a:lnTo>
                    <a:pt x="3477805" y="1285994"/>
                  </a:lnTo>
                  <a:lnTo>
                    <a:pt x="3485691" y="1285994"/>
                  </a:lnTo>
                  <a:lnTo>
                    <a:pt x="3493577" y="1285994"/>
                  </a:lnTo>
                  <a:lnTo>
                    <a:pt x="3501464" y="1285994"/>
                  </a:lnTo>
                  <a:lnTo>
                    <a:pt x="3509350" y="1285994"/>
                  </a:lnTo>
                  <a:lnTo>
                    <a:pt x="3517236" y="1285994"/>
                  </a:lnTo>
                  <a:lnTo>
                    <a:pt x="3525122" y="1285994"/>
                  </a:lnTo>
                  <a:lnTo>
                    <a:pt x="3533008" y="1285994"/>
                  </a:lnTo>
                  <a:lnTo>
                    <a:pt x="3540894" y="1285994"/>
                  </a:lnTo>
                  <a:lnTo>
                    <a:pt x="3548781" y="1285994"/>
                  </a:lnTo>
                  <a:lnTo>
                    <a:pt x="3556667" y="1285994"/>
                  </a:lnTo>
                  <a:lnTo>
                    <a:pt x="3564553" y="1285994"/>
                  </a:lnTo>
                  <a:lnTo>
                    <a:pt x="3572439" y="1285994"/>
                  </a:lnTo>
                  <a:lnTo>
                    <a:pt x="3580325" y="1285994"/>
                  </a:lnTo>
                  <a:lnTo>
                    <a:pt x="3588212" y="1285994"/>
                  </a:lnTo>
                  <a:lnTo>
                    <a:pt x="3596098" y="1285994"/>
                  </a:lnTo>
                  <a:lnTo>
                    <a:pt x="3603984" y="1285994"/>
                  </a:lnTo>
                  <a:lnTo>
                    <a:pt x="3611870" y="1285994"/>
                  </a:lnTo>
                  <a:lnTo>
                    <a:pt x="3619756" y="1285994"/>
                  </a:lnTo>
                  <a:lnTo>
                    <a:pt x="3627642" y="1285994"/>
                  </a:lnTo>
                  <a:lnTo>
                    <a:pt x="3635529" y="1285994"/>
                  </a:lnTo>
                  <a:lnTo>
                    <a:pt x="3643415" y="1285994"/>
                  </a:lnTo>
                  <a:lnTo>
                    <a:pt x="3651301" y="1285994"/>
                  </a:lnTo>
                  <a:lnTo>
                    <a:pt x="3659187" y="1285994"/>
                  </a:lnTo>
                  <a:lnTo>
                    <a:pt x="3667073" y="1285994"/>
                  </a:lnTo>
                  <a:lnTo>
                    <a:pt x="3674959" y="1285994"/>
                  </a:lnTo>
                  <a:lnTo>
                    <a:pt x="3682846" y="1285994"/>
                  </a:lnTo>
                  <a:lnTo>
                    <a:pt x="3690732" y="1285994"/>
                  </a:lnTo>
                  <a:lnTo>
                    <a:pt x="3698618" y="1285994"/>
                  </a:lnTo>
                  <a:lnTo>
                    <a:pt x="3706504" y="1285994"/>
                  </a:lnTo>
                  <a:lnTo>
                    <a:pt x="3714390" y="1285994"/>
                  </a:lnTo>
                  <a:lnTo>
                    <a:pt x="3722277" y="1285994"/>
                  </a:lnTo>
                  <a:lnTo>
                    <a:pt x="3730163" y="1285994"/>
                  </a:lnTo>
                  <a:lnTo>
                    <a:pt x="3738049" y="1285994"/>
                  </a:lnTo>
                  <a:lnTo>
                    <a:pt x="3745935" y="1285994"/>
                  </a:lnTo>
                  <a:lnTo>
                    <a:pt x="3753821" y="1285994"/>
                  </a:lnTo>
                  <a:lnTo>
                    <a:pt x="3761707" y="1285994"/>
                  </a:lnTo>
                  <a:lnTo>
                    <a:pt x="3769594" y="1285994"/>
                  </a:lnTo>
                  <a:lnTo>
                    <a:pt x="3777480" y="1285994"/>
                  </a:lnTo>
                  <a:lnTo>
                    <a:pt x="3785366" y="1285994"/>
                  </a:lnTo>
                  <a:lnTo>
                    <a:pt x="3793252" y="1285994"/>
                  </a:lnTo>
                  <a:lnTo>
                    <a:pt x="3801138" y="1285994"/>
                  </a:lnTo>
                  <a:lnTo>
                    <a:pt x="3809025" y="1285994"/>
                  </a:lnTo>
                  <a:lnTo>
                    <a:pt x="3816911" y="1285994"/>
                  </a:lnTo>
                  <a:lnTo>
                    <a:pt x="3824797" y="1285994"/>
                  </a:lnTo>
                  <a:lnTo>
                    <a:pt x="3832683" y="1285994"/>
                  </a:lnTo>
                  <a:lnTo>
                    <a:pt x="3840569" y="1285994"/>
                  </a:lnTo>
                  <a:lnTo>
                    <a:pt x="3848455" y="1285994"/>
                  </a:lnTo>
                  <a:lnTo>
                    <a:pt x="3856342" y="1285994"/>
                  </a:lnTo>
                  <a:lnTo>
                    <a:pt x="3864228" y="1285994"/>
                  </a:lnTo>
                  <a:lnTo>
                    <a:pt x="3872114" y="1285994"/>
                  </a:lnTo>
                  <a:lnTo>
                    <a:pt x="3880000" y="1285994"/>
                  </a:lnTo>
                  <a:lnTo>
                    <a:pt x="3887886" y="1285994"/>
                  </a:lnTo>
                  <a:lnTo>
                    <a:pt x="3895773" y="1285994"/>
                  </a:lnTo>
                  <a:lnTo>
                    <a:pt x="3903659" y="1285994"/>
                  </a:lnTo>
                  <a:lnTo>
                    <a:pt x="3911545" y="1285994"/>
                  </a:lnTo>
                  <a:lnTo>
                    <a:pt x="3919431" y="1285994"/>
                  </a:lnTo>
                  <a:lnTo>
                    <a:pt x="3927317" y="1285994"/>
                  </a:lnTo>
                  <a:lnTo>
                    <a:pt x="3935203" y="1285994"/>
                  </a:lnTo>
                  <a:lnTo>
                    <a:pt x="3943090" y="1285994"/>
                  </a:lnTo>
                  <a:lnTo>
                    <a:pt x="3950976" y="1285994"/>
                  </a:lnTo>
                  <a:lnTo>
                    <a:pt x="3958862" y="1285994"/>
                  </a:lnTo>
                  <a:lnTo>
                    <a:pt x="3966748" y="1285994"/>
                  </a:lnTo>
                  <a:lnTo>
                    <a:pt x="3974634" y="1285994"/>
                  </a:lnTo>
                  <a:lnTo>
                    <a:pt x="3982521" y="1285994"/>
                  </a:lnTo>
                  <a:lnTo>
                    <a:pt x="3990407" y="1285994"/>
                  </a:lnTo>
                  <a:lnTo>
                    <a:pt x="3998293" y="1285994"/>
                  </a:lnTo>
                  <a:lnTo>
                    <a:pt x="4006179" y="1285994"/>
                  </a:lnTo>
                  <a:lnTo>
                    <a:pt x="4014065" y="1285994"/>
                  </a:lnTo>
                  <a:lnTo>
                    <a:pt x="4021951" y="1285994"/>
                  </a:lnTo>
                  <a:lnTo>
                    <a:pt x="4029838" y="1285994"/>
                  </a:lnTo>
                  <a:lnTo>
                    <a:pt x="4021951" y="1285994"/>
                  </a:lnTo>
                  <a:lnTo>
                    <a:pt x="4014065" y="1285994"/>
                  </a:lnTo>
                  <a:lnTo>
                    <a:pt x="4006179" y="1285994"/>
                  </a:lnTo>
                  <a:lnTo>
                    <a:pt x="3998293" y="1285994"/>
                  </a:lnTo>
                  <a:lnTo>
                    <a:pt x="3990407" y="1285994"/>
                  </a:lnTo>
                  <a:lnTo>
                    <a:pt x="3982521" y="1285994"/>
                  </a:lnTo>
                  <a:lnTo>
                    <a:pt x="3974634" y="1285994"/>
                  </a:lnTo>
                  <a:lnTo>
                    <a:pt x="3966748" y="1285994"/>
                  </a:lnTo>
                  <a:lnTo>
                    <a:pt x="3958862" y="1285994"/>
                  </a:lnTo>
                  <a:lnTo>
                    <a:pt x="3950976" y="1285994"/>
                  </a:lnTo>
                  <a:lnTo>
                    <a:pt x="3943090" y="1285994"/>
                  </a:lnTo>
                  <a:lnTo>
                    <a:pt x="3935203" y="1285994"/>
                  </a:lnTo>
                  <a:lnTo>
                    <a:pt x="3927317" y="1285994"/>
                  </a:lnTo>
                  <a:lnTo>
                    <a:pt x="3919431" y="1285994"/>
                  </a:lnTo>
                  <a:lnTo>
                    <a:pt x="3911545" y="1285994"/>
                  </a:lnTo>
                  <a:lnTo>
                    <a:pt x="3903659" y="1285994"/>
                  </a:lnTo>
                  <a:lnTo>
                    <a:pt x="3895773" y="1285994"/>
                  </a:lnTo>
                  <a:lnTo>
                    <a:pt x="3887886" y="1285994"/>
                  </a:lnTo>
                  <a:lnTo>
                    <a:pt x="3880000" y="1285994"/>
                  </a:lnTo>
                  <a:lnTo>
                    <a:pt x="3872114" y="1285994"/>
                  </a:lnTo>
                  <a:lnTo>
                    <a:pt x="3864228" y="1285994"/>
                  </a:lnTo>
                  <a:lnTo>
                    <a:pt x="3856342" y="1285994"/>
                  </a:lnTo>
                  <a:lnTo>
                    <a:pt x="3848455" y="1285994"/>
                  </a:lnTo>
                  <a:lnTo>
                    <a:pt x="3840569" y="1285994"/>
                  </a:lnTo>
                  <a:lnTo>
                    <a:pt x="3832683" y="1285994"/>
                  </a:lnTo>
                  <a:lnTo>
                    <a:pt x="3824797" y="1285994"/>
                  </a:lnTo>
                  <a:lnTo>
                    <a:pt x="3816911" y="1285994"/>
                  </a:lnTo>
                  <a:lnTo>
                    <a:pt x="3809025" y="1285994"/>
                  </a:lnTo>
                  <a:lnTo>
                    <a:pt x="3801138" y="1285994"/>
                  </a:lnTo>
                  <a:lnTo>
                    <a:pt x="3793252" y="1285994"/>
                  </a:lnTo>
                  <a:lnTo>
                    <a:pt x="3785366" y="1285994"/>
                  </a:lnTo>
                  <a:lnTo>
                    <a:pt x="3777480" y="1285994"/>
                  </a:lnTo>
                  <a:lnTo>
                    <a:pt x="3769594" y="1285994"/>
                  </a:lnTo>
                  <a:lnTo>
                    <a:pt x="3761707" y="1285994"/>
                  </a:lnTo>
                  <a:lnTo>
                    <a:pt x="3753821" y="1285994"/>
                  </a:lnTo>
                  <a:lnTo>
                    <a:pt x="3745935" y="1285994"/>
                  </a:lnTo>
                  <a:lnTo>
                    <a:pt x="3738049" y="1285994"/>
                  </a:lnTo>
                  <a:lnTo>
                    <a:pt x="3730163" y="1285994"/>
                  </a:lnTo>
                  <a:lnTo>
                    <a:pt x="3722277" y="1285994"/>
                  </a:lnTo>
                  <a:lnTo>
                    <a:pt x="3714390" y="1285994"/>
                  </a:lnTo>
                  <a:lnTo>
                    <a:pt x="3706504" y="1285994"/>
                  </a:lnTo>
                  <a:lnTo>
                    <a:pt x="3698618" y="1285994"/>
                  </a:lnTo>
                  <a:lnTo>
                    <a:pt x="3690732" y="1285994"/>
                  </a:lnTo>
                  <a:lnTo>
                    <a:pt x="3682846" y="1285994"/>
                  </a:lnTo>
                  <a:lnTo>
                    <a:pt x="3674959" y="1285994"/>
                  </a:lnTo>
                  <a:lnTo>
                    <a:pt x="3667073" y="1285994"/>
                  </a:lnTo>
                  <a:lnTo>
                    <a:pt x="3659187" y="1285994"/>
                  </a:lnTo>
                  <a:lnTo>
                    <a:pt x="3651301" y="1285994"/>
                  </a:lnTo>
                  <a:lnTo>
                    <a:pt x="3643415" y="1285994"/>
                  </a:lnTo>
                  <a:lnTo>
                    <a:pt x="3635529" y="1285994"/>
                  </a:lnTo>
                  <a:lnTo>
                    <a:pt x="3627642" y="1285994"/>
                  </a:lnTo>
                  <a:lnTo>
                    <a:pt x="3619756" y="1285994"/>
                  </a:lnTo>
                  <a:lnTo>
                    <a:pt x="3611870" y="1285994"/>
                  </a:lnTo>
                  <a:lnTo>
                    <a:pt x="3603984" y="1285994"/>
                  </a:lnTo>
                  <a:lnTo>
                    <a:pt x="3596098" y="1285994"/>
                  </a:lnTo>
                  <a:lnTo>
                    <a:pt x="3588212" y="1285994"/>
                  </a:lnTo>
                  <a:lnTo>
                    <a:pt x="3580325" y="1285994"/>
                  </a:lnTo>
                  <a:lnTo>
                    <a:pt x="3572439" y="1285994"/>
                  </a:lnTo>
                  <a:lnTo>
                    <a:pt x="3564553" y="1285994"/>
                  </a:lnTo>
                  <a:lnTo>
                    <a:pt x="3556667" y="1285994"/>
                  </a:lnTo>
                  <a:lnTo>
                    <a:pt x="3548781" y="1285994"/>
                  </a:lnTo>
                  <a:lnTo>
                    <a:pt x="3540894" y="1285994"/>
                  </a:lnTo>
                  <a:lnTo>
                    <a:pt x="3533008" y="1285994"/>
                  </a:lnTo>
                  <a:lnTo>
                    <a:pt x="3525122" y="1285994"/>
                  </a:lnTo>
                  <a:lnTo>
                    <a:pt x="3517236" y="1285994"/>
                  </a:lnTo>
                  <a:lnTo>
                    <a:pt x="3509350" y="1285994"/>
                  </a:lnTo>
                  <a:lnTo>
                    <a:pt x="3501464" y="1285994"/>
                  </a:lnTo>
                  <a:lnTo>
                    <a:pt x="3493577" y="1285994"/>
                  </a:lnTo>
                  <a:lnTo>
                    <a:pt x="3485691" y="1285994"/>
                  </a:lnTo>
                  <a:lnTo>
                    <a:pt x="3477805" y="1285994"/>
                  </a:lnTo>
                  <a:lnTo>
                    <a:pt x="3469919" y="1285994"/>
                  </a:lnTo>
                  <a:lnTo>
                    <a:pt x="3462033" y="1285994"/>
                  </a:lnTo>
                  <a:lnTo>
                    <a:pt x="3454146" y="1285994"/>
                  </a:lnTo>
                  <a:lnTo>
                    <a:pt x="3446260" y="1285994"/>
                  </a:lnTo>
                  <a:lnTo>
                    <a:pt x="3438374" y="1285994"/>
                  </a:lnTo>
                  <a:lnTo>
                    <a:pt x="3430488" y="1285994"/>
                  </a:lnTo>
                  <a:lnTo>
                    <a:pt x="3422602" y="1285994"/>
                  </a:lnTo>
                  <a:lnTo>
                    <a:pt x="3414716" y="1285994"/>
                  </a:lnTo>
                  <a:lnTo>
                    <a:pt x="3406829" y="1285994"/>
                  </a:lnTo>
                  <a:lnTo>
                    <a:pt x="3398943" y="1285994"/>
                  </a:lnTo>
                  <a:lnTo>
                    <a:pt x="3391057" y="1285994"/>
                  </a:lnTo>
                  <a:lnTo>
                    <a:pt x="3383171" y="1285994"/>
                  </a:lnTo>
                  <a:lnTo>
                    <a:pt x="3375285" y="1285994"/>
                  </a:lnTo>
                  <a:lnTo>
                    <a:pt x="3367398" y="1285994"/>
                  </a:lnTo>
                  <a:lnTo>
                    <a:pt x="3359512" y="1285994"/>
                  </a:lnTo>
                  <a:lnTo>
                    <a:pt x="3351626" y="1285994"/>
                  </a:lnTo>
                  <a:lnTo>
                    <a:pt x="3343740" y="1285994"/>
                  </a:lnTo>
                  <a:lnTo>
                    <a:pt x="3335854" y="1285994"/>
                  </a:lnTo>
                  <a:lnTo>
                    <a:pt x="3327968" y="1285994"/>
                  </a:lnTo>
                  <a:lnTo>
                    <a:pt x="3320081" y="1285994"/>
                  </a:lnTo>
                  <a:lnTo>
                    <a:pt x="3312195" y="1285994"/>
                  </a:lnTo>
                  <a:lnTo>
                    <a:pt x="3304309" y="1285994"/>
                  </a:lnTo>
                  <a:lnTo>
                    <a:pt x="3296423" y="1285994"/>
                  </a:lnTo>
                  <a:lnTo>
                    <a:pt x="3288537" y="1285994"/>
                  </a:lnTo>
                  <a:lnTo>
                    <a:pt x="3280650" y="1285994"/>
                  </a:lnTo>
                  <a:lnTo>
                    <a:pt x="3272764" y="1285994"/>
                  </a:lnTo>
                  <a:lnTo>
                    <a:pt x="3264878" y="1285994"/>
                  </a:lnTo>
                  <a:lnTo>
                    <a:pt x="3256992" y="1285994"/>
                  </a:lnTo>
                  <a:lnTo>
                    <a:pt x="3249106" y="1285994"/>
                  </a:lnTo>
                  <a:lnTo>
                    <a:pt x="3241220" y="1285994"/>
                  </a:lnTo>
                  <a:lnTo>
                    <a:pt x="3233333" y="1285994"/>
                  </a:lnTo>
                  <a:lnTo>
                    <a:pt x="3225447" y="1285994"/>
                  </a:lnTo>
                  <a:lnTo>
                    <a:pt x="3217561" y="1285994"/>
                  </a:lnTo>
                  <a:lnTo>
                    <a:pt x="3209675" y="1285994"/>
                  </a:lnTo>
                  <a:lnTo>
                    <a:pt x="3201789" y="1285994"/>
                  </a:lnTo>
                  <a:lnTo>
                    <a:pt x="3193903" y="1285994"/>
                  </a:lnTo>
                  <a:lnTo>
                    <a:pt x="3186016" y="1285994"/>
                  </a:lnTo>
                  <a:lnTo>
                    <a:pt x="3178130" y="1285994"/>
                  </a:lnTo>
                  <a:lnTo>
                    <a:pt x="3170244" y="1285994"/>
                  </a:lnTo>
                  <a:lnTo>
                    <a:pt x="3162358" y="1285994"/>
                  </a:lnTo>
                  <a:lnTo>
                    <a:pt x="3154472" y="1285994"/>
                  </a:lnTo>
                  <a:lnTo>
                    <a:pt x="3146585" y="1285994"/>
                  </a:lnTo>
                  <a:lnTo>
                    <a:pt x="3138699" y="1285994"/>
                  </a:lnTo>
                  <a:lnTo>
                    <a:pt x="3130813" y="1285994"/>
                  </a:lnTo>
                  <a:lnTo>
                    <a:pt x="3122927" y="1285994"/>
                  </a:lnTo>
                  <a:lnTo>
                    <a:pt x="3115041" y="1285994"/>
                  </a:lnTo>
                  <a:lnTo>
                    <a:pt x="3107155" y="1285994"/>
                  </a:lnTo>
                  <a:lnTo>
                    <a:pt x="3099268" y="1285994"/>
                  </a:lnTo>
                  <a:lnTo>
                    <a:pt x="3091382" y="1285994"/>
                  </a:lnTo>
                  <a:lnTo>
                    <a:pt x="3083496" y="1285994"/>
                  </a:lnTo>
                  <a:lnTo>
                    <a:pt x="3075610" y="1285994"/>
                  </a:lnTo>
                  <a:lnTo>
                    <a:pt x="3067724" y="1285994"/>
                  </a:lnTo>
                  <a:lnTo>
                    <a:pt x="3059837" y="1285994"/>
                  </a:lnTo>
                  <a:lnTo>
                    <a:pt x="3051951" y="1285994"/>
                  </a:lnTo>
                  <a:lnTo>
                    <a:pt x="3044065" y="1285994"/>
                  </a:lnTo>
                  <a:lnTo>
                    <a:pt x="3036179" y="1285994"/>
                  </a:lnTo>
                  <a:lnTo>
                    <a:pt x="3028293" y="1285994"/>
                  </a:lnTo>
                  <a:lnTo>
                    <a:pt x="3020407" y="1285994"/>
                  </a:lnTo>
                  <a:lnTo>
                    <a:pt x="3012520" y="1285994"/>
                  </a:lnTo>
                  <a:lnTo>
                    <a:pt x="3004634" y="1285994"/>
                  </a:lnTo>
                  <a:lnTo>
                    <a:pt x="2996748" y="1285994"/>
                  </a:lnTo>
                  <a:lnTo>
                    <a:pt x="2988862" y="1285994"/>
                  </a:lnTo>
                  <a:lnTo>
                    <a:pt x="2980976" y="1285994"/>
                  </a:lnTo>
                  <a:lnTo>
                    <a:pt x="2973089" y="1285994"/>
                  </a:lnTo>
                  <a:lnTo>
                    <a:pt x="2965203" y="1285994"/>
                  </a:lnTo>
                  <a:lnTo>
                    <a:pt x="2957317" y="1285994"/>
                  </a:lnTo>
                  <a:lnTo>
                    <a:pt x="2949431" y="1285994"/>
                  </a:lnTo>
                  <a:lnTo>
                    <a:pt x="2941545" y="1285994"/>
                  </a:lnTo>
                  <a:lnTo>
                    <a:pt x="2933659" y="1285994"/>
                  </a:lnTo>
                  <a:lnTo>
                    <a:pt x="2925772" y="1285994"/>
                  </a:lnTo>
                  <a:lnTo>
                    <a:pt x="2917886" y="1285994"/>
                  </a:lnTo>
                  <a:lnTo>
                    <a:pt x="2910000" y="1285994"/>
                  </a:lnTo>
                  <a:lnTo>
                    <a:pt x="2902114" y="1285994"/>
                  </a:lnTo>
                  <a:lnTo>
                    <a:pt x="2894228" y="1285994"/>
                  </a:lnTo>
                  <a:lnTo>
                    <a:pt x="2886341" y="1285994"/>
                  </a:lnTo>
                  <a:lnTo>
                    <a:pt x="2878455" y="1285994"/>
                  </a:lnTo>
                  <a:lnTo>
                    <a:pt x="2870569" y="1285994"/>
                  </a:lnTo>
                  <a:lnTo>
                    <a:pt x="2862683" y="1285994"/>
                  </a:lnTo>
                  <a:lnTo>
                    <a:pt x="2854797" y="1285994"/>
                  </a:lnTo>
                  <a:lnTo>
                    <a:pt x="2846911" y="1285994"/>
                  </a:lnTo>
                  <a:lnTo>
                    <a:pt x="2839024" y="1285994"/>
                  </a:lnTo>
                  <a:lnTo>
                    <a:pt x="2831138" y="1285994"/>
                  </a:lnTo>
                  <a:lnTo>
                    <a:pt x="2823252" y="1285994"/>
                  </a:lnTo>
                  <a:lnTo>
                    <a:pt x="2815366" y="1285994"/>
                  </a:lnTo>
                  <a:lnTo>
                    <a:pt x="2807480" y="1285994"/>
                  </a:lnTo>
                  <a:lnTo>
                    <a:pt x="2799593" y="1285994"/>
                  </a:lnTo>
                  <a:lnTo>
                    <a:pt x="2791707" y="1285994"/>
                  </a:lnTo>
                  <a:lnTo>
                    <a:pt x="2783821" y="1285994"/>
                  </a:lnTo>
                  <a:lnTo>
                    <a:pt x="2775935" y="1285994"/>
                  </a:lnTo>
                  <a:lnTo>
                    <a:pt x="2768049" y="1285994"/>
                  </a:lnTo>
                  <a:lnTo>
                    <a:pt x="2760163" y="1285994"/>
                  </a:lnTo>
                  <a:lnTo>
                    <a:pt x="2752276" y="1285994"/>
                  </a:lnTo>
                  <a:lnTo>
                    <a:pt x="2744390" y="1285994"/>
                  </a:lnTo>
                  <a:lnTo>
                    <a:pt x="2736504" y="1285994"/>
                  </a:lnTo>
                  <a:lnTo>
                    <a:pt x="2728618" y="1285994"/>
                  </a:lnTo>
                  <a:lnTo>
                    <a:pt x="2720732" y="1285994"/>
                  </a:lnTo>
                  <a:lnTo>
                    <a:pt x="2712846" y="1285994"/>
                  </a:lnTo>
                  <a:lnTo>
                    <a:pt x="2704959" y="1285994"/>
                  </a:lnTo>
                  <a:lnTo>
                    <a:pt x="2697073" y="1285994"/>
                  </a:lnTo>
                  <a:lnTo>
                    <a:pt x="2689187" y="1285994"/>
                  </a:lnTo>
                  <a:lnTo>
                    <a:pt x="2681301" y="1285994"/>
                  </a:lnTo>
                  <a:lnTo>
                    <a:pt x="2673415" y="1285994"/>
                  </a:lnTo>
                  <a:lnTo>
                    <a:pt x="2665528" y="1285994"/>
                  </a:lnTo>
                  <a:lnTo>
                    <a:pt x="2657642" y="1285994"/>
                  </a:lnTo>
                  <a:lnTo>
                    <a:pt x="2649756" y="1285994"/>
                  </a:lnTo>
                  <a:lnTo>
                    <a:pt x="2641870" y="1285994"/>
                  </a:lnTo>
                  <a:lnTo>
                    <a:pt x="2633984" y="1285994"/>
                  </a:lnTo>
                  <a:lnTo>
                    <a:pt x="2626098" y="1285994"/>
                  </a:lnTo>
                  <a:lnTo>
                    <a:pt x="2618211" y="1285994"/>
                  </a:lnTo>
                  <a:lnTo>
                    <a:pt x="2610325" y="1285994"/>
                  </a:lnTo>
                  <a:lnTo>
                    <a:pt x="2602439" y="1285994"/>
                  </a:lnTo>
                  <a:lnTo>
                    <a:pt x="2594553" y="1285994"/>
                  </a:lnTo>
                  <a:lnTo>
                    <a:pt x="2586667" y="1285994"/>
                  </a:lnTo>
                  <a:lnTo>
                    <a:pt x="2578780" y="1285994"/>
                  </a:lnTo>
                  <a:lnTo>
                    <a:pt x="2570894" y="1285994"/>
                  </a:lnTo>
                  <a:lnTo>
                    <a:pt x="2563008" y="1285994"/>
                  </a:lnTo>
                  <a:lnTo>
                    <a:pt x="2555122" y="1285994"/>
                  </a:lnTo>
                  <a:lnTo>
                    <a:pt x="2547236" y="1285994"/>
                  </a:lnTo>
                  <a:lnTo>
                    <a:pt x="2539350" y="1285994"/>
                  </a:lnTo>
                  <a:lnTo>
                    <a:pt x="2531463" y="1285994"/>
                  </a:lnTo>
                  <a:lnTo>
                    <a:pt x="2523577" y="1285994"/>
                  </a:lnTo>
                  <a:lnTo>
                    <a:pt x="2515691" y="1285994"/>
                  </a:lnTo>
                  <a:lnTo>
                    <a:pt x="2507805" y="1285994"/>
                  </a:lnTo>
                  <a:lnTo>
                    <a:pt x="2499919" y="1285994"/>
                  </a:lnTo>
                  <a:lnTo>
                    <a:pt x="2492032" y="1285994"/>
                  </a:lnTo>
                  <a:lnTo>
                    <a:pt x="2484146" y="1285994"/>
                  </a:lnTo>
                  <a:lnTo>
                    <a:pt x="2476260" y="1285994"/>
                  </a:lnTo>
                  <a:lnTo>
                    <a:pt x="2468374" y="1285994"/>
                  </a:lnTo>
                  <a:lnTo>
                    <a:pt x="2460488" y="1285994"/>
                  </a:lnTo>
                  <a:lnTo>
                    <a:pt x="2452602" y="1285994"/>
                  </a:lnTo>
                  <a:lnTo>
                    <a:pt x="2444715" y="1285994"/>
                  </a:lnTo>
                  <a:lnTo>
                    <a:pt x="2436829" y="1285994"/>
                  </a:lnTo>
                  <a:lnTo>
                    <a:pt x="2428943" y="1285994"/>
                  </a:lnTo>
                  <a:lnTo>
                    <a:pt x="2421057" y="1285994"/>
                  </a:lnTo>
                  <a:lnTo>
                    <a:pt x="2413171" y="1285994"/>
                  </a:lnTo>
                  <a:lnTo>
                    <a:pt x="2405284" y="1285994"/>
                  </a:lnTo>
                  <a:lnTo>
                    <a:pt x="2397398" y="1285994"/>
                  </a:lnTo>
                  <a:lnTo>
                    <a:pt x="2389512" y="1285994"/>
                  </a:lnTo>
                  <a:lnTo>
                    <a:pt x="2381626" y="1285994"/>
                  </a:lnTo>
                  <a:lnTo>
                    <a:pt x="2373740" y="1285994"/>
                  </a:lnTo>
                  <a:lnTo>
                    <a:pt x="2365854" y="1285994"/>
                  </a:lnTo>
                  <a:lnTo>
                    <a:pt x="2357967" y="1285994"/>
                  </a:lnTo>
                  <a:lnTo>
                    <a:pt x="2350081" y="1285994"/>
                  </a:lnTo>
                  <a:lnTo>
                    <a:pt x="2342195" y="1285994"/>
                  </a:lnTo>
                  <a:lnTo>
                    <a:pt x="2334309" y="1285994"/>
                  </a:lnTo>
                  <a:lnTo>
                    <a:pt x="2326423" y="1285994"/>
                  </a:lnTo>
                  <a:lnTo>
                    <a:pt x="2318536" y="1285994"/>
                  </a:lnTo>
                  <a:lnTo>
                    <a:pt x="2310650" y="1285994"/>
                  </a:lnTo>
                  <a:lnTo>
                    <a:pt x="2302764" y="1285994"/>
                  </a:lnTo>
                  <a:lnTo>
                    <a:pt x="2294878" y="1285994"/>
                  </a:lnTo>
                  <a:lnTo>
                    <a:pt x="2286992" y="1285994"/>
                  </a:lnTo>
                  <a:lnTo>
                    <a:pt x="2279106" y="1285994"/>
                  </a:lnTo>
                  <a:lnTo>
                    <a:pt x="2271219" y="1285994"/>
                  </a:lnTo>
                  <a:lnTo>
                    <a:pt x="2263333" y="1285994"/>
                  </a:lnTo>
                  <a:lnTo>
                    <a:pt x="2255447" y="1285994"/>
                  </a:lnTo>
                  <a:lnTo>
                    <a:pt x="2247561" y="1285994"/>
                  </a:lnTo>
                  <a:lnTo>
                    <a:pt x="2239675" y="1285994"/>
                  </a:lnTo>
                  <a:lnTo>
                    <a:pt x="2231789" y="1285994"/>
                  </a:lnTo>
                  <a:lnTo>
                    <a:pt x="2223902" y="1285994"/>
                  </a:lnTo>
                  <a:lnTo>
                    <a:pt x="2216016" y="1285994"/>
                  </a:lnTo>
                  <a:lnTo>
                    <a:pt x="2208130" y="1285994"/>
                  </a:lnTo>
                  <a:lnTo>
                    <a:pt x="2200244" y="1285994"/>
                  </a:lnTo>
                  <a:lnTo>
                    <a:pt x="2192358" y="1285994"/>
                  </a:lnTo>
                  <a:lnTo>
                    <a:pt x="2184471" y="1285994"/>
                  </a:lnTo>
                  <a:lnTo>
                    <a:pt x="2176585" y="1285994"/>
                  </a:lnTo>
                  <a:lnTo>
                    <a:pt x="2168699" y="1285994"/>
                  </a:lnTo>
                  <a:lnTo>
                    <a:pt x="2160813" y="1285994"/>
                  </a:lnTo>
                  <a:lnTo>
                    <a:pt x="2152927" y="1285994"/>
                  </a:lnTo>
                  <a:lnTo>
                    <a:pt x="2145041" y="1285994"/>
                  </a:lnTo>
                  <a:lnTo>
                    <a:pt x="2137154" y="1285994"/>
                  </a:lnTo>
                  <a:lnTo>
                    <a:pt x="2129268" y="1285994"/>
                  </a:lnTo>
                  <a:lnTo>
                    <a:pt x="2121382" y="1285994"/>
                  </a:lnTo>
                  <a:lnTo>
                    <a:pt x="2113496" y="1285994"/>
                  </a:lnTo>
                  <a:lnTo>
                    <a:pt x="2105610" y="1285994"/>
                  </a:lnTo>
                  <a:lnTo>
                    <a:pt x="2097723" y="1285994"/>
                  </a:lnTo>
                  <a:lnTo>
                    <a:pt x="2089837" y="1285994"/>
                  </a:lnTo>
                  <a:lnTo>
                    <a:pt x="2081951" y="1285994"/>
                  </a:lnTo>
                  <a:lnTo>
                    <a:pt x="2074065" y="1285994"/>
                  </a:lnTo>
                  <a:lnTo>
                    <a:pt x="2066179" y="1285994"/>
                  </a:lnTo>
                  <a:lnTo>
                    <a:pt x="2058293" y="1285994"/>
                  </a:lnTo>
                  <a:lnTo>
                    <a:pt x="2050406" y="1285994"/>
                  </a:lnTo>
                  <a:lnTo>
                    <a:pt x="2042520" y="1285994"/>
                  </a:lnTo>
                  <a:lnTo>
                    <a:pt x="2034634" y="1285994"/>
                  </a:lnTo>
                  <a:lnTo>
                    <a:pt x="2026748" y="1285994"/>
                  </a:lnTo>
                  <a:lnTo>
                    <a:pt x="2018862" y="1285994"/>
                  </a:lnTo>
                  <a:lnTo>
                    <a:pt x="2010975" y="1285994"/>
                  </a:lnTo>
                  <a:lnTo>
                    <a:pt x="2003089" y="1285994"/>
                  </a:lnTo>
                  <a:lnTo>
                    <a:pt x="1995203" y="1285994"/>
                  </a:lnTo>
                  <a:lnTo>
                    <a:pt x="1987317" y="1285994"/>
                  </a:lnTo>
                  <a:lnTo>
                    <a:pt x="1979431" y="1285994"/>
                  </a:lnTo>
                  <a:lnTo>
                    <a:pt x="1971545" y="1285994"/>
                  </a:lnTo>
                  <a:lnTo>
                    <a:pt x="1963658" y="1285994"/>
                  </a:lnTo>
                  <a:lnTo>
                    <a:pt x="1955772" y="1285994"/>
                  </a:lnTo>
                  <a:lnTo>
                    <a:pt x="1947886" y="1285994"/>
                  </a:lnTo>
                  <a:lnTo>
                    <a:pt x="1940000" y="1285994"/>
                  </a:lnTo>
                  <a:lnTo>
                    <a:pt x="1932114" y="1285994"/>
                  </a:lnTo>
                  <a:lnTo>
                    <a:pt x="1924227" y="1285994"/>
                  </a:lnTo>
                  <a:lnTo>
                    <a:pt x="1916341" y="1285994"/>
                  </a:lnTo>
                  <a:lnTo>
                    <a:pt x="1908455" y="1285994"/>
                  </a:lnTo>
                  <a:lnTo>
                    <a:pt x="1900569" y="1285994"/>
                  </a:lnTo>
                  <a:lnTo>
                    <a:pt x="1892683" y="1285994"/>
                  </a:lnTo>
                  <a:lnTo>
                    <a:pt x="1884797" y="1285994"/>
                  </a:lnTo>
                  <a:lnTo>
                    <a:pt x="1876910" y="1285994"/>
                  </a:lnTo>
                  <a:lnTo>
                    <a:pt x="1869024" y="1285994"/>
                  </a:lnTo>
                  <a:lnTo>
                    <a:pt x="1861138" y="1285994"/>
                  </a:lnTo>
                  <a:lnTo>
                    <a:pt x="1853252" y="1285994"/>
                  </a:lnTo>
                  <a:lnTo>
                    <a:pt x="1845366" y="1285994"/>
                  </a:lnTo>
                  <a:lnTo>
                    <a:pt x="1837479" y="1285994"/>
                  </a:lnTo>
                  <a:lnTo>
                    <a:pt x="1829593" y="1285994"/>
                  </a:lnTo>
                  <a:lnTo>
                    <a:pt x="1821707" y="1285994"/>
                  </a:lnTo>
                  <a:lnTo>
                    <a:pt x="1813821" y="1285994"/>
                  </a:lnTo>
                  <a:lnTo>
                    <a:pt x="1805935" y="1285994"/>
                  </a:lnTo>
                  <a:lnTo>
                    <a:pt x="1798049" y="1285994"/>
                  </a:lnTo>
                  <a:lnTo>
                    <a:pt x="1790162" y="1285994"/>
                  </a:lnTo>
                  <a:lnTo>
                    <a:pt x="1782276" y="1285994"/>
                  </a:lnTo>
                  <a:lnTo>
                    <a:pt x="1774390" y="1285994"/>
                  </a:lnTo>
                  <a:lnTo>
                    <a:pt x="1766504" y="1285994"/>
                  </a:lnTo>
                  <a:lnTo>
                    <a:pt x="1758618" y="1285994"/>
                  </a:lnTo>
                  <a:lnTo>
                    <a:pt x="1750732" y="1285994"/>
                  </a:lnTo>
                  <a:lnTo>
                    <a:pt x="1742845" y="1285994"/>
                  </a:lnTo>
                  <a:lnTo>
                    <a:pt x="1734959" y="1285994"/>
                  </a:lnTo>
                  <a:lnTo>
                    <a:pt x="1727073" y="1285994"/>
                  </a:lnTo>
                  <a:lnTo>
                    <a:pt x="1719187" y="1285994"/>
                  </a:lnTo>
                  <a:lnTo>
                    <a:pt x="1711301" y="1285994"/>
                  </a:lnTo>
                  <a:lnTo>
                    <a:pt x="1703414" y="1285994"/>
                  </a:lnTo>
                  <a:lnTo>
                    <a:pt x="1695528" y="1285994"/>
                  </a:lnTo>
                  <a:lnTo>
                    <a:pt x="1687642" y="1285994"/>
                  </a:lnTo>
                  <a:lnTo>
                    <a:pt x="1679756" y="1285994"/>
                  </a:lnTo>
                  <a:lnTo>
                    <a:pt x="1671870" y="1285994"/>
                  </a:lnTo>
                  <a:lnTo>
                    <a:pt x="1663984" y="1285994"/>
                  </a:lnTo>
                  <a:lnTo>
                    <a:pt x="1656097" y="1285994"/>
                  </a:lnTo>
                  <a:lnTo>
                    <a:pt x="1648211" y="1285994"/>
                  </a:lnTo>
                  <a:lnTo>
                    <a:pt x="1640325" y="1285994"/>
                  </a:lnTo>
                  <a:lnTo>
                    <a:pt x="1632439" y="1285994"/>
                  </a:lnTo>
                  <a:lnTo>
                    <a:pt x="1624553" y="1285994"/>
                  </a:lnTo>
                  <a:lnTo>
                    <a:pt x="1616666" y="1285994"/>
                  </a:lnTo>
                  <a:lnTo>
                    <a:pt x="1608780" y="1285994"/>
                  </a:lnTo>
                  <a:lnTo>
                    <a:pt x="1600894" y="1285994"/>
                  </a:lnTo>
                  <a:lnTo>
                    <a:pt x="1593008" y="1285994"/>
                  </a:lnTo>
                  <a:lnTo>
                    <a:pt x="1585122" y="1285994"/>
                  </a:lnTo>
                  <a:lnTo>
                    <a:pt x="1577236" y="1285994"/>
                  </a:lnTo>
                  <a:lnTo>
                    <a:pt x="1569349" y="1285994"/>
                  </a:lnTo>
                  <a:lnTo>
                    <a:pt x="1561463" y="1285994"/>
                  </a:lnTo>
                  <a:lnTo>
                    <a:pt x="1553577" y="1285994"/>
                  </a:lnTo>
                  <a:lnTo>
                    <a:pt x="1545691" y="1285994"/>
                  </a:lnTo>
                  <a:lnTo>
                    <a:pt x="1537805" y="1285994"/>
                  </a:lnTo>
                  <a:lnTo>
                    <a:pt x="1529918" y="1285994"/>
                  </a:lnTo>
                  <a:lnTo>
                    <a:pt x="1522032" y="1285994"/>
                  </a:lnTo>
                  <a:lnTo>
                    <a:pt x="1514146" y="1285994"/>
                  </a:lnTo>
                  <a:lnTo>
                    <a:pt x="1506260" y="1285994"/>
                  </a:lnTo>
                  <a:lnTo>
                    <a:pt x="1498374" y="1285994"/>
                  </a:lnTo>
                  <a:lnTo>
                    <a:pt x="1490488" y="1285994"/>
                  </a:lnTo>
                  <a:lnTo>
                    <a:pt x="1482601" y="1285994"/>
                  </a:lnTo>
                  <a:lnTo>
                    <a:pt x="1474715" y="1285994"/>
                  </a:lnTo>
                  <a:lnTo>
                    <a:pt x="1466829" y="1285994"/>
                  </a:lnTo>
                  <a:lnTo>
                    <a:pt x="1458943" y="1285994"/>
                  </a:lnTo>
                  <a:lnTo>
                    <a:pt x="1451057" y="1285994"/>
                  </a:lnTo>
                  <a:lnTo>
                    <a:pt x="1443170" y="1285994"/>
                  </a:lnTo>
                  <a:lnTo>
                    <a:pt x="1435284" y="1285994"/>
                  </a:lnTo>
                  <a:lnTo>
                    <a:pt x="1427398" y="1285994"/>
                  </a:lnTo>
                  <a:lnTo>
                    <a:pt x="1419512" y="1285994"/>
                  </a:lnTo>
                  <a:lnTo>
                    <a:pt x="1411626" y="1285994"/>
                  </a:lnTo>
                  <a:lnTo>
                    <a:pt x="1403740" y="1285994"/>
                  </a:lnTo>
                  <a:lnTo>
                    <a:pt x="1395853" y="1285994"/>
                  </a:lnTo>
                  <a:lnTo>
                    <a:pt x="1387967" y="1285994"/>
                  </a:lnTo>
                  <a:lnTo>
                    <a:pt x="1380081" y="1285994"/>
                  </a:lnTo>
                  <a:lnTo>
                    <a:pt x="1372195" y="1285994"/>
                  </a:lnTo>
                  <a:lnTo>
                    <a:pt x="1364309" y="1285994"/>
                  </a:lnTo>
                  <a:lnTo>
                    <a:pt x="1356423" y="1285994"/>
                  </a:lnTo>
                  <a:lnTo>
                    <a:pt x="1348536" y="1285994"/>
                  </a:lnTo>
                  <a:lnTo>
                    <a:pt x="1340650" y="1285994"/>
                  </a:lnTo>
                  <a:lnTo>
                    <a:pt x="1332764" y="1285994"/>
                  </a:lnTo>
                  <a:lnTo>
                    <a:pt x="1324878" y="1285994"/>
                  </a:lnTo>
                  <a:lnTo>
                    <a:pt x="1316992" y="1285994"/>
                  </a:lnTo>
                  <a:lnTo>
                    <a:pt x="1309105" y="1285994"/>
                  </a:lnTo>
                  <a:lnTo>
                    <a:pt x="1301219" y="1285994"/>
                  </a:lnTo>
                  <a:lnTo>
                    <a:pt x="1293333" y="1285994"/>
                  </a:lnTo>
                  <a:lnTo>
                    <a:pt x="1285447" y="1285994"/>
                  </a:lnTo>
                  <a:lnTo>
                    <a:pt x="1277561" y="1285994"/>
                  </a:lnTo>
                  <a:lnTo>
                    <a:pt x="1269675" y="1285994"/>
                  </a:lnTo>
                  <a:lnTo>
                    <a:pt x="1261788" y="1285994"/>
                  </a:lnTo>
                  <a:lnTo>
                    <a:pt x="1253902" y="1285994"/>
                  </a:lnTo>
                  <a:lnTo>
                    <a:pt x="1246016" y="1285994"/>
                  </a:lnTo>
                  <a:lnTo>
                    <a:pt x="1238130" y="1285994"/>
                  </a:lnTo>
                  <a:lnTo>
                    <a:pt x="1230244" y="1285994"/>
                  </a:lnTo>
                  <a:lnTo>
                    <a:pt x="1222357" y="1285994"/>
                  </a:lnTo>
                  <a:lnTo>
                    <a:pt x="1214471" y="1285994"/>
                  </a:lnTo>
                  <a:lnTo>
                    <a:pt x="1206585" y="1285994"/>
                  </a:lnTo>
                  <a:lnTo>
                    <a:pt x="1198699" y="1285994"/>
                  </a:lnTo>
                  <a:lnTo>
                    <a:pt x="1190813" y="1285994"/>
                  </a:lnTo>
                  <a:lnTo>
                    <a:pt x="1182927" y="1285994"/>
                  </a:lnTo>
                  <a:lnTo>
                    <a:pt x="1175040" y="1285994"/>
                  </a:lnTo>
                  <a:lnTo>
                    <a:pt x="1167154" y="1285994"/>
                  </a:lnTo>
                  <a:lnTo>
                    <a:pt x="1159268" y="1285994"/>
                  </a:lnTo>
                  <a:lnTo>
                    <a:pt x="1151382" y="1285994"/>
                  </a:lnTo>
                  <a:lnTo>
                    <a:pt x="1143496" y="1285994"/>
                  </a:lnTo>
                  <a:lnTo>
                    <a:pt x="1135609" y="1285994"/>
                  </a:lnTo>
                  <a:lnTo>
                    <a:pt x="1127723" y="1285994"/>
                  </a:lnTo>
                  <a:lnTo>
                    <a:pt x="1119837" y="1285994"/>
                  </a:lnTo>
                  <a:lnTo>
                    <a:pt x="1111951" y="1285994"/>
                  </a:lnTo>
                  <a:lnTo>
                    <a:pt x="1104065" y="1285994"/>
                  </a:lnTo>
                  <a:lnTo>
                    <a:pt x="1096179" y="1285994"/>
                  </a:lnTo>
                  <a:lnTo>
                    <a:pt x="1088292" y="1285994"/>
                  </a:lnTo>
                  <a:lnTo>
                    <a:pt x="1080406" y="1285994"/>
                  </a:lnTo>
                  <a:lnTo>
                    <a:pt x="1072520" y="1285994"/>
                  </a:lnTo>
                  <a:lnTo>
                    <a:pt x="1064634" y="1285994"/>
                  </a:lnTo>
                  <a:lnTo>
                    <a:pt x="1056748" y="1285994"/>
                  </a:lnTo>
                  <a:lnTo>
                    <a:pt x="1048861" y="1285994"/>
                  </a:lnTo>
                  <a:lnTo>
                    <a:pt x="1040975" y="1285994"/>
                  </a:lnTo>
                  <a:lnTo>
                    <a:pt x="1033089" y="1285994"/>
                  </a:lnTo>
                  <a:lnTo>
                    <a:pt x="1025203" y="1285994"/>
                  </a:lnTo>
                  <a:lnTo>
                    <a:pt x="1017317" y="1285994"/>
                  </a:lnTo>
                  <a:lnTo>
                    <a:pt x="1009431" y="1285994"/>
                  </a:lnTo>
                  <a:lnTo>
                    <a:pt x="1001544" y="1285994"/>
                  </a:lnTo>
                  <a:lnTo>
                    <a:pt x="993658" y="1285994"/>
                  </a:lnTo>
                  <a:lnTo>
                    <a:pt x="985772" y="1285994"/>
                  </a:lnTo>
                  <a:lnTo>
                    <a:pt x="977886" y="1285994"/>
                  </a:lnTo>
                  <a:lnTo>
                    <a:pt x="970000" y="1285994"/>
                  </a:lnTo>
                  <a:lnTo>
                    <a:pt x="962113" y="1285994"/>
                  </a:lnTo>
                  <a:lnTo>
                    <a:pt x="954227" y="1285994"/>
                  </a:lnTo>
                  <a:lnTo>
                    <a:pt x="946341" y="1285994"/>
                  </a:lnTo>
                  <a:lnTo>
                    <a:pt x="938455" y="1285994"/>
                  </a:lnTo>
                  <a:lnTo>
                    <a:pt x="930569" y="1285994"/>
                  </a:lnTo>
                  <a:lnTo>
                    <a:pt x="922683" y="1285994"/>
                  </a:lnTo>
                  <a:lnTo>
                    <a:pt x="914796" y="1285994"/>
                  </a:lnTo>
                  <a:lnTo>
                    <a:pt x="906910" y="1285994"/>
                  </a:lnTo>
                  <a:lnTo>
                    <a:pt x="899024" y="1285994"/>
                  </a:lnTo>
                  <a:lnTo>
                    <a:pt x="891138" y="1285994"/>
                  </a:lnTo>
                  <a:lnTo>
                    <a:pt x="883252" y="1285994"/>
                  </a:lnTo>
                  <a:lnTo>
                    <a:pt x="875366" y="1285994"/>
                  </a:lnTo>
                  <a:lnTo>
                    <a:pt x="867479" y="1285994"/>
                  </a:lnTo>
                  <a:lnTo>
                    <a:pt x="859593" y="1285994"/>
                  </a:lnTo>
                  <a:lnTo>
                    <a:pt x="851707" y="1285994"/>
                  </a:lnTo>
                  <a:lnTo>
                    <a:pt x="843821" y="1285994"/>
                  </a:lnTo>
                  <a:lnTo>
                    <a:pt x="835935" y="1285994"/>
                  </a:lnTo>
                  <a:lnTo>
                    <a:pt x="828048" y="1285994"/>
                  </a:lnTo>
                  <a:lnTo>
                    <a:pt x="820162" y="1285994"/>
                  </a:lnTo>
                  <a:lnTo>
                    <a:pt x="812276" y="1285994"/>
                  </a:lnTo>
                  <a:lnTo>
                    <a:pt x="804390" y="1285994"/>
                  </a:lnTo>
                  <a:lnTo>
                    <a:pt x="796504" y="1285994"/>
                  </a:lnTo>
                  <a:lnTo>
                    <a:pt x="788618" y="1285994"/>
                  </a:lnTo>
                  <a:lnTo>
                    <a:pt x="780731" y="1285994"/>
                  </a:lnTo>
                  <a:lnTo>
                    <a:pt x="772845" y="1285994"/>
                  </a:lnTo>
                  <a:lnTo>
                    <a:pt x="764959" y="1285994"/>
                  </a:lnTo>
                  <a:lnTo>
                    <a:pt x="757073" y="1285994"/>
                  </a:lnTo>
                  <a:lnTo>
                    <a:pt x="749187" y="1285994"/>
                  </a:lnTo>
                  <a:lnTo>
                    <a:pt x="741300" y="1285994"/>
                  </a:lnTo>
                  <a:lnTo>
                    <a:pt x="733414" y="1285994"/>
                  </a:lnTo>
                  <a:lnTo>
                    <a:pt x="725528" y="1285994"/>
                  </a:lnTo>
                  <a:lnTo>
                    <a:pt x="717642" y="1285994"/>
                  </a:lnTo>
                  <a:lnTo>
                    <a:pt x="709756" y="1285994"/>
                  </a:lnTo>
                  <a:lnTo>
                    <a:pt x="701870" y="1285994"/>
                  </a:lnTo>
                  <a:lnTo>
                    <a:pt x="693983" y="1285994"/>
                  </a:lnTo>
                  <a:lnTo>
                    <a:pt x="686097" y="1285994"/>
                  </a:lnTo>
                  <a:lnTo>
                    <a:pt x="678211" y="1285994"/>
                  </a:lnTo>
                  <a:lnTo>
                    <a:pt x="670325" y="1285994"/>
                  </a:lnTo>
                  <a:lnTo>
                    <a:pt x="662439" y="1285994"/>
                  </a:lnTo>
                  <a:lnTo>
                    <a:pt x="654552" y="1285994"/>
                  </a:lnTo>
                  <a:lnTo>
                    <a:pt x="646666" y="1285994"/>
                  </a:lnTo>
                  <a:lnTo>
                    <a:pt x="638780" y="1285994"/>
                  </a:lnTo>
                  <a:lnTo>
                    <a:pt x="630894" y="1285994"/>
                  </a:lnTo>
                  <a:lnTo>
                    <a:pt x="623008" y="1285994"/>
                  </a:lnTo>
                  <a:lnTo>
                    <a:pt x="615122" y="1285994"/>
                  </a:lnTo>
                  <a:lnTo>
                    <a:pt x="607235" y="1285994"/>
                  </a:lnTo>
                  <a:lnTo>
                    <a:pt x="599349" y="1285994"/>
                  </a:lnTo>
                  <a:lnTo>
                    <a:pt x="591463" y="1285994"/>
                  </a:lnTo>
                  <a:lnTo>
                    <a:pt x="583577" y="1285994"/>
                  </a:lnTo>
                  <a:lnTo>
                    <a:pt x="575691" y="1285994"/>
                  </a:lnTo>
                  <a:lnTo>
                    <a:pt x="567804" y="1285994"/>
                  </a:lnTo>
                  <a:lnTo>
                    <a:pt x="559918" y="1285994"/>
                  </a:lnTo>
                  <a:lnTo>
                    <a:pt x="552032" y="1285994"/>
                  </a:lnTo>
                  <a:lnTo>
                    <a:pt x="544146" y="1285994"/>
                  </a:lnTo>
                  <a:lnTo>
                    <a:pt x="536260" y="1285994"/>
                  </a:lnTo>
                  <a:lnTo>
                    <a:pt x="528374" y="1285994"/>
                  </a:lnTo>
                  <a:lnTo>
                    <a:pt x="520487" y="1285994"/>
                  </a:lnTo>
                  <a:lnTo>
                    <a:pt x="512601" y="1285994"/>
                  </a:lnTo>
                  <a:lnTo>
                    <a:pt x="504715" y="1285994"/>
                  </a:lnTo>
                  <a:lnTo>
                    <a:pt x="496829" y="1285994"/>
                  </a:lnTo>
                  <a:lnTo>
                    <a:pt x="488943" y="1285994"/>
                  </a:lnTo>
                  <a:lnTo>
                    <a:pt x="481056" y="1285994"/>
                  </a:lnTo>
                  <a:lnTo>
                    <a:pt x="473170" y="1285994"/>
                  </a:lnTo>
                  <a:lnTo>
                    <a:pt x="465284" y="1285994"/>
                  </a:lnTo>
                  <a:lnTo>
                    <a:pt x="457398" y="1285994"/>
                  </a:lnTo>
                  <a:lnTo>
                    <a:pt x="449512" y="1285994"/>
                  </a:lnTo>
                  <a:lnTo>
                    <a:pt x="441626" y="1285994"/>
                  </a:lnTo>
                  <a:lnTo>
                    <a:pt x="433739" y="1285994"/>
                  </a:lnTo>
                  <a:lnTo>
                    <a:pt x="425853" y="1285994"/>
                  </a:lnTo>
                  <a:lnTo>
                    <a:pt x="417967" y="1285994"/>
                  </a:lnTo>
                  <a:lnTo>
                    <a:pt x="410081" y="1285994"/>
                  </a:lnTo>
                  <a:lnTo>
                    <a:pt x="402195" y="1285994"/>
                  </a:lnTo>
                  <a:lnTo>
                    <a:pt x="394309" y="1285994"/>
                  </a:lnTo>
                  <a:lnTo>
                    <a:pt x="386422" y="1285994"/>
                  </a:lnTo>
                  <a:lnTo>
                    <a:pt x="378536" y="1285994"/>
                  </a:lnTo>
                  <a:lnTo>
                    <a:pt x="370650" y="1285994"/>
                  </a:lnTo>
                  <a:lnTo>
                    <a:pt x="362764" y="1285994"/>
                  </a:lnTo>
                  <a:lnTo>
                    <a:pt x="354878" y="1285994"/>
                  </a:lnTo>
                  <a:lnTo>
                    <a:pt x="346991" y="1285994"/>
                  </a:lnTo>
                  <a:lnTo>
                    <a:pt x="339105" y="1285994"/>
                  </a:lnTo>
                  <a:lnTo>
                    <a:pt x="331219" y="1285994"/>
                  </a:lnTo>
                  <a:lnTo>
                    <a:pt x="323333" y="1285994"/>
                  </a:lnTo>
                  <a:lnTo>
                    <a:pt x="315447" y="1285994"/>
                  </a:lnTo>
                  <a:lnTo>
                    <a:pt x="307561" y="1285994"/>
                  </a:lnTo>
                  <a:lnTo>
                    <a:pt x="299674" y="1285994"/>
                  </a:lnTo>
                  <a:lnTo>
                    <a:pt x="291788" y="1285994"/>
                  </a:lnTo>
                  <a:lnTo>
                    <a:pt x="283902" y="1285994"/>
                  </a:lnTo>
                  <a:lnTo>
                    <a:pt x="276016" y="1285994"/>
                  </a:lnTo>
                  <a:lnTo>
                    <a:pt x="268130" y="1285994"/>
                  </a:lnTo>
                  <a:lnTo>
                    <a:pt x="260243" y="1285994"/>
                  </a:lnTo>
                  <a:lnTo>
                    <a:pt x="252357" y="1285994"/>
                  </a:lnTo>
                  <a:lnTo>
                    <a:pt x="244471" y="1285994"/>
                  </a:lnTo>
                  <a:lnTo>
                    <a:pt x="236585" y="1285994"/>
                  </a:lnTo>
                  <a:lnTo>
                    <a:pt x="228699" y="1285994"/>
                  </a:lnTo>
                  <a:lnTo>
                    <a:pt x="220813" y="1285994"/>
                  </a:lnTo>
                  <a:lnTo>
                    <a:pt x="212926" y="1285994"/>
                  </a:lnTo>
                  <a:lnTo>
                    <a:pt x="205040" y="1285994"/>
                  </a:lnTo>
                  <a:lnTo>
                    <a:pt x="197154" y="1285994"/>
                  </a:lnTo>
                  <a:lnTo>
                    <a:pt x="189268" y="1285994"/>
                  </a:lnTo>
                  <a:lnTo>
                    <a:pt x="181382" y="1285994"/>
                  </a:lnTo>
                  <a:lnTo>
                    <a:pt x="173495" y="1285994"/>
                  </a:lnTo>
                  <a:lnTo>
                    <a:pt x="165609" y="1285994"/>
                  </a:lnTo>
                  <a:lnTo>
                    <a:pt x="157723" y="1285994"/>
                  </a:lnTo>
                  <a:lnTo>
                    <a:pt x="149837" y="1285994"/>
                  </a:lnTo>
                  <a:lnTo>
                    <a:pt x="141951" y="1285994"/>
                  </a:lnTo>
                  <a:lnTo>
                    <a:pt x="134065" y="1285994"/>
                  </a:lnTo>
                  <a:lnTo>
                    <a:pt x="126178" y="1285994"/>
                  </a:lnTo>
                  <a:lnTo>
                    <a:pt x="118292" y="1285994"/>
                  </a:lnTo>
                  <a:lnTo>
                    <a:pt x="110406" y="1285994"/>
                  </a:lnTo>
                  <a:lnTo>
                    <a:pt x="102520" y="1285994"/>
                  </a:lnTo>
                  <a:lnTo>
                    <a:pt x="94634" y="1285994"/>
                  </a:lnTo>
                  <a:lnTo>
                    <a:pt x="86747" y="1285994"/>
                  </a:lnTo>
                  <a:lnTo>
                    <a:pt x="78861" y="1285994"/>
                  </a:lnTo>
                  <a:lnTo>
                    <a:pt x="70975" y="1285994"/>
                  </a:lnTo>
                  <a:lnTo>
                    <a:pt x="63089" y="1285994"/>
                  </a:lnTo>
                  <a:lnTo>
                    <a:pt x="55203" y="1285994"/>
                  </a:lnTo>
                  <a:lnTo>
                    <a:pt x="47317" y="1285994"/>
                  </a:lnTo>
                  <a:lnTo>
                    <a:pt x="39430" y="1285994"/>
                  </a:lnTo>
                  <a:lnTo>
                    <a:pt x="31544" y="1285994"/>
                  </a:lnTo>
                  <a:lnTo>
                    <a:pt x="23658" y="1285994"/>
                  </a:lnTo>
                  <a:lnTo>
                    <a:pt x="15772" y="1285994"/>
                  </a:lnTo>
                  <a:lnTo>
                    <a:pt x="7886" y="1285994"/>
                  </a:lnTo>
                  <a:close/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53" name="pl453"/>
            <p:cNvSpPr/>
            <p:nvPr/>
          </p:nvSpPr>
          <p:spPr>
            <a:xfrm>
              <a:off x="7814880" y="3508738"/>
              <a:ext cx="4029838" cy="1285994"/>
            </a:xfrm>
            <a:custGeom>
              <a:avLst/>
              <a:gdLst/>
              <a:ahLst/>
              <a:cxnLst/>
              <a:rect l="0" t="0" r="0" b="0"/>
              <a:pathLst>
                <a:path w="4029838" h="1285994">
                  <a:moveTo>
                    <a:pt x="0" y="1285994"/>
                  </a:moveTo>
                  <a:lnTo>
                    <a:pt x="7886" y="1285994"/>
                  </a:lnTo>
                  <a:lnTo>
                    <a:pt x="15772" y="1285994"/>
                  </a:lnTo>
                  <a:lnTo>
                    <a:pt x="23658" y="1285994"/>
                  </a:lnTo>
                  <a:lnTo>
                    <a:pt x="31544" y="1285994"/>
                  </a:lnTo>
                  <a:lnTo>
                    <a:pt x="39430" y="1285994"/>
                  </a:lnTo>
                  <a:lnTo>
                    <a:pt x="47317" y="1285994"/>
                  </a:lnTo>
                  <a:lnTo>
                    <a:pt x="55203" y="1285994"/>
                  </a:lnTo>
                  <a:lnTo>
                    <a:pt x="63089" y="1285994"/>
                  </a:lnTo>
                  <a:lnTo>
                    <a:pt x="70975" y="1285994"/>
                  </a:lnTo>
                  <a:lnTo>
                    <a:pt x="78861" y="1285994"/>
                  </a:lnTo>
                  <a:lnTo>
                    <a:pt x="86747" y="1285994"/>
                  </a:lnTo>
                  <a:lnTo>
                    <a:pt x="94634" y="1285994"/>
                  </a:lnTo>
                  <a:lnTo>
                    <a:pt x="102520" y="1285994"/>
                  </a:lnTo>
                  <a:lnTo>
                    <a:pt x="110406" y="1285994"/>
                  </a:lnTo>
                  <a:lnTo>
                    <a:pt x="118292" y="1285994"/>
                  </a:lnTo>
                  <a:lnTo>
                    <a:pt x="126178" y="1285994"/>
                  </a:lnTo>
                  <a:lnTo>
                    <a:pt x="134065" y="1285994"/>
                  </a:lnTo>
                  <a:lnTo>
                    <a:pt x="141951" y="1285994"/>
                  </a:lnTo>
                  <a:lnTo>
                    <a:pt x="149837" y="1285994"/>
                  </a:lnTo>
                  <a:lnTo>
                    <a:pt x="157723" y="1285994"/>
                  </a:lnTo>
                  <a:lnTo>
                    <a:pt x="165609" y="1285994"/>
                  </a:lnTo>
                  <a:lnTo>
                    <a:pt x="173495" y="1285994"/>
                  </a:lnTo>
                  <a:lnTo>
                    <a:pt x="181382" y="1285994"/>
                  </a:lnTo>
                  <a:lnTo>
                    <a:pt x="189268" y="1285994"/>
                  </a:lnTo>
                  <a:lnTo>
                    <a:pt x="197154" y="1285994"/>
                  </a:lnTo>
                  <a:lnTo>
                    <a:pt x="205040" y="1285994"/>
                  </a:lnTo>
                  <a:lnTo>
                    <a:pt x="212926" y="1285994"/>
                  </a:lnTo>
                  <a:lnTo>
                    <a:pt x="220813" y="1285994"/>
                  </a:lnTo>
                  <a:lnTo>
                    <a:pt x="228699" y="1285994"/>
                  </a:lnTo>
                  <a:lnTo>
                    <a:pt x="236585" y="1285994"/>
                  </a:lnTo>
                  <a:lnTo>
                    <a:pt x="244471" y="1285994"/>
                  </a:lnTo>
                  <a:lnTo>
                    <a:pt x="252357" y="1285994"/>
                  </a:lnTo>
                  <a:lnTo>
                    <a:pt x="260243" y="1285994"/>
                  </a:lnTo>
                  <a:lnTo>
                    <a:pt x="268130" y="1285994"/>
                  </a:lnTo>
                  <a:lnTo>
                    <a:pt x="276016" y="1285994"/>
                  </a:lnTo>
                  <a:lnTo>
                    <a:pt x="283902" y="1285994"/>
                  </a:lnTo>
                  <a:lnTo>
                    <a:pt x="291788" y="1285994"/>
                  </a:lnTo>
                  <a:lnTo>
                    <a:pt x="299674" y="1285994"/>
                  </a:lnTo>
                  <a:lnTo>
                    <a:pt x="307561" y="1285994"/>
                  </a:lnTo>
                  <a:lnTo>
                    <a:pt x="315447" y="1285994"/>
                  </a:lnTo>
                  <a:lnTo>
                    <a:pt x="323333" y="1285994"/>
                  </a:lnTo>
                  <a:lnTo>
                    <a:pt x="331219" y="1285994"/>
                  </a:lnTo>
                  <a:lnTo>
                    <a:pt x="339105" y="1285994"/>
                  </a:lnTo>
                  <a:lnTo>
                    <a:pt x="346991" y="1285994"/>
                  </a:lnTo>
                  <a:lnTo>
                    <a:pt x="354878" y="1285994"/>
                  </a:lnTo>
                  <a:lnTo>
                    <a:pt x="362764" y="1285994"/>
                  </a:lnTo>
                  <a:lnTo>
                    <a:pt x="370650" y="1285994"/>
                  </a:lnTo>
                  <a:lnTo>
                    <a:pt x="378536" y="1285994"/>
                  </a:lnTo>
                  <a:lnTo>
                    <a:pt x="386422" y="1285994"/>
                  </a:lnTo>
                  <a:lnTo>
                    <a:pt x="394309" y="1285994"/>
                  </a:lnTo>
                  <a:lnTo>
                    <a:pt x="402195" y="1285994"/>
                  </a:lnTo>
                  <a:lnTo>
                    <a:pt x="410081" y="1285994"/>
                  </a:lnTo>
                  <a:lnTo>
                    <a:pt x="417967" y="1285994"/>
                  </a:lnTo>
                  <a:lnTo>
                    <a:pt x="425853" y="1285994"/>
                  </a:lnTo>
                  <a:lnTo>
                    <a:pt x="433739" y="1285994"/>
                  </a:lnTo>
                  <a:lnTo>
                    <a:pt x="441626" y="1285994"/>
                  </a:lnTo>
                  <a:lnTo>
                    <a:pt x="449512" y="1285994"/>
                  </a:lnTo>
                  <a:lnTo>
                    <a:pt x="457398" y="1285994"/>
                  </a:lnTo>
                  <a:lnTo>
                    <a:pt x="465284" y="1285994"/>
                  </a:lnTo>
                  <a:lnTo>
                    <a:pt x="473170" y="1285994"/>
                  </a:lnTo>
                  <a:lnTo>
                    <a:pt x="481056" y="1285994"/>
                  </a:lnTo>
                  <a:lnTo>
                    <a:pt x="488943" y="1285994"/>
                  </a:lnTo>
                  <a:lnTo>
                    <a:pt x="496829" y="1285994"/>
                  </a:lnTo>
                  <a:lnTo>
                    <a:pt x="504715" y="1285994"/>
                  </a:lnTo>
                  <a:lnTo>
                    <a:pt x="512601" y="1285994"/>
                  </a:lnTo>
                  <a:lnTo>
                    <a:pt x="520487" y="1285994"/>
                  </a:lnTo>
                  <a:lnTo>
                    <a:pt x="528374" y="1285994"/>
                  </a:lnTo>
                  <a:lnTo>
                    <a:pt x="536260" y="1285994"/>
                  </a:lnTo>
                  <a:lnTo>
                    <a:pt x="544146" y="1285994"/>
                  </a:lnTo>
                  <a:lnTo>
                    <a:pt x="552032" y="1285994"/>
                  </a:lnTo>
                  <a:lnTo>
                    <a:pt x="559918" y="1285994"/>
                  </a:lnTo>
                  <a:lnTo>
                    <a:pt x="567804" y="1285994"/>
                  </a:lnTo>
                  <a:lnTo>
                    <a:pt x="575691" y="1285994"/>
                  </a:lnTo>
                  <a:lnTo>
                    <a:pt x="583577" y="1285994"/>
                  </a:lnTo>
                  <a:lnTo>
                    <a:pt x="591463" y="1285994"/>
                  </a:lnTo>
                  <a:lnTo>
                    <a:pt x="599349" y="1285994"/>
                  </a:lnTo>
                  <a:lnTo>
                    <a:pt x="607235" y="1285994"/>
                  </a:lnTo>
                  <a:lnTo>
                    <a:pt x="615122" y="1285994"/>
                  </a:lnTo>
                  <a:lnTo>
                    <a:pt x="623008" y="1285994"/>
                  </a:lnTo>
                  <a:lnTo>
                    <a:pt x="630894" y="1285994"/>
                  </a:lnTo>
                  <a:lnTo>
                    <a:pt x="638780" y="1285994"/>
                  </a:lnTo>
                  <a:lnTo>
                    <a:pt x="646666" y="1285994"/>
                  </a:lnTo>
                  <a:lnTo>
                    <a:pt x="654552" y="1285994"/>
                  </a:lnTo>
                  <a:lnTo>
                    <a:pt x="662439" y="1285994"/>
                  </a:lnTo>
                  <a:lnTo>
                    <a:pt x="670325" y="1285994"/>
                  </a:lnTo>
                  <a:lnTo>
                    <a:pt x="678211" y="1285994"/>
                  </a:lnTo>
                  <a:lnTo>
                    <a:pt x="686097" y="1285994"/>
                  </a:lnTo>
                  <a:lnTo>
                    <a:pt x="693983" y="1285994"/>
                  </a:lnTo>
                  <a:lnTo>
                    <a:pt x="701870" y="1285994"/>
                  </a:lnTo>
                  <a:lnTo>
                    <a:pt x="709756" y="1285994"/>
                  </a:lnTo>
                  <a:lnTo>
                    <a:pt x="717642" y="1285994"/>
                  </a:lnTo>
                  <a:lnTo>
                    <a:pt x="725528" y="1285994"/>
                  </a:lnTo>
                  <a:lnTo>
                    <a:pt x="733414" y="1285994"/>
                  </a:lnTo>
                  <a:lnTo>
                    <a:pt x="741300" y="1285994"/>
                  </a:lnTo>
                  <a:lnTo>
                    <a:pt x="749187" y="1285994"/>
                  </a:lnTo>
                  <a:lnTo>
                    <a:pt x="757073" y="1285994"/>
                  </a:lnTo>
                  <a:lnTo>
                    <a:pt x="764959" y="1285994"/>
                  </a:lnTo>
                  <a:lnTo>
                    <a:pt x="772845" y="1285994"/>
                  </a:lnTo>
                  <a:lnTo>
                    <a:pt x="780731" y="1285994"/>
                  </a:lnTo>
                  <a:lnTo>
                    <a:pt x="788618" y="1285994"/>
                  </a:lnTo>
                  <a:lnTo>
                    <a:pt x="796504" y="1285994"/>
                  </a:lnTo>
                  <a:lnTo>
                    <a:pt x="804390" y="1285994"/>
                  </a:lnTo>
                  <a:lnTo>
                    <a:pt x="812276" y="1285994"/>
                  </a:lnTo>
                  <a:lnTo>
                    <a:pt x="820162" y="1285994"/>
                  </a:lnTo>
                  <a:lnTo>
                    <a:pt x="828048" y="1285994"/>
                  </a:lnTo>
                  <a:lnTo>
                    <a:pt x="835935" y="1285994"/>
                  </a:lnTo>
                  <a:lnTo>
                    <a:pt x="843821" y="1285994"/>
                  </a:lnTo>
                  <a:lnTo>
                    <a:pt x="851707" y="1285994"/>
                  </a:lnTo>
                  <a:lnTo>
                    <a:pt x="859593" y="1285994"/>
                  </a:lnTo>
                  <a:lnTo>
                    <a:pt x="867479" y="1285994"/>
                  </a:lnTo>
                  <a:lnTo>
                    <a:pt x="875366" y="1285994"/>
                  </a:lnTo>
                  <a:lnTo>
                    <a:pt x="883252" y="1285994"/>
                  </a:lnTo>
                  <a:lnTo>
                    <a:pt x="891138" y="1285994"/>
                  </a:lnTo>
                  <a:lnTo>
                    <a:pt x="899024" y="1285994"/>
                  </a:lnTo>
                  <a:lnTo>
                    <a:pt x="906910" y="1285994"/>
                  </a:lnTo>
                  <a:lnTo>
                    <a:pt x="914796" y="1285994"/>
                  </a:lnTo>
                  <a:lnTo>
                    <a:pt x="922683" y="1285994"/>
                  </a:lnTo>
                  <a:lnTo>
                    <a:pt x="930569" y="1285994"/>
                  </a:lnTo>
                  <a:lnTo>
                    <a:pt x="938455" y="1285994"/>
                  </a:lnTo>
                  <a:lnTo>
                    <a:pt x="946341" y="1285994"/>
                  </a:lnTo>
                  <a:lnTo>
                    <a:pt x="954227" y="1285994"/>
                  </a:lnTo>
                  <a:lnTo>
                    <a:pt x="962113" y="1285994"/>
                  </a:lnTo>
                  <a:lnTo>
                    <a:pt x="970000" y="1285994"/>
                  </a:lnTo>
                  <a:lnTo>
                    <a:pt x="977886" y="1285994"/>
                  </a:lnTo>
                  <a:lnTo>
                    <a:pt x="985772" y="1285994"/>
                  </a:lnTo>
                  <a:lnTo>
                    <a:pt x="993658" y="1285994"/>
                  </a:lnTo>
                  <a:lnTo>
                    <a:pt x="1001544" y="1285994"/>
                  </a:lnTo>
                  <a:lnTo>
                    <a:pt x="1009431" y="1285994"/>
                  </a:lnTo>
                  <a:lnTo>
                    <a:pt x="1017317" y="1285994"/>
                  </a:lnTo>
                  <a:lnTo>
                    <a:pt x="1025203" y="1285994"/>
                  </a:lnTo>
                  <a:lnTo>
                    <a:pt x="1033089" y="1285994"/>
                  </a:lnTo>
                  <a:lnTo>
                    <a:pt x="1040975" y="1285994"/>
                  </a:lnTo>
                  <a:lnTo>
                    <a:pt x="1048861" y="1285994"/>
                  </a:lnTo>
                  <a:lnTo>
                    <a:pt x="1056748" y="1285994"/>
                  </a:lnTo>
                  <a:lnTo>
                    <a:pt x="1064634" y="1285994"/>
                  </a:lnTo>
                  <a:lnTo>
                    <a:pt x="1072520" y="1285994"/>
                  </a:lnTo>
                  <a:lnTo>
                    <a:pt x="1080406" y="1285994"/>
                  </a:lnTo>
                  <a:lnTo>
                    <a:pt x="1088292" y="1285994"/>
                  </a:lnTo>
                  <a:lnTo>
                    <a:pt x="1096179" y="1285994"/>
                  </a:lnTo>
                  <a:lnTo>
                    <a:pt x="1104065" y="1285994"/>
                  </a:lnTo>
                  <a:lnTo>
                    <a:pt x="1111951" y="1285994"/>
                  </a:lnTo>
                  <a:lnTo>
                    <a:pt x="1119837" y="1285994"/>
                  </a:lnTo>
                  <a:lnTo>
                    <a:pt x="1127723" y="1285994"/>
                  </a:lnTo>
                  <a:lnTo>
                    <a:pt x="1135609" y="1285994"/>
                  </a:lnTo>
                  <a:lnTo>
                    <a:pt x="1143496" y="1285994"/>
                  </a:lnTo>
                  <a:lnTo>
                    <a:pt x="1151382" y="1285994"/>
                  </a:lnTo>
                  <a:lnTo>
                    <a:pt x="1159268" y="1285994"/>
                  </a:lnTo>
                  <a:lnTo>
                    <a:pt x="1167154" y="1285994"/>
                  </a:lnTo>
                  <a:lnTo>
                    <a:pt x="1175040" y="1285994"/>
                  </a:lnTo>
                  <a:lnTo>
                    <a:pt x="1182927" y="1285994"/>
                  </a:lnTo>
                  <a:lnTo>
                    <a:pt x="1190813" y="1285994"/>
                  </a:lnTo>
                  <a:lnTo>
                    <a:pt x="1198699" y="1285994"/>
                  </a:lnTo>
                  <a:lnTo>
                    <a:pt x="1206585" y="1285994"/>
                  </a:lnTo>
                  <a:lnTo>
                    <a:pt x="1214471" y="1285994"/>
                  </a:lnTo>
                  <a:lnTo>
                    <a:pt x="1222357" y="1285994"/>
                  </a:lnTo>
                  <a:lnTo>
                    <a:pt x="1230244" y="1285994"/>
                  </a:lnTo>
                  <a:lnTo>
                    <a:pt x="1238130" y="1285994"/>
                  </a:lnTo>
                  <a:lnTo>
                    <a:pt x="1246016" y="1285994"/>
                  </a:lnTo>
                  <a:lnTo>
                    <a:pt x="1253902" y="1285994"/>
                  </a:lnTo>
                  <a:lnTo>
                    <a:pt x="1261788" y="1285994"/>
                  </a:lnTo>
                  <a:lnTo>
                    <a:pt x="1269675" y="1285994"/>
                  </a:lnTo>
                  <a:lnTo>
                    <a:pt x="1277561" y="1285994"/>
                  </a:lnTo>
                  <a:lnTo>
                    <a:pt x="1285447" y="1285994"/>
                  </a:lnTo>
                  <a:lnTo>
                    <a:pt x="1293333" y="1285994"/>
                  </a:lnTo>
                  <a:lnTo>
                    <a:pt x="1301219" y="1285994"/>
                  </a:lnTo>
                  <a:lnTo>
                    <a:pt x="1309105" y="1285994"/>
                  </a:lnTo>
                  <a:lnTo>
                    <a:pt x="1316992" y="1285994"/>
                  </a:lnTo>
                  <a:lnTo>
                    <a:pt x="1324878" y="1285994"/>
                  </a:lnTo>
                  <a:lnTo>
                    <a:pt x="1332764" y="1285994"/>
                  </a:lnTo>
                  <a:lnTo>
                    <a:pt x="1340650" y="1285994"/>
                  </a:lnTo>
                  <a:lnTo>
                    <a:pt x="1348536" y="1285994"/>
                  </a:lnTo>
                  <a:lnTo>
                    <a:pt x="1356423" y="1285994"/>
                  </a:lnTo>
                  <a:lnTo>
                    <a:pt x="1364309" y="1285994"/>
                  </a:lnTo>
                  <a:lnTo>
                    <a:pt x="1372195" y="1285994"/>
                  </a:lnTo>
                  <a:lnTo>
                    <a:pt x="1380081" y="1285994"/>
                  </a:lnTo>
                  <a:lnTo>
                    <a:pt x="1387967" y="1285994"/>
                  </a:lnTo>
                  <a:lnTo>
                    <a:pt x="1395853" y="1285994"/>
                  </a:lnTo>
                  <a:lnTo>
                    <a:pt x="1403740" y="1285994"/>
                  </a:lnTo>
                  <a:lnTo>
                    <a:pt x="1411626" y="1285994"/>
                  </a:lnTo>
                  <a:lnTo>
                    <a:pt x="1419512" y="1285994"/>
                  </a:lnTo>
                  <a:lnTo>
                    <a:pt x="1427398" y="1285994"/>
                  </a:lnTo>
                  <a:lnTo>
                    <a:pt x="1435284" y="1285994"/>
                  </a:lnTo>
                  <a:lnTo>
                    <a:pt x="1443170" y="1285994"/>
                  </a:lnTo>
                  <a:lnTo>
                    <a:pt x="1451057" y="1285994"/>
                  </a:lnTo>
                  <a:lnTo>
                    <a:pt x="1458943" y="1285994"/>
                  </a:lnTo>
                  <a:lnTo>
                    <a:pt x="1466829" y="1285994"/>
                  </a:lnTo>
                  <a:lnTo>
                    <a:pt x="1474715" y="1285994"/>
                  </a:lnTo>
                  <a:lnTo>
                    <a:pt x="1482601" y="1285994"/>
                  </a:lnTo>
                  <a:lnTo>
                    <a:pt x="1490488" y="1285994"/>
                  </a:lnTo>
                  <a:lnTo>
                    <a:pt x="1498374" y="1285994"/>
                  </a:lnTo>
                  <a:lnTo>
                    <a:pt x="1506260" y="1285994"/>
                  </a:lnTo>
                  <a:lnTo>
                    <a:pt x="1514146" y="1285994"/>
                  </a:lnTo>
                  <a:lnTo>
                    <a:pt x="1522032" y="1285994"/>
                  </a:lnTo>
                  <a:lnTo>
                    <a:pt x="1529918" y="1285994"/>
                  </a:lnTo>
                  <a:lnTo>
                    <a:pt x="1537805" y="1285994"/>
                  </a:lnTo>
                  <a:lnTo>
                    <a:pt x="1545691" y="1285994"/>
                  </a:lnTo>
                  <a:lnTo>
                    <a:pt x="1553577" y="1285994"/>
                  </a:lnTo>
                  <a:lnTo>
                    <a:pt x="1561463" y="1285994"/>
                  </a:lnTo>
                  <a:lnTo>
                    <a:pt x="1569349" y="1285994"/>
                  </a:lnTo>
                  <a:lnTo>
                    <a:pt x="1577236" y="1285994"/>
                  </a:lnTo>
                  <a:lnTo>
                    <a:pt x="1585122" y="1285994"/>
                  </a:lnTo>
                  <a:lnTo>
                    <a:pt x="1593008" y="1285994"/>
                  </a:lnTo>
                  <a:lnTo>
                    <a:pt x="1600894" y="1285994"/>
                  </a:lnTo>
                  <a:lnTo>
                    <a:pt x="1608780" y="1285994"/>
                  </a:lnTo>
                  <a:lnTo>
                    <a:pt x="1616666" y="1285994"/>
                  </a:lnTo>
                  <a:lnTo>
                    <a:pt x="1624553" y="1285994"/>
                  </a:lnTo>
                  <a:lnTo>
                    <a:pt x="1632439" y="1285994"/>
                  </a:lnTo>
                  <a:lnTo>
                    <a:pt x="1640325" y="1285994"/>
                  </a:lnTo>
                  <a:lnTo>
                    <a:pt x="1648211" y="1285994"/>
                  </a:lnTo>
                  <a:lnTo>
                    <a:pt x="1656097" y="1285994"/>
                  </a:lnTo>
                  <a:lnTo>
                    <a:pt x="1663984" y="1285994"/>
                  </a:lnTo>
                  <a:lnTo>
                    <a:pt x="1671870" y="1285994"/>
                  </a:lnTo>
                  <a:lnTo>
                    <a:pt x="1679756" y="1285994"/>
                  </a:lnTo>
                  <a:lnTo>
                    <a:pt x="1687642" y="1285994"/>
                  </a:lnTo>
                  <a:lnTo>
                    <a:pt x="1695528" y="1285994"/>
                  </a:lnTo>
                  <a:lnTo>
                    <a:pt x="1703414" y="1285994"/>
                  </a:lnTo>
                  <a:lnTo>
                    <a:pt x="1711301" y="1285994"/>
                  </a:lnTo>
                  <a:lnTo>
                    <a:pt x="1719187" y="1285994"/>
                  </a:lnTo>
                  <a:lnTo>
                    <a:pt x="1727073" y="1285994"/>
                  </a:lnTo>
                  <a:lnTo>
                    <a:pt x="1734959" y="1285994"/>
                  </a:lnTo>
                  <a:lnTo>
                    <a:pt x="1742845" y="1285994"/>
                  </a:lnTo>
                  <a:lnTo>
                    <a:pt x="1750732" y="1285994"/>
                  </a:lnTo>
                  <a:lnTo>
                    <a:pt x="1758618" y="1285994"/>
                  </a:lnTo>
                  <a:lnTo>
                    <a:pt x="1766504" y="1285994"/>
                  </a:lnTo>
                  <a:lnTo>
                    <a:pt x="1774390" y="1285994"/>
                  </a:lnTo>
                  <a:lnTo>
                    <a:pt x="1782276" y="1285994"/>
                  </a:lnTo>
                  <a:lnTo>
                    <a:pt x="1790162" y="1285994"/>
                  </a:lnTo>
                  <a:lnTo>
                    <a:pt x="1798049" y="1285994"/>
                  </a:lnTo>
                  <a:lnTo>
                    <a:pt x="1805935" y="1285994"/>
                  </a:lnTo>
                  <a:lnTo>
                    <a:pt x="1813821" y="1285994"/>
                  </a:lnTo>
                  <a:lnTo>
                    <a:pt x="1821707" y="1285994"/>
                  </a:lnTo>
                  <a:lnTo>
                    <a:pt x="1829593" y="1285994"/>
                  </a:lnTo>
                  <a:lnTo>
                    <a:pt x="1837479" y="1285994"/>
                  </a:lnTo>
                  <a:lnTo>
                    <a:pt x="1845366" y="1285994"/>
                  </a:lnTo>
                  <a:lnTo>
                    <a:pt x="1853252" y="1285994"/>
                  </a:lnTo>
                  <a:lnTo>
                    <a:pt x="1861138" y="1285994"/>
                  </a:lnTo>
                  <a:lnTo>
                    <a:pt x="1869024" y="1285994"/>
                  </a:lnTo>
                  <a:lnTo>
                    <a:pt x="1876910" y="1285994"/>
                  </a:lnTo>
                  <a:lnTo>
                    <a:pt x="1884797" y="1285994"/>
                  </a:lnTo>
                  <a:lnTo>
                    <a:pt x="1892683" y="1285994"/>
                  </a:lnTo>
                  <a:lnTo>
                    <a:pt x="1900569" y="1285994"/>
                  </a:lnTo>
                  <a:lnTo>
                    <a:pt x="1908455" y="1285994"/>
                  </a:lnTo>
                  <a:lnTo>
                    <a:pt x="1916341" y="1285994"/>
                  </a:lnTo>
                  <a:lnTo>
                    <a:pt x="1924227" y="1285994"/>
                  </a:lnTo>
                  <a:lnTo>
                    <a:pt x="1932114" y="1285994"/>
                  </a:lnTo>
                  <a:lnTo>
                    <a:pt x="1940000" y="1285994"/>
                  </a:lnTo>
                  <a:lnTo>
                    <a:pt x="1947886" y="1285993"/>
                  </a:lnTo>
                  <a:lnTo>
                    <a:pt x="1955772" y="1285993"/>
                  </a:lnTo>
                  <a:lnTo>
                    <a:pt x="1963658" y="1285992"/>
                  </a:lnTo>
                  <a:lnTo>
                    <a:pt x="1971545" y="1285990"/>
                  </a:lnTo>
                  <a:lnTo>
                    <a:pt x="1979431" y="1285985"/>
                  </a:lnTo>
                  <a:lnTo>
                    <a:pt x="1987317" y="1285973"/>
                  </a:lnTo>
                  <a:lnTo>
                    <a:pt x="1995203" y="1285949"/>
                  </a:lnTo>
                  <a:lnTo>
                    <a:pt x="2003089" y="1285900"/>
                  </a:lnTo>
                  <a:lnTo>
                    <a:pt x="2010975" y="1285803"/>
                  </a:lnTo>
                  <a:lnTo>
                    <a:pt x="2018862" y="1285610"/>
                  </a:lnTo>
                  <a:lnTo>
                    <a:pt x="2026748" y="1285231"/>
                  </a:lnTo>
                  <a:lnTo>
                    <a:pt x="2034634" y="1284531"/>
                  </a:lnTo>
                  <a:lnTo>
                    <a:pt x="2042520" y="1283283"/>
                  </a:lnTo>
                  <a:lnTo>
                    <a:pt x="2050406" y="1281139"/>
                  </a:lnTo>
                  <a:lnTo>
                    <a:pt x="2058293" y="1277583"/>
                  </a:lnTo>
                  <a:lnTo>
                    <a:pt x="2066179" y="1271888"/>
                  </a:lnTo>
                  <a:lnTo>
                    <a:pt x="2074065" y="1263076"/>
                  </a:lnTo>
                  <a:lnTo>
                    <a:pt x="2081951" y="1249891"/>
                  </a:lnTo>
                  <a:lnTo>
                    <a:pt x="2089837" y="1230808"/>
                  </a:lnTo>
                  <a:lnTo>
                    <a:pt x="2097723" y="1204076"/>
                  </a:lnTo>
                  <a:lnTo>
                    <a:pt x="2105610" y="1167820"/>
                  </a:lnTo>
                  <a:lnTo>
                    <a:pt x="2113496" y="1120206"/>
                  </a:lnTo>
                  <a:lnTo>
                    <a:pt x="2121382" y="1058524"/>
                  </a:lnTo>
                  <a:lnTo>
                    <a:pt x="2129268" y="982748"/>
                  </a:lnTo>
                  <a:lnTo>
                    <a:pt x="2137154" y="893244"/>
                  </a:lnTo>
                  <a:lnTo>
                    <a:pt x="2145041" y="791379"/>
                  </a:lnTo>
                  <a:lnTo>
                    <a:pt x="2152927" y="679782"/>
                  </a:lnTo>
                  <a:lnTo>
                    <a:pt x="2160813" y="562280"/>
                  </a:lnTo>
                  <a:lnTo>
                    <a:pt x="2168699" y="443692"/>
                  </a:lnTo>
                  <a:lnTo>
                    <a:pt x="2176585" y="329473"/>
                  </a:lnTo>
                  <a:lnTo>
                    <a:pt x="2184471" y="225250"/>
                  </a:lnTo>
                  <a:lnTo>
                    <a:pt x="2192358" y="136318"/>
                  </a:lnTo>
                  <a:lnTo>
                    <a:pt x="2200244" y="67140"/>
                  </a:lnTo>
                  <a:lnTo>
                    <a:pt x="2208130" y="20944"/>
                  </a:lnTo>
                  <a:lnTo>
                    <a:pt x="2216016" y="0"/>
                  </a:lnTo>
                  <a:lnTo>
                    <a:pt x="2223902" y="5406"/>
                  </a:lnTo>
                  <a:lnTo>
                    <a:pt x="2231789" y="33540"/>
                  </a:lnTo>
                  <a:lnTo>
                    <a:pt x="2239675" y="81418"/>
                  </a:lnTo>
                  <a:lnTo>
                    <a:pt x="2247561" y="145283"/>
                  </a:lnTo>
                  <a:lnTo>
                    <a:pt x="2255447" y="220973"/>
                  </a:lnTo>
                  <a:lnTo>
                    <a:pt x="2263333" y="304267"/>
                  </a:lnTo>
                  <a:lnTo>
                    <a:pt x="2271219" y="391176"/>
                  </a:lnTo>
                  <a:lnTo>
                    <a:pt x="2279106" y="478168"/>
                  </a:lnTo>
                  <a:lnTo>
                    <a:pt x="2286992" y="562317"/>
                  </a:lnTo>
                  <a:lnTo>
                    <a:pt x="2294878" y="641372"/>
                  </a:lnTo>
                  <a:lnTo>
                    <a:pt x="2302764" y="713771"/>
                  </a:lnTo>
                  <a:lnTo>
                    <a:pt x="2310650" y="778586"/>
                  </a:lnTo>
                  <a:lnTo>
                    <a:pt x="2318536" y="835001"/>
                  </a:lnTo>
                  <a:lnTo>
                    <a:pt x="2326423" y="883333"/>
                  </a:lnTo>
                  <a:lnTo>
                    <a:pt x="2334309" y="924390"/>
                  </a:lnTo>
                  <a:lnTo>
                    <a:pt x="2342195" y="958917"/>
                  </a:lnTo>
                  <a:lnTo>
                    <a:pt x="2350081" y="987835"/>
                  </a:lnTo>
                  <a:lnTo>
                    <a:pt x="2357967" y="1012184"/>
                  </a:lnTo>
                  <a:lnTo>
                    <a:pt x="2365854" y="1033077"/>
                  </a:lnTo>
                  <a:lnTo>
                    <a:pt x="2373740" y="1051628"/>
                  </a:lnTo>
                  <a:lnTo>
                    <a:pt x="2381626" y="1068883"/>
                  </a:lnTo>
                  <a:lnTo>
                    <a:pt x="2389512" y="1085739"/>
                  </a:lnTo>
                  <a:lnTo>
                    <a:pt x="2397398" y="1102861"/>
                  </a:lnTo>
                  <a:lnTo>
                    <a:pt x="2405284" y="1120635"/>
                  </a:lnTo>
                  <a:lnTo>
                    <a:pt x="2413171" y="1139139"/>
                  </a:lnTo>
                  <a:lnTo>
                    <a:pt x="2421057" y="1158155"/>
                  </a:lnTo>
                  <a:lnTo>
                    <a:pt x="2428943" y="1177127"/>
                  </a:lnTo>
                  <a:lnTo>
                    <a:pt x="2436829" y="1195473"/>
                  </a:lnTo>
                  <a:lnTo>
                    <a:pt x="2444715" y="1212626"/>
                  </a:lnTo>
                  <a:lnTo>
                    <a:pt x="2452602" y="1228111"/>
                  </a:lnTo>
                  <a:lnTo>
                    <a:pt x="2460488" y="1241597"/>
                  </a:lnTo>
                  <a:lnTo>
                    <a:pt x="2468374" y="1252926"/>
                  </a:lnTo>
                  <a:lnTo>
                    <a:pt x="2476260" y="1262100"/>
                  </a:lnTo>
                  <a:lnTo>
                    <a:pt x="2484146" y="1269262"/>
                  </a:lnTo>
                  <a:lnTo>
                    <a:pt x="2492032" y="1274648"/>
                  </a:lnTo>
                  <a:lnTo>
                    <a:pt x="2499919" y="1278551"/>
                  </a:lnTo>
                  <a:lnTo>
                    <a:pt x="2507805" y="1281273"/>
                  </a:lnTo>
                  <a:lnTo>
                    <a:pt x="2515691" y="1283081"/>
                  </a:lnTo>
                  <a:lnTo>
                    <a:pt x="2523577" y="1284230"/>
                  </a:lnTo>
                  <a:lnTo>
                    <a:pt x="2531463" y="1284959"/>
                  </a:lnTo>
                  <a:lnTo>
                    <a:pt x="2539350" y="1285406"/>
                  </a:lnTo>
                  <a:lnTo>
                    <a:pt x="2547236" y="1285671"/>
                  </a:lnTo>
                  <a:lnTo>
                    <a:pt x="2555122" y="1285822"/>
                  </a:lnTo>
                  <a:lnTo>
                    <a:pt x="2563008" y="1285906"/>
                  </a:lnTo>
                  <a:lnTo>
                    <a:pt x="2570894" y="1285950"/>
                  </a:lnTo>
                  <a:lnTo>
                    <a:pt x="2578780" y="1285973"/>
                  </a:lnTo>
                  <a:lnTo>
                    <a:pt x="2586667" y="1285984"/>
                  </a:lnTo>
                  <a:lnTo>
                    <a:pt x="2594553" y="1285989"/>
                  </a:lnTo>
                  <a:lnTo>
                    <a:pt x="2602439" y="1285992"/>
                  </a:lnTo>
                  <a:lnTo>
                    <a:pt x="2610325" y="1285993"/>
                  </a:lnTo>
                  <a:lnTo>
                    <a:pt x="2618211" y="1285993"/>
                  </a:lnTo>
                  <a:lnTo>
                    <a:pt x="2626098" y="1285994"/>
                  </a:lnTo>
                  <a:lnTo>
                    <a:pt x="2633984" y="1285994"/>
                  </a:lnTo>
                  <a:lnTo>
                    <a:pt x="2641870" y="1285994"/>
                  </a:lnTo>
                  <a:lnTo>
                    <a:pt x="2649756" y="1285994"/>
                  </a:lnTo>
                  <a:lnTo>
                    <a:pt x="2657642" y="1285994"/>
                  </a:lnTo>
                  <a:lnTo>
                    <a:pt x="2665528" y="1285994"/>
                  </a:lnTo>
                  <a:lnTo>
                    <a:pt x="2673415" y="1285994"/>
                  </a:lnTo>
                  <a:lnTo>
                    <a:pt x="2681301" y="1285994"/>
                  </a:lnTo>
                  <a:lnTo>
                    <a:pt x="2689187" y="1285994"/>
                  </a:lnTo>
                  <a:lnTo>
                    <a:pt x="2697073" y="1285994"/>
                  </a:lnTo>
                  <a:lnTo>
                    <a:pt x="2704959" y="1285994"/>
                  </a:lnTo>
                  <a:lnTo>
                    <a:pt x="2712846" y="1285994"/>
                  </a:lnTo>
                  <a:lnTo>
                    <a:pt x="2720732" y="1285994"/>
                  </a:lnTo>
                  <a:lnTo>
                    <a:pt x="2728618" y="1285994"/>
                  </a:lnTo>
                  <a:lnTo>
                    <a:pt x="2736504" y="1285994"/>
                  </a:lnTo>
                  <a:lnTo>
                    <a:pt x="2744390" y="1285994"/>
                  </a:lnTo>
                  <a:lnTo>
                    <a:pt x="2752276" y="1285994"/>
                  </a:lnTo>
                  <a:lnTo>
                    <a:pt x="2760163" y="1285994"/>
                  </a:lnTo>
                  <a:lnTo>
                    <a:pt x="2768049" y="1285994"/>
                  </a:lnTo>
                  <a:lnTo>
                    <a:pt x="2775935" y="1285994"/>
                  </a:lnTo>
                  <a:lnTo>
                    <a:pt x="2783821" y="1285994"/>
                  </a:lnTo>
                  <a:lnTo>
                    <a:pt x="2791707" y="1285994"/>
                  </a:lnTo>
                  <a:lnTo>
                    <a:pt x="2799593" y="1285994"/>
                  </a:lnTo>
                  <a:lnTo>
                    <a:pt x="2807480" y="1285994"/>
                  </a:lnTo>
                  <a:lnTo>
                    <a:pt x="2815366" y="1285994"/>
                  </a:lnTo>
                  <a:lnTo>
                    <a:pt x="2823252" y="1285994"/>
                  </a:lnTo>
                  <a:lnTo>
                    <a:pt x="2831138" y="1285994"/>
                  </a:lnTo>
                  <a:lnTo>
                    <a:pt x="2839024" y="1285994"/>
                  </a:lnTo>
                  <a:lnTo>
                    <a:pt x="2846911" y="1285994"/>
                  </a:lnTo>
                  <a:lnTo>
                    <a:pt x="2854797" y="1285994"/>
                  </a:lnTo>
                  <a:lnTo>
                    <a:pt x="2862683" y="1285994"/>
                  </a:lnTo>
                  <a:lnTo>
                    <a:pt x="2870569" y="1285994"/>
                  </a:lnTo>
                  <a:lnTo>
                    <a:pt x="2878455" y="1285994"/>
                  </a:lnTo>
                  <a:lnTo>
                    <a:pt x="2886341" y="1285994"/>
                  </a:lnTo>
                  <a:lnTo>
                    <a:pt x="2894228" y="1285994"/>
                  </a:lnTo>
                  <a:lnTo>
                    <a:pt x="2902114" y="1285994"/>
                  </a:lnTo>
                  <a:lnTo>
                    <a:pt x="2910000" y="1285994"/>
                  </a:lnTo>
                  <a:lnTo>
                    <a:pt x="2917886" y="1285994"/>
                  </a:lnTo>
                  <a:lnTo>
                    <a:pt x="2925772" y="1285994"/>
                  </a:lnTo>
                  <a:lnTo>
                    <a:pt x="2933659" y="1285994"/>
                  </a:lnTo>
                  <a:lnTo>
                    <a:pt x="2941545" y="1285994"/>
                  </a:lnTo>
                  <a:lnTo>
                    <a:pt x="2949431" y="1285994"/>
                  </a:lnTo>
                  <a:lnTo>
                    <a:pt x="2957317" y="1285994"/>
                  </a:lnTo>
                  <a:lnTo>
                    <a:pt x="2965203" y="1285994"/>
                  </a:lnTo>
                  <a:lnTo>
                    <a:pt x="2973089" y="1285994"/>
                  </a:lnTo>
                  <a:lnTo>
                    <a:pt x="2980976" y="1285994"/>
                  </a:lnTo>
                  <a:lnTo>
                    <a:pt x="2988862" y="1285994"/>
                  </a:lnTo>
                  <a:lnTo>
                    <a:pt x="2996748" y="1285994"/>
                  </a:lnTo>
                  <a:lnTo>
                    <a:pt x="3004634" y="1285994"/>
                  </a:lnTo>
                  <a:lnTo>
                    <a:pt x="3012520" y="1285994"/>
                  </a:lnTo>
                  <a:lnTo>
                    <a:pt x="3020407" y="1285994"/>
                  </a:lnTo>
                  <a:lnTo>
                    <a:pt x="3028293" y="1285994"/>
                  </a:lnTo>
                  <a:lnTo>
                    <a:pt x="3036179" y="1285994"/>
                  </a:lnTo>
                  <a:lnTo>
                    <a:pt x="3044065" y="1285994"/>
                  </a:lnTo>
                  <a:lnTo>
                    <a:pt x="3051951" y="1285994"/>
                  </a:lnTo>
                  <a:lnTo>
                    <a:pt x="3059837" y="1285994"/>
                  </a:lnTo>
                  <a:lnTo>
                    <a:pt x="3067724" y="1285994"/>
                  </a:lnTo>
                  <a:lnTo>
                    <a:pt x="3075610" y="1285994"/>
                  </a:lnTo>
                  <a:lnTo>
                    <a:pt x="3083496" y="1285994"/>
                  </a:lnTo>
                  <a:lnTo>
                    <a:pt x="3091382" y="1285994"/>
                  </a:lnTo>
                  <a:lnTo>
                    <a:pt x="3099268" y="1285994"/>
                  </a:lnTo>
                  <a:lnTo>
                    <a:pt x="3107155" y="1285994"/>
                  </a:lnTo>
                  <a:lnTo>
                    <a:pt x="3115041" y="1285994"/>
                  </a:lnTo>
                  <a:lnTo>
                    <a:pt x="3122927" y="1285994"/>
                  </a:lnTo>
                  <a:lnTo>
                    <a:pt x="3130813" y="1285994"/>
                  </a:lnTo>
                  <a:lnTo>
                    <a:pt x="3138699" y="1285994"/>
                  </a:lnTo>
                  <a:lnTo>
                    <a:pt x="3146585" y="1285994"/>
                  </a:lnTo>
                  <a:lnTo>
                    <a:pt x="3154472" y="1285994"/>
                  </a:lnTo>
                  <a:lnTo>
                    <a:pt x="3162358" y="1285994"/>
                  </a:lnTo>
                  <a:lnTo>
                    <a:pt x="3170244" y="1285994"/>
                  </a:lnTo>
                  <a:lnTo>
                    <a:pt x="3178130" y="1285994"/>
                  </a:lnTo>
                  <a:lnTo>
                    <a:pt x="3186016" y="1285994"/>
                  </a:lnTo>
                  <a:lnTo>
                    <a:pt x="3193903" y="1285994"/>
                  </a:lnTo>
                  <a:lnTo>
                    <a:pt x="3201789" y="1285994"/>
                  </a:lnTo>
                  <a:lnTo>
                    <a:pt x="3209675" y="1285994"/>
                  </a:lnTo>
                  <a:lnTo>
                    <a:pt x="3217561" y="1285994"/>
                  </a:lnTo>
                  <a:lnTo>
                    <a:pt x="3225447" y="1285994"/>
                  </a:lnTo>
                  <a:lnTo>
                    <a:pt x="3233333" y="1285994"/>
                  </a:lnTo>
                  <a:lnTo>
                    <a:pt x="3241220" y="1285994"/>
                  </a:lnTo>
                  <a:lnTo>
                    <a:pt x="3249106" y="1285994"/>
                  </a:lnTo>
                  <a:lnTo>
                    <a:pt x="3256992" y="1285994"/>
                  </a:lnTo>
                  <a:lnTo>
                    <a:pt x="3264878" y="1285994"/>
                  </a:lnTo>
                  <a:lnTo>
                    <a:pt x="3272764" y="1285994"/>
                  </a:lnTo>
                  <a:lnTo>
                    <a:pt x="3280650" y="1285994"/>
                  </a:lnTo>
                  <a:lnTo>
                    <a:pt x="3288537" y="1285994"/>
                  </a:lnTo>
                  <a:lnTo>
                    <a:pt x="3296423" y="1285994"/>
                  </a:lnTo>
                  <a:lnTo>
                    <a:pt x="3304309" y="1285994"/>
                  </a:lnTo>
                  <a:lnTo>
                    <a:pt x="3312195" y="1285994"/>
                  </a:lnTo>
                  <a:lnTo>
                    <a:pt x="3320081" y="1285994"/>
                  </a:lnTo>
                  <a:lnTo>
                    <a:pt x="3327968" y="1285994"/>
                  </a:lnTo>
                  <a:lnTo>
                    <a:pt x="3335854" y="1285994"/>
                  </a:lnTo>
                  <a:lnTo>
                    <a:pt x="3343740" y="1285994"/>
                  </a:lnTo>
                  <a:lnTo>
                    <a:pt x="3351626" y="1285994"/>
                  </a:lnTo>
                  <a:lnTo>
                    <a:pt x="3359512" y="1285994"/>
                  </a:lnTo>
                  <a:lnTo>
                    <a:pt x="3367398" y="1285994"/>
                  </a:lnTo>
                  <a:lnTo>
                    <a:pt x="3375285" y="1285994"/>
                  </a:lnTo>
                  <a:lnTo>
                    <a:pt x="3383171" y="1285994"/>
                  </a:lnTo>
                  <a:lnTo>
                    <a:pt x="3391057" y="1285994"/>
                  </a:lnTo>
                  <a:lnTo>
                    <a:pt x="3398943" y="1285994"/>
                  </a:lnTo>
                  <a:lnTo>
                    <a:pt x="3406829" y="1285994"/>
                  </a:lnTo>
                  <a:lnTo>
                    <a:pt x="3414716" y="1285994"/>
                  </a:lnTo>
                  <a:lnTo>
                    <a:pt x="3422602" y="1285994"/>
                  </a:lnTo>
                  <a:lnTo>
                    <a:pt x="3430488" y="1285994"/>
                  </a:lnTo>
                  <a:lnTo>
                    <a:pt x="3438374" y="1285994"/>
                  </a:lnTo>
                  <a:lnTo>
                    <a:pt x="3446260" y="1285994"/>
                  </a:lnTo>
                  <a:lnTo>
                    <a:pt x="3454146" y="1285994"/>
                  </a:lnTo>
                  <a:lnTo>
                    <a:pt x="3462033" y="1285994"/>
                  </a:lnTo>
                  <a:lnTo>
                    <a:pt x="3469919" y="1285994"/>
                  </a:lnTo>
                  <a:lnTo>
                    <a:pt x="3477805" y="1285994"/>
                  </a:lnTo>
                  <a:lnTo>
                    <a:pt x="3485691" y="1285994"/>
                  </a:lnTo>
                  <a:lnTo>
                    <a:pt x="3493577" y="1285994"/>
                  </a:lnTo>
                  <a:lnTo>
                    <a:pt x="3501464" y="1285994"/>
                  </a:lnTo>
                  <a:lnTo>
                    <a:pt x="3509350" y="1285994"/>
                  </a:lnTo>
                  <a:lnTo>
                    <a:pt x="3517236" y="1285994"/>
                  </a:lnTo>
                  <a:lnTo>
                    <a:pt x="3525122" y="1285994"/>
                  </a:lnTo>
                  <a:lnTo>
                    <a:pt x="3533008" y="1285994"/>
                  </a:lnTo>
                  <a:lnTo>
                    <a:pt x="3540894" y="1285994"/>
                  </a:lnTo>
                  <a:lnTo>
                    <a:pt x="3548781" y="1285994"/>
                  </a:lnTo>
                  <a:lnTo>
                    <a:pt x="3556667" y="1285994"/>
                  </a:lnTo>
                  <a:lnTo>
                    <a:pt x="3564553" y="1285994"/>
                  </a:lnTo>
                  <a:lnTo>
                    <a:pt x="3572439" y="1285994"/>
                  </a:lnTo>
                  <a:lnTo>
                    <a:pt x="3580325" y="1285994"/>
                  </a:lnTo>
                  <a:lnTo>
                    <a:pt x="3588212" y="1285994"/>
                  </a:lnTo>
                  <a:lnTo>
                    <a:pt x="3596098" y="1285994"/>
                  </a:lnTo>
                  <a:lnTo>
                    <a:pt x="3603984" y="1285994"/>
                  </a:lnTo>
                  <a:lnTo>
                    <a:pt x="3611870" y="1285994"/>
                  </a:lnTo>
                  <a:lnTo>
                    <a:pt x="3619756" y="1285994"/>
                  </a:lnTo>
                  <a:lnTo>
                    <a:pt x="3627642" y="1285994"/>
                  </a:lnTo>
                  <a:lnTo>
                    <a:pt x="3635529" y="1285994"/>
                  </a:lnTo>
                  <a:lnTo>
                    <a:pt x="3643415" y="1285994"/>
                  </a:lnTo>
                  <a:lnTo>
                    <a:pt x="3651301" y="1285994"/>
                  </a:lnTo>
                  <a:lnTo>
                    <a:pt x="3659187" y="1285994"/>
                  </a:lnTo>
                  <a:lnTo>
                    <a:pt x="3667073" y="1285994"/>
                  </a:lnTo>
                  <a:lnTo>
                    <a:pt x="3674959" y="1285994"/>
                  </a:lnTo>
                  <a:lnTo>
                    <a:pt x="3682846" y="1285994"/>
                  </a:lnTo>
                  <a:lnTo>
                    <a:pt x="3690732" y="1285994"/>
                  </a:lnTo>
                  <a:lnTo>
                    <a:pt x="3698618" y="1285994"/>
                  </a:lnTo>
                  <a:lnTo>
                    <a:pt x="3706504" y="1285994"/>
                  </a:lnTo>
                  <a:lnTo>
                    <a:pt x="3714390" y="1285994"/>
                  </a:lnTo>
                  <a:lnTo>
                    <a:pt x="3722277" y="1285994"/>
                  </a:lnTo>
                  <a:lnTo>
                    <a:pt x="3730163" y="1285994"/>
                  </a:lnTo>
                  <a:lnTo>
                    <a:pt x="3738049" y="1285994"/>
                  </a:lnTo>
                  <a:lnTo>
                    <a:pt x="3745935" y="1285994"/>
                  </a:lnTo>
                  <a:lnTo>
                    <a:pt x="3753821" y="1285994"/>
                  </a:lnTo>
                  <a:lnTo>
                    <a:pt x="3761707" y="1285994"/>
                  </a:lnTo>
                  <a:lnTo>
                    <a:pt x="3769594" y="1285994"/>
                  </a:lnTo>
                  <a:lnTo>
                    <a:pt x="3777480" y="1285994"/>
                  </a:lnTo>
                  <a:lnTo>
                    <a:pt x="3785366" y="1285994"/>
                  </a:lnTo>
                  <a:lnTo>
                    <a:pt x="3793252" y="1285994"/>
                  </a:lnTo>
                  <a:lnTo>
                    <a:pt x="3801138" y="1285994"/>
                  </a:lnTo>
                  <a:lnTo>
                    <a:pt x="3809025" y="1285994"/>
                  </a:lnTo>
                  <a:lnTo>
                    <a:pt x="3816911" y="1285994"/>
                  </a:lnTo>
                  <a:lnTo>
                    <a:pt x="3824797" y="1285994"/>
                  </a:lnTo>
                  <a:lnTo>
                    <a:pt x="3832683" y="1285994"/>
                  </a:lnTo>
                  <a:lnTo>
                    <a:pt x="3840569" y="1285994"/>
                  </a:lnTo>
                  <a:lnTo>
                    <a:pt x="3848455" y="1285994"/>
                  </a:lnTo>
                  <a:lnTo>
                    <a:pt x="3856342" y="1285994"/>
                  </a:lnTo>
                  <a:lnTo>
                    <a:pt x="3864228" y="1285994"/>
                  </a:lnTo>
                  <a:lnTo>
                    <a:pt x="3872114" y="1285994"/>
                  </a:lnTo>
                  <a:lnTo>
                    <a:pt x="3880000" y="1285994"/>
                  </a:lnTo>
                  <a:lnTo>
                    <a:pt x="3887886" y="1285994"/>
                  </a:lnTo>
                  <a:lnTo>
                    <a:pt x="3895773" y="1285994"/>
                  </a:lnTo>
                  <a:lnTo>
                    <a:pt x="3903659" y="1285994"/>
                  </a:lnTo>
                  <a:lnTo>
                    <a:pt x="3911545" y="1285994"/>
                  </a:lnTo>
                  <a:lnTo>
                    <a:pt x="3919431" y="1285994"/>
                  </a:lnTo>
                  <a:lnTo>
                    <a:pt x="3927317" y="1285994"/>
                  </a:lnTo>
                  <a:lnTo>
                    <a:pt x="3935203" y="1285994"/>
                  </a:lnTo>
                  <a:lnTo>
                    <a:pt x="3943090" y="1285994"/>
                  </a:lnTo>
                  <a:lnTo>
                    <a:pt x="3950976" y="1285994"/>
                  </a:lnTo>
                  <a:lnTo>
                    <a:pt x="3958862" y="1285994"/>
                  </a:lnTo>
                  <a:lnTo>
                    <a:pt x="3966748" y="1285994"/>
                  </a:lnTo>
                  <a:lnTo>
                    <a:pt x="3974634" y="1285994"/>
                  </a:lnTo>
                  <a:lnTo>
                    <a:pt x="3982521" y="1285994"/>
                  </a:lnTo>
                  <a:lnTo>
                    <a:pt x="3990407" y="1285994"/>
                  </a:lnTo>
                  <a:lnTo>
                    <a:pt x="3998293" y="1285994"/>
                  </a:lnTo>
                  <a:lnTo>
                    <a:pt x="4006179" y="1285994"/>
                  </a:lnTo>
                  <a:lnTo>
                    <a:pt x="4014065" y="1285994"/>
                  </a:lnTo>
                  <a:lnTo>
                    <a:pt x="4021951" y="1285994"/>
                  </a:lnTo>
                  <a:lnTo>
                    <a:pt x="4029838" y="128599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rc454"/>
            <p:cNvSpPr/>
            <p:nvPr/>
          </p:nvSpPr>
          <p:spPr>
            <a:xfrm>
              <a:off x="7613389" y="1761070"/>
              <a:ext cx="4432821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l455"/>
            <p:cNvSpPr/>
            <p:nvPr/>
          </p:nvSpPr>
          <p:spPr>
            <a:xfrm>
              <a:off x="8217864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l456"/>
            <p:cNvSpPr/>
            <p:nvPr/>
          </p:nvSpPr>
          <p:spPr>
            <a:xfrm>
              <a:off x="9023832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l457"/>
            <p:cNvSpPr/>
            <p:nvPr/>
          </p:nvSpPr>
          <p:spPr>
            <a:xfrm>
              <a:off x="9829799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l458"/>
            <p:cNvSpPr/>
            <p:nvPr/>
          </p:nvSpPr>
          <p:spPr>
            <a:xfrm>
              <a:off x="10635767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l459"/>
            <p:cNvSpPr/>
            <p:nvPr/>
          </p:nvSpPr>
          <p:spPr>
            <a:xfrm>
              <a:off x="11441735" y="49391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tx460"/>
            <p:cNvSpPr/>
            <p:nvPr/>
          </p:nvSpPr>
          <p:spPr>
            <a:xfrm>
              <a:off x="8168178" y="5001495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61" name="tx461"/>
            <p:cNvSpPr/>
            <p:nvPr/>
          </p:nvSpPr>
          <p:spPr>
            <a:xfrm>
              <a:off x="8974146" y="5001495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462" name="tx462"/>
            <p:cNvSpPr/>
            <p:nvPr/>
          </p:nvSpPr>
          <p:spPr>
            <a:xfrm>
              <a:off x="9798722" y="50001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63" name="tx463"/>
            <p:cNvSpPr/>
            <p:nvPr/>
          </p:nvSpPr>
          <p:spPr>
            <a:xfrm>
              <a:off x="10604689" y="5001495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64" name="tx464"/>
            <p:cNvSpPr/>
            <p:nvPr/>
          </p:nvSpPr>
          <p:spPr>
            <a:xfrm>
              <a:off x="11410657" y="5001495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65" name="tx465"/>
            <p:cNvSpPr/>
            <p:nvPr/>
          </p:nvSpPr>
          <p:spPr>
            <a:xfrm>
              <a:off x="9076627" y="5119812"/>
              <a:ext cx="1506345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466" name="rc466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rc467"/>
            <p:cNvSpPr/>
            <p:nvPr/>
          </p:nvSpPr>
          <p:spPr>
            <a:xfrm>
              <a:off x="3467413" y="5418670"/>
              <a:ext cx="248279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8" name="pl468"/>
            <p:cNvSpPr/>
            <p:nvPr/>
          </p:nvSpPr>
          <p:spPr>
            <a:xfrm>
              <a:off x="3467413" y="8174468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l469"/>
            <p:cNvSpPr/>
            <p:nvPr/>
          </p:nvSpPr>
          <p:spPr>
            <a:xfrm>
              <a:off x="3467413" y="7330964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l470"/>
            <p:cNvSpPr/>
            <p:nvPr/>
          </p:nvSpPr>
          <p:spPr>
            <a:xfrm>
              <a:off x="3467413" y="6487460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l471"/>
            <p:cNvSpPr/>
            <p:nvPr/>
          </p:nvSpPr>
          <p:spPr>
            <a:xfrm>
              <a:off x="3467413" y="5643955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l472"/>
            <p:cNvSpPr/>
            <p:nvPr/>
          </p:nvSpPr>
          <p:spPr>
            <a:xfrm>
              <a:off x="3884000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l473"/>
            <p:cNvSpPr/>
            <p:nvPr/>
          </p:nvSpPr>
          <p:spPr>
            <a:xfrm>
              <a:off x="4308973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l474"/>
            <p:cNvSpPr/>
            <p:nvPr/>
          </p:nvSpPr>
          <p:spPr>
            <a:xfrm>
              <a:off x="4733946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l475"/>
            <p:cNvSpPr/>
            <p:nvPr/>
          </p:nvSpPr>
          <p:spPr>
            <a:xfrm>
              <a:off x="5158919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l476"/>
            <p:cNvSpPr/>
            <p:nvPr/>
          </p:nvSpPr>
          <p:spPr>
            <a:xfrm>
              <a:off x="5583892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l477"/>
            <p:cNvSpPr/>
            <p:nvPr/>
          </p:nvSpPr>
          <p:spPr>
            <a:xfrm>
              <a:off x="3467413" y="8596220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l478"/>
            <p:cNvSpPr/>
            <p:nvPr/>
          </p:nvSpPr>
          <p:spPr>
            <a:xfrm>
              <a:off x="3467413" y="7752716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l479"/>
            <p:cNvSpPr/>
            <p:nvPr/>
          </p:nvSpPr>
          <p:spPr>
            <a:xfrm>
              <a:off x="3467413" y="6909212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l480"/>
            <p:cNvSpPr/>
            <p:nvPr/>
          </p:nvSpPr>
          <p:spPr>
            <a:xfrm>
              <a:off x="3467413" y="6065708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l481"/>
            <p:cNvSpPr/>
            <p:nvPr/>
          </p:nvSpPr>
          <p:spPr>
            <a:xfrm>
              <a:off x="3671514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l482"/>
            <p:cNvSpPr/>
            <p:nvPr/>
          </p:nvSpPr>
          <p:spPr>
            <a:xfrm>
              <a:off x="4096487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l483"/>
            <p:cNvSpPr/>
            <p:nvPr/>
          </p:nvSpPr>
          <p:spPr>
            <a:xfrm>
              <a:off x="4521460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l484"/>
            <p:cNvSpPr/>
            <p:nvPr/>
          </p:nvSpPr>
          <p:spPr>
            <a:xfrm>
              <a:off x="4946432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l485"/>
            <p:cNvSpPr/>
            <p:nvPr/>
          </p:nvSpPr>
          <p:spPr>
            <a:xfrm>
              <a:off x="5371405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l486"/>
            <p:cNvSpPr/>
            <p:nvPr/>
          </p:nvSpPr>
          <p:spPr>
            <a:xfrm>
              <a:off x="5796378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t487"/>
            <p:cNvSpPr/>
            <p:nvPr/>
          </p:nvSpPr>
          <p:spPr>
            <a:xfrm>
              <a:off x="4094436" y="626272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t488"/>
            <p:cNvSpPr/>
            <p:nvPr/>
          </p:nvSpPr>
          <p:spPr>
            <a:xfrm>
              <a:off x="3760316" y="57641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489"/>
            <p:cNvSpPr/>
            <p:nvPr/>
          </p:nvSpPr>
          <p:spPr>
            <a:xfrm>
              <a:off x="3857822" y="67454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t490"/>
            <p:cNvSpPr/>
            <p:nvPr/>
          </p:nvSpPr>
          <p:spPr>
            <a:xfrm>
              <a:off x="3861956" y="62240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t491"/>
            <p:cNvSpPr/>
            <p:nvPr/>
          </p:nvSpPr>
          <p:spPr>
            <a:xfrm>
              <a:off x="4957605" y="60775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t492"/>
            <p:cNvSpPr/>
            <p:nvPr/>
          </p:nvSpPr>
          <p:spPr>
            <a:xfrm>
              <a:off x="4454033" y="603489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t493"/>
            <p:cNvSpPr/>
            <p:nvPr/>
          </p:nvSpPr>
          <p:spPr>
            <a:xfrm>
              <a:off x="3668372" y="66435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t494"/>
            <p:cNvSpPr/>
            <p:nvPr/>
          </p:nvSpPr>
          <p:spPr>
            <a:xfrm>
              <a:off x="3907168" y="59969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t495"/>
            <p:cNvSpPr/>
            <p:nvPr/>
          </p:nvSpPr>
          <p:spPr>
            <a:xfrm>
              <a:off x="3784884" y="69493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t496"/>
            <p:cNvSpPr/>
            <p:nvPr/>
          </p:nvSpPr>
          <p:spPr>
            <a:xfrm>
              <a:off x="5373292" y="66895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t497"/>
            <p:cNvSpPr/>
            <p:nvPr/>
          </p:nvSpPr>
          <p:spPr>
            <a:xfrm>
              <a:off x="4545960" y="70100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t498"/>
            <p:cNvSpPr/>
            <p:nvPr/>
          </p:nvSpPr>
          <p:spPr>
            <a:xfrm>
              <a:off x="4043771" y="73461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t499"/>
            <p:cNvSpPr/>
            <p:nvPr/>
          </p:nvSpPr>
          <p:spPr>
            <a:xfrm>
              <a:off x="3846134" y="61556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t500"/>
            <p:cNvSpPr/>
            <p:nvPr/>
          </p:nvSpPr>
          <p:spPr>
            <a:xfrm>
              <a:off x="3854007" y="6658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t501"/>
            <p:cNvSpPr/>
            <p:nvPr/>
          </p:nvSpPr>
          <p:spPr>
            <a:xfrm>
              <a:off x="3865748" y="66959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t502"/>
            <p:cNvSpPr/>
            <p:nvPr/>
          </p:nvSpPr>
          <p:spPr>
            <a:xfrm>
              <a:off x="3633382" y="68767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t503"/>
            <p:cNvSpPr/>
            <p:nvPr/>
          </p:nvSpPr>
          <p:spPr>
            <a:xfrm>
              <a:off x="4025617" y="616022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t504"/>
            <p:cNvSpPr/>
            <p:nvPr/>
          </p:nvSpPr>
          <p:spPr>
            <a:xfrm>
              <a:off x="4945569" y="6971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t505"/>
            <p:cNvSpPr/>
            <p:nvPr/>
          </p:nvSpPr>
          <p:spPr>
            <a:xfrm>
              <a:off x="3816700" y="67731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t506"/>
            <p:cNvSpPr/>
            <p:nvPr/>
          </p:nvSpPr>
          <p:spPr>
            <a:xfrm>
              <a:off x="3802239" y="68757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t507"/>
            <p:cNvSpPr/>
            <p:nvPr/>
          </p:nvSpPr>
          <p:spPr>
            <a:xfrm>
              <a:off x="3778788" y="71025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t508"/>
            <p:cNvSpPr/>
            <p:nvPr/>
          </p:nvSpPr>
          <p:spPr>
            <a:xfrm>
              <a:off x="4045390" y="621802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t509"/>
            <p:cNvSpPr/>
            <p:nvPr/>
          </p:nvSpPr>
          <p:spPr>
            <a:xfrm>
              <a:off x="3776175" y="70991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t510"/>
            <p:cNvSpPr/>
            <p:nvPr/>
          </p:nvSpPr>
          <p:spPr>
            <a:xfrm>
              <a:off x="4354861" y="6335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t511"/>
            <p:cNvSpPr/>
            <p:nvPr/>
          </p:nvSpPr>
          <p:spPr>
            <a:xfrm>
              <a:off x="4537482" y="7543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t512"/>
            <p:cNvSpPr/>
            <p:nvPr/>
          </p:nvSpPr>
          <p:spPr>
            <a:xfrm>
              <a:off x="4088176" y="65449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t513"/>
            <p:cNvSpPr/>
            <p:nvPr/>
          </p:nvSpPr>
          <p:spPr>
            <a:xfrm>
              <a:off x="3744640" y="67141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t514"/>
            <p:cNvSpPr/>
            <p:nvPr/>
          </p:nvSpPr>
          <p:spPr>
            <a:xfrm>
              <a:off x="5251194" y="63202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t515"/>
            <p:cNvSpPr/>
            <p:nvPr/>
          </p:nvSpPr>
          <p:spPr>
            <a:xfrm>
              <a:off x="4052924" y="64543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t516"/>
            <p:cNvSpPr/>
            <p:nvPr/>
          </p:nvSpPr>
          <p:spPr>
            <a:xfrm>
              <a:off x="3756755" y="69007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t517"/>
            <p:cNvSpPr/>
            <p:nvPr/>
          </p:nvSpPr>
          <p:spPr>
            <a:xfrm>
              <a:off x="3727114" y="70092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t518"/>
            <p:cNvSpPr/>
            <p:nvPr/>
          </p:nvSpPr>
          <p:spPr>
            <a:xfrm>
              <a:off x="3946770" y="66812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t519"/>
            <p:cNvSpPr/>
            <p:nvPr/>
          </p:nvSpPr>
          <p:spPr>
            <a:xfrm>
              <a:off x="3844965" y="70108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t520"/>
            <p:cNvSpPr/>
            <p:nvPr/>
          </p:nvSpPr>
          <p:spPr>
            <a:xfrm>
              <a:off x="3811386" y="69805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t521"/>
            <p:cNvSpPr/>
            <p:nvPr/>
          </p:nvSpPr>
          <p:spPr>
            <a:xfrm>
              <a:off x="3824565" y="68436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t522"/>
            <p:cNvSpPr/>
            <p:nvPr/>
          </p:nvSpPr>
          <p:spPr>
            <a:xfrm>
              <a:off x="3921115" y="70098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t523"/>
            <p:cNvSpPr/>
            <p:nvPr/>
          </p:nvSpPr>
          <p:spPr>
            <a:xfrm>
              <a:off x="3792365" y="68844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t524"/>
            <p:cNvSpPr/>
            <p:nvPr/>
          </p:nvSpPr>
          <p:spPr>
            <a:xfrm>
              <a:off x="3932229" y="601787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t525"/>
            <p:cNvSpPr/>
            <p:nvPr/>
          </p:nvSpPr>
          <p:spPr>
            <a:xfrm>
              <a:off x="3555442" y="64627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t526"/>
            <p:cNvSpPr/>
            <p:nvPr/>
          </p:nvSpPr>
          <p:spPr>
            <a:xfrm>
              <a:off x="4663444" y="66725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t527"/>
            <p:cNvSpPr/>
            <p:nvPr/>
          </p:nvSpPr>
          <p:spPr>
            <a:xfrm>
              <a:off x="4291967" y="61962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4237928" y="58600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5812530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3884027" y="70932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3935686" y="7167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4573331" y="72357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4657052" y="69659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4848890" y="55954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4118918" y="619122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4007431" y="618317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3863714" y="70108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3837630" y="67732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3934318" y="70853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5110815" y="69942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3998341" y="6889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3971878" y="69778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t543"/>
            <p:cNvSpPr/>
            <p:nvPr/>
          </p:nvSpPr>
          <p:spPr>
            <a:xfrm>
              <a:off x="3900179" y="69361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t544"/>
            <p:cNvSpPr/>
            <p:nvPr/>
          </p:nvSpPr>
          <p:spPr>
            <a:xfrm>
              <a:off x="4047812" y="71431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t545"/>
            <p:cNvSpPr/>
            <p:nvPr/>
          </p:nvSpPr>
          <p:spPr>
            <a:xfrm>
              <a:off x="3859169" y="66890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t546"/>
            <p:cNvSpPr/>
            <p:nvPr/>
          </p:nvSpPr>
          <p:spPr>
            <a:xfrm>
              <a:off x="3810689" y="68712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t547"/>
            <p:cNvSpPr/>
            <p:nvPr/>
          </p:nvSpPr>
          <p:spPr>
            <a:xfrm>
              <a:off x="3936436" y="68258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t548"/>
            <p:cNvSpPr/>
            <p:nvPr/>
          </p:nvSpPr>
          <p:spPr>
            <a:xfrm>
              <a:off x="4172598" y="70081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t549"/>
            <p:cNvSpPr/>
            <p:nvPr/>
          </p:nvSpPr>
          <p:spPr>
            <a:xfrm>
              <a:off x="4233359" y="7104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t550"/>
            <p:cNvSpPr/>
            <p:nvPr/>
          </p:nvSpPr>
          <p:spPr>
            <a:xfrm>
              <a:off x="4211984" y="70721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t551"/>
            <p:cNvSpPr/>
            <p:nvPr/>
          </p:nvSpPr>
          <p:spPr>
            <a:xfrm>
              <a:off x="4095949" y="69091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t552"/>
            <p:cNvSpPr/>
            <p:nvPr/>
          </p:nvSpPr>
          <p:spPr>
            <a:xfrm>
              <a:off x="4414161" y="58632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t553"/>
            <p:cNvSpPr/>
            <p:nvPr/>
          </p:nvSpPr>
          <p:spPr>
            <a:xfrm>
              <a:off x="5327856" y="602412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t554"/>
            <p:cNvSpPr/>
            <p:nvPr/>
          </p:nvSpPr>
          <p:spPr>
            <a:xfrm>
              <a:off x="5034182" y="628719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t555"/>
            <p:cNvSpPr/>
            <p:nvPr/>
          </p:nvSpPr>
          <p:spPr>
            <a:xfrm>
              <a:off x="3592210" y="69997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t556"/>
            <p:cNvSpPr/>
            <p:nvPr/>
          </p:nvSpPr>
          <p:spPr>
            <a:xfrm>
              <a:off x="3694900" y="70419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t557"/>
            <p:cNvSpPr/>
            <p:nvPr/>
          </p:nvSpPr>
          <p:spPr>
            <a:xfrm>
              <a:off x="3873958" y="68889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t558"/>
            <p:cNvSpPr/>
            <p:nvPr/>
          </p:nvSpPr>
          <p:spPr>
            <a:xfrm>
              <a:off x="3812334" y="69860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t559"/>
            <p:cNvSpPr/>
            <p:nvPr/>
          </p:nvSpPr>
          <p:spPr>
            <a:xfrm>
              <a:off x="3715094" y="68551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t560"/>
            <p:cNvSpPr/>
            <p:nvPr/>
          </p:nvSpPr>
          <p:spPr>
            <a:xfrm>
              <a:off x="3978832" y="73612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t561"/>
            <p:cNvSpPr/>
            <p:nvPr/>
          </p:nvSpPr>
          <p:spPr>
            <a:xfrm>
              <a:off x="4645478" y="68243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t562"/>
            <p:cNvSpPr/>
            <p:nvPr/>
          </p:nvSpPr>
          <p:spPr>
            <a:xfrm>
              <a:off x="3625589" y="69057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t563"/>
            <p:cNvSpPr/>
            <p:nvPr/>
          </p:nvSpPr>
          <p:spPr>
            <a:xfrm>
              <a:off x="3964657" y="60975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t564"/>
            <p:cNvSpPr/>
            <p:nvPr/>
          </p:nvSpPr>
          <p:spPr>
            <a:xfrm>
              <a:off x="3816716" y="69981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t565"/>
            <p:cNvSpPr/>
            <p:nvPr/>
          </p:nvSpPr>
          <p:spPr>
            <a:xfrm>
              <a:off x="4013625" y="70167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t566"/>
            <p:cNvSpPr/>
            <p:nvPr/>
          </p:nvSpPr>
          <p:spPr>
            <a:xfrm>
              <a:off x="3870386" y="69772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t567"/>
            <p:cNvSpPr/>
            <p:nvPr/>
          </p:nvSpPr>
          <p:spPr>
            <a:xfrm>
              <a:off x="3711918" y="71172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t568"/>
            <p:cNvSpPr/>
            <p:nvPr/>
          </p:nvSpPr>
          <p:spPr>
            <a:xfrm>
              <a:off x="3633104" y="69402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t569"/>
            <p:cNvSpPr/>
            <p:nvPr/>
          </p:nvSpPr>
          <p:spPr>
            <a:xfrm>
              <a:off x="4604261" y="65842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t570"/>
            <p:cNvSpPr/>
            <p:nvPr/>
          </p:nvSpPr>
          <p:spPr>
            <a:xfrm>
              <a:off x="4827498" y="64164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t571"/>
            <p:cNvSpPr/>
            <p:nvPr/>
          </p:nvSpPr>
          <p:spPr>
            <a:xfrm>
              <a:off x="5234511" y="79453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t572"/>
            <p:cNvSpPr/>
            <p:nvPr/>
          </p:nvSpPr>
          <p:spPr>
            <a:xfrm>
              <a:off x="5229184" y="61717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t573"/>
            <p:cNvSpPr/>
            <p:nvPr/>
          </p:nvSpPr>
          <p:spPr>
            <a:xfrm>
              <a:off x="4422801" y="62528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t574"/>
            <p:cNvSpPr/>
            <p:nvPr/>
          </p:nvSpPr>
          <p:spPr>
            <a:xfrm>
              <a:off x="3854116" y="64476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t575"/>
            <p:cNvSpPr/>
            <p:nvPr/>
          </p:nvSpPr>
          <p:spPr>
            <a:xfrm>
              <a:off x="3767044" y="60723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t576"/>
            <p:cNvSpPr/>
            <p:nvPr/>
          </p:nvSpPr>
          <p:spPr>
            <a:xfrm>
              <a:off x="4655616" y="62770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t577"/>
            <p:cNvSpPr/>
            <p:nvPr/>
          </p:nvSpPr>
          <p:spPr>
            <a:xfrm>
              <a:off x="4752586" y="63233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t578"/>
            <p:cNvSpPr/>
            <p:nvPr/>
          </p:nvSpPr>
          <p:spPr>
            <a:xfrm>
              <a:off x="4309979" y="627745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t579"/>
            <p:cNvSpPr/>
            <p:nvPr/>
          </p:nvSpPr>
          <p:spPr>
            <a:xfrm>
              <a:off x="5182452" y="68717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t580"/>
            <p:cNvSpPr/>
            <p:nvPr/>
          </p:nvSpPr>
          <p:spPr>
            <a:xfrm>
              <a:off x="3980324" y="70360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t581"/>
            <p:cNvSpPr/>
            <p:nvPr/>
          </p:nvSpPr>
          <p:spPr>
            <a:xfrm>
              <a:off x="4832071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t582"/>
            <p:cNvSpPr/>
            <p:nvPr/>
          </p:nvSpPr>
          <p:spPr>
            <a:xfrm>
              <a:off x="3974929" y="65031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t583"/>
            <p:cNvSpPr/>
            <p:nvPr/>
          </p:nvSpPr>
          <p:spPr>
            <a:xfrm>
              <a:off x="3938496" y="73343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l584"/>
            <p:cNvSpPr/>
            <p:nvPr/>
          </p:nvSpPr>
          <p:spPr>
            <a:xfrm>
              <a:off x="3467413" y="6360466"/>
              <a:ext cx="2482797" cy="0"/>
            </a:xfrm>
            <a:custGeom>
              <a:avLst/>
              <a:gdLst/>
              <a:ahLst/>
              <a:cxnLst/>
              <a:rect l="0" t="0" r="0" b="0"/>
              <a:pathLst>
                <a:path w="2482797">
                  <a:moveTo>
                    <a:pt x="0" y="0"/>
                  </a:moveTo>
                  <a:lnTo>
                    <a:pt x="2482797" y="0"/>
                  </a:lnTo>
                  <a:lnTo>
                    <a:pt x="248279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g585"/>
            <p:cNvSpPr/>
            <p:nvPr/>
          </p:nvSpPr>
          <p:spPr>
            <a:xfrm>
              <a:off x="3580268" y="6272524"/>
              <a:ext cx="2257088" cy="2144560"/>
            </a:xfrm>
            <a:custGeom>
              <a:avLst/>
              <a:gdLst/>
              <a:ahLst/>
              <a:cxnLst/>
              <a:rect l="0" t="0" r="0" b="0"/>
              <a:pathLst>
                <a:path w="2257088" h="2144560">
                  <a:moveTo>
                    <a:pt x="0" y="326643"/>
                  </a:moveTo>
                  <a:lnTo>
                    <a:pt x="28570" y="348080"/>
                  </a:lnTo>
                  <a:lnTo>
                    <a:pt x="57141" y="367335"/>
                  </a:lnTo>
                  <a:lnTo>
                    <a:pt x="85712" y="383740"/>
                  </a:lnTo>
                  <a:lnTo>
                    <a:pt x="114282" y="396857"/>
                  </a:lnTo>
                  <a:lnTo>
                    <a:pt x="142853" y="406545"/>
                  </a:lnTo>
                  <a:lnTo>
                    <a:pt x="171424" y="412941"/>
                  </a:lnTo>
                  <a:lnTo>
                    <a:pt x="199995" y="416229"/>
                  </a:lnTo>
                  <a:lnTo>
                    <a:pt x="228565" y="416123"/>
                  </a:lnTo>
                  <a:lnTo>
                    <a:pt x="257136" y="412336"/>
                  </a:lnTo>
                  <a:lnTo>
                    <a:pt x="285707" y="405386"/>
                  </a:lnTo>
                  <a:lnTo>
                    <a:pt x="314278" y="395404"/>
                  </a:lnTo>
                  <a:lnTo>
                    <a:pt x="342848" y="383008"/>
                  </a:lnTo>
                  <a:lnTo>
                    <a:pt x="371419" y="368293"/>
                  </a:lnTo>
                  <a:lnTo>
                    <a:pt x="399990" y="351985"/>
                  </a:lnTo>
                  <a:lnTo>
                    <a:pt x="428561" y="334216"/>
                  </a:lnTo>
                  <a:lnTo>
                    <a:pt x="457131" y="315140"/>
                  </a:lnTo>
                  <a:lnTo>
                    <a:pt x="485702" y="295670"/>
                  </a:lnTo>
                  <a:lnTo>
                    <a:pt x="514273" y="276065"/>
                  </a:lnTo>
                  <a:lnTo>
                    <a:pt x="542844" y="256218"/>
                  </a:lnTo>
                  <a:lnTo>
                    <a:pt x="571414" y="236260"/>
                  </a:lnTo>
                  <a:lnTo>
                    <a:pt x="599985" y="216776"/>
                  </a:lnTo>
                  <a:lnTo>
                    <a:pt x="628556" y="198741"/>
                  </a:lnTo>
                  <a:lnTo>
                    <a:pt x="657126" y="182814"/>
                  </a:lnTo>
                  <a:lnTo>
                    <a:pt x="685697" y="168862"/>
                  </a:lnTo>
                  <a:lnTo>
                    <a:pt x="714268" y="156506"/>
                  </a:lnTo>
                  <a:lnTo>
                    <a:pt x="742839" y="145281"/>
                  </a:lnTo>
                  <a:lnTo>
                    <a:pt x="771409" y="134721"/>
                  </a:lnTo>
                  <a:lnTo>
                    <a:pt x="799980" y="124425"/>
                  </a:lnTo>
                  <a:lnTo>
                    <a:pt x="828551" y="114109"/>
                  </a:lnTo>
                  <a:lnTo>
                    <a:pt x="857122" y="103632"/>
                  </a:lnTo>
                  <a:lnTo>
                    <a:pt x="885692" y="93001"/>
                  </a:lnTo>
                  <a:lnTo>
                    <a:pt x="914263" y="82351"/>
                  </a:lnTo>
                  <a:lnTo>
                    <a:pt x="942834" y="71906"/>
                  </a:lnTo>
                  <a:lnTo>
                    <a:pt x="971405" y="61930"/>
                  </a:lnTo>
                  <a:lnTo>
                    <a:pt x="999975" y="52670"/>
                  </a:lnTo>
                  <a:lnTo>
                    <a:pt x="1028546" y="44260"/>
                  </a:lnTo>
                  <a:lnTo>
                    <a:pt x="1057117" y="36683"/>
                  </a:lnTo>
                  <a:lnTo>
                    <a:pt x="1085688" y="29843"/>
                  </a:lnTo>
                  <a:lnTo>
                    <a:pt x="1114258" y="23615"/>
                  </a:lnTo>
                  <a:lnTo>
                    <a:pt x="1142829" y="17901"/>
                  </a:lnTo>
                  <a:lnTo>
                    <a:pt x="1171400" y="12666"/>
                  </a:lnTo>
                  <a:lnTo>
                    <a:pt x="1199971" y="7983"/>
                  </a:lnTo>
                  <a:lnTo>
                    <a:pt x="1228541" y="4059"/>
                  </a:lnTo>
                  <a:lnTo>
                    <a:pt x="1257112" y="1240"/>
                  </a:lnTo>
                  <a:lnTo>
                    <a:pt x="1285683" y="0"/>
                  </a:lnTo>
                  <a:lnTo>
                    <a:pt x="1314253" y="910"/>
                  </a:lnTo>
                  <a:lnTo>
                    <a:pt x="1342824" y="4581"/>
                  </a:lnTo>
                  <a:lnTo>
                    <a:pt x="1371395" y="11334"/>
                  </a:lnTo>
                  <a:lnTo>
                    <a:pt x="1399966" y="21194"/>
                  </a:lnTo>
                  <a:lnTo>
                    <a:pt x="1428536" y="34104"/>
                  </a:lnTo>
                  <a:lnTo>
                    <a:pt x="1457107" y="49945"/>
                  </a:lnTo>
                  <a:lnTo>
                    <a:pt x="1485678" y="68545"/>
                  </a:lnTo>
                  <a:lnTo>
                    <a:pt x="1514249" y="89687"/>
                  </a:lnTo>
                  <a:lnTo>
                    <a:pt x="1542819" y="113118"/>
                  </a:lnTo>
                  <a:lnTo>
                    <a:pt x="1571390" y="138556"/>
                  </a:lnTo>
                  <a:lnTo>
                    <a:pt x="1599961" y="165698"/>
                  </a:lnTo>
                  <a:lnTo>
                    <a:pt x="1628532" y="194228"/>
                  </a:lnTo>
                  <a:lnTo>
                    <a:pt x="1657102" y="223832"/>
                  </a:lnTo>
                  <a:lnTo>
                    <a:pt x="1685673" y="254207"/>
                  </a:lnTo>
                  <a:lnTo>
                    <a:pt x="1714244" y="285070"/>
                  </a:lnTo>
                  <a:lnTo>
                    <a:pt x="1742815" y="316174"/>
                  </a:lnTo>
                  <a:lnTo>
                    <a:pt x="1771385" y="347309"/>
                  </a:lnTo>
                  <a:lnTo>
                    <a:pt x="1799956" y="378310"/>
                  </a:lnTo>
                  <a:lnTo>
                    <a:pt x="1828527" y="409055"/>
                  </a:lnTo>
                  <a:lnTo>
                    <a:pt x="1857097" y="439460"/>
                  </a:lnTo>
                  <a:lnTo>
                    <a:pt x="1885668" y="469474"/>
                  </a:lnTo>
                  <a:lnTo>
                    <a:pt x="1914239" y="499074"/>
                  </a:lnTo>
                  <a:lnTo>
                    <a:pt x="1942810" y="528254"/>
                  </a:lnTo>
                  <a:lnTo>
                    <a:pt x="1971380" y="557021"/>
                  </a:lnTo>
                  <a:lnTo>
                    <a:pt x="1999951" y="585391"/>
                  </a:lnTo>
                  <a:lnTo>
                    <a:pt x="2028522" y="613382"/>
                  </a:lnTo>
                  <a:lnTo>
                    <a:pt x="2057093" y="641015"/>
                  </a:lnTo>
                  <a:lnTo>
                    <a:pt x="2085663" y="668308"/>
                  </a:lnTo>
                  <a:lnTo>
                    <a:pt x="2114234" y="695278"/>
                  </a:lnTo>
                  <a:lnTo>
                    <a:pt x="2142805" y="721940"/>
                  </a:lnTo>
                  <a:lnTo>
                    <a:pt x="2171376" y="748303"/>
                  </a:lnTo>
                  <a:lnTo>
                    <a:pt x="2199946" y="774375"/>
                  </a:lnTo>
                  <a:lnTo>
                    <a:pt x="2228517" y="800160"/>
                  </a:lnTo>
                  <a:lnTo>
                    <a:pt x="2257088" y="825660"/>
                  </a:lnTo>
                  <a:lnTo>
                    <a:pt x="2257088" y="2144560"/>
                  </a:lnTo>
                  <a:lnTo>
                    <a:pt x="2228517" y="2059831"/>
                  </a:lnTo>
                  <a:lnTo>
                    <a:pt x="2199946" y="1975567"/>
                  </a:lnTo>
                  <a:lnTo>
                    <a:pt x="2171376" y="1891949"/>
                  </a:lnTo>
                  <a:lnTo>
                    <a:pt x="2142805" y="1809162"/>
                  </a:lnTo>
                  <a:lnTo>
                    <a:pt x="2114234" y="1727392"/>
                  </a:lnTo>
                  <a:lnTo>
                    <a:pt x="2085663" y="1646829"/>
                  </a:lnTo>
                  <a:lnTo>
                    <a:pt x="2057093" y="1567668"/>
                  </a:lnTo>
                  <a:lnTo>
                    <a:pt x="2028522" y="1490106"/>
                  </a:lnTo>
                  <a:lnTo>
                    <a:pt x="1999951" y="1414340"/>
                  </a:lnTo>
                  <a:lnTo>
                    <a:pt x="1971380" y="1340571"/>
                  </a:lnTo>
                  <a:lnTo>
                    <a:pt x="1942810" y="1268997"/>
                  </a:lnTo>
                  <a:lnTo>
                    <a:pt x="1914239" y="1199813"/>
                  </a:lnTo>
                  <a:lnTo>
                    <a:pt x="1885668" y="1133206"/>
                  </a:lnTo>
                  <a:lnTo>
                    <a:pt x="1857097" y="1069352"/>
                  </a:lnTo>
                  <a:lnTo>
                    <a:pt x="1828527" y="1008404"/>
                  </a:lnTo>
                  <a:lnTo>
                    <a:pt x="1799956" y="950493"/>
                  </a:lnTo>
                  <a:lnTo>
                    <a:pt x="1771385" y="895716"/>
                  </a:lnTo>
                  <a:lnTo>
                    <a:pt x="1742815" y="844128"/>
                  </a:lnTo>
                  <a:lnTo>
                    <a:pt x="1714244" y="795744"/>
                  </a:lnTo>
                  <a:lnTo>
                    <a:pt x="1685673" y="750537"/>
                  </a:lnTo>
                  <a:lnTo>
                    <a:pt x="1657102" y="708436"/>
                  </a:lnTo>
                  <a:lnTo>
                    <a:pt x="1628532" y="669340"/>
                  </a:lnTo>
                  <a:lnTo>
                    <a:pt x="1599961" y="633126"/>
                  </a:lnTo>
                  <a:lnTo>
                    <a:pt x="1571390" y="599658"/>
                  </a:lnTo>
                  <a:lnTo>
                    <a:pt x="1542819" y="568800"/>
                  </a:lnTo>
                  <a:lnTo>
                    <a:pt x="1514249" y="540431"/>
                  </a:lnTo>
                  <a:lnTo>
                    <a:pt x="1485678" y="514447"/>
                  </a:lnTo>
                  <a:lnTo>
                    <a:pt x="1457107" y="490774"/>
                  </a:lnTo>
                  <a:lnTo>
                    <a:pt x="1428536" y="469377"/>
                  </a:lnTo>
                  <a:lnTo>
                    <a:pt x="1399966" y="450263"/>
                  </a:lnTo>
                  <a:lnTo>
                    <a:pt x="1371395" y="433492"/>
                  </a:lnTo>
                  <a:lnTo>
                    <a:pt x="1342824" y="419187"/>
                  </a:lnTo>
                  <a:lnTo>
                    <a:pt x="1314253" y="407545"/>
                  </a:lnTo>
                  <a:lnTo>
                    <a:pt x="1285683" y="398758"/>
                  </a:lnTo>
                  <a:lnTo>
                    <a:pt x="1257112" y="392916"/>
                  </a:lnTo>
                  <a:lnTo>
                    <a:pt x="1228541" y="390041"/>
                  </a:lnTo>
                  <a:lnTo>
                    <a:pt x="1199971" y="390061"/>
                  </a:lnTo>
                  <a:lnTo>
                    <a:pt x="1171400" y="392774"/>
                  </a:lnTo>
                  <a:lnTo>
                    <a:pt x="1142829" y="397839"/>
                  </a:lnTo>
                  <a:lnTo>
                    <a:pt x="1114258" y="404782"/>
                  </a:lnTo>
                  <a:lnTo>
                    <a:pt x="1085688" y="413021"/>
                  </a:lnTo>
                  <a:lnTo>
                    <a:pt x="1057117" y="421908"/>
                  </a:lnTo>
                  <a:lnTo>
                    <a:pt x="1028546" y="430774"/>
                  </a:lnTo>
                  <a:lnTo>
                    <a:pt x="999975" y="438973"/>
                  </a:lnTo>
                  <a:lnTo>
                    <a:pt x="971405" y="445964"/>
                  </a:lnTo>
                  <a:lnTo>
                    <a:pt x="942834" y="451749"/>
                  </a:lnTo>
                  <a:lnTo>
                    <a:pt x="914263" y="456766"/>
                  </a:lnTo>
                  <a:lnTo>
                    <a:pt x="885692" y="461480"/>
                  </a:lnTo>
                  <a:lnTo>
                    <a:pt x="857122" y="466320"/>
                  </a:lnTo>
                  <a:lnTo>
                    <a:pt x="828551" y="471621"/>
                  </a:lnTo>
                  <a:lnTo>
                    <a:pt x="799980" y="477593"/>
                  </a:lnTo>
                  <a:lnTo>
                    <a:pt x="771409" y="484297"/>
                  </a:lnTo>
                  <a:lnTo>
                    <a:pt x="742839" y="491650"/>
                  </a:lnTo>
                  <a:lnTo>
                    <a:pt x="714268" y="499455"/>
                  </a:lnTo>
                  <a:lnTo>
                    <a:pt x="685697" y="507448"/>
                  </a:lnTo>
                  <a:lnTo>
                    <a:pt x="657126" y="515364"/>
                  </a:lnTo>
                  <a:lnTo>
                    <a:pt x="628556" y="523029"/>
                  </a:lnTo>
                  <a:lnTo>
                    <a:pt x="599985" y="530484"/>
                  </a:lnTo>
                  <a:lnTo>
                    <a:pt x="571414" y="538178"/>
                  </a:lnTo>
                  <a:lnTo>
                    <a:pt x="542844" y="546574"/>
                  </a:lnTo>
                  <a:lnTo>
                    <a:pt x="514273" y="555742"/>
                  </a:lnTo>
                  <a:lnTo>
                    <a:pt x="485702" y="565296"/>
                  </a:lnTo>
                  <a:lnTo>
                    <a:pt x="457131" y="574610"/>
                  </a:lnTo>
                  <a:lnTo>
                    <a:pt x="428561" y="583486"/>
                  </a:lnTo>
                  <a:lnTo>
                    <a:pt x="399990" y="592705"/>
                  </a:lnTo>
                  <a:lnTo>
                    <a:pt x="371419" y="602407"/>
                  </a:lnTo>
                  <a:lnTo>
                    <a:pt x="342848" y="612759"/>
                  </a:lnTo>
                  <a:lnTo>
                    <a:pt x="314278" y="624620"/>
                  </a:lnTo>
                  <a:lnTo>
                    <a:pt x="285707" y="638214"/>
                  </a:lnTo>
                  <a:lnTo>
                    <a:pt x="257136" y="654174"/>
                  </a:lnTo>
                  <a:lnTo>
                    <a:pt x="228565" y="672603"/>
                  </a:lnTo>
                  <a:lnTo>
                    <a:pt x="199995" y="694061"/>
                  </a:lnTo>
                  <a:lnTo>
                    <a:pt x="171424" y="718318"/>
                  </a:lnTo>
                  <a:lnTo>
                    <a:pt x="142853" y="745167"/>
                  </a:lnTo>
                  <a:lnTo>
                    <a:pt x="114282" y="774878"/>
                  </a:lnTo>
                  <a:lnTo>
                    <a:pt x="85712" y="807673"/>
                  </a:lnTo>
                  <a:lnTo>
                    <a:pt x="57141" y="843499"/>
                  </a:lnTo>
                  <a:lnTo>
                    <a:pt x="28570" y="882003"/>
                  </a:lnTo>
                  <a:lnTo>
                    <a:pt x="0" y="92260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86" name="pl586"/>
            <p:cNvSpPr/>
            <p:nvPr/>
          </p:nvSpPr>
          <p:spPr>
            <a:xfrm>
              <a:off x="3580268" y="6272524"/>
              <a:ext cx="2257088" cy="825660"/>
            </a:xfrm>
            <a:custGeom>
              <a:avLst/>
              <a:gdLst/>
              <a:ahLst/>
              <a:cxnLst/>
              <a:rect l="0" t="0" r="0" b="0"/>
              <a:pathLst>
                <a:path w="2257088" h="825660">
                  <a:moveTo>
                    <a:pt x="0" y="326643"/>
                  </a:moveTo>
                  <a:lnTo>
                    <a:pt x="28570" y="348080"/>
                  </a:lnTo>
                  <a:lnTo>
                    <a:pt x="57141" y="367335"/>
                  </a:lnTo>
                  <a:lnTo>
                    <a:pt x="85712" y="383740"/>
                  </a:lnTo>
                  <a:lnTo>
                    <a:pt x="114282" y="396857"/>
                  </a:lnTo>
                  <a:lnTo>
                    <a:pt x="142853" y="406545"/>
                  </a:lnTo>
                  <a:lnTo>
                    <a:pt x="171424" y="412941"/>
                  </a:lnTo>
                  <a:lnTo>
                    <a:pt x="199995" y="416229"/>
                  </a:lnTo>
                  <a:lnTo>
                    <a:pt x="228565" y="416123"/>
                  </a:lnTo>
                  <a:lnTo>
                    <a:pt x="257136" y="412336"/>
                  </a:lnTo>
                  <a:lnTo>
                    <a:pt x="285707" y="405386"/>
                  </a:lnTo>
                  <a:lnTo>
                    <a:pt x="314278" y="395404"/>
                  </a:lnTo>
                  <a:lnTo>
                    <a:pt x="342848" y="383008"/>
                  </a:lnTo>
                  <a:lnTo>
                    <a:pt x="371419" y="368293"/>
                  </a:lnTo>
                  <a:lnTo>
                    <a:pt x="399990" y="351985"/>
                  </a:lnTo>
                  <a:lnTo>
                    <a:pt x="428561" y="334216"/>
                  </a:lnTo>
                  <a:lnTo>
                    <a:pt x="457131" y="315140"/>
                  </a:lnTo>
                  <a:lnTo>
                    <a:pt x="485702" y="295670"/>
                  </a:lnTo>
                  <a:lnTo>
                    <a:pt x="514273" y="276065"/>
                  </a:lnTo>
                  <a:lnTo>
                    <a:pt x="542844" y="256218"/>
                  </a:lnTo>
                  <a:lnTo>
                    <a:pt x="571414" y="236260"/>
                  </a:lnTo>
                  <a:lnTo>
                    <a:pt x="599985" y="216776"/>
                  </a:lnTo>
                  <a:lnTo>
                    <a:pt x="628556" y="198741"/>
                  </a:lnTo>
                  <a:lnTo>
                    <a:pt x="657126" y="182814"/>
                  </a:lnTo>
                  <a:lnTo>
                    <a:pt x="685697" y="168862"/>
                  </a:lnTo>
                  <a:lnTo>
                    <a:pt x="714268" y="156506"/>
                  </a:lnTo>
                  <a:lnTo>
                    <a:pt x="742839" y="145281"/>
                  </a:lnTo>
                  <a:lnTo>
                    <a:pt x="771409" y="134721"/>
                  </a:lnTo>
                  <a:lnTo>
                    <a:pt x="799980" y="124425"/>
                  </a:lnTo>
                  <a:lnTo>
                    <a:pt x="828551" y="114109"/>
                  </a:lnTo>
                  <a:lnTo>
                    <a:pt x="857122" y="103632"/>
                  </a:lnTo>
                  <a:lnTo>
                    <a:pt x="885692" y="93001"/>
                  </a:lnTo>
                  <a:lnTo>
                    <a:pt x="914263" y="82351"/>
                  </a:lnTo>
                  <a:lnTo>
                    <a:pt x="942834" y="71906"/>
                  </a:lnTo>
                  <a:lnTo>
                    <a:pt x="971405" y="61930"/>
                  </a:lnTo>
                  <a:lnTo>
                    <a:pt x="999975" y="52670"/>
                  </a:lnTo>
                  <a:lnTo>
                    <a:pt x="1028546" y="44260"/>
                  </a:lnTo>
                  <a:lnTo>
                    <a:pt x="1057117" y="36683"/>
                  </a:lnTo>
                  <a:lnTo>
                    <a:pt x="1085688" y="29843"/>
                  </a:lnTo>
                  <a:lnTo>
                    <a:pt x="1114258" y="23615"/>
                  </a:lnTo>
                  <a:lnTo>
                    <a:pt x="1142829" y="17901"/>
                  </a:lnTo>
                  <a:lnTo>
                    <a:pt x="1171400" y="12666"/>
                  </a:lnTo>
                  <a:lnTo>
                    <a:pt x="1199971" y="7983"/>
                  </a:lnTo>
                  <a:lnTo>
                    <a:pt x="1228541" y="4059"/>
                  </a:lnTo>
                  <a:lnTo>
                    <a:pt x="1257112" y="1240"/>
                  </a:lnTo>
                  <a:lnTo>
                    <a:pt x="1285683" y="0"/>
                  </a:lnTo>
                  <a:lnTo>
                    <a:pt x="1314253" y="910"/>
                  </a:lnTo>
                  <a:lnTo>
                    <a:pt x="1342824" y="4581"/>
                  </a:lnTo>
                  <a:lnTo>
                    <a:pt x="1371395" y="11334"/>
                  </a:lnTo>
                  <a:lnTo>
                    <a:pt x="1399966" y="21194"/>
                  </a:lnTo>
                  <a:lnTo>
                    <a:pt x="1428536" y="34104"/>
                  </a:lnTo>
                  <a:lnTo>
                    <a:pt x="1457107" y="49945"/>
                  </a:lnTo>
                  <a:lnTo>
                    <a:pt x="1485678" y="68545"/>
                  </a:lnTo>
                  <a:lnTo>
                    <a:pt x="1514249" y="89687"/>
                  </a:lnTo>
                  <a:lnTo>
                    <a:pt x="1542819" y="113118"/>
                  </a:lnTo>
                  <a:lnTo>
                    <a:pt x="1571390" y="138556"/>
                  </a:lnTo>
                  <a:lnTo>
                    <a:pt x="1599961" y="165698"/>
                  </a:lnTo>
                  <a:lnTo>
                    <a:pt x="1628532" y="194228"/>
                  </a:lnTo>
                  <a:lnTo>
                    <a:pt x="1657102" y="223832"/>
                  </a:lnTo>
                  <a:lnTo>
                    <a:pt x="1685673" y="254207"/>
                  </a:lnTo>
                  <a:lnTo>
                    <a:pt x="1714244" y="285070"/>
                  </a:lnTo>
                  <a:lnTo>
                    <a:pt x="1742815" y="316174"/>
                  </a:lnTo>
                  <a:lnTo>
                    <a:pt x="1771385" y="347309"/>
                  </a:lnTo>
                  <a:lnTo>
                    <a:pt x="1799956" y="378310"/>
                  </a:lnTo>
                  <a:lnTo>
                    <a:pt x="1828527" y="409055"/>
                  </a:lnTo>
                  <a:lnTo>
                    <a:pt x="1857097" y="439460"/>
                  </a:lnTo>
                  <a:lnTo>
                    <a:pt x="1885668" y="469474"/>
                  </a:lnTo>
                  <a:lnTo>
                    <a:pt x="1914239" y="499074"/>
                  </a:lnTo>
                  <a:lnTo>
                    <a:pt x="1942810" y="528254"/>
                  </a:lnTo>
                  <a:lnTo>
                    <a:pt x="1971380" y="557021"/>
                  </a:lnTo>
                  <a:lnTo>
                    <a:pt x="1999951" y="585391"/>
                  </a:lnTo>
                  <a:lnTo>
                    <a:pt x="2028522" y="613382"/>
                  </a:lnTo>
                  <a:lnTo>
                    <a:pt x="2057093" y="641015"/>
                  </a:lnTo>
                  <a:lnTo>
                    <a:pt x="2085663" y="668308"/>
                  </a:lnTo>
                  <a:lnTo>
                    <a:pt x="2114234" y="695278"/>
                  </a:lnTo>
                  <a:lnTo>
                    <a:pt x="2142805" y="721940"/>
                  </a:lnTo>
                  <a:lnTo>
                    <a:pt x="2171376" y="748303"/>
                  </a:lnTo>
                  <a:lnTo>
                    <a:pt x="2199946" y="774375"/>
                  </a:lnTo>
                  <a:lnTo>
                    <a:pt x="2228517" y="800160"/>
                  </a:lnTo>
                  <a:lnTo>
                    <a:pt x="2257088" y="82566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87" name="pl587"/>
            <p:cNvSpPr/>
            <p:nvPr/>
          </p:nvSpPr>
          <p:spPr>
            <a:xfrm>
              <a:off x="3580268" y="6662566"/>
              <a:ext cx="2257088" cy="1754518"/>
            </a:xfrm>
            <a:custGeom>
              <a:avLst/>
              <a:gdLst/>
              <a:ahLst/>
              <a:cxnLst/>
              <a:rect l="0" t="0" r="0" b="0"/>
              <a:pathLst>
                <a:path w="2257088" h="1754518">
                  <a:moveTo>
                    <a:pt x="2257088" y="1754518"/>
                  </a:moveTo>
                  <a:lnTo>
                    <a:pt x="2228517" y="1669789"/>
                  </a:lnTo>
                  <a:lnTo>
                    <a:pt x="2199946" y="1585525"/>
                  </a:lnTo>
                  <a:lnTo>
                    <a:pt x="2171376" y="1501908"/>
                  </a:lnTo>
                  <a:lnTo>
                    <a:pt x="2142805" y="1419120"/>
                  </a:lnTo>
                  <a:lnTo>
                    <a:pt x="2114234" y="1337350"/>
                  </a:lnTo>
                  <a:lnTo>
                    <a:pt x="2085663" y="1256787"/>
                  </a:lnTo>
                  <a:lnTo>
                    <a:pt x="2057093" y="1177627"/>
                  </a:lnTo>
                  <a:lnTo>
                    <a:pt x="2028522" y="1100064"/>
                  </a:lnTo>
                  <a:lnTo>
                    <a:pt x="1999951" y="1024298"/>
                  </a:lnTo>
                  <a:lnTo>
                    <a:pt x="1971380" y="950529"/>
                  </a:lnTo>
                  <a:lnTo>
                    <a:pt x="1942810" y="878955"/>
                  </a:lnTo>
                  <a:lnTo>
                    <a:pt x="1914239" y="809771"/>
                  </a:lnTo>
                  <a:lnTo>
                    <a:pt x="1885668" y="743164"/>
                  </a:lnTo>
                  <a:lnTo>
                    <a:pt x="1857097" y="679310"/>
                  </a:lnTo>
                  <a:lnTo>
                    <a:pt x="1828527" y="618362"/>
                  </a:lnTo>
                  <a:lnTo>
                    <a:pt x="1799956" y="560452"/>
                  </a:lnTo>
                  <a:lnTo>
                    <a:pt x="1771385" y="505674"/>
                  </a:lnTo>
                  <a:lnTo>
                    <a:pt x="1742815" y="454086"/>
                  </a:lnTo>
                  <a:lnTo>
                    <a:pt x="1714244" y="405703"/>
                  </a:lnTo>
                  <a:lnTo>
                    <a:pt x="1685673" y="360495"/>
                  </a:lnTo>
                  <a:lnTo>
                    <a:pt x="1657102" y="318394"/>
                  </a:lnTo>
                  <a:lnTo>
                    <a:pt x="1628532" y="279299"/>
                  </a:lnTo>
                  <a:lnTo>
                    <a:pt x="1599961" y="243084"/>
                  </a:lnTo>
                  <a:lnTo>
                    <a:pt x="1571390" y="209616"/>
                  </a:lnTo>
                  <a:lnTo>
                    <a:pt x="1542819" y="178758"/>
                  </a:lnTo>
                  <a:lnTo>
                    <a:pt x="1514249" y="150389"/>
                  </a:lnTo>
                  <a:lnTo>
                    <a:pt x="1485678" y="124405"/>
                  </a:lnTo>
                  <a:lnTo>
                    <a:pt x="1457107" y="100733"/>
                  </a:lnTo>
                  <a:lnTo>
                    <a:pt x="1428536" y="79336"/>
                  </a:lnTo>
                  <a:lnTo>
                    <a:pt x="1399966" y="60221"/>
                  </a:lnTo>
                  <a:lnTo>
                    <a:pt x="1371395" y="43450"/>
                  </a:lnTo>
                  <a:lnTo>
                    <a:pt x="1342824" y="29145"/>
                  </a:lnTo>
                  <a:lnTo>
                    <a:pt x="1314253" y="17503"/>
                  </a:lnTo>
                  <a:lnTo>
                    <a:pt x="1285683" y="8717"/>
                  </a:lnTo>
                  <a:lnTo>
                    <a:pt x="1257112" y="2874"/>
                  </a:lnTo>
                  <a:lnTo>
                    <a:pt x="1228541" y="0"/>
                  </a:lnTo>
                  <a:lnTo>
                    <a:pt x="1199971" y="19"/>
                  </a:lnTo>
                  <a:lnTo>
                    <a:pt x="1171400" y="2732"/>
                  </a:lnTo>
                  <a:lnTo>
                    <a:pt x="1142829" y="7797"/>
                  </a:lnTo>
                  <a:lnTo>
                    <a:pt x="1114258" y="14740"/>
                  </a:lnTo>
                  <a:lnTo>
                    <a:pt x="1085688" y="22979"/>
                  </a:lnTo>
                  <a:lnTo>
                    <a:pt x="1057117" y="31866"/>
                  </a:lnTo>
                  <a:lnTo>
                    <a:pt x="1028546" y="40732"/>
                  </a:lnTo>
                  <a:lnTo>
                    <a:pt x="999975" y="48931"/>
                  </a:lnTo>
                  <a:lnTo>
                    <a:pt x="971405" y="55923"/>
                  </a:lnTo>
                  <a:lnTo>
                    <a:pt x="942834" y="61707"/>
                  </a:lnTo>
                  <a:lnTo>
                    <a:pt x="914263" y="66724"/>
                  </a:lnTo>
                  <a:lnTo>
                    <a:pt x="885692" y="71439"/>
                  </a:lnTo>
                  <a:lnTo>
                    <a:pt x="857122" y="76278"/>
                  </a:lnTo>
                  <a:lnTo>
                    <a:pt x="828551" y="81579"/>
                  </a:lnTo>
                  <a:lnTo>
                    <a:pt x="799980" y="87551"/>
                  </a:lnTo>
                  <a:lnTo>
                    <a:pt x="771409" y="94255"/>
                  </a:lnTo>
                  <a:lnTo>
                    <a:pt x="742839" y="101608"/>
                  </a:lnTo>
                  <a:lnTo>
                    <a:pt x="714268" y="109413"/>
                  </a:lnTo>
                  <a:lnTo>
                    <a:pt x="685697" y="117406"/>
                  </a:lnTo>
                  <a:lnTo>
                    <a:pt x="657126" y="125322"/>
                  </a:lnTo>
                  <a:lnTo>
                    <a:pt x="628556" y="132987"/>
                  </a:lnTo>
                  <a:lnTo>
                    <a:pt x="599985" y="140442"/>
                  </a:lnTo>
                  <a:lnTo>
                    <a:pt x="571414" y="148136"/>
                  </a:lnTo>
                  <a:lnTo>
                    <a:pt x="542844" y="156532"/>
                  </a:lnTo>
                  <a:lnTo>
                    <a:pt x="514273" y="165700"/>
                  </a:lnTo>
                  <a:lnTo>
                    <a:pt x="485702" y="175254"/>
                  </a:lnTo>
                  <a:lnTo>
                    <a:pt x="457131" y="184568"/>
                  </a:lnTo>
                  <a:lnTo>
                    <a:pt x="428561" y="193444"/>
                  </a:lnTo>
                  <a:lnTo>
                    <a:pt x="399990" y="202663"/>
                  </a:lnTo>
                  <a:lnTo>
                    <a:pt x="371419" y="212365"/>
                  </a:lnTo>
                  <a:lnTo>
                    <a:pt x="342848" y="222718"/>
                  </a:lnTo>
                  <a:lnTo>
                    <a:pt x="314278" y="234578"/>
                  </a:lnTo>
                  <a:lnTo>
                    <a:pt x="285707" y="248172"/>
                  </a:lnTo>
                  <a:lnTo>
                    <a:pt x="257136" y="264132"/>
                  </a:lnTo>
                  <a:lnTo>
                    <a:pt x="228565" y="282561"/>
                  </a:lnTo>
                  <a:lnTo>
                    <a:pt x="199995" y="304019"/>
                  </a:lnTo>
                  <a:lnTo>
                    <a:pt x="171424" y="328276"/>
                  </a:lnTo>
                  <a:lnTo>
                    <a:pt x="142853" y="355125"/>
                  </a:lnTo>
                  <a:lnTo>
                    <a:pt x="114282" y="384836"/>
                  </a:lnTo>
                  <a:lnTo>
                    <a:pt x="85712" y="417631"/>
                  </a:lnTo>
                  <a:lnTo>
                    <a:pt x="57141" y="453457"/>
                  </a:lnTo>
                  <a:lnTo>
                    <a:pt x="28570" y="491961"/>
                  </a:lnTo>
                  <a:lnTo>
                    <a:pt x="0" y="532561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588" name="pl588"/>
            <p:cNvSpPr/>
            <p:nvPr/>
          </p:nvSpPr>
          <p:spPr>
            <a:xfrm>
              <a:off x="3580268" y="6469574"/>
              <a:ext cx="2257088" cy="1288060"/>
            </a:xfrm>
            <a:custGeom>
              <a:avLst/>
              <a:gdLst/>
              <a:ahLst/>
              <a:cxnLst/>
              <a:rect l="0" t="0" r="0" b="0"/>
              <a:pathLst>
                <a:path w="2257088" h="1288060">
                  <a:moveTo>
                    <a:pt x="0" y="427572"/>
                  </a:moveTo>
                  <a:lnTo>
                    <a:pt x="28570" y="417991"/>
                  </a:lnTo>
                  <a:lnTo>
                    <a:pt x="57141" y="408367"/>
                  </a:lnTo>
                  <a:lnTo>
                    <a:pt x="85712" y="398656"/>
                  </a:lnTo>
                  <a:lnTo>
                    <a:pt x="114282" y="388817"/>
                  </a:lnTo>
                  <a:lnTo>
                    <a:pt x="142853" y="378805"/>
                  </a:lnTo>
                  <a:lnTo>
                    <a:pt x="171424" y="368579"/>
                  </a:lnTo>
                  <a:lnTo>
                    <a:pt x="199995" y="358094"/>
                  </a:lnTo>
                  <a:lnTo>
                    <a:pt x="228565" y="347313"/>
                  </a:lnTo>
                  <a:lnTo>
                    <a:pt x="257136" y="336204"/>
                  </a:lnTo>
                  <a:lnTo>
                    <a:pt x="285707" y="324749"/>
                  </a:lnTo>
                  <a:lnTo>
                    <a:pt x="314278" y="312961"/>
                  </a:lnTo>
                  <a:lnTo>
                    <a:pt x="342848" y="300833"/>
                  </a:lnTo>
                  <a:lnTo>
                    <a:pt x="371419" y="288299"/>
                  </a:lnTo>
                  <a:lnTo>
                    <a:pt x="399990" y="275295"/>
                  </a:lnTo>
                  <a:lnTo>
                    <a:pt x="428561" y="261800"/>
                  </a:lnTo>
                  <a:lnTo>
                    <a:pt x="457131" y="247824"/>
                  </a:lnTo>
                  <a:lnTo>
                    <a:pt x="485702" y="233432"/>
                  </a:lnTo>
                  <a:lnTo>
                    <a:pt x="514273" y="218853"/>
                  </a:lnTo>
                  <a:lnTo>
                    <a:pt x="542844" y="204346"/>
                  </a:lnTo>
                  <a:lnTo>
                    <a:pt x="571414" y="190168"/>
                  </a:lnTo>
                  <a:lnTo>
                    <a:pt x="599985" y="176580"/>
                  </a:lnTo>
                  <a:lnTo>
                    <a:pt x="628556" y="163834"/>
                  </a:lnTo>
                  <a:lnTo>
                    <a:pt x="657126" y="152039"/>
                  </a:lnTo>
                  <a:lnTo>
                    <a:pt x="685697" y="141104"/>
                  </a:lnTo>
                  <a:lnTo>
                    <a:pt x="714268" y="130930"/>
                  </a:lnTo>
                  <a:lnTo>
                    <a:pt x="742839" y="121415"/>
                  </a:lnTo>
                  <a:lnTo>
                    <a:pt x="771409" y="112458"/>
                  </a:lnTo>
                  <a:lnTo>
                    <a:pt x="799980" y="103958"/>
                  </a:lnTo>
                  <a:lnTo>
                    <a:pt x="828551" y="95814"/>
                  </a:lnTo>
                  <a:lnTo>
                    <a:pt x="857122" y="87925"/>
                  </a:lnTo>
                  <a:lnTo>
                    <a:pt x="885692" y="80190"/>
                  </a:lnTo>
                  <a:lnTo>
                    <a:pt x="914263" y="72508"/>
                  </a:lnTo>
                  <a:lnTo>
                    <a:pt x="942834" y="64777"/>
                  </a:lnTo>
                  <a:lnTo>
                    <a:pt x="971405" y="56897"/>
                  </a:lnTo>
                  <a:lnTo>
                    <a:pt x="999975" y="48771"/>
                  </a:lnTo>
                  <a:lnTo>
                    <a:pt x="1028546" y="40467"/>
                  </a:lnTo>
                  <a:lnTo>
                    <a:pt x="1057117" y="32245"/>
                  </a:lnTo>
                  <a:lnTo>
                    <a:pt x="1085688" y="24381"/>
                  </a:lnTo>
                  <a:lnTo>
                    <a:pt x="1114258" y="17148"/>
                  </a:lnTo>
                  <a:lnTo>
                    <a:pt x="1142829" y="10820"/>
                  </a:lnTo>
                  <a:lnTo>
                    <a:pt x="1171400" y="5669"/>
                  </a:lnTo>
                  <a:lnTo>
                    <a:pt x="1199971" y="1971"/>
                  </a:lnTo>
                  <a:lnTo>
                    <a:pt x="1228541" y="0"/>
                  </a:lnTo>
                  <a:lnTo>
                    <a:pt x="1257112" y="27"/>
                  </a:lnTo>
                  <a:lnTo>
                    <a:pt x="1285683" y="2328"/>
                  </a:lnTo>
                  <a:lnTo>
                    <a:pt x="1314253" y="7177"/>
                  </a:lnTo>
                  <a:lnTo>
                    <a:pt x="1342824" y="14833"/>
                  </a:lnTo>
                  <a:lnTo>
                    <a:pt x="1371395" y="25362"/>
                  </a:lnTo>
                  <a:lnTo>
                    <a:pt x="1399966" y="38678"/>
                  </a:lnTo>
                  <a:lnTo>
                    <a:pt x="1428536" y="54690"/>
                  </a:lnTo>
                  <a:lnTo>
                    <a:pt x="1457107" y="73309"/>
                  </a:lnTo>
                  <a:lnTo>
                    <a:pt x="1485678" y="94446"/>
                  </a:lnTo>
                  <a:lnTo>
                    <a:pt x="1514249" y="118009"/>
                  </a:lnTo>
                  <a:lnTo>
                    <a:pt x="1542819" y="143909"/>
                  </a:lnTo>
                  <a:lnTo>
                    <a:pt x="1571390" y="172056"/>
                  </a:lnTo>
                  <a:lnTo>
                    <a:pt x="1599961" y="202361"/>
                  </a:lnTo>
                  <a:lnTo>
                    <a:pt x="1628532" y="234734"/>
                  </a:lnTo>
                  <a:lnTo>
                    <a:pt x="1657102" y="269084"/>
                  </a:lnTo>
                  <a:lnTo>
                    <a:pt x="1685673" y="305321"/>
                  </a:lnTo>
                  <a:lnTo>
                    <a:pt x="1714244" y="343357"/>
                  </a:lnTo>
                  <a:lnTo>
                    <a:pt x="1742815" y="383100"/>
                  </a:lnTo>
                  <a:lnTo>
                    <a:pt x="1771385" y="424462"/>
                  </a:lnTo>
                  <a:lnTo>
                    <a:pt x="1799956" y="467351"/>
                  </a:lnTo>
                  <a:lnTo>
                    <a:pt x="1828527" y="511679"/>
                  </a:lnTo>
                  <a:lnTo>
                    <a:pt x="1857097" y="557355"/>
                  </a:lnTo>
                  <a:lnTo>
                    <a:pt x="1885668" y="604290"/>
                  </a:lnTo>
                  <a:lnTo>
                    <a:pt x="1914239" y="652393"/>
                  </a:lnTo>
                  <a:lnTo>
                    <a:pt x="1942810" y="701575"/>
                  </a:lnTo>
                  <a:lnTo>
                    <a:pt x="1971380" y="751745"/>
                  </a:lnTo>
                  <a:lnTo>
                    <a:pt x="1999951" y="802815"/>
                  </a:lnTo>
                  <a:lnTo>
                    <a:pt x="2028522" y="854694"/>
                  </a:lnTo>
                  <a:lnTo>
                    <a:pt x="2057093" y="907291"/>
                  </a:lnTo>
                  <a:lnTo>
                    <a:pt x="2085663" y="960518"/>
                  </a:lnTo>
                  <a:lnTo>
                    <a:pt x="2114234" y="1014285"/>
                  </a:lnTo>
                  <a:lnTo>
                    <a:pt x="2142805" y="1068500"/>
                  </a:lnTo>
                  <a:lnTo>
                    <a:pt x="2171376" y="1123076"/>
                  </a:lnTo>
                  <a:lnTo>
                    <a:pt x="2199946" y="1177921"/>
                  </a:lnTo>
                  <a:lnTo>
                    <a:pt x="2228517" y="1232945"/>
                  </a:lnTo>
                  <a:lnTo>
                    <a:pt x="2257088" y="128806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rc589"/>
            <p:cNvSpPr/>
            <p:nvPr/>
          </p:nvSpPr>
          <p:spPr>
            <a:xfrm>
              <a:off x="3467413" y="5418670"/>
              <a:ext cx="248279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tx590"/>
            <p:cNvSpPr/>
            <p:nvPr/>
          </p:nvSpPr>
          <p:spPr>
            <a:xfrm>
              <a:off x="3212205" y="8554529"/>
              <a:ext cx="19257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-0.6</a:t>
              </a:r>
            </a:p>
          </p:txBody>
        </p:sp>
        <p:sp>
          <p:nvSpPr>
            <p:cNvPr id="591" name="tx591"/>
            <p:cNvSpPr/>
            <p:nvPr/>
          </p:nvSpPr>
          <p:spPr>
            <a:xfrm>
              <a:off x="3212205" y="7710970"/>
              <a:ext cx="192578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-0.3</a:t>
              </a:r>
            </a:p>
          </p:txBody>
        </p:sp>
        <p:sp>
          <p:nvSpPr>
            <p:cNvPr id="592" name="tx592"/>
            <p:cNvSpPr/>
            <p:nvPr/>
          </p:nvSpPr>
          <p:spPr>
            <a:xfrm>
              <a:off x="3249421" y="686752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93" name="tx593"/>
            <p:cNvSpPr/>
            <p:nvPr/>
          </p:nvSpPr>
          <p:spPr>
            <a:xfrm>
              <a:off x="3249421" y="6023961"/>
              <a:ext cx="155361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594" name="pl594"/>
            <p:cNvSpPr/>
            <p:nvPr/>
          </p:nvSpPr>
          <p:spPr>
            <a:xfrm>
              <a:off x="3432619" y="859622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l595"/>
            <p:cNvSpPr/>
            <p:nvPr/>
          </p:nvSpPr>
          <p:spPr>
            <a:xfrm>
              <a:off x="3432619" y="77527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l596"/>
            <p:cNvSpPr/>
            <p:nvPr/>
          </p:nvSpPr>
          <p:spPr>
            <a:xfrm>
              <a:off x="3432619" y="69092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l597"/>
            <p:cNvSpPr/>
            <p:nvPr/>
          </p:nvSpPr>
          <p:spPr>
            <a:xfrm>
              <a:off x="3432619" y="606570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l598"/>
            <p:cNvSpPr/>
            <p:nvPr/>
          </p:nvSpPr>
          <p:spPr>
            <a:xfrm>
              <a:off x="3671514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l599"/>
            <p:cNvSpPr/>
            <p:nvPr/>
          </p:nvSpPr>
          <p:spPr>
            <a:xfrm>
              <a:off x="4096487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l600"/>
            <p:cNvSpPr/>
            <p:nvPr/>
          </p:nvSpPr>
          <p:spPr>
            <a:xfrm>
              <a:off x="4521460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l601"/>
            <p:cNvSpPr/>
            <p:nvPr/>
          </p:nvSpPr>
          <p:spPr>
            <a:xfrm>
              <a:off x="4946432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l602"/>
            <p:cNvSpPr/>
            <p:nvPr/>
          </p:nvSpPr>
          <p:spPr>
            <a:xfrm>
              <a:off x="5371405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l603"/>
            <p:cNvSpPr/>
            <p:nvPr/>
          </p:nvSpPr>
          <p:spPr>
            <a:xfrm>
              <a:off x="5796378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tx604"/>
            <p:cNvSpPr/>
            <p:nvPr/>
          </p:nvSpPr>
          <p:spPr>
            <a:xfrm>
              <a:off x="3621827" y="8659095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05" name="tx605"/>
            <p:cNvSpPr/>
            <p:nvPr/>
          </p:nvSpPr>
          <p:spPr>
            <a:xfrm>
              <a:off x="4065409" y="86577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06" name="tx606"/>
            <p:cNvSpPr/>
            <p:nvPr/>
          </p:nvSpPr>
          <p:spPr>
            <a:xfrm>
              <a:off x="4490382" y="8659095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07" name="tx607"/>
            <p:cNvSpPr/>
            <p:nvPr/>
          </p:nvSpPr>
          <p:spPr>
            <a:xfrm>
              <a:off x="4915355" y="8659095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08" name="tx608"/>
            <p:cNvSpPr/>
            <p:nvPr/>
          </p:nvSpPr>
          <p:spPr>
            <a:xfrm>
              <a:off x="5340328" y="8657676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09" name="tx609"/>
            <p:cNvSpPr/>
            <p:nvPr/>
          </p:nvSpPr>
          <p:spPr>
            <a:xfrm>
              <a:off x="5765300" y="8659422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10" name="tx610"/>
            <p:cNvSpPr/>
            <p:nvPr/>
          </p:nvSpPr>
          <p:spPr>
            <a:xfrm>
              <a:off x="3808265" y="8777412"/>
              <a:ext cx="1801093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Cortical Amyloid (Z)</a:t>
              </a:r>
            </a:p>
          </p:txBody>
        </p:sp>
        <p:sp>
          <p:nvSpPr>
            <p:cNvPr id="611" name="tx611"/>
            <p:cNvSpPr/>
            <p:nvPr/>
          </p:nvSpPr>
          <p:spPr>
            <a:xfrm rot="-5400000">
              <a:off x="2140467" y="6942179"/>
              <a:ext cx="1870738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Cortical Amyloid (Z/year)</a:t>
              </a:r>
            </a:p>
          </p:txBody>
        </p:sp>
        <p:sp>
          <p:nvSpPr>
            <p:cNvPr id="612" name="rc612"/>
            <p:cNvSpPr/>
            <p:nvPr/>
          </p:nvSpPr>
          <p:spPr>
            <a:xfrm>
              <a:off x="6019800" y="5715794"/>
              <a:ext cx="3048000" cy="292417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3" name="pl613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l614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l615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l616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l617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l618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l619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l620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l621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l622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l623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l624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l625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gdLst/>
              <a:ahLst/>
              <a:cxnLst/>
              <a:rect l="0" t="0" r="0" b="0"/>
              <a:pathLst>
                <a:path w="2314796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l626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l627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l628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l629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l630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gdLst/>
              <a:ahLst/>
              <a:cxnLst/>
              <a:rect l="0" t="0" r="0" b="0"/>
              <a:pathLst>
                <a:path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l631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gdLst/>
              <a:ahLst/>
              <a:cxnLst/>
              <a:rect l="0" t="0" r="0" b="0"/>
              <a:pathLst>
                <a:path w="2104360" h="2104360">
                  <a:moveTo>
                    <a:pt x="0" y="2104360"/>
                  </a:moveTo>
                  <a:lnTo>
                    <a:pt x="30062" y="2104360"/>
                  </a:lnTo>
                  <a:lnTo>
                    <a:pt x="60124" y="2104360"/>
                  </a:lnTo>
                  <a:lnTo>
                    <a:pt x="60124" y="2026421"/>
                  </a:lnTo>
                  <a:lnTo>
                    <a:pt x="60124" y="1948481"/>
                  </a:lnTo>
                  <a:lnTo>
                    <a:pt x="90186" y="1948481"/>
                  </a:lnTo>
                  <a:lnTo>
                    <a:pt x="90186" y="1870542"/>
                  </a:lnTo>
                  <a:lnTo>
                    <a:pt x="120249" y="1870542"/>
                  </a:lnTo>
                  <a:lnTo>
                    <a:pt x="150311" y="1870542"/>
                  </a:lnTo>
                  <a:lnTo>
                    <a:pt x="150311" y="1792603"/>
                  </a:lnTo>
                  <a:lnTo>
                    <a:pt x="150311" y="1714663"/>
                  </a:lnTo>
                  <a:lnTo>
                    <a:pt x="180373" y="1714663"/>
                  </a:lnTo>
                  <a:lnTo>
                    <a:pt x="180373" y="1636724"/>
                  </a:lnTo>
                  <a:lnTo>
                    <a:pt x="180373" y="1558785"/>
                  </a:lnTo>
                  <a:lnTo>
                    <a:pt x="210436" y="1558785"/>
                  </a:lnTo>
                  <a:lnTo>
                    <a:pt x="210436" y="1480846"/>
                  </a:lnTo>
                  <a:lnTo>
                    <a:pt x="240498" y="1480846"/>
                  </a:lnTo>
                  <a:lnTo>
                    <a:pt x="270560" y="1480846"/>
                  </a:lnTo>
                  <a:lnTo>
                    <a:pt x="270560" y="1402906"/>
                  </a:lnTo>
                  <a:lnTo>
                    <a:pt x="300622" y="1402906"/>
                  </a:lnTo>
                  <a:lnTo>
                    <a:pt x="330685" y="1402906"/>
                  </a:lnTo>
                  <a:lnTo>
                    <a:pt x="360747" y="1402906"/>
                  </a:lnTo>
                  <a:lnTo>
                    <a:pt x="390809" y="1402906"/>
                  </a:lnTo>
                  <a:lnTo>
                    <a:pt x="420872" y="1402906"/>
                  </a:lnTo>
                  <a:lnTo>
                    <a:pt x="420872" y="1324967"/>
                  </a:lnTo>
                  <a:lnTo>
                    <a:pt x="420872" y="1247028"/>
                  </a:lnTo>
                  <a:lnTo>
                    <a:pt x="420872" y="1169089"/>
                  </a:lnTo>
                  <a:lnTo>
                    <a:pt x="450934" y="1169089"/>
                  </a:lnTo>
                  <a:lnTo>
                    <a:pt x="450934" y="1091149"/>
                  </a:lnTo>
                  <a:lnTo>
                    <a:pt x="450934" y="1013210"/>
                  </a:lnTo>
                  <a:lnTo>
                    <a:pt x="450934" y="935271"/>
                  </a:lnTo>
                  <a:lnTo>
                    <a:pt x="480996" y="935271"/>
                  </a:lnTo>
                  <a:lnTo>
                    <a:pt x="511058" y="935271"/>
                  </a:lnTo>
                  <a:lnTo>
                    <a:pt x="541121" y="935271"/>
                  </a:lnTo>
                  <a:lnTo>
                    <a:pt x="541121" y="857331"/>
                  </a:lnTo>
                  <a:lnTo>
                    <a:pt x="571183" y="857331"/>
                  </a:lnTo>
                  <a:lnTo>
                    <a:pt x="571183" y="779392"/>
                  </a:lnTo>
                  <a:lnTo>
                    <a:pt x="601245" y="779392"/>
                  </a:lnTo>
                  <a:lnTo>
                    <a:pt x="631308" y="779392"/>
                  </a:lnTo>
                  <a:lnTo>
                    <a:pt x="661370" y="779392"/>
                  </a:lnTo>
                  <a:lnTo>
                    <a:pt x="661370" y="701453"/>
                  </a:lnTo>
                  <a:lnTo>
                    <a:pt x="691432" y="701453"/>
                  </a:lnTo>
                  <a:lnTo>
                    <a:pt x="691432" y="623514"/>
                  </a:lnTo>
                  <a:lnTo>
                    <a:pt x="721494" y="623514"/>
                  </a:lnTo>
                  <a:lnTo>
                    <a:pt x="721494" y="545574"/>
                  </a:lnTo>
                  <a:lnTo>
                    <a:pt x="751557" y="545574"/>
                  </a:lnTo>
                  <a:lnTo>
                    <a:pt x="781619" y="545574"/>
                  </a:lnTo>
                  <a:lnTo>
                    <a:pt x="811681" y="545574"/>
                  </a:lnTo>
                  <a:lnTo>
                    <a:pt x="841744" y="545574"/>
                  </a:lnTo>
                  <a:lnTo>
                    <a:pt x="871806" y="545574"/>
                  </a:lnTo>
                  <a:lnTo>
                    <a:pt x="871806" y="467635"/>
                  </a:lnTo>
                  <a:lnTo>
                    <a:pt x="901868" y="467635"/>
                  </a:lnTo>
                  <a:lnTo>
                    <a:pt x="931931" y="467635"/>
                  </a:lnTo>
                  <a:lnTo>
                    <a:pt x="961993" y="467635"/>
                  </a:lnTo>
                  <a:lnTo>
                    <a:pt x="992055" y="467635"/>
                  </a:lnTo>
                  <a:lnTo>
                    <a:pt x="1022117" y="467635"/>
                  </a:lnTo>
                  <a:lnTo>
                    <a:pt x="1022117" y="389696"/>
                  </a:lnTo>
                  <a:lnTo>
                    <a:pt x="1052180" y="389696"/>
                  </a:lnTo>
                  <a:lnTo>
                    <a:pt x="1052180" y="311757"/>
                  </a:lnTo>
                  <a:lnTo>
                    <a:pt x="1082242" y="311757"/>
                  </a:lnTo>
                  <a:lnTo>
                    <a:pt x="1112304" y="311757"/>
                  </a:lnTo>
                  <a:lnTo>
                    <a:pt x="1142367" y="311757"/>
                  </a:lnTo>
                  <a:lnTo>
                    <a:pt x="1172429" y="311757"/>
                  </a:lnTo>
                  <a:lnTo>
                    <a:pt x="1202491" y="311757"/>
                  </a:lnTo>
                  <a:lnTo>
                    <a:pt x="1232553" y="311757"/>
                  </a:lnTo>
                  <a:lnTo>
                    <a:pt x="1232553" y="233817"/>
                  </a:lnTo>
                  <a:lnTo>
                    <a:pt x="1262616" y="233817"/>
                  </a:lnTo>
                  <a:lnTo>
                    <a:pt x="1292678" y="233817"/>
                  </a:lnTo>
                  <a:lnTo>
                    <a:pt x="1322740" y="233817"/>
                  </a:lnTo>
                  <a:lnTo>
                    <a:pt x="1352803" y="233817"/>
                  </a:lnTo>
                  <a:lnTo>
                    <a:pt x="1352803" y="155878"/>
                  </a:lnTo>
                  <a:lnTo>
                    <a:pt x="1382865" y="155878"/>
                  </a:lnTo>
                  <a:lnTo>
                    <a:pt x="1412927" y="155878"/>
                  </a:lnTo>
                  <a:lnTo>
                    <a:pt x="1442989" y="155878"/>
                  </a:lnTo>
                  <a:lnTo>
                    <a:pt x="1473052" y="155878"/>
                  </a:lnTo>
                  <a:lnTo>
                    <a:pt x="1503114" y="155878"/>
                  </a:lnTo>
                  <a:lnTo>
                    <a:pt x="1533176" y="155878"/>
                  </a:lnTo>
                  <a:lnTo>
                    <a:pt x="1563239" y="155878"/>
                  </a:lnTo>
                  <a:lnTo>
                    <a:pt x="1593301" y="155878"/>
                  </a:lnTo>
                  <a:lnTo>
                    <a:pt x="1623363" y="155878"/>
                  </a:lnTo>
                  <a:lnTo>
                    <a:pt x="1653425" y="155878"/>
                  </a:lnTo>
                  <a:lnTo>
                    <a:pt x="1683488" y="155878"/>
                  </a:lnTo>
                  <a:lnTo>
                    <a:pt x="1713550" y="155878"/>
                  </a:lnTo>
                  <a:lnTo>
                    <a:pt x="1743612" y="155878"/>
                  </a:lnTo>
                  <a:lnTo>
                    <a:pt x="1743612" y="77939"/>
                  </a:lnTo>
                  <a:lnTo>
                    <a:pt x="1743612" y="0"/>
                  </a:lnTo>
                  <a:lnTo>
                    <a:pt x="1773675" y="0"/>
                  </a:lnTo>
                  <a:lnTo>
                    <a:pt x="1803737" y="0"/>
                  </a:lnTo>
                  <a:lnTo>
                    <a:pt x="1833799" y="0"/>
                  </a:lnTo>
                  <a:lnTo>
                    <a:pt x="1863862" y="0"/>
                  </a:lnTo>
                  <a:lnTo>
                    <a:pt x="1893924" y="0"/>
                  </a:lnTo>
                  <a:lnTo>
                    <a:pt x="1923986" y="0"/>
                  </a:lnTo>
                  <a:lnTo>
                    <a:pt x="1954048" y="0"/>
                  </a:lnTo>
                  <a:lnTo>
                    <a:pt x="1984111" y="0"/>
                  </a:lnTo>
                  <a:lnTo>
                    <a:pt x="2014173" y="0"/>
                  </a:lnTo>
                  <a:lnTo>
                    <a:pt x="2044235" y="0"/>
                  </a:lnTo>
                  <a:lnTo>
                    <a:pt x="2074298" y="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l632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gdLst/>
              <a:ahLst/>
              <a:cxnLst/>
              <a:rect l="0" t="0" r="0" b="0"/>
              <a:pathLst>
                <a:path w="2314796" h="2314796">
                  <a:moveTo>
                    <a:pt x="0" y="2314796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g633"/>
            <p:cNvSpPr/>
            <p:nvPr/>
          </p:nvSpPr>
          <p:spPr>
            <a:xfrm>
              <a:off x="7295743" y="6949282"/>
              <a:ext cx="1683488" cy="1071452"/>
            </a:xfrm>
            <a:custGeom>
              <a:avLst/>
              <a:gdLst/>
              <a:ahLst/>
              <a:cxnLst/>
              <a:rect l="0" t="0" r="0" b="0"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tx634"/>
            <p:cNvSpPr/>
            <p:nvPr/>
          </p:nvSpPr>
          <p:spPr>
            <a:xfrm>
              <a:off x="6858000" y="7177881"/>
              <a:ext cx="2214701" cy="1392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-0.15 </a:t>
              </a:r>
              <a:endParaRPr lang="en-US" sz="1195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[-0.493, 0.391]</a:t>
              </a:r>
            </a:p>
          </p:txBody>
        </p:sp>
        <p:sp>
          <p:nvSpPr>
            <p:cNvPr id="635" name="tx635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0.715</a:t>
              </a:r>
            </a:p>
          </p:txBody>
        </p:sp>
        <p:sp>
          <p:nvSpPr>
            <p:cNvPr id="636" name="tx636"/>
            <p:cNvSpPr/>
            <p:nvPr/>
          </p:nvSpPr>
          <p:spPr>
            <a:xfrm>
              <a:off x="7341273" y="7645724"/>
              <a:ext cx="1176935" cy="1109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0.455</a:t>
              </a:r>
            </a:p>
          </p:txBody>
        </p:sp>
        <p:sp>
          <p:nvSpPr>
            <p:cNvPr id="637" name="tx637"/>
            <p:cNvSpPr/>
            <p:nvPr/>
          </p:nvSpPr>
          <p:spPr>
            <a:xfrm>
              <a:off x="7341273" y="7864268"/>
              <a:ext cx="974480" cy="1109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0.741</a:t>
              </a:r>
            </a:p>
          </p:txBody>
        </p:sp>
        <p:sp>
          <p:nvSpPr>
            <p:cNvPr id="638" name="tx638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40" name="tx640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43" name="tx643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44" name="tx644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45" name="tx645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46" name="tx646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47" name="tx647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48" name="tx648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649" name="tx649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650" name="rc650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rc651"/>
            <p:cNvSpPr/>
            <p:nvPr/>
          </p:nvSpPr>
          <p:spPr>
            <a:xfrm>
              <a:off x="9563413" y="5418670"/>
              <a:ext cx="95879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2" name="pl652"/>
            <p:cNvSpPr/>
            <p:nvPr/>
          </p:nvSpPr>
          <p:spPr>
            <a:xfrm>
              <a:off x="9563413" y="8174468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l653"/>
            <p:cNvSpPr/>
            <p:nvPr/>
          </p:nvSpPr>
          <p:spPr>
            <a:xfrm>
              <a:off x="9563413" y="7330964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l654"/>
            <p:cNvSpPr/>
            <p:nvPr/>
          </p:nvSpPr>
          <p:spPr>
            <a:xfrm>
              <a:off x="9563413" y="6487460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l655"/>
            <p:cNvSpPr/>
            <p:nvPr/>
          </p:nvSpPr>
          <p:spPr>
            <a:xfrm>
              <a:off x="9563413" y="5643955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l656"/>
            <p:cNvSpPr/>
            <p:nvPr/>
          </p:nvSpPr>
          <p:spPr>
            <a:xfrm>
              <a:off x="9724289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l657"/>
            <p:cNvSpPr/>
            <p:nvPr/>
          </p:nvSpPr>
          <p:spPr>
            <a:xfrm>
              <a:off x="9888404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l658"/>
            <p:cNvSpPr/>
            <p:nvPr/>
          </p:nvSpPr>
          <p:spPr>
            <a:xfrm>
              <a:off x="10052518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l659"/>
            <p:cNvSpPr/>
            <p:nvPr/>
          </p:nvSpPr>
          <p:spPr>
            <a:xfrm>
              <a:off x="10216632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l660"/>
            <p:cNvSpPr/>
            <p:nvPr/>
          </p:nvSpPr>
          <p:spPr>
            <a:xfrm>
              <a:off x="10380747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l661"/>
            <p:cNvSpPr/>
            <p:nvPr/>
          </p:nvSpPr>
          <p:spPr>
            <a:xfrm>
              <a:off x="9563413" y="8596220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l662"/>
            <p:cNvSpPr/>
            <p:nvPr/>
          </p:nvSpPr>
          <p:spPr>
            <a:xfrm>
              <a:off x="9563413" y="7752716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l663"/>
            <p:cNvSpPr/>
            <p:nvPr/>
          </p:nvSpPr>
          <p:spPr>
            <a:xfrm>
              <a:off x="9563413" y="6909212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l664"/>
            <p:cNvSpPr/>
            <p:nvPr/>
          </p:nvSpPr>
          <p:spPr>
            <a:xfrm>
              <a:off x="9563413" y="6065708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l665"/>
            <p:cNvSpPr/>
            <p:nvPr/>
          </p:nvSpPr>
          <p:spPr>
            <a:xfrm>
              <a:off x="9642232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l666"/>
            <p:cNvSpPr/>
            <p:nvPr/>
          </p:nvSpPr>
          <p:spPr>
            <a:xfrm>
              <a:off x="9806346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l667"/>
            <p:cNvSpPr/>
            <p:nvPr/>
          </p:nvSpPr>
          <p:spPr>
            <a:xfrm>
              <a:off x="9970461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l668"/>
            <p:cNvSpPr/>
            <p:nvPr/>
          </p:nvSpPr>
          <p:spPr>
            <a:xfrm>
              <a:off x="10134575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l669"/>
            <p:cNvSpPr/>
            <p:nvPr/>
          </p:nvSpPr>
          <p:spPr>
            <a:xfrm>
              <a:off x="10298690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l670"/>
            <p:cNvSpPr/>
            <p:nvPr/>
          </p:nvSpPr>
          <p:spPr>
            <a:xfrm>
              <a:off x="10462804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t671"/>
            <p:cNvSpPr/>
            <p:nvPr/>
          </p:nvSpPr>
          <p:spPr>
            <a:xfrm>
              <a:off x="9790316" y="626272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t672"/>
            <p:cNvSpPr/>
            <p:nvPr/>
          </p:nvSpPr>
          <p:spPr>
            <a:xfrm>
              <a:off x="9661286" y="576410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t673"/>
            <p:cNvSpPr/>
            <p:nvPr/>
          </p:nvSpPr>
          <p:spPr>
            <a:xfrm>
              <a:off x="9698941" y="67454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t674"/>
            <p:cNvSpPr/>
            <p:nvPr/>
          </p:nvSpPr>
          <p:spPr>
            <a:xfrm>
              <a:off x="9700537" y="62240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t675"/>
            <p:cNvSpPr/>
            <p:nvPr/>
          </p:nvSpPr>
          <p:spPr>
            <a:xfrm>
              <a:off x="10123651" y="607759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t676"/>
            <p:cNvSpPr/>
            <p:nvPr/>
          </p:nvSpPr>
          <p:spPr>
            <a:xfrm>
              <a:off x="9929184" y="603489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t677"/>
            <p:cNvSpPr/>
            <p:nvPr/>
          </p:nvSpPr>
          <p:spPr>
            <a:xfrm>
              <a:off x="9625780" y="66435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t678"/>
            <p:cNvSpPr/>
            <p:nvPr/>
          </p:nvSpPr>
          <p:spPr>
            <a:xfrm>
              <a:off x="9717997" y="599691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t679"/>
            <p:cNvSpPr/>
            <p:nvPr/>
          </p:nvSpPr>
          <p:spPr>
            <a:xfrm>
              <a:off x="9670774" y="694935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t680"/>
            <p:cNvSpPr/>
            <p:nvPr/>
          </p:nvSpPr>
          <p:spPr>
            <a:xfrm>
              <a:off x="10284180" y="66895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t681"/>
            <p:cNvSpPr/>
            <p:nvPr/>
          </p:nvSpPr>
          <p:spPr>
            <a:xfrm>
              <a:off x="9964684" y="701009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t682"/>
            <p:cNvSpPr/>
            <p:nvPr/>
          </p:nvSpPr>
          <p:spPr>
            <a:xfrm>
              <a:off x="9770750" y="73461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t683"/>
            <p:cNvSpPr/>
            <p:nvPr/>
          </p:nvSpPr>
          <p:spPr>
            <a:xfrm>
              <a:off x="9694427" y="615565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t684"/>
            <p:cNvSpPr/>
            <p:nvPr/>
          </p:nvSpPr>
          <p:spPr>
            <a:xfrm>
              <a:off x="9697468" y="665821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t685"/>
            <p:cNvSpPr/>
            <p:nvPr/>
          </p:nvSpPr>
          <p:spPr>
            <a:xfrm>
              <a:off x="9702002" y="669592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t686"/>
            <p:cNvSpPr/>
            <p:nvPr/>
          </p:nvSpPr>
          <p:spPr>
            <a:xfrm>
              <a:off x="9612268" y="687676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t687"/>
            <p:cNvSpPr/>
            <p:nvPr/>
          </p:nvSpPr>
          <p:spPr>
            <a:xfrm>
              <a:off x="9763739" y="616022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t688"/>
            <p:cNvSpPr/>
            <p:nvPr/>
          </p:nvSpPr>
          <p:spPr>
            <a:xfrm>
              <a:off x="10119003" y="69719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t689"/>
            <p:cNvSpPr/>
            <p:nvPr/>
          </p:nvSpPr>
          <p:spPr>
            <a:xfrm>
              <a:off x="9683061" y="677317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t690"/>
            <p:cNvSpPr/>
            <p:nvPr/>
          </p:nvSpPr>
          <p:spPr>
            <a:xfrm>
              <a:off x="9677476" y="687575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t691"/>
            <p:cNvSpPr/>
            <p:nvPr/>
          </p:nvSpPr>
          <p:spPr>
            <a:xfrm>
              <a:off x="9668420" y="71025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t692"/>
            <p:cNvSpPr/>
            <p:nvPr/>
          </p:nvSpPr>
          <p:spPr>
            <a:xfrm>
              <a:off x="9771375" y="621802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t693"/>
            <p:cNvSpPr/>
            <p:nvPr/>
          </p:nvSpPr>
          <p:spPr>
            <a:xfrm>
              <a:off x="9667411" y="70991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t694"/>
            <p:cNvSpPr/>
            <p:nvPr/>
          </p:nvSpPr>
          <p:spPr>
            <a:xfrm>
              <a:off x="9890886" y="63356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t695"/>
            <p:cNvSpPr/>
            <p:nvPr/>
          </p:nvSpPr>
          <p:spPr>
            <a:xfrm>
              <a:off x="9961410" y="75434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t696"/>
            <p:cNvSpPr/>
            <p:nvPr/>
          </p:nvSpPr>
          <p:spPr>
            <a:xfrm>
              <a:off x="9787898" y="65449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t697"/>
            <p:cNvSpPr/>
            <p:nvPr/>
          </p:nvSpPr>
          <p:spPr>
            <a:xfrm>
              <a:off x="9655233" y="67141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t698"/>
            <p:cNvSpPr/>
            <p:nvPr/>
          </p:nvSpPr>
          <p:spPr>
            <a:xfrm>
              <a:off x="10237028" y="63202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t699"/>
            <p:cNvSpPr/>
            <p:nvPr/>
          </p:nvSpPr>
          <p:spPr>
            <a:xfrm>
              <a:off x="9774285" y="64543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t700"/>
            <p:cNvSpPr/>
            <p:nvPr/>
          </p:nvSpPr>
          <p:spPr>
            <a:xfrm>
              <a:off x="9659912" y="69007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t701"/>
            <p:cNvSpPr/>
            <p:nvPr/>
          </p:nvSpPr>
          <p:spPr>
            <a:xfrm>
              <a:off x="9648465" y="700922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t702"/>
            <p:cNvSpPr/>
            <p:nvPr/>
          </p:nvSpPr>
          <p:spPr>
            <a:xfrm>
              <a:off x="9733291" y="668125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t703"/>
            <p:cNvSpPr/>
            <p:nvPr/>
          </p:nvSpPr>
          <p:spPr>
            <a:xfrm>
              <a:off x="9693976" y="70108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t704"/>
            <p:cNvSpPr/>
            <p:nvPr/>
          </p:nvSpPr>
          <p:spPr>
            <a:xfrm>
              <a:off x="9681009" y="69805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t705"/>
            <p:cNvSpPr/>
            <p:nvPr/>
          </p:nvSpPr>
          <p:spPr>
            <a:xfrm>
              <a:off x="9686098" y="68436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t706"/>
            <p:cNvSpPr/>
            <p:nvPr/>
          </p:nvSpPr>
          <p:spPr>
            <a:xfrm>
              <a:off x="9723383" y="700981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t707"/>
            <p:cNvSpPr/>
            <p:nvPr/>
          </p:nvSpPr>
          <p:spPr>
            <a:xfrm>
              <a:off x="9673663" y="688442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t708"/>
            <p:cNvSpPr/>
            <p:nvPr/>
          </p:nvSpPr>
          <p:spPr>
            <a:xfrm>
              <a:off x="9727675" y="601787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t709"/>
            <p:cNvSpPr/>
            <p:nvPr/>
          </p:nvSpPr>
          <p:spPr>
            <a:xfrm>
              <a:off x="9582169" y="64627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t710"/>
            <p:cNvSpPr/>
            <p:nvPr/>
          </p:nvSpPr>
          <p:spPr>
            <a:xfrm>
              <a:off x="10010053" y="66725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t711"/>
            <p:cNvSpPr/>
            <p:nvPr/>
          </p:nvSpPr>
          <p:spPr>
            <a:xfrm>
              <a:off x="9866598" y="619626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t712"/>
            <p:cNvSpPr/>
            <p:nvPr/>
          </p:nvSpPr>
          <p:spPr>
            <a:xfrm>
              <a:off x="9845729" y="586006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t713"/>
            <p:cNvSpPr/>
            <p:nvPr/>
          </p:nvSpPr>
          <p:spPr>
            <a:xfrm>
              <a:off x="10453803" y="84275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t714"/>
            <p:cNvSpPr/>
            <p:nvPr/>
          </p:nvSpPr>
          <p:spPr>
            <a:xfrm>
              <a:off x="9709061" y="70932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t715"/>
            <p:cNvSpPr/>
            <p:nvPr/>
          </p:nvSpPr>
          <p:spPr>
            <a:xfrm>
              <a:off x="9729010" y="716778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t716"/>
            <p:cNvSpPr/>
            <p:nvPr/>
          </p:nvSpPr>
          <p:spPr>
            <a:xfrm>
              <a:off x="9975254" y="72357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t717"/>
            <p:cNvSpPr/>
            <p:nvPr/>
          </p:nvSpPr>
          <p:spPr>
            <a:xfrm>
              <a:off x="10007585" y="69659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t718"/>
            <p:cNvSpPr/>
            <p:nvPr/>
          </p:nvSpPr>
          <p:spPr>
            <a:xfrm>
              <a:off x="10081668" y="559546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t719"/>
            <p:cNvSpPr/>
            <p:nvPr/>
          </p:nvSpPr>
          <p:spPr>
            <a:xfrm>
              <a:off x="9799770" y="619122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t720"/>
            <p:cNvSpPr/>
            <p:nvPr/>
          </p:nvSpPr>
          <p:spPr>
            <a:xfrm>
              <a:off x="9756716" y="618317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t721"/>
            <p:cNvSpPr/>
            <p:nvPr/>
          </p:nvSpPr>
          <p:spPr>
            <a:xfrm>
              <a:off x="9701216" y="70108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t722"/>
            <p:cNvSpPr/>
            <p:nvPr/>
          </p:nvSpPr>
          <p:spPr>
            <a:xfrm>
              <a:off x="9691143" y="67732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t723"/>
            <p:cNvSpPr/>
            <p:nvPr/>
          </p:nvSpPr>
          <p:spPr>
            <a:xfrm>
              <a:off x="9728482" y="708535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t724"/>
            <p:cNvSpPr/>
            <p:nvPr/>
          </p:nvSpPr>
          <p:spPr>
            <a:xfrm>
              <a:off x="10182817" y="69942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t725"/>
            <p:cNvSpPr/>
            <p:nvPr/>
          </p:nvSpPr>
          <p:spPr>
            <a:xfrm>
              <a:off x="9753206" y="688998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t726"/>
            <p:cNvSpPr/>
            <p:nvPr/>
          </p:nvSpPr>
          <p:spPr>
            <a:xfrm>
              <a:off x="9742987" y="69778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t727"/>
            <p:cNvSpPr/>
            <p:nvPr/>
          </p:nvSpPr>
          <p:spPr>
            <a:xfrm>
              <a:off x="9715298" y="693617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t728"/>
            <p:cNvSpPr/>
            <p:nvPr/>
          </p:nvSpPr>
          <p:spPr>
            <a:xfrm>
              <a:off x="9772311" y="714316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t729"/>
            <p:cNvSpPr/>
            <p:nvPr/>
          </p:nvSpPr>
          <p:spPr>
            <a:xfrm>
              <a:off x="9699461" y="66890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t730"/>
            <p:cNvSpPr/>
            <p:nvPr/>
          </p:nvSpPr>
          <p:spPr>
            <a:xfrm>
              <a:off x="9680740" y="68712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t731"/>
            <p:cNvSpPr/>
            <p:nvPr/>
          </p:nvSpPr>
          <p:spPr>
            <a:xfrm>
              <a:off x="9729300" y="68258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t732"/>
            <p:cNvSpPr/>
            <p:nvPr/>
          </p:nvSpPr>
          <p:spPr>
            <a:xfrm>
              <a:off x="9820500" y="70081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t733"/>
            <p:cNvSpPr/>
            <p:nvPr/>
          </p:nvSpPr>
          <p:spPr>
            <a:xfrm>
              <a:off x="9843965" y="71049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t734"/>
            <p:cNvSpPr/>
            <p:nvPr/>
          </p:nvSpPr>
          <p:spPr>
            <a:xfrm>
              <a:off x="9835710" y="707211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t735"/>
            <p:cNvSpPr/>
            <p:nvPr/>
          </p:nvSpPr>
          <p:spPr>
            <a:xfrm>
              <a:off x="9790900" y="69091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t736"/>
            <p:cNvSpPr/>
            <p:nvPr/>
          </p:nvSpPr>
          <p:spPr>
            <a:xfrm>
              <a:off x="9913786" y="586328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t737"/>
            <p:cNvSpPr/>
            <p:nvPr/>
          </p:nvSpPr>
          <p:spPr>
            <a:xfrm>
              <a:off x="10266633" y="602412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t738"/>
            <p:cNvSpPr/>
            <p:nvPr/>
          </p:nvSpPr>
          <p:spPr>
            <a:xfrm>
              <a:off x="10153223" y="6287190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t739"/>
            <p:cNvSpPr/>
            <p:nvPr/>
          </p:nvSpPr>
          <p:spPr>
            <a:xfrm>
              <a:off x="9596368" y="69997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t740"/>
            <p:cNvSpPr/>
            <p:nvPr/>
          </p:nvSpPr>
          <p:spPr>
            <a:xfrm>
              <a:off x="9636025" y="704190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t741"/>
            <p:cNvSpPr/>
            <p:nvPr/>
          </p:nvSpPr>
          <p:spPr>
            <a:xfrm>
              <a:off x="9705173" y="68889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t742"/>
            <p:cNvSpPr/>
            <p:nvPr/>
          </p:nvSpPr>
          <p:spPr>
            <a:xfrm>
              <a:off x="9681375" y="69860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t743"/>
            <p:cNvSpPr/>
            <p:nvPr/>
          </p:nvSpPr>
          <p:spPr>
            <a:xfrm>
              <a:off x="9643823" y="685515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t744"/>
            <p:cNvSpPr/>
            <p:nvPr/>
          </p:nvSpPr>
          <p:spPr>
            <a:xfrm>
              <a:off x="9745672" y="73612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t745"/>
            <p:cNvSpPr/>
            <p:nvPr/>
          </p:nvSpPr>
          <p:spPr>
            <a:xfrm>
              <a:off x="10003115" y="68243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t746"/>
            <p:cNvSpPr/>
            <p:nvPr/>
          </p:nvSpPr>
          <p:spPr>
            <a:xfrm>
              <a:off x="9609258" y="69057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t747"/>
            <p:cNvSpPr/>
            <p:nvPr/>
          </p:nvSpPr>
          <p:spPr>
            <a:xfrm>
              <a:off x="9740198" y="6097546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t748"/>
            <p:cNvSpPr/>
            <p:nvPr/>
          </p:nvSpPr>
          <p:spPr>
            <a:xfrm>
              <a:off x="9683067" y="69981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t749"/>
            <p:cNvSpPr/>
            <p:nvPr/>
          </p:nvSpPr>
          <p:spPr>
            <a:xfrm>
              <a:off x="9759108" y="70167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t750"/>
            <p:cNvSpPr/>
            <p:nvPr/>
          </p:nvSpPr>
          <p:spPr>
            <a:xfrm>
              <a:off x="9703793" y="697729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t751"/>
            <p:cNvSpPr/>
            <p:nvPr/>
          </p:nvSpPr>
          <p:spPr>
            <a:xfrm>
              <a:off x="9642596" y="711729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t752"/>
            <p:cNvSpPr/>
            <p:nvPr/>
          </p:nvSpPr>
          <p:spPr>
            <a:xfrm>
              <a:off x="9612160" y="694024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t753"/>
            <p:cNvSpPr/>
            <p:nvPr/>
          </p:nvSpPr>
          <p:spPr>
            <a:xfrm>
              <a:off x="9987198" y="65842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t754"/>
            <p:cNvSpPr/>
            <p:nvPr/>
          </p:nvSpPr>
          <p:spPr>
            <a:xfrm>
              <a:off x="10073407" y="64164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t755"/>
            <p:cNvSpPr/>
            <p:nvPr/>
          </p:nvSpPr>
          <p:spPr>
            <a:xfrm>
              <a:off x="10230586" y="794535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t756"/>
            <p:cNvSpPr/>
            <p:nvPr/>
          </p:nvSpPr>
          <p:spPr>
            <a:xfrm>
              <a:off x="10228528" y="617176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t757"/>
            <p:cNvSpPr/>
            <p:nvPr/>
          </p:nvSpPr>
          <p:spPr>
            <a:xfrm>
              <a:off x="9917123" y="625286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t758"/>
            <p:cNvSpPr/>
            <p:nvPr/>
          </p:nvSpPr>
          <p:spPr>
            <a:xfrm>
              <a:off x="9697510" y="64476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t759"/>
            <p:cNvSpPr/>
            <p:nvPr/>
          </p:nvSpPr>
          <p:spPr>
            <a:xfrm>
              <a:off x="9663885" y="607230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t760"/>
            <p:cNvSpPr/>
            <p:nvPr/>
          </p:nvSpPr>
          <p:spPr>
            <a:xfrm>
              <a:off x="10007030" y="62770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t761"/>
            <p:cNvSpPr/>
            <p:nvPr/>
          </p:nvSpPr>
          <p:spPr>
            <a:xfrm>
              <a:off x="10044478" y="632337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t762"/>
            <p:cNvSpPr/>
            <p:nvPr/>
          </p:nvSpPr>
          <p:spPr>
            <a:xfrm>
              <a:off x="9873553" y="6277453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t763"/>
            <p:cNvSpPr/>
            <p:nvPr/>
          </p:nvSpPr>
          <p:spPr>
            <a:xfrm>
              <a:off x="10210482" y="687170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t764"/>
            <p:cNvSpPr/>
            <p:nvPr/>
          </p:nvSpPr>
          <p:spPr>
            <a:xfrm>
              <a:off x="9746248" y="703603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t765"/>
            <p:cNvSpPr/>
            <p:nvPr/>
          </p:nvSpPr>
          <p:spPr>
            <a:xfrm>
              <a:off x="10075173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t766"/>
            <p:cNvSpPr/>
            <p:nvPr/>
          </p:nvSpPr>
          <p:spPr>
            <a:xfrm>
              <a:off x="9744165" y="65031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t767"/>
            <p:cNvSpPr/>
            <p:nvPr/>
          </p:nvSpPr>
          <p:spPr>
            <a:xfrm>
              <a:off x="9730096" y="733438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l768"/>
            <p:cNvSpPr/>
            <p:nvPr/>
          </p:nvSpPr>
          <p:spPr>
            <a:xfrm>
              <a:off x="9563413" y="6360466"/>
              <a:ext cx="958797" cy="0"/>
            </a:xfrm>
            <a:custGeom>
              <a:avLst/>
              <a:gdLst/>
              <a:ahLst/>
              <a:cxnLst/>
              <a:rect l="0" t="0" r="0" b="0"/>
              <a:pathLst>
                <a:path w="958797">
                  <a:moveTo>
                    <a:pt x="0" y="0"/>
                  </a:moveTo>
                  <a:lnTo>
                    <a:pt x="958797" y="0"/>
                  </a:lnTo>
                  <a:lnTo>
                    <a:pt x="95879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g769"/>
            <p:cNvSpPr/>
            <p:nvPr/>
          </p:nvSpPr>
          <p:spPr>
            <a:xfrm>
              <a:off x="9606995" y="6272524"/>
              <a:ext cx="871633" cy="2144560"/>
            </a:xfrm>
            <a:custGeom>
              <a:avLst/>
              <a:gdLst/>
              <a:ahLst/>
              <a:cxnLst/>
              <a:rect l="0" t="0" r="0" b="0"/>
              <a:pathLst>
                <a:path w="871633" h="2144560">
                  <a:moveTo>
                    <a:pt x="0" y="326643"/>
                  </a:moveTo>
                  <a:lnTo>
                    <a:pt x="11033" y="348080"/>
                  </a:lnTo>
                  <a:lnTo>
                    <a:pt x="22066" y="367335"/>
                  </a:lnTo>
                  <a:lnTo>
                    <a:pt x="33100" y="383740"/>
                  </a:lnTo>
                  <a:lnTo>
                    <a:pt x="44133" y="396857"/>
                  </a:lnTo>
                  <a:lnTo>
                    <a:pt x="55166" y="406545"/>
                  </a:lnTo>
                  <a:lnTo>
                    <a:pt x="66200" y="412941"/>
                  </a:lnTo>
                  <a:lnTo>
                    <a:pt x="77233" y="416229"/>
                  </a:lnTo>
                  <a:lnTo>
                    <a:pt x="88266" y="416123"/>
                  </a:lnTo>
                  <a:lnTo>
                    <a:pt x="99300" y="412336"/>
                  </a:lnTo>
                  <a:lnTo>
                    <a:pt x="110333" y="405386"/>
                  </a:lnTo>
                  <a:lnTo>
                    <a:pt x="121366" y="395404"/>
                  </a:lnTo>
                  <a:lnTo>
                    <a:pt x="132400" y="383008"/>
                  </a:lnTo>
                  <a:lnTo>
                    <a:pt x="143433" y="368293"/>
                  </a:lnTo>
                  <a:lnTo>
                    <a:pt x="154466" y="351985"/>
                  </a:lnTo>
                  <a:lnTo>
                    <a:pt x="165500" y="334216"/>
                  </a:lnTo>
                  <a:lnTo>
                    <a:pt x="176533" y="315140"/>
                  </a:lnTo>
                  <a:lnTo>
                    <a:pt x="187566" y="295670"/>
                  </a:lnTo>
                  <a:lnTo>
                    <a:pt x="198600" y="276065"/>
                  </a:lnTo>
                  <a:lnTo>
                    <a:pt x="209633" y="256218"/>
                  </a:lnTo>
                  <a:lnTo>
                    <a:pt x="220666" y="236260"/>
                  </a:lnTo>
                  <a:lnTo>
                    <a:pt x="231700" y="216776"/>
                  </a:lnTo>
                  <a:lnTo>
                    <a:pt x="242733" y="198741"/>
                  </a:lnTo>
                  <a:lnTo>
                    <a:pt x="253766" y="182814"/>
                  </a:lnTo>
                  <a:lnTo>
                    <a:pt x="264800" y="168862"/>
                  </a:lnTo>
                  <a:lnTo>
                    <a:pt x="275833" y="156506"/>
                  </a:lnTo>
                  <a:lnTo>
                    <a:pt x="286866" y="145281"/>
                  </a:lnTo>
                  <a:lnTo>
                    <a:pt x="297900" y="134721"/>
                  </a:lnTo>
                  <a:lnTo>
                    <a:pt x="308933" y="124425"/>
                  </a:lnTo>
                  <a:lnTo>
                    <a:pt x="319966" y="114109"/>
                  </a:lnTo>
                  <a:lnTo>
                    <a:pt x="331000" y="103632"/>
                  </a:lnTo>
                  <a:lnTo>
                    <a:pt x="342033" y="93001"/>
                  </a:lnTo>
                  <a:lnTo>
                    <a:pt x="353066" y="82351"/>
                  </a:lnTo>
                  <a:lnTo>
                    <a:pt x="364100" y="71906"/>
                  </a:lnTo>
                  <a:lnTo>
                    <a:pt x="375133" y="61930"/>
                  </a:lnTo>
                  <a:lnTo>
                    <a:pt x="386166" y="52670"/>
                  </a:lnTo>
                  <a:lnTo>
                    <a:pt x="397200" y="44260"/>
                  </a:lnTo>
                  <a:lnTo>
                    <a:pt x="408233" y="36683"/>
                  </a:lnTo>
                  <a:lnTo>
                    <a:pt x="419266" y="29843"/>
                  </a:lnTo>
                  <a:lnTo>
                    <a:pt x="430300" y="23615"/>
                  </a:lnTo>
                  <a:lnTo>
                    <a:pt x="441333" y="17901"/>
                  </a:lnTo>
                  <a:lnTo>
                    <a:pt x="452366" y="12666"/>
                  </a:lnTo>
                  <a:lnTo>
                    <a:pt x="463400" y="7983"/>
                  </a:lnTo>
                  <a:lnTo>
                    <a:pt x="474433" y="4059"/>
                  </a:lnTo>
                  <a:lnTo>
                    <a:pt x="485466" y="1240"/>
                  </a:lnTo>
                  <a:lnTo>
                    <a:pt x="496500" y="0"/>
                  </a:lnTo>
                  <a:lnTo>
                    <a:pt x="507533" y="910"/>
                  </a:lnTo>
                  <a:lnTo>
                    <a:pt x="518566" y="4581"/>
                  </a:lnTo>
                  <a:lnTo>
                    <a:pt x="529600" y="11334"/>
                  </a:lnTo>
                  <a:lnTo>
                    <a:pt x="540633" y="21194"/>
                  </a:lnTo>
                  <a:lnTo>
                    <a:pt x="551666" y="34104"/>
                  </a:lnTo>
                  <a:lnTo>
                    <a:pt x="562700" y="49945"/>
                  </a:lnTo>
                  <a:lnTo>
                    <a:pt x="573733" y="68545"/>
                  </a:lnTo>
                  <a:lnTo>
                    <a:pt x="584766" y="89687"/>
                  </a:lnTo>
                  <a:lnTo>
                    <a:pt x="595800" y="113118"/>
                  </a:lnTo>
                  <a:lnTo>
                    <a:pt x="606833" y="138556"/>
                  </a:lnTo>
                  <a:lnTo>
                    <a:pt x="617866" y="165698"/>
                  </a:lnTo>
                  <a:lnTo>
                    <a:pt x="628900" y="194228"/>
                  </a:lnTo>
                  <a:lnTo>
                    <a:pt x="639933" y="223832"/>
                  </a:lnTo>
                  <a:lnTo>
                    <a:pt x="650967" y="254207"/>
                  </a:lnTo>
                  <a:lnTo>
                    <a:pt x="662000" y="285070"/>
                  </a:lnTo>
                  <a:lnTo>
                    <a:pt x="673033" y="316174"/>
                  </a:lnTo>
                  <a:lnTo>
                    <a:pt x="684067" y="347309"/>
                  </a:lnTo>
                  <a:lnTo>
                    <a:pt x="695100" y="378310"/>
                  </a:lnTo>
                  <a:lnTo>
                    <a:pt x="706133" y="409055"/>
                  </a:lnTo>
                  <a:lnTo>
                    <a:pt x="717167" y="439460"/>
                  </a:lnTo>
                  <a:lnTo>
                    <a:pt x="728200" y="469474"/>
                  </a:lnTo>
                  <a:lnTo>
                    <a:pt x="739233" y="499074"/>
                  </a:lnTo>
                  <a:lnTo>
                    <a:pt x="750267" y="528254"/>
                  </a:lnTo>
                  <a:lnTo>
                    <a:pt x="761300" y="557021"/>
                  </a:lnTo>
                  <a:lnTo>
                    <a:pt x="772333" y="585391"/>
                  </a:lnTo>
                  <a:lnTo>
                    <a:pt x="783367" y="613382"/>
                  </a:lnTo>
                  <a:lnTo>
                    <a:pt x="794400" y="641015"/>
                  </a:lnTo>
                  <a:lnTo>
                    <a:pt x="805433" y="668308"/>
                  </a:lnTo>
                  <a:lnTo>
                    <a:pt x="816467" y="695278"/>
                  </a:lnTo>
                  <a:lnTo>
                    <a:pt x="827500" y="721940"/>
                  </a:lnTo>
                  <a:lnTo>
                    <a:pt x="838533" y="748303"/>
                  </a:lnTo>
                  <a:lnTo>
                    <a:pt x="849567" y="774375"/>
                  </a:lnTo>
                  <a:lnTo>
                    <a:pt x="860600" y="800160"/>
                  </a:lnTo>
                  <a:lnTo>
                    <a:pt x="871633" y="825660"/>
                  </a:lnTo>
                  <a:lnTo>
                    <a:pt x="871633" y="2144560"/>
                  </a:lnTo>
                  <a:lnTo>
                    <a:pt x="860600" y="2059831"/>
                  </a:lnTo>
                  <a:lnTo>
                    <a:pt x="849567" y="1975567"/>
                  </a:lnTo>
                  <a:lnTo>
                    <a:pt x="838533" y="1891949"/>
                  </a:lnTo>
                  <a:lnTo>
                    <a:pt x="827500" y="1809162"/>
                  </a:lnTo>
                  <a:lnTo>
                    <a:pt x="816467" y="1727392"/>
                  </a:lnTo>
                  <a:lnTo>
                    <a:pt x="805433" y="1646829"/>
                  </a:lnTo>
                  <a:lnTo>
                    <a:pt x="794400" y="1567668"/>
                  </a:lnTo>
                  <a:lnTo>
                    <a:pt x="783367" y="1490106"/>
                  </a:lnTo>
                  <a:lnTo>
                    <a:pt x="772333" y="1414340"/>
                  </a:lnTo>
                  <a:lnTo>
                    <a:pt x="761300" y="1340571"/>
                  </a:lnTo>
                  <a:lnTo>
                    <a:pt x="750267" y="1268997"/>
                  </a:lnTo>
                  <a:lnTo>
                    <a:pt x="739233" y="1199813"/>
                  </a:lnTo>
                  <a:lnTo>
                    <a:pt x="728200" y="1133206"/>
                  </a:lnTo>
                  <a:lnTo>
                    <a:pt x="717167" y="1069352"/>
                  </a:lnTo>
                  <a:lnTo>
                    <a:pt x="706133" y="1008404"/>
                  </a:lnTo>
                  <a:lnTo>
                    <a:pt x="695100" y="950493"/>
                  </a:lnTo>
                  <a:lnTo>
                    <a:pt x="684067" y="895716"/>
                  </a:lnTo>
                  <a:lnTo>
                    <a:pt x="673033" y="844128"/>
                  </a:lnTo>
                  <a:lnTo>
                    <a:pt x="662000" y="795744"/>
                  </a:lnTo>
                  <a:lnTo>
                    <a:pt x="650967" y="750537"/>
                  </a:lnTo>
                  <a:lnTo>
                    <a:pt x="639933" y="708436"/>
                  </a:lnTo>
                  <a:lnTo>
                    <a:pt x="628900" y="669340"/>
                  </a:lnTo>
                  <a:lnTo>
                    <a:pt x="617866" y="633126"/>
                  </a:lnTo>
                  <a:lnTo>
                    <a:pt x="606833" y="599658"/>
                  </a:lnTo>
                  <a:lnTo>
                    <a:pt x="595800" y="568800"/>
                  </a:lnTo>
                  <a:lnTo>
                    <a:pt x="584766" y="540431"/>
                  </a:lnTo>
                  <a:lnTo>
                    <a:pt x="573733" y="514447"/>
                  </a:lnTo>
                  <a:lnTo>
                    <a:pt x="562700" y="490774"/>
                  </a:lnTo>
                  <a:lnTo>
                    <a:pt x="551666" y="469377"/>
                  </a:lnTo>
                  <a:lnTo>
                    <a:pt x="540633" y="450263"/>
                  </a:lnTo>
                  <a:lnTo>
                    <a:pt x="529600" y="433492"/>
                  </a:lnTo>
                  <a:lnTo>
                    <a:pt x="518566" y="419187"/>
                  </a:lnTo>
                  <a:lnTo>
                    <a:pt x="507533" y="407545"/>
                  </a:lnTo>
                  <a:lnTo>
                    <a:pt x="496500" y="398758"/>
                  </a:lnTo>
                  <a:lnTo>
                    <a:pt x="485466" y="392916"/>
                  </a:lnTo>
                  <a:lnTo>
                    <a:pt x="474433" y="390041"/>
                  </a:lnTo>
                  <a:lnTo>
                    <a:pt x="463400" y="390061"/>
                  </a:lnTo>
                  <a:lnTo>
                    <a:pt x="452366" y="392774"/>
                  </a:lnTo>
                  <a:lnTo>
                    <a:pt x="441333" y="397839"/>
                  </a:lnTo>
                  <a:lnTo>
                    <a:pt x="430300" y="404782"/>
                  </a:lnTo>
                  <a:lnTo>
                    <a:pt x="419266" y="413021"/>
                  </a:lnTo>
                  <a:lnTo>
                    <a:pt x="408233" y="421908"/>
                  </a:lnTo>
                  <a:lnTo>
                    <a:pt x="397200" y="430774"/>
                  </a:lnTo>
                  <a:lnTo>
                    <a:pt x="386166" y="438973"/>
                  </a:lnTo>
                  <a:lnTo>
                    <a:pt x="375133" y="445964"/>
                  </a:lnTo>
                  <a:lnTo>
                    <a:pt x="364100" y="451749"/>
                  </a:lnTo>
                  <a:lnTo>
                    <a:pt x="353066" y="456766"/>
                  </a:lnTo>
                  <a:lnTo>
                    <a:pt x="342033" y="461480"/>
                  </a:lnTo>
                  <a:lnTo>
                    <a:pt x="331000" y="466320"/>
                  </a:lnTo>
                  <a:lnTo>
                    <a:pt x="319966" y="471621"/>
                  </a:lnTo>
                  <a:lnTo>
                    <a:pt x="308933" y="477593"/>
                  </a:lnTo>
                  <a:lnTo>
                    <a:pt x="297900" y="484297"/>
                  </a:lnTo>
                  <a:lnTo>
                    <a:pt x="286866" y="491650"/>
                  </a:lnTo>
                  <a:lnTo>
                    <a:pt x="275833" y="499455"/>
                  </a:lnTo>
                  <a:lnTo>
                    <a:pt x="264800" y="507448"/>
                  </a:lnTo>
                  <a:lnTo>
                    <a:pt x="253766" y="515364"/>
                  </a:lnTo>
                  <a:lnTo>
                    <a:pt x="242733" y="523029"/>
                  </a:lnTo>
                  <a:lnTo>
                    <a:pt x="231700" y="530484"/>
                  </a:lnTo>
                  <a:lnTo>
                    <a:pt x="220666" y="538178"/>
                  </a:lnTo>
                  <a:lnTo>
                    <a:pt x="209633" y="546574"/>
                  </a:lnTo>
                  <a:lnTo>
                    <a:pt x="198600" y="555742"/>
                  </a:lnTo>
                  <a:lnTo>
                    <a:pt x="187566" y="565296"/>
                  </a:lnTo>
                  <a:lnTo>
                    <a:pt x="176533" y="574610"/>
                  </a:lnTo>
                  <a:lnTo>
                    <a:pt x="165500" y="583486"/>
                  </a:lnTo>
                  <a:lnTo>
                    <a:pt x="154466" y="592705"/>
                  </a:lnTo>
                  <a:lnTo>
                    <a:pt x="143433" y="602407"/>
                  </a:lnTo>
                  <a:lnTo>
                    <a:pt x="132400" y="612759"/>
                  </a:lnTo>
                  <a:lnTo>
                    <a:pt x="121366" y="624620"/>
                  </a:lnTo>
                  <a:lnTo>
                    <a:pt x="110333" y="638214"/>
                  </a:lnTo>
                  <a:lnTo>
                    <a:pt x="99300" y="654174"/>
                  </a:lnTo>
                  <a:lnTo>
                    <a:pt x="88266" y="672603"/>
                  </a:lnTo>
                  <a:lnTo>
                    <a:pt x="77233" y="694061"/>
                  </a:lnTo>
                  <a:lnTo>
                    <a:pt x="66200" y="718318"/>
                  </a:lnTo>
                  <a:lnTo>
                    <a:pt x="55166" y="745167"/>
                  </a:lnTo>
                  <a:lnTo>
                    <a:pt x="44133" y="774878"/>
                  </a:lnTo>
                  <a:lnTo>
                    <a:pt x="33100" y="807673"/>
                  </a:lnTo>
                  <a:lnTo>
                    <a:pt x="22066" y="843499"/>
                  </a:lnTo>
                  <a:lnTo>
                    <a:pt x="11033" y="882003"/>
                  </a:lnTo>
                  <a:lnTo>
                    <a:pt x="0" y="922603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70" name="pl770"/>
            <p:cNvSpPr/>
            <p:nvPr/>
          </p:nvSpPr>
          <p:spPr>
            <a:xfrm>
              <a:off x="9606995" y="6272524"/>
              <a:ext cx="871633" cy="825660"/>
            </a:xfrm>
            <a:custGeom>
              <a:avLst/>
              <a:gdLst/>
              <a:ahLst/>
              <a:cxnLst/>
              <a:rect l="0" t="0" r="0" b="0"/>
              <a:pathLst>
                <a:path w="871633" h="825660">
                  <a:moveTo>
                    <a:pt x="0" y="326643"/>
                  </a:moveTo>
                  <a:lnTo>
                    <a:pt x="11033" y="348080"/>
                  </a:lnTo>
                  <a:lnTo>
                    <a:pt x="22066" y="367335"/>
                  </a:lnTo>
                  <a:lnTo>
                    <a:pt x="33100" y="383740"/>
                  </a:lnTo>
                  <a:lnTo>
                    <a:pt x="44133" y="396857"/>
                  </a:lnTo>
                  <a:lnTo>
                    <a:pt x="55166" y="406545"/>
                  </a:lnTo>
                  <a:lnTo>
                    <a:pt x="66200" y="412941"/>
                  </a:lnTo>
                  <a:lnTo>
                    <a:pt x="77233" y="416229"/>
                  </a:lnTo>
                  <a:lnTo>
                    <a:pt x="88266" y="416123"/>
                  </a:lnTo>
                  <a:lnTo>
                    <a:pt x="99300" y="412336"/>
                  </a:lnTo>
                  <a:lnTo>
                    <a:pt x="110333" y="405386"/>
                  </a:lnTo>
                  <a:lnTo>
                    <a:pt x="121366" y="395404"/>
                  </a:lnTo>
                  <a:lnTo>
                    <a:pt x="132400" y="383008"/>
                  </a:lnTo>
                  <a:lnTo>
                    <a:pt x="143433" y="368293"/>
                  </a:lnTo>
                  <a:lnTo>
                    <a:pt x="154466" y="351985"/>
                  </a:lnTo>
                  <a:lnTo>
                    <a:pt x="165500" y="334216"/>
                  </a:lnTo>
                  <a:lnTo>
                    <a:pt x="176533" y="315140"/>
                  </a:lnTo>
                  <a:lnTo>
                    <a:pt x="187566" y="295670"/>
                  </a:lnTo>
                  <a:lnTo>
                    <a:pt x="198600" y="276065"/>
                  </a:lnTo>
                  <a:lnTo>
                    <a:pt x="209633" y="256218"/>
                  </a:lnTo>
                  <a:lnTo>
                    <a:pt x="220666" y="236260"/>
                  </a:lnTo>
                  <a:lnTo>
                    <a:pt x="231700" y="216776"/>
                  </a:lnTo>
                  <a:lnTo>
                    <a:pt x="242733" y="198741"/>
                  </a:lnTo>
                  <a:lnTo>
                    <a:pt x="253766" y="182814"/>
                  </a:lnTo>
                  <a:lnTo>
                    <a:pt x="264800" y="168862"/>
                  </a:lnTo>
                  <a:lnTo>
                    <a:pt x="275833" y="156506"/>
                  </a:lnTo>
                  <a:lnTo>
                    <a:pt x="286866" y="145281"/>
                  </a:lnTo>
                  <a:lnTo>
                    <a:pt x="297900" y="134721"/>
                  </a:lnTo>
                  <a:lnTo>
                    <a:pt x="308933" y="124425"/>
                  </a:lnTo>
                  <a:lnTo>
                    <a:pt x="319966" y="114109"/>
                  </a:lnTo>
                  <a:lnTo>
                    <a:pt x="331000" y="103632"/>
                  </a:lnTo>
                  <a:lnTo>
                    <a:pt x="342033" y="93001"/>
                  </a:lnTo>
                  <a:lnTo>
                    <a:pt x="353066" y="82351"/>
                  </a:lnTo>
                  <a:lnTo>
                    <a:pt x="364100" y="71906"/>
                  </a:lnTo>
                  <a:lnTo>
                    <a:pt x="375133" y="61930"/>
                  </a:lnTo>
                  <a:lnTo>
                    <a:pt x="386166" y="52670"/>
                  </a:lnTo>
                  <a:lnTo>
                    <a:pt x="397200" y="44260"/>
                  </a:lnTo>
                  <a:lnTo>
                    <a:pt x="408233" y="36683"/>
                  </a:lnTo>
                  <a:lnTo>
                    <a:pt x="419266" y="29843"/>
                  </a:lnTo>
                  <a:lnTo>
                    <a:pt x="430300" y="23615"/>
                  </a:lnTo>
                  <a:lnTo>
                    <a:pt x="441333" y="17901"/>
                  </a:lnTo>
                  <a:lnTo>
                    <a:pt x="452366" y="12666"/>
                  </a:lnTo>
                  <a:lnTo>
                    <a:pt x="463400" y="7983"/>
                  </a:lnTo>
                  <a:lnTo>
                    <a:pt x="474433" y="4059"/>
                  </a:lnTo>
                  <a:lnTo>
                    <a:pt x="485466" y="1240"/>
                  </a:lnTo>
                  <a:lnTo>
                    <a:pt x="496500" y="0"/>
                  </a:lnTo>
                  <a:lnTo>
                    <a:pt x="507533" y="910"/>
                  </a:lnTo>
                  <a:lnTo>
                    <a:pt x="518566" y="4581"/>
                  </a:lnTo>
                  <a:lnTo>
                    <a:pt x="529600" y="11334"/>
                  </a:lnTo>
                  <a:lnTo>
                    <a:pt x="540633" y="21194"/>
                  </a:lnTo>
                  <a:lnTo>
                    <a:pt x="551666" y="34104"/>
                  </a:lnTo>
                  <a:lnTo>
                    <a:pt x="562700" y="49945"/>
                  </a:lnTo>
                  <a:lnTo>
                    <a:pt x="573733" y="68545"/>
                  </a:lnTo>
                  <a:lnTo>
                    <a:pt x="584766" y="89687"/>
                  </a:lnTo>
                  <a:lnTo>
                    <a:pt x="595800" y="113118"/>
                  </a:lnTo>
                  <a:lnTo>
                    <a:pt x="606833" y="138556"/>
                  </a:lnTo>
                  <a:lnTo>
                    <a:pt x="617866" y="165698"/>
                  </a:lnTo>
                  <a:lnTo>
                    <a:pt x="628900" y="194228"/>
                  </a:lnTo>
                  <a:lnTo>
                    <a:pt x="639933" y="223832"/>
                  </a:lnTo>
                  <a:lnTo>
                    <a:pt x="650967" y="254207"/>
                  </a:lnTo>
                  <a:lnTo>
                    <a:pt x="662000" y="285070"/>
                  </a:lnTo>
                  <a:lnTo>
                    <a:pt x="673033" y="316174"/>
                  </a:lnTo>
                  <a:lnTo>
                    <a:pt x="684067" y="347309"/>
                  </a:lnTo>
                  <a:lnTo>
                    <a:pt x="695100" y="378310"/>
                  </a:lnTo>
                  <a:lnTo>
                    <a:pt x="706133" y="409055"/>
                  </a:lnTo>
                  <a:lnTo>
                    <a:pt x="717167" y="439460"/>
                  </a:lnTo>
                  <a:lnTo>
                    <a:pt x="728200" y="469474"/>
                  </a:lnTo>
                  <a:lnTo>
                    <a:pt x="739233" y="499074"/>
                  </a:lnTo>
                  <a:lnTo>
                    <a:pt x="750267" y="528254"/>
                  </a:lnTo>
                  <a:lnTo>
                    <a:pt x="761300" y="557021"/>
                  </a:lnTo>
                  <a:lnTo>
                    <a:pt x="772333" y="585391"/>
                  </a:lnTo>
                  <a:lnTo>
                    <a:pt x="783367" y="613382"/>
                  </a:lnTo>
                  <a:lnTo>
                    <a:pt x="794400" y="641015"/>
                  </a:lnTo>
                  <a:lnTo>
                    <a:pt x="805433" y="668308"/>
                  </a:lnTo>
                  <a:lnTo>
                    <a:pt x="816467" y="695278"/>
                  </a:lnTo>
                  <a:lnTo>
                    <a:pt x="827500" y="721940"/>
                  </a:lnTo>
                  <a:lnTo>
                    <a:pt x="838533" y="748303"/>
                  </a:lnTo>
                  <a:lnTo>
                    <a:pt x="849567" y="774375"/>
                  </a:lnTo>
                  <a:lnTo>
                    <a:pt x="860600" y="800160"/>
                  </a:lnTo>
                  <a:lnTo>
                    <a:pt x="871633" y="82566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771" name="pl771"/>
            <p:cNvSpPr/>
            <p:nvPr/>
          </p:nvSpPr>
          <p:spPr>
            <a:xfrm>
              <a:off x="9606995" y="6662566"/>
              <a:ext cx="871633" cy="1754518"/>
            </a:xfrm>
            <a:custGeom>
              <a:avLst/>
              <a:gdLst/>
              <a:ahLst/>
              <a:cxnLst/>
              <a:rect l="0" t="0" r="0" b="0"/>
              <a:pathLst>
                <a:path w="871633" h="1754518">
                  <a:moveTo>
                    <a:pt x="871633" y="1754518"/>
                  </a:moveTo>
                  <a:lnTo>
                    <a:pt x="860600" y="1669789"/>
                  </a:lnTo>
                  <a:lnTo>
                    <a:pt x="849567" y="1585525"/>
                  </a:lnTo>
                  <a:lnTo>
                    <a:pt x="838533" y="1501908"/>
                  </a:lnTo>
                  <a:lnTo>
                    <a:pt x="827500" y="1419120"/>
                  </a:lnTo>
                  <a:lnTo>
                    <a:pt x="816467" y="1337350"/>
                  </a:lnTo>
                  <a:lnTo>
                    <a:pt x="805433" y="1256787"/>
                  </a:lnTo>
                  <a:lnTo>
                    <a:pt x="794400" y="1177627"/>
                  </a:lnTo>
                  <a:lnTo>
                    <a:pt x="783367" y="1100064"/>
                  </a:lnTo>
                  <a:lnTo>
                    <a:pt x="772333" y="1024298"/>
                  </a:lnTo>
                  <a:lnTo>
                    <a:pt x="761300" y="950529"/>
                  </a:lnTo>
                  <a:lnTo>
                    <a:pt x="750267" y="878955"/>
                  </a:lnTo>
                  <a:lnTo>
                    <a:pt x="739233" y="809771"/>
                  </a:lnTo>
                  <a:lnTo>
                    <a:pt x="728200" y="743164"/>
                  </a:lnTo>
                  <a:lnTo>
                    <a:pt x="717167" y="679310"/>
                  </a:lnTo>
                  <a:lnTo>
                    <a:pt x="706133" y="618362"/>
                  </a:lnTo>
                  <a:lnTo>
                    <a:pt x="695100" y="560452"/>
                  </a:lnTo>
                  <a:lnTo>
                    <a:pt x="684067" y="505674"/>
                  </a:lnTo>
                  <a:lnTo>
                    <a:pt x="673033" y="454086"/>
                  </a:lnTo>
                  <a:lnTo>
                    <a:pt x="662000" y="405703"/>
                  </a:lnTo>
                  <a:lnTo>
                    <a:pt x="650967" y="360495"/>
                  </a:lnTo>
                  <a:lnTo>
                    <a:pt x="639933" y="318394"/>
                  </a:lnTo>
                  <a:lnTo>
                    <a:pt x="628900" y="279299"/>
                  </a:lnTo>
                  <a:lnTo>
                    <a:pt x="617866" y="243084"/>
                  </a:lnTo>
                  <a:lnTo>
                    <a:pt x="606833" y="209616"/>
                  </a:lnTo>
                  <a:lnTo>
                    <a:pt x="595800" y="178758"/>
                  </a:lnTo>
                  <a:lnTo>
                    <a:pt x="584766" y="150389"/>
                  </a:lnTo>
                  <a:lnTo>
                    <a:pt x="573733" y="124405"/>
                  </a:lnTo>
                  <a:lnTo>
                    <a:pt x="562700" y="100733"/>
                  </a:lnTo>
                  <a:lnTo>
                    <a:pt x="551666" y="79336"/>
                  </a:lnTo>
                  <a:lnTo>
                    <a:pt x="540633" y="60221"/>
                  </a:lnTo>
                  <a:lnTo>
                    <a:pt x="529600" y="43450"/>
                  </a:lnTo>
                  <a:lnTo>
                    <a:pt x="518566" y="29145"/>
                  </a:lnTo>
                  <a:lnTo>
                    <a:pt x="507533" y="17503"/>
                  </a:lnTo>
                  <a:lnTo>
                    <a:pt x="496500" y="8717"/>
                  </a:lnTo>
                  <a:lnTo>
                    <a:pt x="485466" y="2874"/>
                  </a:lnTo>
                  <a:lnTo>
                    <a:pt x="474433" y="0"/>
                  </a:lnTo>
                  <a:lnTo>
                    <a:pt x="463400" y="19"/>
                  </a:lnTo>
                  <a:lnTo>
                    <a:pt x="452366" y="2732"/>
                  </a:lnTo>
                  <a:lnTo>
                    <a:pt x="441333" y="7797"/>
                  </a:lnTo>
                  <a:lnTo>
                    <a:pt x="430300" y="14740"/>
                  </a:lnTo>
                  <a:lnTo>
                    <a:pt x="419266" y="22979"/>
                  </a:lnTo>
                  <a:lnTo>
                    <a:pt x="408233" y="31866"/>
                  </a:lnTo>
                  <a:lnTo>
                    <a:pt x="397200" y="40732"/>
                  </a:lnTo>
                  <a:lnTo>
                    <a:pt x="386166" y="48931"/>
                  </a:lnTo>
                  <a:lnTo>
                    <a:pt x="375133" y="55923"/>
                  </a:lnTo>
                  <a:lnTo>
                    <a:pt x="364100" y="61707"/>
                  </a:lnTo>
                  <a:lnTo>
                    <a:pt x="353066" y="66724"/>
                  </a:lnTo>
                  <a:lnTo>
                    <a:pt x="342033" y="71439"/>
                  </a:lnTo>
                  <a:lnTo>
                    <a:pt x="331000" y="76278"/>
                  </a:lnTo>
                  <a:lnTo>
                    <a:pt x="319966" y="81579"/>
                  </a:lnTo>
                  <a:lnTo>
                    <a:pt x="308933" y="87551"/>
                  </a:lnTo>
                  <a:lnTo>
                    <a:pt x="297900" y="94255"/>
                  </a:lnTo>
                  <a:lnTo>
                    <a:pt x="286866" y="101608"/>
                  </a:lnTo>
                  <a:lnTo>
                    <a:pt x="275833" y="109413"/>
                  </a:lnTo>
                  <a:lnTo>
                    <a:pt x="264800" y="117406"/>
                  </a:lnTo>
                  <a:lnTo>
                    <a:pt x="253766" y="125322"/>
                  </a:lnTo>
                  <a:lnTo>
                    <a:pt x="242733" y="132987"/>
                  </a:lnTo>
                  <a:lnTo>
                    <a:pt x="231700" y="140442"/>
                  </a:lnTo>
                  <a:lnTo>
                    <a:pt x="220666" y="148136"/>
                  </a:lnTo>
                  <a:lnTo>
                    <a:pt x="209633" y="156532"/>
                  </a:lnTo>
                  <a:lnTo>
                    <a:pt x="198600" y="165700"/>
                  </a:lnTo>
                  <a:lnTo>
                    <a:pt x="187566" y="175254"/>
                  </a:lnTo>
                  <a:lnTo>
                    <a:pt x="176533" y="184568"/>
                  </a:lnTo>
                  <a:lnTo>
                    <a:pt x="165500" y="193444"/>
                  </a:lnTo>
                  <a:lnTo>
                    <a:pt x="154466" y="202663"/>
                  </a:lnTo>
                  <a:lnTo>
                    <a:pt x="143433" y="212365"/>
                  </a:lnTo>
                  <a:lnTo>
                    <a:pt x="132400" y="222718"/>
                  </a:lnTo>
                  <a:lnTo>
                    <a:pt x="121366" y="234578"/>
                  </a:lnTo>
                  <a:lnTo>
                    <a:pt x="110333" y="248172"/>
                  </a:lnTo>
                  <a:lnTo>
                    <a:pt x="99300" y="264132"/>
                  </a:lnTo>
                  <a:lnTo>
                    <a:pt x="88266" y="282561"/>
                  </a:lnTo>
                  <a:lnTo>
                    <a:pt x="77233" y="304019"/>
                  </a:lnTo>
                  <a:lnTo>
                    <a:pt x="66200" y="328276"/>
                  </a:lnTo>
                  <a:lnTo>
                    <a:pt x="55166" y="355125"/>
                  </a:lnTo>
                  <a:lnTo>
                    <a:pt x="44133" y="384836"/>
                  </a:lnTo>
                  <a:lnTo>
                    <a:pt x="33100" y="417631"/>
                  </a:lnTo>
                  <a:lnTo>
                    <a:pt x="22066" y="453457"/>
                  </a:lnTo>
                  <a:lnTo>
                    <a:pt x="11033" y="491961"/>
                  </a:lnTo>
                  <a:lnTo>
                    <a:pt x="0" y="532561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772" name="pl772"/>
            <p:cNvSpPr/>
            <p:nvPr/>
          </p:nvSpPr>
          <p:spPr>
            <a:xfrm>
              <a:off x="9606995" y="6469574"/>
              <a:ext cx="871633" cy="1288060"/>
            </a:xfrm>
            <a:custGeom>
              <a:avLst/>
              <a:gdLst/>
              <a:ahLst/>
              <a:cxnLst/>
              <a:rect l="0" t="0" r="0" b="0"/>
              <a:pathLst>
                <a:path w="871633" h="1288060">
                  <a:moveTo>
                    <a:pt x="0" y="427572"/>
                  </a:moveTo>
                  <a:lnTo>
                    <a:pt x="11033" y="417991"/>
                  </a:lnTo>
                  <a:lnTo>
                    <a:pt x="22066" y="408367"/>
                  </a:lnTo>
                  <a:lnTo>
                    <a:pt x="33100" y="398656"/>
                  </a:lnTo>
                  <a:lnTo>
                    <a:pt x="44133" y="388817"/>
                  </a:lnTo>
                  <a:lnTo>
                    <a:pt x="55166" y="378805"/>
                  </a:lnTo>
                  <a:lnTo>
                    <a:pt x="66200" y="368579"/>
                  </a:lnTo>
                  <a:lnTo>
                    <a:pt x="77233" y="358094"/>
                  </a:lnTo>
                  <a:lnTo>
                    <a:pt x="88266" y="347313"/>
                  </a:lnTo>
                  <a:lnTo>
                    <a:pt x="99300" y="336204"/>
                  </a:lnTo>
                  <a:lnTo>
                    <a:pt x="110333" y="324749"/>
                  </a:lnTo>
                  <a:lnTo>
                    <a:pt x="121366" y="312961"/>
                  </a:lnTo>
                  <a:lnTo>
                    <a:pt x="132400" y="300833"/>
                  </a:lnTo>
                  <a:lnTo>
                    <a:pt x="143433" y="288299"/>
                  </a:lnTo>
                  <a:lnTo>
                    <a:pt x="154466" y="275295"/>
                  </a:lnTo>
                  <a:lnTo>
                    <a:pt x="165500" y="261800"/>
                  </a:lnTo>
                  <a:lnTo>
                    <a:pt x="176533" y="247824"/>
                  </a:lnTo>
                  <a:lnTo>
                    <a:pt x="187566" y="233432"/>
                  </a:lnTo>
                  <a:lnTo>
                    <a:pt x="198600" y="218853"/>
                  </a:lnTo>
                  <a:lnTo>
                    <a:pt x="209633" y="204346"/>
                  </a:lnTo>
                  <a:lnTo>
                    <a:pt x="220666" y="190168"/>
                  </a:lnTo>
                  <a:lnTo>
                    <a:pt x="231700" y="176580"/>
                  </a:lnTo>
                  <a:lnTo>
                    <a:pt x="242733" y="163834"/>
                  </a:lnTo>
                  <a:lnTo>
                    <a:pt x="253766" y="152039"/>
                  </a:lnTo>
                  <a:lnTo>
                    <a:pt x="264800" y="141104"/>
                  </a:lnTo>
                  <a:lnTo>
                    <a:pt x="275833" y="130930"/>
                  </a:lnTo>
                  <a:lnTo>
                    <a:pt x="286866" y="121415"/>
                  </a:lnTo>
                  <a:lnTo>
                    <a:pt x="297900" y="112458"/>
                  </a:lnTo>
                  <a:lnTo>
                    <a:pt x="308933" y="103958"/>
                  </a:lnTo>
                  <a:lnTo>
                    <a:pt x="319966" y="95814"/>
                  </a:lnTo>
                  <a:lnTo>
                    <a:pt x="331000" y="87925"/>
                  </a:lnTo>
                  <a:lnTo>
                    <a:pt x="342033" y="80190"/>
                  </a:lnTo>
                  <a:lnTo>
                    <a:pt x="353066" y="72508"/>
                  </a:lnTo>
                  <a:lnTo>
                    <a:pt x="364100" y="64777"/>
                  </a:lnTo>
                  <a:lnTo>
                    <a:pt x="375133" y="56897"/>
                  </a:lnTo>
                  <a:lnTo>
                    <a:pt x="386166" y="48771"/>
                  </a:lnTo>
                  <a:lnTo>
                    <a:pt x="397200" y="40467"/>
                  </a:lnTo>
                  <a:lnTo>
                    <a:pt x="408233" y="32245"/>
                  </a:lnTo>
                  <a:lnTo>
                    <a:pt x="419266" y="24381"/>
                  </a:lnTo>
                  <a:lnTo>
                    <a:pt x="430300" y="17148"/>
                  </a:lnTo>
                  <a:lnTo>
                    <a:pt x="441333" y="10820"/>
                  </a:lnTo>
                  <a:lnTo>
                    <a:pt x="452366" y="5669"/>
                  </a:lnTo>
                  <a:lnTo>
                    <a:pt x="463400" y="1971"/>
                  </a:lnTo>
                  <a:lnTo>
                    <a:pt x="474433" y="0"/>
                  </a:lnTo>
                  <a:lnTo>
                    <a:pt x="485466" y="27"/>
                  </a:lnTo>
                  <a:lnTo>
                    <a:pt x="496500" y="2328"/>
                  </a:lnTo>
                  <a:lnTo>
                    <a:pt x="507533" y="7177"/>
                  </a:lnTo>
                  <a:lnTo>
                    <a:pt x="518566" y="14833"/>
                  </a:lnTo>
                  <a:lnTo>
                    <a:pt x="529600" y="25362"/>
                  </a:lnTo>
                  <a:lnTo>
                    <a:pt x="540633" y="38678"/>
                  </a:lnTo>
                  <a:lnTo>
                    <a:pt x="551666" y="54690"/>
                  </a:lnTo>
                  <a:lnTo>
                    <a:pt x="562700" y="73309"/>
                  </a:lnTo>
                  <a:lnTo>
                    <a:pt x="573733" y="94446"/>
                  </a:lnTo>
                  <a:lnTo>
                    <a:pt x="584766" y="118009"/>
                  </a:lnTo>
                  <a:lnTo>
                    <a:pt x="595800" y="143909"/>
                  </a:lnTo>
                  <a:lnTo>
                    <a:pt x="606833" y="172056"/>
                  </a:lnTo>
                  <a:lnTo>
                    <a:pt x="617866" y="202361"/>
                  </a:lnTo>
                  <a:lnTo>
                    <a:pt x="628900" y="234734"/>
                  </a:lnTo>
                  <a:lnTo>
                    <a:pt x="639933" y="269084"/>
                  </a:lnTo>
                  <a:lnTo>
                    <a:pt x="650967" y="305321"/>
                  </a:lnTo>
                  <a:lnTo>
                    <a:pt x="662000" y="343357"/>
                  </a:lnTo>
                  <a:lnTo>
                    <a:pt x="673033" y="383100"/>
                  </a:lnTo>
                  <a:lnTo>
                    <a:pt x="684067" y="424462"/>
                  </a:lnTo>
                  <a:lnTo>
                    <a:pt x="695100" y="467351"/>
                  </a:lnTo>
                  <a:lnTo>
                    <a:pt x="706133" y="511679"/>
                  </a:lnTo>
                  <a:lnTo>
                    <a:pt x="717167" y="557355"/>
                  </a:lnTo>
                  <a:lnTo>
                    <a:pt x="728200" y="604290"/>
                  </a:lnTo>
                  <a:lnTo>
                    <a:pt x="739233" y="652393"/>
                  </a:lnTo>
                  <a:lnTo>
                    <a:pt x="750267" y="701575"/>
                  </a:lnTo>
                  <a:lnTo>
                    <a:pt x="761300" y="751745"/>
                  </a:lnTo>
                  <a:lnTo>
                    <a:pt x="772333" y="802815"/>
                  </a:lnTo>
                  <a:lnTo>
                    <a:pt x="783367" y="854694"/>
                  </a:lnTo>
                  <a:lnTo>
                    <a:pt x="794400" y="907291"/>
                  </a:lnTo>
                  <a:lnTo>
                    <a:pt x="805433" y="960518"/>
                  </a:lnTo>
                  <a:lnTo>
                    <a:pt x="816467" y="1014285"/>
                  </a:lnTo>
                  <a:lnTo>
                    <a:pt x="827500" y="1068500"/>
                  </a:lnTo>
                  <a:lnTo>
                    <a:pt x="838533" y="1123076"/>
                  </a:lnTo>
                  <a:lnTo>
                    <a:pt x="849567" y="1177921"/>
                  </a:lnTo>
                  <a:lnTo>
                    <a:pt x="860600" y="1232945"/>
                  </a:lnTo>
                  <a:lnTo>
                    <a:pt x="871633" y="1288060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l773"/>
            <p:cNvSpPr/>
            <p:nvPr/>
          </p:nvSpPr>
          <p:spPr>
            <a:xfrm>
              <a:off x="9791119" y="5418670"/>
              <a:ext cx="0" cy="3178122"/>
            </a:xfrm>
            <a:custGeom>
              <a:avLst/>
              <a:gdLst/>
              <a:ahLst/>
              <a:cxnLst/>
              <a:rect l="0" t="0" r="0" b="0"/>
              <a:pathLst>
                <a:path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rc774"/>
            <p:cNvSpPr/>
            <p:nvPr/>
          </p:nvSpPr>
          <p:spPr>
            <a:xfrm>
              <a:off x="9563413" y="5418670"/>
              <a:ext cx="95879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tx775"/>
            <p:cNvSpPr/>
            <p:nvPr/>
          </p:nvSpPr>
          <p:spPr>
            <a:xfrm>
              <a:off x="9308205" y="8554529"/>
              <a:ext cx="192578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-0.6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9308205" y="7710970"/>
              <a:ext cx="192578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-0.3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9345421" y="6867520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9345421" y="6023961"/>
              <a:ext cx="155361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779" name="pl779"/>
            <p:cNvSpPr/>
            <p:nvPr/>
          </p:nvSpPr>
          <p:spPr>
            <a:xfrm>
              <a:off x="9528619" y="859622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l780"/>
            <p:cNvSpPr/>
            <p:nvPr/>
          </p:nvSpPr>
          <p:spPr>
            <a:xfrm>
              <a:off x="9528619" y="775271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l781"/>
            <p:cNvSpPr/>
            <p:nvPr/>
          </p:nvSpPr>
          <p:spPr>
            <a:xfrm>
              <a:off x="9528619" y="690921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l782"/>
            <p:cNvSpPr/>
            <p:nvPr/>
          </p:nvSpPr>
          <p:spPr>
            <a:xfrm>
              <a:off x="9528619" y="606570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l783"/>
            <p:cNvSpPr/>
            <p:nvPr/>
          </p:nvSpPr>
          <p:spPr>
            <a:xfrm>
              <a:off x="9642232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l784"/>
            <p:cNvSpPr/>
            <p:nvPr/>
          </p:nvSpPr>
          <p:spPr>
            <a:xfrm>
              <a:off x="9806346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l785"/>
            <p:cNvSpPr/>
            <p:nvPr/>
          </p:nvSpPr>
          <p:spPr>
            <a:xfrm>
              <a:off x="9970461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l786"/>
            <p:cNvSpPr/>
            <p:nvPr/>
          </p:nvSpPr>
          <p:spPr>
            <a:xfrm>
              <a:off x="10134575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l787"/>
            <p:cNvSpPr/>
            <p:nvPr/>
          </p:nvSpPr>
          <p:spPr>
            <a:xfrm>
              <a:off x="10298690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l788"/>
            <p:cNvSpPr/>
            <p:nvPr/>
          </p:nvSpPr>
          <p:spPr>
            <a:xfrm>
              <a:off x="10462804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tx789"/>
            <p:cNvSpPr/>
            <p:nvPr/>
          </p:nvSpPr>
          <p:spPr>
            <a:xfrm>
              <a:off x="9592546" y="8659095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9775269" y="86577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9939383" y="8659095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10103497" y="8659095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10267612" y="8657676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10431726" y="8659422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9872007" y="8779049"/>
              <a:ext cx="341610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CL_Z</a:t>
              </a:r>
            </a:p>
          </p:txBody>
        </p:sp>
        <p:sp>
          <p:nvSpPr>
            <p:cNvPr id="796" name="tx796"/>
            <p:cNvSpPr/>
            <p:nvPr/>
          </p:nvSpPr>
          <p:spPr>
            <a:xfrm rot="-5400000">
              <a:off x="8803862" y="6942997"/>
              <a:ext cx="737585" cy="12946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RofC_CL_Z</a:t>
              </a:r>
            </a:p>
          </p:txBody>
        </p:sp>
        <p:sp>
          <p:nvSpPr>
            <p:cNvPr id="797" name="rc797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rc798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99" name="pl799"/>
            <p:cNvSpPr/>
            <p:nvPr/>
          </p:nvSpPr>
          <p:spPr>
            <a:xfrm>
              <a:off x="10992163" y="6568288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l800"/>
            <p:cNvSpPr/>
            <p:nvPr/>
          </p:nvSpPr>
          <p:spPr>
            <a:xfrm>
              <a:off x="10992163" y="6187602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l801"/>
            <p:cNvSpPr/>
            <p:nvPr/>
          </p:nvSpPr>
          <p:spPr>
            <a:xfrm>
              <a:off x="10992163" y="5806916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l802"/>
            <p:cNvSpPr/>
            <p:nvPr/>
          </p:nvSpPr>
          <p:spPr>
            <a:xfrm>
              <a:off x="10992163" y="5426231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l803"/>
            <p:cNvSpPr/>
            <p:nvPr/>
          </p:nvSpPr>
          <p:spPr>
            <a:xfrm>
              <a:off x="11227236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l804"/>
            <p:cNvSpPr/>
            <p:nvPr/>
          </p:nvSpPr>
          <p:spPr>
            <a:xfrm>
              <a:off x="11601558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l805"/>
            <p:cNvSpPr/>
            <p:nvPr/>
          </p:nvSpPr>
          <p:spPr>
            <a:xfrm>
              <a:off x="11975881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l806"/>
            <p:cNvSpPr/>
            <p:nvPr/>
          </p:nvSpPr>
          <p:spPr>
            <a:xfrm>
              <a:off x="10992163" y="6758630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l807"/>
            <p:cNvSpPr/>
            <p:nvPr/>
          </p:nvSpPr>
          <p:spPr>
            <a:xfrm>
              <a:off x="10992163" y="6377945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l808"/>
            <p:cNvSpPr/>
            <p:nvPr/>
          </p:nvSpPr>
          <p:spPr>
            <a:xfrm>
              <a:off x="10992163" y="5997259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l809"/>
            <p:cNvSpPr/>
            <p:nvPr/>
          </p:nvSpPr>
          <p:spPr>
            <a:xfrm>
              <a:off x="10992163" y="5616574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l810"/>
            <p:cNvSpPr/>
            <p:nvPr/>
          </p:nvSpPr>
          <p:spPr>
            <a:xfrm>
              <a:off x="11040075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l811"/>
            <p:cNvSpPr/>
            <p:nvPr/>
          </p:nvSpPr>
          <p:spPr>
            <a:xfrm>
              <a:off x="11414397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l812"/>
            <p:cNvSpPr/>
            <p:nvPr/>
          </p:nvSpPr>
          <p:spPr>
            <a:xfrm>
              <a:off x="11788720" y="54186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t813"/>
            <p:cNvSpPr/>
            <p:nvPr/>
          </p:nvSpPr>
          <p:spPr>
            <a:xfrm>
              <a:off x="11015249" y="6492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t814"/>
            <p:cNvSpPr/>
            <p:nvPr/>
          </p:nvSpPr>
          <p:spPr>
            <a:xfrm>
              <a:off x="11563743" y="5936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t815"/>
            <p:cNvSpPr/>
            <p:nvPr/>
          </p:nvSpPr>
          <p:spPr>
            <a:xfrm>
              <a:off x="11015249" y="6448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t816"/>
            <p:cNvSpPr/>
            <p:nvPr/>
          </p:nvSpPr>
          <p:spPr>
            <a:xfrm>
              <a:off x="11470072" y="6391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t817"/>
            <p:cNvSpPr/>
            <p:nvPr/>
          </p:nvSpPr>
          <p:spPr>
            <a:xfrm>
              <a:off x="11015249" y="6447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t818"/>
            <p:cNvSpPr/>
            <p:nvPr/>
          </p:nvSpPr>
          <p:spPr>
            <a:xfrm>
              <a:off x="11474582" y="6172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t819"/>
            <p:cNvSpPr/>
            <p:nvPr/>
          </p:nvSpPr>
          <p:spPr>
            <a:xfrm>
              <a:off x="11015249" y="6533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t820"/>
            <p:cNvSpPr/>
            <p:nvPr/>
          </p:nvSpPr>
          <p:spPr>
            <a:xfrm>
              <a:off x="11284986" y="6475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t821"/>
            <p:cNvSpPr/>
            <p:nvPr/>
          </p:nvSpPr>
          <p:spPr>
            <a:xfrm>
              <a:off x="11015249" y="6426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t822"/>
            <p:cNvSpPr/>
            <p:nvPr/>
          </p:nvSpPr>
          <p:spPr>
            <a:xfrm>
              <a:off x="11249527" y="6238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t823"/>
            <p:cNvSpPr/>
            <p:nvPr/>
          </p:nvSpPr>
          <p:spPr>
            <a:xfrm>
              <a:off x="11015249" y="6481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t824"/>
            <p:cNvSpPr/>
            <p:nvPr/>
          </p:nvSpPr>
          <p:spPr>
            <a:xfrm>
              <a:off x="11438302" y="6506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t825"/>
            <p:cNvSpPr/>
            <p:nvPr/>
          </p:nvSpPr>
          <p:spPr>
            <a:xfrm>
              <a:off x="11015249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t826"/>
            <p:cNvSpPr/>
            <p:nvPr/>
          </p:nvSpPr>
          <p:spPr>
            <a:xfrm>
              <a:off x="11015249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t827"/>
            <p:cNvSpPr/>
            <p:nvPr/>
          </p:nvSpPr>
          <p:spPr>
            <a:xfrm>
              <a:off x="11015249" y="6454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t828"/>
            <p:cNvSpPr/>
            <p:nvPr/>
          </p:nvSpPr>
          <p:spPr>
            <a:xfrm>
              <a:off x="11553904" y="6099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t829"/>
            <p:cNvSpPr/>
            <p:nvPr/>
          </p:nvSpPr>
          <p:spPr>
            <a:xfrm>
              <a:off x="11015249" y="6450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t830"/>
            <p:cNvSpPr/>
            <p:nvPr/>
          </p:nvSpPr>
          <p:spPr>
            <a:xfrm>
              <a:off x="11397104" y="6372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t831"/>
            <p:cNvSpPr/>
            <p:nvPr/>
          </p:nvSpPr>
          <p:spPr>
            <a:xfrm>
              <a:off x="11015249" y="6445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t832"/>
            <p:cNvSpPr/>
            <p:nvPr/>
          </p:nvSpPr>
          <p:spPr>
            <a:xfrm>
              <a:off x="11215707" y="6411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t833"/>
            <p:cNvSpPr/>
            <p:nvPr/>
          </p:nvSpPr>
          <p:spPr>
            <a:xfrm>
              <a:off x="11015249" y="6549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t834"/>
            <p:cNvSpPr/>
            <p:nvPr/>
          </p:nvSpPr>
          <p:spPr>
            <a:xfrm>
              <a:off x="11271663" y="6547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t835"/>
            <p:cNvSpPr/>
            <p:nvPr/>
          </p:nvSpPr>
          <p:spPr>
            <a:xfrm>
              <a:off x="11015249" y="646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t836"/>
            <p:cNvSpPr/>
            <p:nvPr/>
          </p:nvSpPr>
          <p:spPr>
            <a:xfrm>
              <a:off x="11504507" y="6418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t837"/>
            <p:cNvSpPr/>
            <p:nvPr/>
          </p:nvSpPr>
          <p:spPr>
            <a:xfrm>
              <a:off x="11015249" y="6473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t838"/>
            <p:cNvSpPr/>
            <p:nvPr/>
          </p:nvSpPr>
          <p:spPr>
            <a:xfrm>
              <a:off x="11479911" y="6470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t839"/>
            <p:cNvSpPr/>
            <p:nvPr/>
          </p:nvSpPr>
          <p:spPr>
            <a:xfrm>
              <a:off x="11015249" y="6484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t840"/>
            <p:cNvSpPr/>
            <p:nvPr/>
          </p:nvSpPr>
          <p:spPr>
            <a:xfrm>
              <a:off x="11168360" y="6514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t841"/>
            <p:cNvSpPr/>
            <p:nvPr/>
          </p:nvSpPr>
          <p:spPr>
            <a:xfrm>
              <a:off x="11015249" y="6485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t842"/>
            <p:cNvSpPr/>
            <p:nvPr/>
          </p:nvSpPr>
          <p:spPr>
            <a:xfrm>
              <a:off x="11331924" y="6546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t843"/>
            <p:cNvSpPr/>
            <p:nvPr/>
          </p:nvSpPr>
          <p:spPr>
            <a:xfrm>
              <a:off x="11015249" y="6499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t844"/>
            <p:cNvSpPr/>
            <p:nvPr/>
          </p:nvSpPr>
          <p:spPr>
            <a:xfrm>
              <a:off x="11179018" y="6474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t845"/>
            <p:cNvSpPr/>
            <p:nvPr/>
          </p:nvSpPr>
          <p:spPr>
            <a:xfrm>
              <a:off x="11015249" y="6632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t846"/>
            <p:cNvSpPr/>
            <p:nvPr/>
          </p:nvSpPr>
          <p:spPr>
            <a:xfrm>
              <a:off x="11015249" y="6632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t847"/>
            <p:cNvSpPr/>
            <p:nvPr/>
          </p:nvSpPr>
          <p:spPr>
            <a:xfrm>
              <a:off x="11015249" y="6494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t848"/>
            <p:cNvSpPr/>
            <p:nvPr/>
          </p:nvSpPr>
          <p:spPr>
            <a:xfrm>
              <a:off x="11279247" y="649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t849"/>
            <p:cNvSpPr/>
            <p:nvPr/>
          </p:nvSpPr>
          <p:spPr>
            <a:xfrm>
              <a:off x="11015249" y="6594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t850"/>
            <p:cNvSpPr/>
            <p:nvPr/>
          </p:nvSpPr>
          <p:spPr>
            <a:xfrm>
              <a:off x="11015249" y="6594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t851"/>
            <p:cNvSpPr/>
            <p:nvPr/>
          </p:nvSpPr>
          <p:spPr>
            <a:xfrm>
              <a:off x="11015249" y="6507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t852"/>
            <p:cNvSpPr/>
            <p:nvPr/>
          </p:nvSpPr>
          <p:spPr>
            <a:xfrm>
              <a:off x="11465563" y="6558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t853"/>
            <p:cNvSpPr/>
            <p:nvPr/>
          </p:nvSpPr>
          <p:spPr>
            <a:xfrm>
              <a:off x="11015249" y="6409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t854"/>
            <p:cNvSpPr/>
            <p:nvPr/>
          </p:nvSpPr>
          <p:spPr>
            <a:xfrm>
              <a:off x="11481550" y="6323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t855"/>
            <p:cNvSpPr/>
            <p:nvPr/>
          </p:nvSpPr>
          <p:spPr>
            <a:xfrm>
              <a:off x="11015249" y="6454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t856"/>
            <p:cNvSpPr/>
            <p:nvPr/>
          </p:nvSpPr>
          <p:spPr>
            <a:xfrm>
              <a:off x="11454290" y="6504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t857"/>
            <p:cNvSpPr/>
            <p:nvPr/>
          </p:nvSpPr>
          <p:spPr>
            <a:xfrm>
              <a:off x="11015249" y="6469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t858"/>
            <p:cNvSpPr/>
            <p:nvPr/>
          </p:nvSpPr>
          <p:spPr>
            <a:xfrm>
              <a:off x="11421700" y="6505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t859"/>
            <p:cNvSpPr/>
            <p:nvPr/>
          </p:nvSpPr>
          <p:spPr>
            <a:xfrm>
              <a:off x="11015249" y="6463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t860"/>
            <p:cNvSpPr/>
            <p:nvPr/>
          </p:nvSpPr>
          <p:spPr>
            <a:xfrm>
              <a:off x="11372713" y="6450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t861"/>
            <p:cNvSpPr/>
            <p:nvPr/>
          </p:nvSpPr>
          <p:spPr>
            <a:xfrm>
              <a:off x="11015249" y="6420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t862"/>
            <p:cNvSpPr/>
            <p:nvPr/>
          </p:nvSpPr>
          <p:spPr>
            <a:xfrm>
              <a:off x="11265104" y="6448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t863"/>
            <p:cNvSpPr/>
            <p:nvPr/>
          </p:nvSpPr>
          <p:spPr>
            <a:xfrm>
              <a:off x="11015249" y="6478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t864"/>
            <p:cNvSpPr/>
            <p:nvPr/>
          </p:nvSpPr>
          <p:spPr>
            <a:xfrm>
              <a:off x="11207508" y="6478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t865"/>
            <p:cNvSpPr/>
            <p:nvPr/>
          </p:nvSpPr>
          <p:spPr>
            <a:xfrm>
              <a:off x="11015249" y="6415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t866"/>
            <p:cNvSpPr/>
            <p:nvPr/>
          </p:nvSpPr>
          <p:spPr>
            <a:xfrm>
              <a:off x="11844344" y="5765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t867"/>
            <p:cNvSpPr/>
            <p:nvPr/>
          </p:nvSpPr>
          <p:spPr>
            <a:xfrm>
              <a:off x="11015249" y="6549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t868"/>
            <p:cNvSpPr/>
            <p:nvPr/>
          </p:nvSpPr>
          <p:spPr>
            <a:xfrm>
              <a:off x="11015249" y="6549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t869"/>
            <p:cNvSpPr/>
            <p:nvPr/>
          </p:nvSpPr>
          <p:spPr>
            <a:xfrm>
              <a:off x="11015249" y="6584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t870"/>
            <p:cNvSpPr/>
            <p:nvPr/>
          </p:nvSpPr>
          <p:spPr>
            <a:xfrm>
              <a:off x="11458594" y="6415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t871"/>
            <p:cNvSpPr/>
            <p:nvPr/>
          </p:nvSpPr>
          <p:spPr>
            <a:xfrm>
              <a:off x="11015249" y="6437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t872"/>
            <p:cNvSpPr/>
            <p:nvPr/>
          </p:nvSpPr>
          <p:spPr>
            <a:xfrm>
              <a:off x="11161596" y="6464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t873"/>
            <p:cNvSpPr/>
            <p:nvPr/>
          </p:nvSpPr>
          <p:spPr>
            <a:xfrm>
              <a:off x="11015249" y="6414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t874"/>
            <p:cNvSpPr/>
            <p:nvPr/>
          </p:nvSpPr>
          <p:spPr>
            <a:xfrm>
              <a:off x="11170204" y="6453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t875"/>
            <p:cNvSpPr/>
            <p:nvPr/>
          </p:nvSpPr>
          <p:spPr>
            <a:xfrm>
              <a:off x="11015249" y="6446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t876"/>
            <p:cNvSpPr/>
            <p:nvPr/>
          </p:nvSpPr>
          <p:spPr>
            <a:xfrm>
              <a:off x="11248912" y="647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t877"/>
            <p:cNvSpPr/>
            <p:nvPr/>
          </p:nvSpPr>
          <p:spPr>
            <a:xfrm>
              <a:off x="11015249" y="6457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t878"/>
            <p:cNvSpPr/>
            <p:nvPr/>
          </p:nvSpPr>
          <p:spPr>
            <a:xfrm>
              <a:off x="11240303" y="643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t879"/>
            <p:cNvSpPr/>
            <p:nvPr/>
          </p:nvSpPr>
          <p:spPr>
            <a:xfrm>
              <a:off x="11015249" y="6414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t880"/>
            <p:cNvSpPr/>
            <p:nvPr/>
          </p:nvSpPr>
          <p:spPr>
            <a:xfrm>
              <a:off x="11462693" y="6495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t881"/>
            <p:cNvSpPr/>
            <p:nvPr/>
          </p:nvSpPr>
          <p:spPr>
            <a:xfrm>
              <a:off x="11015249" y="6385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t882"/>
            <p:cNvSpPr/>
            <p:nvPr/>
          </p:nvSpPr>
          <p:spPr>
            <a:xfrm>
              <a:off x="11384396" y="6387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t883"/>
            <p:cNvSpPr/>
            <p:nvPr/>
          </p:nvSpPr>
          <p:spPr>
            <a:xfrm>
              <a:off x="11015249" y="6397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t884"/>
            <p:cNvSpPr/>
            <p:nvPr/>
          </p:nvSpPr>
          <p:spPr>
            <a:xfrm>
              <a:off x="11501432" y="6438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t885"/>
            <p:cNvSpPr/>
            <p:nvPr/>
          </p:nvSpPr>
          <p:spPr>
            <a:xfrm>
              <a:off x="11015249" y="6429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t886"/>
            <p:cNvSpPr/>
            <p:nvPr/>
          </p:nvSpPr>
          <p:spPr>
            <a:xfrm>
              <a:off x="11515165" y="6453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t887"/>
            <p:cNvSpPr/>
            <p:nvPr/>
          </p:nvSpPr>
          <p:spPr>
            <a:xfrm>
              <a:off x="11015249" y="6448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t888"/>
            <p:cNvSpPr/>
            <p:nvPr/>
          </p:nvSpPr>
          <p:spPr>
            <a:xfrm>
              <a:off x="11462693" y="6369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t889"/>
            <p:cNvSpPr/>
            <p:nvPr/>
          </p:nvSpPr>
          <p:spPr>
            <a:xfrm>
              <a:off x="11015249" y="6470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t890"/>
            <p:cNvSpPr/>
            <p:nvPr/>
          </p:nvSpPr>
          <p:spPr>
            <a:xfrm>
              <a:off x="11450190" y="6464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t891"/>
            <p:cNvSpPr/>
            <p:nvPr/>
          </p:nvSpPr>
          <p:spPr>
            <a:xfrm>
              <a:off x="11015249" y="6413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t892"/>
            <p:cNvSpPr/>
            <p:nvPr/>
          </p:nvSpPr>
          <p:spPr>
            <a:xfrm>
              <a:off x="11531973" y="6386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t893"/>
            <p:cNvSpPr/>
            <p:nvPr/>
          </p:nvSpPr>
          <p:spPr>
            <a:xfrm>
              <a:off x="11015249" y="6567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t894"/>
            <p:cNvSpPr/>
            <p:nvPr/>
          </p:nvSpPr>
          <p:spPr>
            <a:xfrm>
              <a:off x="11487495" y="6617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t895"/>
            <p:cNvSpPr/>
            <p:nvPr/>
          </p:nvSpPr>
          <p:spPr>
            <a:xfrm>
              <a:off x="11015249" y="6521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t896"/>
            <p:cNvSpPr/>
            <p:nvPr/>
          </p:nvSpPr>
          <p:spPr>
            <a:xfrm>
              <a:off x="11436867" y="6581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t897"/>
            <p:cNvSpPr/>
            <p:nvPr/>
          </p:nvSpPr>
          <p:spPr>
            <a:xfrm>
              <a:off x="11015249" y="6441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t898"/>
            <p:cNvSpPr/>
            <p:nvPr/>
          </p:nvSpPr>
          <p:spPr>
            <a:xfrm>
              <a:off x="11470277" y="6443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t899"/>
            <p:cNvSpPr/>
            <p:nvPr/>
          </p:nvSpPr>
          <p:spPr>
            <a:xfrm>
              <a:off x="11015249" y="6469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t900"/>
            <p:cNvSpPr/>
            <p:nvPr/>
          </p:nvSpPr>
          <p:spPr>
            <a:xfrm>
              <a:off x="11162825" y="6482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t901"/>
            <p:cNvSpPr/>
            <p:nvPr/>
          </p:nvSpPr>
          <p:spPr>
            <a:xfrm>
              <a:off x="11015249" y="6512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t902"/>
            <p:cNvSpPr/>
            <p:nvPr/>
          </p:nvSpPr>
          <p:spPr>
            <a:xfrm>
              <a:off x="11151962" y="6509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t903"/>
            <p:cNvSpPr/>
            <p:nvPr/>
          </p:nvSpPr>
          <p:spPr>
            <a:xfrm>
              <a:off x="11015249" y="6394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t904"/>
            <p:cNvSpPr/>
            <p:nvPr/>
          </p:nvSpPr>
          <p:spPr>
            <a:xfrm>
              <a:off x="11146428" y="6451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t905"/>
            <p:cNvSpPr/>
            <p:nvPr/>
          </p:nvSpPr>
          <p:spPr>
            <a:xfrm>
              <a:off x="11015249" y="6642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t906"/>
            <p:cNvSpPr/>
            <p:nvPr/>
          </p:nvSpPr>
          <p:spPr>
            <a:xfrm>
              <a:off x="11015249" y="6642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t907"/>
            <p:cNvSpPr/>
            <p:nvPr/>
          </p:nvSpPr>
          <p:spPr>
            <a:xfrm>
              <a:off x="11015249" y="6552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t908"/>
            <p:cNvSpPr/>
            <p:nvPr/>
          </p:nvSpPr>
          <p:spPr>
            <a:xfrm>
              <a:off x="11519879" y="6562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t909"/>
            <p:cNvSpPr/>
            <p:nvPr/>
          </p:nvSpPr>
          <p:spPr>
            <a:xfrm>
              <a:off x="11015249" y="6401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t910"/>
            <p:cNvSpPr/>
            <p:nvPr/>
          </p:nvSpPr>
          <p:spPr>
            <a:xfrm>
              <a:off x="11519470" y="6042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t911"/>
            <p:cNvSpPr/>
            <p:nvPr/>
          </p:nvSpPr>
          <p:spPr>
            <a:xfrm>
              <a:off x="11015249" y="6467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t912"/>
            <p:cNvSpPr/>
            <p:nvPr/>
          </p:nvSpPr>
          <p:spPr>
            <a:xfrm>
              <a:off x="11415756" y="6508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t913"/>
            <p:cNvSpPr/>
            <p:nvPr/>
          </p:nvSpPr>
          <p:spPr>
            <a:xfrm>
              <a:off x="11015249" y="6443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t914"/>
            <p:cNvSpPr/>
            <p:nvPr/>
          </p:nvSpPr>
          <p:spPr>
            <a:xfrm>
              <a:off x="11256701" y="6463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t915"/>
            <p:cNvSpPr/>
            <p:nvPr/>
          </p:nvSpPr>
          <p:spPr>
            <a:xfrm>
              <a:off x="11015249" y="6514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t916"/>
            <p:cNvSpPr/>
            <p:nvPr/>
          </p:nvSpPr>
          <p:spPr>
            <a:xfrm>
              <a:off x="11538941" y="6624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t917"/>
            <p:cNvSpPr/>
            <p:nvPr/>
          </p:nvSpPr>
          <p:spPr>
            <a:xfrm>
              <a:off x="11015249" y="6549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t918"/>
            <p:cNvSpPr/>
            <p:nvPr/>
          </p:nvSpPr>
          <p:spPr>
            <a:xfrm>
              <a:off x="11520289" y="6575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t919"/>
            <p:cNvSpPr/>
            <p:nvPr/>
          </p:nvSpPr>
          <p:spPr>
            <a:xfrm>
              <a:off x="11015249" y="6450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t920"/>
            <p:cNvSpPr/>
            <p:nvPr/>
          </p:nvSpPr>
          <p:spPr>
            <a:xfrm>
              <a:off x="11466793" y="6272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t921"/>
            <p:cNvSpPr/>
            <p:nvPr/>
          </p:nvSpPr>
          <p:spPr>
            <a:xfrm>
              <a:off x="11015249" y="6489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t922"/>
            <p:cNvSpPr/>
            <p:nvPr/>
          </p:nvSpPr>
          <p:spPr>
            <a:xfrm>
              <a:off x="11435433" y="6180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t923"/>
            <p:cNvSpPr/>
            <p:nvPr/>
          </p:nvSpPr>
          <p:spPr>
            <a:xfrm>
              <a:off x="11015249" y="6394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t924"/>
            <p:cNvSpPr/>
            <p:nvPr/>
          </p:nvSpPr>
          <p:spPr>
            <a:xfrm>
              <a:off x="11461669" y="6455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t925"/>
            <p:cNvSpPr/>
            <p:nvPr/>
          </p:nvSpPr>
          <p:spPr>
            <a:xfrm>
              <a:off x="11015249" y="6396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t926"/>
            <p:cNvSpPr/>
            <p:nvPr/>
          </p:nvSpPr>
          <p:spPr>
            <a:xfrm>
              <a:off x="11330899" y="6287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t927"/>
            <p:cNvSpPr/>
            <p:nvPr/>
          </p:nvSpPr>
          <p:spPr>
            <a:xfrm>
              <a:off x="11015249" y="6412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t928"/>
            <p:cNvSpPr/>
            <p:nvPr/>
          </p:nvSpPr>
          <p:spPr>
            <a:xfrm>
              <a:off x="11232105" y="6501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l929"/>
            <p:cNvSpPr/>
            <p:nvPr/>
          </p:nvSpPr>
          <p:spPr>
            <a:xfrm>
              <a:off x="11040075" y="5961754"/>
              <a:ext cx="548493" cy="555640"/>
            </a:xfrm>
            <a:custGeom>
              <a:avLst/>
              <a:gdLst/>
              <a:ahLst/>
              <a:cxnLst/>
              <a:rect l="0" t="0" r="0" b="0"/>
              <a:pathLst>
                <a:path w="548493" h="555640">
                  <a:moveTo>
                    <a:pt x="0" y="555640"/>
                  </a:moveTo>
                  <a:lnTo>
                    <a:pt x="54849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l930"/>
            <p:cNvSpPr/>
            <p:nvPr/>
          </p:nvSpPr>
          <p:spPr>
            <a:xfrm>
              <a:off x="11040075" y="6416574"/>
              <a:ext cx="454823" cy="57147"/>
            </a:xfrm>
            <a:custGeom>
              <a:avLst/>
              <a:gdLst/>
              <a:ahLst/>
              <a:cxnLst/>
              <a:rect l="0" t="0" r="0" b="0"/>
              <a:pathLst>
                <a:path w="454823" h="57147">
                  <a:moveTo>
                    <a:pt x="0" y="57147"/>
                  </a:moveTo>
                  <a:lnTo>
                    <a:pt x="4548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l931"/>
            <p:cNvSpPr/>
            <p:nvPr/>
          </p:nvSpPr>
          <p:spPr>
            <a:xfrm>
              <a:off x="11040075" y="6197576"/>
              <a:ext cx="459332" cy="274294"/>
            </a:xfrm>
            <a:custGeom>
              <a:avLst/>
              <a:gdLst/>
              <a:ahLst/>
              <a:cxnLst/>
              <a:rect l="0" t="0" r="0" b="0"/>
              <a:pathLst>
                <a:path w="459332" h="274294">
                  <a:moveTo>
                    <a:pt x="0" y="274294"/>
                  </a:moveTo>
                  <a:lnTo>
                    <a:pt x="4593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l932"/>
            <p:cNvSpPr/>
            <p:nvPr/>
          </p:nvSpPr>
          <p:spPr>
            <a:xfrm>
              <a:off x="11040075" y="6499826"/>
              <a:ext cx="269737" cy="58749"/>
            </a:xfrm>
            <a:custGeom>
              <a:avLst/>
              <a:gdLst/>
              <a:ahLst/>
              <a:cxnLst/>
              <a:rect l="0" t="0" r="0" b="0"/>
              <a:pathLst>
                <a:path w="269737" h="58749">
                  <a:moveTo>
                    <a:pt x="0" y="58749"/>
                  </a:moveTo>
                  <a:lnTo>
                    <a:pt x="2697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l933"/>
            <p:cNvSpPr/>
            <p:nvPr/>
          </p:nvSpPr>
          <p:spPr>
            <a:xfrm>
              <a:off x="11040075" y="6263610"/>
              <a:ext cx="234278" cy="188010"/>
            </a:xfrm>
            <a:custGeom>
              <a:avLst/>
              <a:gdLst/>
              <a:ahLst/>
              <a:cxnLst/>
              <a:rect l="0" t="0" r="0" b="0"/>
              <a:pathLst>
                <a:path w="234278" h="188010">
                  <a:moveTo>
                    <a:pt x="0" y="188010"/>
                  </a:moveTo>
                  <a:lnTo>
                    <a:pt x="2342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l934"/>
            <p:cNvSpPr/>
            <p:nvPr/>
          </p:nvSpPr>
          <p:spPr>
            <a:xfrm>
              <a:off x="11040075" y="6506390"/>
              <a:ext cx="423053" cy="24854"/>
            </a:xfrm>
            <a:custGeom>
              <a:avLst/>
              <a:gdLst/>
              <a:ahLst/>
              <a:cxnLst/>
              <a:rect l="0" t="0" r="0" b="0"/>
              <a:pathLst>
                <a:path w="423053" h="24854">
                  <a:moveTo>
                    <a:pt x="0" y="0"/>
                  </a:moveTo>
                  <a:lnTo>
                    <a:pt x="423053" y="248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l935"/>
            <p:cNvSpPr/>
            <p:nvPr/>
          </p:nvSpPr>
          <p:spPr>
            <a:xfrm>
              <a:off x="11040075" y="670665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l936"/>
            <p:cNvSpPr/>
            <p:nvPr/>
          </p:nvSpPr>
          <p:spPr>
            <a:xfrm>
              <a:off x="11040075" y="6124004"/>
              <a:ext cx="538655" cy="354952"/>
            </a:xfrm>
            <a:custGeom>
              <a:avLst/>
              <a:gdLst/>
              <a:ahLst/>
              <a:cxnLst/>
              <a:rect l="0" t="0" r="0" b="0"/>
              <a:pathLst>
                <a:path w="538655" h="354952">
                  <a:moveTo>
                    <a:pt x="0" y="354952"/>
                  </a:moveTo>
                  <a:lnTo>
                    <a:pt x="5386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l937"/>
            <p:cNvSpPr/>
            <p:nvPr/>
          </p:nvSpPr>
          <p:spPr>
            <a:xfrm>
              <a:off x="11040075" y="6397335"/>
              <a:ext cx="381855" cy="78095"/>
            </a:xfrm>
            <a:custGeom>
              <a:avLst/>
              <a:gdLst/>
              <a:ahLst/>
              <a:cxnLst/>
              <a:rect l="0" t="0" r="0" b="0"/>
              <a:pathLst>
                <a:path w="381855" h="78095">
                  <a:moveTo>
                    <a:pt x="0" y="78095"/>
                  </a:moveTo>
                  <a:lnTo>
                    <a:pt x="381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l938"/>
            <p:cNvSpPr/>
            <p:nvPr/>
          </p:nvSpPr>
          <p:spPr>
            <a:xfrm>
              <a:off x="11040075" y="6436010"/>
              <a:ext cx="200458" cy="34161"/>
            </a:xfrm>
            <a:custGeom>
              <a:avLst/>
              <a:gdLst/>
              <a:ahLst/>
              <a:cxnLst/>
              <a:rect l="0" t="0" r="0" b="0"/>
              <a:pathLst>
                <a:path w="200458" h="34161">
                  <a:moveTo>
                    <a:pt x="0" y="34161"/>
                  </a:moveTo>
                  <a:lnTo>
                    <a:pt x="2004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l939"/>
            <p:cNvSpPr/>
            <p:nvPr/>
          </p:nvSpPr>
          <p:spPr>
            <a:xfrm>
              <a:off x="11040075" y="6572481"/>
              <a:ext cx="256414" cy="1766"/>
            </a:xfrm>
            <a:custGeom>
              <a:avLst/>
              <a:gdLst/>
              <a:ahLst/>
              <a:cxnLst/>
              <a:rect l="0" t="0" r="0" b="0"/>
              <a:pathLst>
                <a:path w="256414" h="1766">
                  <a:moveTo>
                    <a:pt x="0" y="1766"/>
                  </a:moveTo>
                  <a:lnTo>
                    <a:pt x="25641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l940"/>
            <p:cNvSpPr/>
            <p:nvPr/>
          </p:nvSpPr>
          <p:spPr>
            <a:xfrm>
              <a:off x="11040075" y="6442940"/>
              <a:ext cx="489258" cy="49200"/>
            </a:xfrm>
            <a:custGeom>
              <a:avLst/>
              <a:gdLst/>
              <a:ahLst/>
              <a:cxnLst/>
              <a:rect l="0" t="0" r="0" b="0"/>
              <a:pathLst>
                <a:path w="489258" h="49200">
                  <a:moveTo>
                    <a:pt x="0" y="49200"/>
                  </a:moveTo>
                  <a:lnTo>
                    <a:pt x="4892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l941"/>
            <p:cNvSpPr/>
            <p:nvPr/>
          </p:nvSpPr>
          <p:spPr>
            <a:xfrm>
              <a:off x="11040075" y="6494988"/>
              <a:ext cx="464662" cy="3628"/>
            </a:xfrm>
            <a:custGeom>
              <a:avLst/>
              <a:gdLst/>
              <a:ahLst/>
              <a:cxnLst/>
              <a:rect l="0" t="0" r="0" b="0"/>
              <a:pathLst>
                <a:path w="464662" h="3628">
                  <a:moveTo>
                    <a:pt x="0" y="3628"/>
                  </a:moveTo>
                  <a:lnTo>
                    <a:pt x="4646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l942"/>
            <p:cNvSpPr/>
            <p:nvPr/>
          </p:nvSpPr>
          <p:spPr>
            <a:xfrm>
              <a:off x="11040075" y="6509120"/>
              <a:ext cx="153110" cy="30200"/>
            </a:xfrm>
            <a:custGeom>
              <a:avLst/>
              <a:gdLst/>
              <a:ahLst/>
              <a:cxnLst/>
              <a:rect l="0" t="0" r="0" b="0"/>
              <a:pathLst>
                <a:path w="153110" h="30200">
                  <a:moveTo>
                    <a:pt x="0" y="0"/>
                  </a:moveTo>
                  <a:lnTo>
                    <a:pt x="153110" y="3020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l943"/>
            <p:cNvSpPr/>
            <p:nvPr/>
          </p:nvSpPr>
          <p:spPr>
            <a:xfrm>
              <a:off x="11040075" y="6510291"/>
              <a:ext cx="316675" cy="61494"/>
            </a:xfrm>
            <a:custGeom>
              <a:avLst/>
              <a:gdLst/>
              <a:ahLst/>
              <a:cxnLst/>
              <a:rect l="0" t="0" r="0" b="0"/>
              <a:pathLst>
                <a:path w="316675" h="61494">
                  <a:moveTo>
                    <a:pt x="0" y="0"/>
                  </a:moveTo>
                  <a:lnTo>
                    <a:pt x="316675" y="614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l944"/>
            <p:cNvSpPr/>
            <p:nvPr/>
          </p:nvSpPr>
          <p:spPr>
            <a:xfrm>
              <a:off x="11040075" y="6499211"/>
              <a:ext cx="163769" cy="25204"/>
            </a:xfrm>
            <a:custGeom>
              <a:avLst/>
              <a:gdLst/>
              <a:ahLst/>
              <a:cxnLst/>
              <a:rect l="0" t="0" r="0" b="0"/>
              <a:pathLst>
                <a:path w="163769" h="25204">
                  <a:moveTo>
                    <a:pt x="0" y="25204"/>
                  </a:moveTo>
                  <a:lnTo>
                    <a:pt x="1637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l945"/>
            <p:cNvSpPr/>
            <p:nvPr/>
          </p:nvSpPr>
          <p:spPr>
            <a:xfrm>
              <a:off x="11040075" y="665687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l946"/>
            <p:cNvSpPr/>
            <p:nvPr/>
          </p:nvSpPr>
          <p:spPr>
            <a:xfrm>
              <a:off x="11040075" y="6518989"/>
              <a:ext cx="263998" cy="3909"/>
            </a:xfrm>
            <a:custGeom>
              <a:avLst/>
              <a:gdLst/>
              <a:ahLst/>
              <a:cxnLst/>
              <a:rect l="0" t="0" r="0" b="0"/>
              <a:pathLst>
                <a:path w="263998" h="3909">
                  <a:moveTo>
                    <a:pt x="0" y="0"/>
                  </a:moveTo>
                  <a:lnTo>
                    <a:pt x="263998" y="39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l947"/>
            <p:cNvSpPr/>
            <p:nvPr/>
          </p:nvSpPr>
          <p:spPr>
            <a:xfrm>
              <a:off x="11040075" y="661954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l948"/>
            <p:cNvSpPr/>
            <p:nvPr/>
          </p:nvSpPr>
          <p:spPr>
            <a:xfrm>
              <a:off x="11040075" y="6532265"/>
              <a:ext cx="450314" cy="50836"/>
            </a:xfrm>
            <a:custGeom>
              <a:avLst/>
              <a:gdLst/>
              <a:ahLst/>
              <a:cxnLst/>
              <a:rect l="0" t="0" r="0" b="0"/>
              <a:pathLst>
                <a:path w="450314" h="50836">
                  <a:moveTo>
                    <a:pt x="0" y="0"/>
                  </a:moveTo>
                  <a:lnTo>
                    <a:pt x="450314" y="508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l949"/>
            <p:cNvSpPr/>
            <p:nvPr/>
          </p:nvSpPr>
          <p:spPr>
            <a:xfrm>
              <a:off x="11040075" y="6348231"/>
              <a:ext cx="466301" cy="85650"/>
            </a:xfrm>
            <a:custGeom>
              <a:avLst/>
              <a:gdLst/>
              <a:ahLst/>
              <a:cxnLst/>
              <a:rect l="0" t="0" r="0" b="0"/>
              <a:pathLst>
                <a:path w="466301" h="85650">
                  <a:moveTo>
                    <a:pt x="0" y="85650"/>
                  </a:moveTo>
                  <a:lnTo>
                    <a:pt x="4663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l950"/>
            <p:cNvSpPr/>
            <p:nvPr/>
          </p:nvSpPr>
          <p:spPr>
            <a:xfrm>
              <a:off x="11040075" y="6479480"/>
              <a:ext cx="439041" cy="50208"/>
            </a:xfrm>
            <a:custGeom>
              <a:avLst/>
              <a:gdLst/>
              <a:ahLst/>
              <a:cxnLst/>
              <a:rect l="0" t="0" r="0" b="0"/>
              <a:pathLst>
                <a:path w="439041" h="50208">
                  <a:moveTo>
                    <a:pt x="0" y="0"/>
                  </a:moveTo>
                  <a:lnTo>
                    <a:pt x="439041" y="502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l951"/>
            <p:cNvSpPr/>
            <p:nvPr/>
          </p:nvSpPr>
          <p:spPr>
            <a:xfrm>
              <a:off x="11040075" y="6494520"/>
              <a:ext cx="406451" cy="35338"/>
            </a:xfrm>
            <a:custGeom>
              <a:avLst/>
              <a:gdLst/>
              <a:ahLst/>
              <a:cxnLst/>
              <a:rect l="0" t="0" r="0" b="0"/>
              <a:pathLst>
                <a:path w="406451" h="35338">
                  <a:moveTo>
                    <a:pt x="0" y="0"/>
                  </a:moveTo>
                  <a:lnTo>
                    <a:pt x="406451" y="353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l952"/>
            <p:cNvSpPr/>
            <p:nvPr/>
          </p:nvSpPr>
          <p:spPr>
            <a:xfrm>
              <a:off x="11040075" y="6475462"/>
              <a:ext cx="357463" cy="13155"/>
            </a:xfrm>
            <a:custGeom>
              <a:avLst/>
              <a:gdLst/>
              <a:ahLst/>
              <a:cxnLst/>
              <a:rect l="0" t="0" r="0" b="0"/>
              <a:pathLst>
                <a:path w="357463" h="13155">
                  <a:moveTo>
                    <a:pt x="0" y="13155"/>
                  </a:moveTo>
                  <a:lnTo>
                    <a:pt x="357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l953"/>
            <p:cNvSpPr/>
            <p:nvPr/>
          </p:nvSpPr>
          <p:spPr>
            <a:xfrm>
              <a:off x="11040075" y="6445373"/>
              <a:ext cx="249855" cy="28339"/>
            </a:xfrm>
            <a:custGeom>
              <a:avLst/>
              <a:gdLst/>
              <a:ahLst/>
              <a:cxnLst/>
              <a:rect l="0" t="0" r="0" b="0"/>
              <a:pathLst>
                <a:path w="249855" h="28339">
                  <a:moveTo>
                    <a:pt x="0" y="0"/>
                  </a:moveTo>
                  <a:lnTo>
                    <a:pt x="249855" y="283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l954"/>
            <p:cNvSpPr/>
            <p:nvPr/>
          </p:nvSpPr>
          <p:spPr>
            <a:xfrm>
              <a:off x="11040075" y="6503039"/>
              <a:ext cx="192259" cy="6"/>
            </a:xfrm>
            <a:custGeom>
              <a:avLst/>
              <a:gdLst/>
              <a:ahLst/>
              <a:cxnLst/>
              <a:rect l="0" t="0" r="0" b="0"/>
              <a:pathLst>
                <a:path w="192259" h="6">
                  <a:moveTo>
                    <a:pt x="0" y="0"/>
                  </a:moveTo>
                  <a:lnTo>
                    <a:pt x="192259" y="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l955"/>
            <p:cNvSpPr/>
            <p:nvPr/>
          </p:nvSpPr>
          <p:spPr>
            <a:xfrm>
              <a:off x="11040075" y="5790754"/>
              <a:ext cx="829094" cy="649640"/>
            </a:xfrm>
            <a:custGeom>
              <a:avLst/>
              <a:gdLst/>
              <a:ahLst/>
              <a:cxnLst/>
              <a:rect l="0" t="0" r="0" b="0"/>
              <a:pathLst>
                <a:path w="829094" h="649640">
                  <a:moveTo>
                    <a:pt x="0" y="649640"/>
                  </a:moveTo>
                  <a:lnTo>
                    <a:pt x="8290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l956"/>
            <p:cNvSpPr/>
            <p:nvPr/>
          </p:nvSpPr>
          <p:spPr>
            <a:xfrm>
              <a:off x="11040075" y="6574136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pl957"/>
            <p:cNvSpPr/>
            <p:nvPr/>
          </p:nvSpPr>
          <p:spPr>
            <a:xfrm>
              <a:off x="11040075" y="6440114"/>
              <a:ext cx="443345" cy="169042"/>
            </a:xfrm>
            <a:custGeom>
              <a:avLst/>
              <a:gdLst/>
              <a:ahLst/>
              <a:cxnLst/>
              <a:rect l="0" t="0" r="0" b="0"/>
              <a:pathLst>
                <a:path w="443345" h="169042">
                  <a:moveTo>
                    <a:pt x="0" y="169042"/>
                  </a:moveTo>
                  <a:lnTo>
                    <a:pt x="44334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l958"/>
            <p:cNvSpPr/>
            <p:nvPr/>
          </p:nvSpPr>
          <p:spPr>
            <a:xfrm>
              <a:off x="11040075" y="6461985"/>
              <a:ext cx="146347" cy="27639"/>
            </a:xfrm>
            <a:custGeom>
              <a:avLst/>
              <a:gdLst/>
              <a:ahLst/>
              <a:cxnLst/>
              <a:rect l="0" t="0" r="0" b="0"/>
              <a:pathLst>
                <a:path w="146347" h="27639">
                  <a:moveTo>
                    <a:pt x="0" y="0"/>
                  </a:moveTo>
                  <a:lnTo>
                    <a:pt x="146347" y="2763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l959"/>
            <p:cNvSpPr/>
            <p:nvPr/>
          </p:nvSpPr>
          <p:spPr>
            <a:xfrm>
              <a:off x="11040075" y="6438847"/>
              <a:ext cx="154955" cy="39710"/>
            </a:xfrm>
            <a:custGeom>
              <a:avLst/>
              <a:gdLst/>
              <a:ahLst/>
              <a:cxnLst/>
              <a:rect l="0" t="0" r="0" b="0"/>
              <a:pathLst>
                <a:path w="154955" h="39710">
                  <a:moveTo>
                    <a:pt x="0" y="0"/>
                  </a:moveTo>
                  <a:lnTo>
                    <a:pt x="154955" y="397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l960"/>
            <p:cNvSpPr/>
            <p:nvPr/>
          </p:nvSpPr>
          <p:spPr>
            <a:xfrm>
              <a:off x="11040075" y="6471083"/>
              <a:ext cx="233663" cy="26729"/>
            </a:xfrm>
            <a:custGeom>
              <a:avLst/>
              <a:gdLst/>
              <a:ahLst/>
              <a:cxnLst/>
              <a:rect l="0" t="0" r="0" b="0"/>
              <a:pathLst>
                <a:path w="233663" h="26729">
                  <a:moveTo>
                    <a:pt x="0" y="0"/>
                  </a:moveTo>
                  <a:lnTo>
                    <a:pt x="233663" y="2672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l961"/>
            <p:cNvSpPr/>
            <p:nvPr/>
          </p:nvSpPr>
          <p:spPr>
            <a:xfrm>
              <a:off x="11040075" y="6460152"/>
              <a:ext cx="225054" cy="22614"/>
            </a:xfrm>
            <a:custGeom>
              <a:avLst/>
              <a:gdLst/>
              <a:ahLst/>
              <a:cxnLst/>
              <a:rect l="0" t="0" r="0" b="0"/>
              <a:pathLst>
                <a:path w="225054" h="22614">
                  <a:moveTo>
                    <a:pt x="0" y="22614"/>
                  </a:moveTo>
                  <a:lnTo>
                    <a:pt x="2250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l962"/>
            <p:cNvSpPr/>
            <p:nvPr/>
          </p:nvSpPr>
          <p:spPr>
            <a:xfrm>
              <a:off x="11040075" y="6439460"/>
              <a:ext cx="447444" cy="81314"/>
            </a:xfrm>
            <a:custGeom>
              <a:avLst/>
              <a:gdLst/>
              <a:ahLst/>
              <a:cxnLst/>
              <a:rect l="0" t="0" r="0" b="0"/>
              <a:pathLst>
                <a:path w="447444" h="81314">
                  <a:moveTo>
                    <a:pt x="0" y="0"/>
                  </a:moveTo>
                  <a:lnTo>
                    <a:pt x="447444" y="813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l963"/>
            <p:cNvSpPr/>
            <p:nvPr/>
          </p:nvSpPr>
          <p:spPr>
            <a:xfrm>
              <a:off x="11040075" y="6410784"/>
              <a:ext cx="369147" cy="1868"/>
            </a:xfrm>
            <a:custGeom>
              <a:avLst/>
              <a:gdLst/>
              <a:ahLst/>
              <a:cxnLst/>
              <a:rect l="0" t="0" r="0" b="0"/>
              <a:pathLst>
                <a:path w="369147" h="1868">
                  <a:moveTo>
                    <a:pt x="0" y="0"/>
                  </a:moveTo>
                  <a:lnTo>
                    <a:pt x="369147" y="18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l964"/>
            <p:cNvSpPr/>
            <p:nvPr/>
          </p:nvSpPr>
          <p:spPr>
            <a:xfrm>
              <a:off x="11040075" y="6422637"/>
              <a:ext cx="486183" cy="41099"/>
            </a:xfrm>
            <a:custGeom>
              <a:avLst/>
              <a:gdLst/>
              <a:ahLst/>
              <a:cxnLst/>
              <a:rect l="0" t="0" r="0" b="0"/>
              <a:pathLst>
                <a:path w="486183" h="41099">
                  <a:moveTo>
                    <a:pt x="0" y="0"/>
                  </a:moveTo>
                  <a:lnTo>
                    <a:pt x="486183" y="4109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l965"/>
            <p:cNvSpPr/>
            <p:nvPr/>
          </p:nvSpPr>
          <p:spPr>
            <a:xfrm>
              <a:off x="11040075" y="6454751"/>
              <a:ext cx="499916" cy="23410"/>
            </a:xfrm>
            <a:custGeom>
              <a:avLst/>
              <a:gdLst/>
              <a:ahLst/>
              <a:cxnLst/>
              <a:rect l="0" t="0" r="0" b="0"/>
              <a:pathLst>
                <a:path w="499916" h="23410">
                  <a:moveTo>
                    <a:pt x="0" y="0"/>
                  </a:moveTo>
                  <a:lnTo>
                    <a:pt x="499916" y="2341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l966"/>
            <p:cNvSpPr/>
            <p:nvPr/>
          </p:nvSpPr>
          <p:spPr>
            <a:xfrm>
              <a:off x="11040075" y="6394094"/>
              <a:ext cx="447444" cy="79024"/>
            </a:xfrm>
            <a:custGeom>
              <a:avLst/>
              <a:gdLst/>
              <a:ahLst/>
              <a:cxnLst/>
              <a:rect l="0" t="0" r="0" b="0"/>
              <a:pathLst>
                <a:path w="447444" h="79024">
                  <a:moveTo>
                    <a:pt x="0" y="79024"/>
                  </a:moveTo>
                  <a:lnTo>
                    <a:pt x="4474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l967"/>
            <p:cNvSpPr/>
            <p:nvPr/>
          </p:nvSpPr>
          <p:spPr>
            <a:xfrm>
              <a:off x="11040075" y="6489651"/>
              <a:ext cx="434941" cy="5181"/>
            </a:xfrm>
            <a:custGeom>
              <a:avLst/>
              <a:gdLst/>
              <a:ahLst/>
              <a:cxnLst/>
              <a:rect l="0" t="0" r="0" b="0"/>
              <a:pathLst>
                <a:path w="434941" h="5181">
                  <a:moveTo>
                    <a:pt x="0" y="5181"/>
                  </a:moveTo>
                  <a:lnTo>
                    <a:pt x="4349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l968"/>
            <p:cNvSpPr/>
            <p:nvPr/>
          </p:nvSpPr>
          <p:spPr>
            <a:xfrm>
              <a:off x="11040075" y="6411156"/>
              <a:ext cx="516723" cy="27355"/>
            </a:xfrm>
            <a:custGeom>
              <a:avLst/>
              <a:gdLst/>
              <a:ahLst/>
              <a:cxnLst/>
              <a:rect l="0" t="0" r="0" b="0"/>
              <a:pathLst>
                <a:path w="516723" h="27355">
                  <a:moveTo>
                    <a:pt x="0" y="27355"/>
                  </a:moveTo>
                  <a:lnTo>
                    <a:pt x="51672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l969"/>
            <p:cNvSpPr/>
            <p:nvPr/>
          </p:nvSpPr>
          <p:spPr>
            <a:xfrm>
              <a:off x="11040075" y="6592688"/>
              <a:ext cx="472245" cy="49260"/>
            </a:xfrm>
            <a:custGeom>
              <a:avLst/>
              <a:gdLst/>
              <a:ahLst/>
              <a:cxnLst/>
              <a:rect l="0" t="0" r="0" b="0"/>
              <a:pathLst>
                <a:path w="472245" h="49260">
                  <a:moveTo>
                    <a:pt x="0" y="0"/>
                  </a:moveTo>
                  <a:lnTo>
                    <a:pt x="472245" y="4926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l970"/>
            <p:cNvSpPr/>
            <p:nvPr/>
          </p:nvSpPr>
          <p:spPr>
            <a:xfrm>
              <a:off x="11040075" y="6546693"/>
              <a:ext cx="421618" cy="60055"/>
            </a:xfrm>
            <a:custGeom>
              <a:avLst/>
              <a:gdLst/>
              <a:ahLst/>
              <a:cxnLst/>
              <a:rect l="0" t="0" r="0" b="0"/>
              <a:pathLst>
                <a:path w="421618" h="60055">
                  <a:moveTo>
                    <a:pt x="0" y="0"/>
                  </a:moveTo>
                  <a:lnTo>
                    <a:pt x="421618" y="6005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l971"/>
            <p:cNvSpPr/>
            <p:nvPr/>
          </p:nvSpPr>
          <p:spPr>
            <a:xfrm>
              <a:off x="11040075" y="6466494"/>
              <a:ext cx="455028" cy="1879"/>
            </a:xfrm>
            <a:custGeom>
              <a:avLst/>
              <a:gdLst/>
              <a:ahLst/>
              <a:cxnLst/>
              <a:rect l="0" t="0" r="0" b="0"/>
              <a:pathLst>
                <a:path w="455028" h="1879">
                  <a:moveTo>
                    <a:pt x="0" y="0"/>
                  </a:moveTo>
                  <a:lnTo>
                    <a:pt x="455028" y="187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l972"/>
            <p:cNvSpPr/>
            <p:nvPr/>
          </p:nvSpPr>
          <p:spPr>
            <a:xfrm>
              <a:off x="11040075" y="6494096"/>
              <a:ext cx="147576" cy="13568"/>
            </a:xfrm>
            <a:custGeom>
              <a:avLst/>
              <a:gdLst/>
              <a:ahLst/>
              <a:cxnLst/>
              <a:rect l="0" t="0" r="0" b="0"/>
              <a:pathLst>
                <a:path w="147576" h="13568">
                  <a:moveTo>
                    <a:pt x="0" y="0"/>
                  </a:moveTo>
                  <a:lnTo>
                    <a:pt x="147576" y="135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l973"/>
            <p:cNvSpPr/>
            <p:nvPr/>
          </p:nvSpPr>
          <p:spPr>
            <a:xfrm>
              <a:off x="11040075" y="6534035"/>
              <a:ext cx="136713" cy="3613"/>
            </a:xfrm>
            <a:custGeom>
              <a:avLst/>
              <a:gdLst/>
              <a:ahLst/>
              <a:cxnLst/>
              <a:rect l="0" t="0" r="0" b="0"/>
              <a:pathLst>
                <a:path w="136713" h="3613">
                  <a:moveTo>
                    <a:pt x="0" y="3613"/>
                  </a:moveTo>
                  <a:lnTo>
                    <a:pt x="13671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l974"/>
            <p:cNvSpPr/>
            <p:nvPr/>
          </p:nvSpPr>
          <p:spPr>
            <a:xfrm>
              <a:off x="11040075" y="6419522"/>
              <a:ext cx="131179" cy="56570"/>
            </a:xfrm>
            <a:custGeom>
              <a:avLst/>
              <a:gdLst/>
              <a:ahLst/>
              <a:cxnLst/>
              <a:rect l="0" t="0" r="0" b="0"/>
              <a:pathLst>
                <a:path w="131179" h="56570">
                  <a:moveTo>
                    <a:pt x="0" y="0"/>
                  </a:moveTo>
                  <a:lnTo>
                    <a:pt x="131179" y="565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l975"/>
            <p:cNvSpPr/>
            <p:nvPr/>
          </p:nvSpPr>
          <p:spPr>
            <a:xfrm>
              <a:off x="11040075" y="6667526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l976"/>
            <p:cNvSpPr/>
            <p:nvPr/>
          </p:nvSpPr>
          <p:spPr>
            <a:xfrm>
              <a:off x="11040075" y="6577738"/>
              <a:ext cx="504630" cy="9756"/>
            </a:xfrm>
            <a:custGeom>
              <a:avLst/>
              <a:gdLst/>
              <a:ahLst/>
              <a:cxnLst/>
              <a:rect l="0" t="0" r="0" b="0"/>
              <a:pathLst>
                <a:path w="504630" h="9756">
                  <a:moveTo>
                    <a:pt x="0" y="0"/>
                  </a:moveTo>
                  <a:lnTo>
                    <a:pt x="504630" y="975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l977"/>
            <p:cNvSpPr/>
            <p:nvPr/>
          </p:nvSpPr>
          <p:spPr>
            <a:xfrm>
              <a:off x="11040075" y="6067113"/>
              <a:ext cx="504220" cy="358757"/>
            </a:xfrm>
            <a:custGeom>
              <a:avLst/>
              <a:gdLst/>
              <a:ahLst/>
              <a:cxnLst/>
              <a:rect l="0" t="0" r="0" b="0"/>
              <a:pathLst>
                <a:path w="504220" h="358757">
                  <a:moveTo>
                    <a:pt x="0" y="358757"/>
                  </a:moveTo>
                  <a:lnTo>
                    <a:pt x="50422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l978"/>
            <p:cNvSpPr/>
            <p:nvPr/>
          </p:nvSpPr>
          <p:spPr>
            <a:xfrm>
              <a:off x="11040075" y="6492133"/>
              <a:ext cx="400507" cy="41217"/>
            </a:xfrm>
            <a:custGeom>
              <a:avLst/>
              <a:gdLst/>
              <a:ahLst/>
              <a:cxnLst/>
              <a:rect l="0" t="0" r="0" b="0"/>
              <a:pathLst>
                <a:path w="400507" h="41217">
                  <a:moveTo>
                    <a:pt x="0" y="0"/>
                  </a:moveTo>
                  <a:lnTo>
                    <a:pt x="400507" y="412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l979"/>
            <p:cNvSpPr/>
            <p:nvPr/>
          </p:nvSpPr>
          <p:spPr>
            <a:xfrm>
              <a:off x="11040075" y="6468094"/>
              <a:ext cx="241452" cy="20285"/>
            </a:xfrm>
            <a:custGeom>
              <a:avLst/>
              <a:gdLst/>
              <a:ahLst/>
              <a:cxnLst/>
              <a:rect l="0" t="0" r="0" b="0"/>
              <a:pathLst>
                <a:path w="241452" h="20285">
                  <a:moveTo>
                    <a:pt x="0" y="0"/>
                  </a:moveTo>
                  <a:lnTo>
                    <a:pt x="241452" y="2028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l980"/>
            <p:cNvSpPr/>
            <p:nvPr/>
          </p:nvSpPr>
          <p:spPr>
            <a:xfrm>
              <a:off x="11040075" y="6539071"/>
              <a:ext cx="523692" cy="110295"/>
            </a:xfrm>
            <a:custGeom>
              <a:avLst/>
              <a:gdLst/>
              <a:ahLst/>
              <a:cxnLst/>
              <a:rect l="0" t="0" r="0" b="0"/>
              <a:pathLst>
                <a:path w="523692" h="110295">
                  <a:moveTo>
                    <a:pt x="0" y="0"/>
                  </a:moveTo>
                  <a:lnTo>
                    <a:pt x="523692" y="1102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l981"/>
            <p:cNvSpPr/>
            <p:nvPr/>
          </p:nvSpPr>
          <p:spPr>
            <a:xfrm>
              <a:off x="11040075" y="6574372"/>
              <a:ext cx="505040" cy="25511"/>
            </a:xfrm>
            <a:custGeom>
              <a:avLst/>
              <a:gdLst/>
              <a:ahLst/>
              <a:cxnLst/>
              <a:rect l="0" t="0" r="0" b="0"/>
              <a:pathLst>
                <a:path w="505040" h="25511">
                  <a:moveTo>
                    <a:pt x="0" y="0"/>
                  </a:moveTo>
                  <a:lnTo>
                    <a:pt x="505040" y="2551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pl982"/>
            <p:cNvSpPr/>
            <p:nvPr/>
          </p:nvSpPr>
          <p:spPr>
            <a:xfrm>
              <a:off x="11040075" y="6297048"/>
              <a:ext cx="451544" cy="178333"/>
            </a:xfrm>
            <a:custGeom>
              <a:avLst/>
              <a:gdLst/>
              <a:ahLst/>
              <a:cxnLst/>
              <a:rect l="0" t="0" r="0" b="0"/>
              <a:pathLst>
                <a:path w="451544" h="178333">
                  <a:moveTo>
                    <a:pt x="0" y="178333"/>
                  </a:moveTo>
                  <a:lnTo>
                    <a:pt x="45154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pl983"/>
            <p:cNvSpPr/>
            <p:nvPr/>
          </p:nvSpPr>
          <p:spPr>
            <a:xfrm>
              <a:off x="11040075" y="6205825"/>
              <a:ext cx="420184" cy="308555"/>
            </a:xfrm>
            <a:custGeom>
              <a:avLst/>
              <a:gdLst/>
              <a:ahLst/>
              <a:cxnLst/>
              <a:rect l="0" t="0" r="0" b="0"/>
              <a:pathLst>
                <a:path w="420184" h="308555">
                  <a:moveTo>
                    <a:pt x="0" y="308555"/>
                  </a:moveTo>
                  <a:lnTo>
                    <a:pt x="4201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pl984"/>
            <p:cNvSpPr/>
            <p:nvPr/>
          </p:nvSpPr>
          <p:spPr>
            <a:xfrm>
              <a:off x="11040075" y="6418854"/>
              <a:ext cx="446419" cy="61216"/>
            </a:xfrm>
            <a:custGeom>
              <a:avLst/>
              <a:gdLst/>
              <a:ahLst/>
              <a:cxnLst/>
              <a:rect l="0" t="0" r="0" b="0"/>
              <a:pathLst>
                <a:path w="446419" h="61216">
                  <a:moveTo>
                    <a:pt x="0" y="0"/>
                  </a:moveTo>
                  <a:lnTo>
                    <a:pt x="446419" y="6121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pl985"/>
            <p:cNvSpPr/>
            <p:nvPr/>
          </p:nvSpPr>
          <p:spPr>
            <a:xfrm>
              <a:off x="11040075" y="6312443"/>
              <a:ext cx="315650" cy="108827"/>
            </a:xfrm>
            <a:custGeom>
              <a:avLst/>
              <a:gdLst/>
              <a:ahLst/>
              <a:cxnLst/>
              <a:rect l="0" t="0" r="0" b="0"/>
              <a:pathLst>
                <a:path w="315650" h="108827">
                  <a:moveTo>
                    <a:pt x="0" y="108827"/>
                  </a:moveTo>
                  <a:lnTo>
                    <a:pt x="3156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l986"/>
            <p:cNvSpPr/>
            <p:nvPr/>
          </p:nvSpPr>
          <p:spPr>
            <a:xfrm>
              <a:off x="11040075" y="6437588"/>
              <a:ext cx="216855" cy="88241"/>
            </a:xfrm>
            <a:custGeom>
              <a:avLst/>
              <a:gdLst/>
              <a:ahLst/>
              <a:cxnLst/>
              <a:rect l="0" t="0" r="0" b="0"/>
              <a:pathLst>
                <a:path w="216855" h="88241">
                  <a:moveTo>
                    <a:pt x="0" y="0"/>
                  </a:moveTo>
                  <a:lnTo>
                    <a:pt x="216855" y="882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l987"/>
            <p:cNvSpPr/>
            <p:nvPr/>
          </p:nvSpPr>
          <p:spPr>
            <a:xfrm>
              <a:off x="11040075" y="6297627"/>
              <a:ext cx="958224" cy="220028"/>
            </a:xfrm>
            <a:custGeom>
              <a:avLst/>
              <a:gdLst/>
              <a:ahLst/>
              <a:cxnLst/>
              <a:rect l="0" t="0" r="0" b="0"/>
              <a:pathLst>
                <a:path w="958224" h="220028">
                  <a:moveTo>
                    <a:pt x="0" y="220028"/>
                  </a:moveTo>
                  <a:lnTo>
                    <a:pt x="9679" y="217805"/>
                  </a:lnTo>
                  <a:lnTo>
                    <a:pt x="19358" y="215583"/>
                  </a:lnTo>
                  <a:lnTo>
                    <a:pt x="29037" y="213360"/>
                  </a:lnTo>
                  <a:lnTo>
                    <a:pt x="38716" y="211138"/>
                  </a:lnTo>
                  <a:lnTo>
                    <a:pt x="48395" y="208915"/>
                  </a:lnTo>
                  <a:lnTo>
                    <a:pt x="58074" y="206692"/>
                  </a:lnTo>
                  <a:lnTo>
                    <a:pt x="67753" y="204470"/>
                  </a:lnTo>
                  <a:lnTo>
                    <a:pt x="77432" y="202247"/>
                  </a:lnTo>
                  <a:lnTo>
                    <a:pt x="87111" y="200025"/>
                  </a:lnTo>
                  <a:lnTo>
                    <a:pt x="96790" y="197802"/>
                  </a:lnTo>
                  <a:lnTo>
                    <a:pt x="106469" y="195580"/>
                  </a:lnTo>
                  <a:lnTo>
                    <a:pt x="116148" y="193357"/>
                  </a:lnTo>
                  <a:lnTo>
                    <a:pt x="125827" y="191135"/>
                  </a:lnTo>
                  <a:lnTo>
                    <a:pt x="135506" y="188912"/>
                  </a:lnTo>
                  <a:lnTo>
                    <a:pt x="145185" y="186690"/>
                  </a:lnTo>
                  <a:lnTo>
                    <a:pt x="154864" y="184467"/>
                  </a:lnTo>
                  <a:lnTo>
                    <a:pt x="164543" y="182245"/>
                  </a:lnTo>
                  <a:lnTo>
                    <a:pt x="174222" y="180022"/>
                  </a:lnTo>
                  <a:lnTo>
                    <a:pt x="183901" y="177800"/>
                  </a:lnTo>
                  <a:lnTo>
                    <a:pt x="193580" y="175577"/>
                  </a:lnTo>
                  <a:lnTo>
                    <a:pt x="203259" y="173355"/>
                  </a:lnTo>
                  <a:lnTo>
                    <a:pt x="212938" y="171132"/>
                  </a:lnTo>
                  <a:lnTo>
                    <a:pt x="222617" y="168910"/>
                  </a:lnTo>
                  <a:lnTo>
                    <a:pt x="232296" y="166687"/>
                  </a:lnTo>
                  <a:lnTo>
                    <a:pt x="241975" y="164465"/>
                  </a:lnTo>
                  <a:lnTo>
                    <a:pt x="251654" y="162242"/>
                  </a:lnTo>
                  <a:lnTo>
                    <a:pt x="261334" y="160020"/>
                  </a:lnTo>
                  <a:lnTo>
                    <a:pt x="271013" y="157797"/>
                  </a:lnTo>
                  <a:lnTo>
                    <a:pt x="280692" y="155575"/>
                  </a:lnTo>
                  <a:lnTo>
                    <a:pt x="290371" y="153352"/>
                  </a:lnTo>
                  <a:lnTo>
                    <a:pt x="300050" y="151130"/>
                  </a:lnTo>
                  <a:lnTo>
                    <a:pt x="309729" y="148907"/>
                  </a:lnTo>
                  <a:lnTo>
                    <a:pt x="319408" y="146685"/>
                  </a:lnTo>
                  <a:lnTo>
                    <a:pt x="329087" y="144462"/>
                  </a:lnTo>
                  <a:lnTo>
                    <a:pt x="338766" y="142240"/>
                  </a:lnTo>
                  <a:lnTo>
                    <a:pt x="348445" y="140017"/>
                  </a:lnTo>
                  <a:lnTo>
                    <a:pt x="358124" y="137795"/>
                  </a:lnTo>
                  <a:lnTo>
                    <a:pt x="367803" y="135572"/>
                  </a:lnTo>
                  <a:lnTo>
                    <a:pt x="377482" y="133350"/>
                  </a:lnTo>
                  <a:lnTo>
                    <a:pt x="387161" y="131127"/>
                  </a:lnTo>
                  <a:lnTo>
                    <a:pt x="396840" y="128905"/>
                  </a:lnTo>
                  <a:lnTo>
                    <a:pt x="406519" y="126682"/>
                  </a:lnTo>
                  <a:lnTo>
                    <a:pt x="416198" y="124460"/>
                  </a:lnTo>
                  <a:lnTo>
                    <a:pt x="425877" y="122237"/>
                  </a:lnTo>
                  <a:lnTo>
                    <a:pt x="435556" y="120015"/>
                  </a:lnTo>
                  <a:lnTo>
                    <a:pt x="445235" y="117792"/>
                  </a:lnTo>
                  <a:lnTo>
                    <a:pt x="454914" y="115570"/>
                  </a:lnTo>
                  <a:lnTo>
                    <a:pt x="464593" y="113347"/>
                  </a:lnTo>
                  <a:lnTo>
                    <a:pt x="474272" y="111125"/>
                  </a:lnTo>
                  <a:lnTo>
                    <a:pt x="483951" y="108902"/>
                  </a:lnTo>
                  <a:lnTo>
                    <a:pt x="493630" y="106680"/>
                  </a:lnTo>
                  <a:lnTo>
                    <a:pt x="503309" y="104457"/>
                  </a:lnTo>
                  <a:lnTo>
                    <a:pt x="512988" y="102235"/>
                  </a:lnTo>
                  <a:lnTo>
                    <a:pt x="522668" y="100012"/>
                  </a:lnTo>
                  <a:lnTo>
                    <a:pt x="532347" y="97790"/>
                  </a:lnTo>
                  <a:lnTo>
                    <a:pt x="542026" y="95567"/>
                  </a:lnTo>
                  <a:lnTo>
                    <a:pt x="551705" y="93345"/>
                  </a:lnTo>
                  <a:lnTo>
                    <a:pt x="561384" y="91122"/>
                  </a:lnTo>
                  <a:lnTo>
                    <a:pt x="571063" y="88900"/>
                  </a:lnTo>
                  <a:lnTo>
                    <a:pt x="580742" y="86677"/>
                  </a:lnTo>
                  <a:lnTo>
                    <a:pt x="590421" y="84455"/>
                  </a:lnTo>
                  <a:lnTo>
                    <a:pt x="600100" y="82232"/>
                  </a:lnTo>
                  <a:lnTo>
                    <a:pt x="609779" y="80010"/>
                  </a:lnTo>
                  <a:lnTo>
                    <a:pt x="619458" y="77787"/>
                  </a:lnTo>
                  <a:lnTo>
                    <a:pt x="629137" y="75565"/>
                  </a:lnTo>
                  <a:lnTo>
                    <a:pt x="638816" y="73342"/>
                  </a:lnTo>
                  <a:lnTo>
                    <a:pt x="648495" y="71120"/>
                  </a:lnTo>
                  <a:lnTo>
                    <a:pt x="658174" y="68897"/>
                  </a:lnTo>
                  <a:lnTo>
                    <a:pt x="667853" y="66675"/>
                  </a:lnTo>
                  <a:lnTo>
                    <a:pt x="677532" y="64452"/>
                  </a:lnTo>
                  <a:lnTo>
                    <a:pt x="687211" y="62230"/>
                  </a:lnTo>
                  <a:lnTo>
                    <a:pt x="696890" y="60007"/>
                  </a:lnTo>
                  <a:lnTo>
                    <a:pt x="706569" y="57785"/>
                  </a:lnTo>
                  <a:lnTo>
                    <a:pt x="716248" y="55562"/>
                  </a:lnTo>
                  <a:lnTo>
                    <a:pt x="725927" y="53340"/>
                  </a:lnTo>
                  <a:lnTo>
                    <a:pt x="735606" y="51117"/>
                  </a:lnTo>
                  <a:lnTo>
                    <a:pt x="745285" y="48895"/>
                  </a:lnTo>
                  <a:lnTo>
                    <a:pt x="754964" y="46672"/>
                  </a:lnTo>
                  <a:lnTo>
                    <a:pt x="764643" y="44450"/>
                  </a:lnTo>
                  <a:lnTo>
                    <a:pt x="774322" y="42227"/>
                  </a:lnTo>
                  <a:lnTo>
                    <a:pt x="784002" y="40005"/>
                  </a:lnTo>
                  <a:lnTo>
                    <a:pt x="793681" y="37782"/>
                  </a:lnTo>
                  <a:lnTo>
                    <a:pt x="803360" y="35560"/>
                  </a:lnTo>
                  <a:lnTo>
                    <a:pt x="813039" y="33337"/>
                  </a:lnTo>
                  <a:lnTo>
                    <a:pt x="822718" y="31115"/>
                  </a:lnTo>
                  <a:lnTo>
                    <a:pt x="832397" y="28892"/>
                  </a:lnTo>
                  <a:lnTo>
                    <a:pt x="842076" y="26670"/>
                  </a:lnTo>
                  <a:lnTo>
                    <a:pt x="851755" y="24447"/>
                  </a:lnTo>
                  <a:lnTo>
                    <a:pt x="861434" y="22225"/>
                  </a:lnTo>
                  <a:lnTo>
                    <a:pt x="871113" y="20002"/>
                  </a:lnTo>
                  <a:lnTo>
                    <a:pt x="880792" y="17780"/>
                  </a:lnTo>
                  <a:lnTo>
                    <a:pt x="890471" y="15557"/>
                  </a:lnTo>
                  <a:lnTo>
                    <a:pt x="900150" y="13335"/>
                  </a:lnTo>
                  <a:lnTo>
                    <a:pt x="909829" y="11112"/>
                  </a:lnTo>
                  <a:lnTo>
                    <a:pt x="919508" y="8890"/>
                  </a:lnTo>
                  <a:lnTo>
                    <a:pt x="929187" y="6667"/>
                  </a:lnTo>
                  <a:lnTo>
                    <a:pt x="938866" y="4445"/>
                  </a:lnTo>
                  <a:lnTo>
                    <a:pt x="948545" y="2222"/>
                  </a:lnTo>
                  <a:lnTo>
                    <a:pt x="958224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tx988"/>
            <p:cNvSpPr/>
            <p:nvPr/>
          </p:nvSpPr>
          <p:spPr>
            <a:xfrm>
              <a:off x="11084426" y="5439774"/>
              <a:ext cx="913873" cy="16955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0.09 Z/year</a:t>
              </a:r>
            </a:p>
          </p:txBody>
        </p:sp>
        <p:sp>
          <p:nvSpPr>
            <p:cNvPr id="989" name="rc989"/>
            <p:cNvSpPr/>
            <p:nvPr/>
          </p:nvSpPr>
          <p:spPr>
            <a:xfrm>
              <a:off x="10992163" y="54186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tx990"/>
            <p:cNvSpPr/>
            <p:nvPr/>
          </p:nvSpPr>
          <p:spPr>
            <a:xfrm>
              <a:off x="10830161" y="6718303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991" name="tx991"/>
            <p:cNvSpPr/>
            <p:nvPr/>
          </p:nvSpPr>
          <p:spPr>
            <a:xfrm>
              <a:off x="10867378" y="6336253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2" name="tx992"/>
            <p:cNvSpPr/>
            <p:nvPr/>
          </p:nvSpPr>
          <p:spPr>
            <a:xfrm>
              <a:off x="10867378" y="5956932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93" name="tx993"/>
            <p:cNvSpPr/>
            <p:nvPr/>
          </p:nvSpPr>
          <p:spPr>
            <a:xfrm>
              <a:off x="10867378" y="5576574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994" name="pl994"/>
            <p:cNvSpPr/>
            <p:nvPr/>
          </p:nvSpPr>
          <p:spPr>
            <a:xfrm>
              <a:off x="10957369" y="675863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l995"/>
            <p:cNvSpPr/>
            <p:nvPr/>
          </p:nvSpPr>
          <p:spPr>
            <a:xfrm>
              <a:off x="10957369" y="637794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pl996"/>
            <p:cNvSpPr/>
            <p:nvPr/>
          </p:nvSpPr>
          <p:spPr>
            <a:xfrm>
              <a:off x="10957369" y="599725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pl997"/>
            <p:cNvSpPr/>
            <p:nvPr/>
          </p:nvSpPr>
          <p:spPr>
            <a:xfrm>
              <a:off x="10957369" y="561657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pl998"/>
            <p:cNvSpPr/>
            <p:nvPr/>
          </p:nvSpPr>
          <p:spPr>
            <a:xfrm>
              <a:off x="11040075" y="67679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pl999"/>
            <p:cNvSpPr/>
            <p:nvPr/>
          </p:nvSpPr>
          <p:spPr>
            <a:xfrm>
              <a:off x="11414397" y="67679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pl1000"/>
            <p:cNvSpPr/>
            <p:nvPr/>
          </p:nvSpPr>
          <p:spPr>
            <a:xfrm>
              <a:off x="11788720" y="67679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tx1001"/>
            <p:cNvSpPr/>
            <p:nvPr/>
          </p:nvSpPr>
          <p:spPr>
            <a:xfrm>
              <a:off x="11008997" y="68289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02" name="tx1002"/>
            <p:cNvSpPr/>
            <p:nvPr/>
          </p:nvSpPr>
          <p:spPr>
            <a:xfrm>
              <a:off x="11383319" y="6830349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003" name="tx1003"/>
            <p:cNvSpPr/>
            <p:nvPr/>
          </p:nvSpPr>
          <p:spPr>
            <a:xfrm>
              <a:off x="11726564" y="6828931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04" name="tx1004"/>
            <p:cNvSpPr/>
            <p:nvPr/>
          </p:nvSpPr>
          <p:spPr>
            <a:xfrm>
              <a:off x="10898006" y="6976374"/>
              <a:ext cx="1242361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005" name="tx1005"/>
            <p:cNvSpPr/>
            <p:nvPr/>
          </p:nvSpPr>
          <p:spPr>
            <a:xfrm rot="-5400000">
              <a:off x="10082636" y="6027779"/>
              <a:ext cx="1226399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Cortical Amyloid (Z)</a:t>
              </a:r>
            </a:p>
          </p:txBody>
        </p:sp>
        <p:sp>
          <p:nvSpPr>
            <p:cNvPr id="1006" name="rc1006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rc1007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8" name="pl1008"/>
            <p:cNvSpPr/>
            <p:nvPr/>
          </p:nvSpPr>
          <p:spPr>
            <a:xfrm>
              <a:off x="10992163" y="8405236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l1009"/>
            <p:cNvSpPr/>
            <p:nvPr/>
          </p:nvSpPr>
          <p:spPr>
            <a:xfrm>
              <a:off x="10992163" y="8195091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l1010"/>
            <p:cNvSpPr/>
            <p:nvPr/>
          </p:nvSpPr>
          <p:spPr>
            <a:xfrm>
              <a:off x="10992163" y="7984946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l1011"/>
            <p:cNvSpPr/>
            <p:nvPr/>
          </p:nvSpPr>
          <p:spPr>
            <a:xfrm>
              <a:off x="10992163" y="7774800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l1012"/>
            <p:cNvSpPr/>
            <p:nvPr/>
          </p:nvSpPr>
          <p:spPr>
            <a:xfrm>
              <a:off x="10992163" y="7564655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pl1013"/>
            <p:cNvSpPr/>
            <p:nvPr/>
          </p:nvSpPr>
          <p:spPr>
            <a:xfrm>
              <a:off x="10992163" y="7354509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pl1014"/>
            <p:cNvSpPr/>
            <p:nvPr/>
          </p:nvSpPr>
          <p:spPr>
            <a:xfrm>
              <a:off x="11227236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pl1015"/>
            <p:cNvSpPr/>
            <p:nvPr/>
          </p:nvSpPr>
          <p:spPr>
            <a:xfrm>
              <a:off x="11601558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pl1016"/>
            <p:cNvSpPr/>
            <p:nvPr/>
          </p:nvSpPr>
          <p:spPr>
            <a:xfrm>
              <a:off x="11975881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l1017"/>
            <p:cNvSpPr/>
            <p:nvPr/>
          </p:nvSpPr>
          <p:spPr>
            <a:xfrm>
              <a:off x="10992163" y="8510309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l1018"/>
            <p:cNvSpPr/>
            <p:nvPr/>
          </p:nvSpPr>
          <p:spPr>
            <a:xfrm>
              <a:off x="10992163" y="8300164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pl1019"/>
            <p:cNvSpPr/>
            <p:nvPr/>
          </p:nvSpPr>
          <p:spPr>
            <a:xfrm>
              <a:off x="10992163" y="8090018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l1020"/>
            <p:cNvSpPr/>
            <p:nvPr/>
          </p:nvSpPr>
          <p:spPr>
            <a:xfrm>
              <a:off x="10992163" y="7879873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l1021"/>
            <p:cNvSpPr/>
            <p:nvPr/>
          </p:nvSpPr>
          <p:spPr>
            <a:xfrm>
              <a:off x="10992163" y="7669727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l1022"/>
            <p:cNvSpPr/>
            <p:nvPr/>
          </p:nvSpPr>
          <p:spPr>
            <a:xfrm>
              <a:off x="10992163" y="7459582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l1023"/>
            <p:cNvSpPr/>
            <p:nvPr/>
          </p:nvSpPr>
          <p:spPr>
            <a:xfrm>
              <a:off x="10992163" y="7249437"/>
              <a:ext cx="1054047" cy="0"/>
            </a:xfrm>
            <a:custGeom>
              <a:avLst/>
              <a:gdLst/>
              <a:ahLst/>
              <a:cxnLst/>
              <a:rect l="0" t="0" r="0" b="0"/>
              <a:pathLst>
                <a:path w="1054047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l1024"/>
            <p:cNvSpPr/>
            <p:nvPr/>
          </p:nvSpPr>
          <p:spPr>
            <a:xfrm>
              <a:off x="11040075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pl1025"/>
            <p:cNvSpPr/>
            <p:nvPr/>
          </p:nvSpPr>
          <p:spPr>
            <a:xfrm>
              <a:off x="11414397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l1026"/>
            <p:cNvSpPr/>
            <p:nvPr/>
          </p:nvSpPr>
          <p:spPr>
            <a:xfrm>
              <a:off x="11788720" y="7247470"/>
              <a:ext cx="0" cy="1349322"/>
            </a:xfrm>
            <a:custGeom>
              <a:avLst/>
              <a:gdLst/>
              <a:ahLst/>
              <a:cxnLst/>
              <a:rect l="0" t="0" r="0" b="0"/>
              <a:pathLst>
                <a:path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t1027"/>
            <p:cNvSpPr/>
            <p:nvPr/>
          </p:nvSpPr>
          <p:spPr>
            <a:xfrm>
              <a:off x="11015249" y="8264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t1028"/>
            <p:cNvSpPr/>
            <p:nvPr/>
          </p:nvSpPr>
          <p:spPr>
            <a:xfrm>
              <a:off x="11577885" y="7914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t1029"/>
            <p:cNvSpPr/>
            <p:nvPr/>
          </p:nvSpPr>
          <p:spPr>
            <a:xfrm>
              <a:off x="11015249" y="763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t1030"/>
            <p:cNvSpPr/>
            <p:nvPr/>
          </p:nvSpPr>
          <p:spPr>
            <a:xfrm>
              <a:off x="11015249" y="763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pt1031"/>
            <p:cNvSpPr/>
            <p:nvPr/>
          </p:nvSpPr>
          <p:spPr>
            <a:xfrm>
              <a:off x="11015249" y="7837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pt1032"/>
            <p:cNvSpPr/>
            <p:nvPr/>
          </p:nvSpPr>
          <p:spPr>
            <a:xfrm>
              <a:off x="11476016" y="7466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t1033"/>
            <p:cNvSpPr/>
            <p:nvPr/>
          </p:nvSpPr>
          <p:spPr>
            <a:xfrm>
              <a:off x="11015249" y="8086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t1034"/>
            <p:cNvSpPr/>
            <p:nvPr/>
          </p:nvSpPr>
          <p:spPr>
            <a:xfrm>
              <a:off x="11398129" y="7761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t1035"/>
            <p:cNvSpPr/>
            <p:nvPr/>
          </p:nvSpPr>
          <p:spPr>
            <a:xfrm>
              <a:off x="11015249" y="7631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t1036"/>
            <p:cNvSpPr/>
            <p:nvPr/>
          </p:nvSpPr>
          <p:spPr>
            <a:xfrm>
              <a:off x="11405712" y="7555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pt1037"/>
            <p:cNvSpPr/>
            <p:nvPr/>
          </p:nvSpPr>
          <p:spPr>
            <a:xfrm>
              <a:off x="11015249" y="8040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pt1038"/>
            <p:cNvSpPr/>
            <p:nvPr/>
          </p:nvSpPr>
          <p:spPr>
            <a:xfrm>
              <a:off x="11456954" y="8096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pt1039"/>
            <p:cNvSpPr/>
            <p:nvPr/>
          </p:nvSpPr>
          <p:spPr>
            <a:xfrm>
              <a:off x="11015249" y="8289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pt1040"/>
            <p:cNvSpPr/>
            <p:nvPr/>
          </p:nvSpPr>
          <p:spPr>
            <a:xfrm>
              <a:off x="11495693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t1041"/>
            <p:cNvSpPr/>
            <p:nvPr/>
          </p:nvSpPr>
          <p:spPr>
            <a:xfrm>
              <a:off x="11015249" y="8298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t1042"/>
            <p:cNvSpPr/>
            <p:nvPr/>
          </p:nvSpPr>
          <p:spPr>
            <a:xfrm>
              <a:off x="11187627" y="8173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t1043"/>
            <p:cNvSpPr/>
            <p:nvPr/>
          </p:nvSpPr>
          <p:spPr>
            <a:xfrm>
              <a:off x="11015249" y="7843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t1044"/>
            <p:cNvSpPr/>
            <p:nvPr/>
          </p:nvSpPr>
          <p:spPr>
            <a:xfrm>
              <a:off x="11973473" y="7926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pt1045"/>
            <p:cNvSpPr/>
            <p:nvPr/>
          </p:nvSpPr>
          <p:spPr>
            <a:xfrm>
              <a:off x="11015249" y="8288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pt1046"/>
            <p:cNvSpPr/>
            <p:nvPr/>
          </p:nvSpPr>
          <p:spPr>
            <a:xfrm>
              <a:off x="11377837" y="8047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t1047"/>
            <p:cNvSpPr/>
            <p:nvPr/>
          </p:nvSpPr>
          <p:spPr>
            <a:xfrm>
              <a:off x="11015249" y="8135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t1048"/>
            <p:cNvSpPr/>
            <p:nvPr/>
          </p:nvSpPr>
          <p:spPr>
            <a:xfrm>
              <a:off x="11249732" y="8006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pt1049"/>
            <p:cNvSpPr/>
            <p:nvPr/>
          </p:nvSpPr>
          <p:spPr>
            <a:xfrm>
              <a:off x="11249732" y="8006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t1050"/>
            <p:cNvSpPr/>
            <p:nvPr/>
          </p:nvSpPr>
          <p:spPr>
            <a:xfrm>
              <a:off x="11015249" y="8044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t1051"/>
            <p:cNvSpPr/>
            <p:nvPr/>
          </p:nvSpPr>
          <p:spPr>
            <a:xfrm>
              <a:off x="11240303" y="8193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t1052"/>
            <p:cNvSpPr/>
            <p:nvPr/>
          </p:nvSpPr>
          <p:spPr>
            <a:xfrm>
              <a:off x="11240303" y="8193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t1053"/>
            <p:cNvSpPr/>
            <p:nvPr/>
          </p:nvSpPr>
          <p:spPr>
            <a:xfrm>
              <a:off x="11015249" y="8267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t1054"/>
            <p:cNvSpPr/>
            <p:nvPr/>
          </p:nvSpPr>
          <p:spPr>
            <a:xfrm>
              <a:off x="11205254" y="8202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pt1055"/>
            <p:cNvSpPr/>
            <p:nvPr/>
          </p:nvSpPr>
          <p:spPr>
            <a:xfrm>
              <a:off x="11205254" y="8202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pt1056"/>
            <p:cNvSpPr/>
            <p:nvPr/>
          </p:nvSpPr>
          <p:spPr>
            <a:xfrm>
              <a:off x="11015249" y="7692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pt1057"/>
            <p:cNvSpPr/>
            <p:nvPr/>
          </p:nvSpPr>
          <p:spPr>
            <a:xfrm>
              <a:off x="11481960" y="7429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pt1058"/>
            <p:cNvSpPr/>
            <p:nvPr/>
          </p:nvSpPr>
          <p:spPr>
            <a:xfrm>
              <a:off x="11015249" y="8284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t1059"/>
            <p:cNvSpPr/>
            <p:nvPr/>
          </p:nvSpPr>
          <p:spPr>
            <a:xfrm>
              <a:off x="11608016" y="8030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t1060"/>
            <p:cNvSpPr/>
            <p:nvPr/>
          </p:nvSpPr>
          <p:spPr>
            <a:xfrm>
              <a:off x="11015249" y="8028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pt1061"/>
            <p:cNvSpPr/>
            <p:nvPr/>
          </p:nvSpPr>
          <p:spPr>
            <a:xfrm>
              <a:off x="11015249" y="8028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pt1062"/>
            <p:cNvSpPr/>
            <p:nvPr/>
          </p:nvSpPr>
          <p:spPr>
            <a:xfrm>
              <a:off x="11015249" y="7730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pt1063"/>
            <p:cNvSpPr/>
            <p:nvPr/>
          </p:nvSpPr>
          <p:spPr>
            <a:xfrm>
              <a:off x="11015249" y="7730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pt1064"/>
            <p:cNvSpPr/>
            <p:nvPr/>
          </p:nvSpPr>
          <p:spPr>
            <a:xfrm>
              <a:off x="11015249" y="7982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t1065"/>
            <p:cNvSpPr/>
            <p:nvPr/>
          </p:nvSpPr>
          <p:spPr>
            <a:xfrm>
              <a:off x="11165900" y="795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t1066"/>
            <p:cNvSpPr/>
            <p:nvPr/>
          </p:nvSpPr>
          <p:spPr>
            <a:xfrm>
              <a:off x="11015249" y="8166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t1067"/>
            <p:cNvSpPr/>
            <p:nvPr/>
          </p:nvSpPr>
          <p:spPr>
            <a:xfrm>
              <a:off x="11158931" y="8067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t1068"/>
            <p:cNvSpPr/>
            <p:nvPr/>
          </p:nvSpPr>
          <p:spPr>
            <a:xfrm>
              <a:off x="11015249" y="8193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t1069"/>
            <p:cNvSpPr/>
            <p:nvPr/>
          </p:nvSpPr>
          <p:spPr>
            <a:xfrm>
              <a:off x="11314707" y="7886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t1070"/>
            <p:cNvSpPr/>
            <p:nvPr/>
          </p:nvSpPr>
          <p:spPr>
            <a:xfrm>
              <a:off x="11015249" y="7414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t1071"/>
            <p:cNvSpPr/>
            <p:nvPr/>
          </p:nvSpPr>
          <p:spPr>
            <a:xfrm>
              <a:off x="11155447" y="7630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t1072"/>
            <p:cNvSpPr/>
            <p:nvPr/>
          </p:nvSpPr>
          <p:spPr>
            <a:xfrm>
              <a:off x="11015249" y="8027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pt1073"/>
            <p:cNvSpPr/>
            <p:nvPr/>
          </p:nvSpPr>
          <p:spPr>
            <a:xfrm>
              <a:off x="11162620" y="8078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t1074"/>
            <p:cNvSpPr/>
            <p:nvPr/>
          </p:nvSpPr>
          <p:spPr>
            <a:xfrm>
              <a:off x="11015249" y="798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t1075"/>
            <p:cNvSpPr/>
            <p:nvPr/>
          </p:nvSpPr>
          <p:spPr>
            <a:xfrm>
              <a:off x="11294825" y="8008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t1076"/>
            <p:cNvSpPr/>
            <p:nvPr/>
          </p:nvSpPr>
          <p:spPr>
            <a:xfrm>
              <a:off x="11015249" y="7891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t1077"/>
            <p:cNvSpPr/>
            <p:nvPr/>
          </p:nvSpPr>
          <p:spPr>
            <a:xfrm>
              <a:off x="11318601" y="7500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t1078"/>
            <p:cNvSpPr/>
            <p:nvPr/>
          </p:nvSpPr>
          <p:spPr>
            <a:xfrm>
              <a:off x="11015249" y="8251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t1079"/>
            <p:cNvSpPr/>
            <p:nvPr/>
          </p:nvSpPr>
          <p:spPr>
            <a:xfrm>
              <a:off x="11581780" y="7859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t1080"/>
            <p:cNvSpPr/>
            <p:nvPr/>
          </p:nvSpPr>
          <p:spPr>
            <a:xfrm>
              <a:off x="11015249" y="8307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t1081"/>
            <p:cNvSpPr/>
            <p:nvPr/>
          </p:nvSpPr>
          <p:spPr>
            <a:xfrm>
              <a:off x="11486265" y="7977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t1082"/>
            <p:cNvSpPr/>
            <p:nvPr/>
          </p:nvSpPr>
          <p:spPr>
            <a:xfrm>
              <a:off x="11015249" y="7761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t1083"/>
            <p:cNvSpPr/>
            <p:nvPr/>
          </p:nvSpPr>
          <p:spPr>
            <a:xfrm>
              <a:off x="11416986" y="7805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t1084"/>
            <p:cNvSpPr/>
            <p:nvPr/>
          </p:nvSpPr>
          <p:spPr>
            <a:xfrm>
              <a:off x="11015249" y="7505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pt1085"/>
            <p:cNvSpPr/>
            <p:nvPr/>
          </p:nvSpPr>
          <p:spPr>
            <a:xfrm>
              <a:off x="11015249" y="7505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pt1086"/>
            <p:cNvSpPr/>
            <p:nvPr/>
          </p:nvSpPr>
          <p:spPr>
            <a:xfrm>
              <a:off x="11015249" y="7677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pt1087"/>
            <p:cNvSpPr/>
            <p:nvPr/>
          </p:nvSpPr>
          <p:spPr>
            <a:xfrm>
              <a:off x="11015249" y="7677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t1088"/>
            <p:cNvSpPr/>
            <p:nvPr/>
          </p:nvSpPr>
          <p:spPr>
            <a:xfrm>
              <a:off x="11015249" y="8152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t1089"/>
            <p:cNvSpPr/>
            <p:nvPr/>
          </p:nvSpPr>
          <p:spPr>
            <a:xfrm>
              <a:off x="11015249" y="8152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t1090"/>
            <p:cNvSpPr/>
            <p:nvPr/>
          </p:nvSpPr>
          <p:spPr>
            <a:xfrm>
              <a:off x="11015249" y="8287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t1091"/>
            <p:cNvSpPr/>
            <p:nvPr/>
          </p:nvSpPr>
          <p:spPr>
            <a:xfrm>
              <a:off x="11513730" y="8415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t1092"/>
            <p:cNvSpPr/>
            <p:nvPr/>
          </p:nvSpPr>
          <p:spPr>
            <a:xfrm>
              <a:off x="11015249" y="8225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t1093"/>
            <p:cNvSpPr/>
            <p:nvPr/>
          </p:nvSpPr>
          <p:spPr>
            <a:xfrm>
              <a:off x="11462693" y="8280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t1094"/>
            <p:cNvSpPr/>
            <p:nvPr/>
          </p:nvSpPr>
          <p:spPr>
            <a:xfrm>
              <a:off x="11015249" y="8195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t1095"/>
            <p:cNvSpPr/>
            <p:nvPr/>
          </p:nvSpPr>
          <p:spPr>
            <a:xfrm>
              <a:off x="11451830" y="8291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pt1096"/>
            <p:cNvSpPr/>
            <p:nvPr/>
          </p:nvSpPr>
          <p:spPr>
            <a:xfrm>
              <a:off x="11015249" y="8205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pt1097"/>
            <p:cNvSpPr/>
            <p:nvPr/>
          </p:nvSpPr>
          <p:spPr>
            <a:xfrm>
              <a:off x="11451625" y="8287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t1098"/>
            <p:cNvSpPr/>
            <p:nvPr/>
          </p:nvSpPr>
          <p:spPr>
            <a:xfrm>
              <a:off x="11015249" y="8263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t1099"/>
            <p:cNvSpPr/>
            <p:nvPr/>
          </p:nvSpPr>
          <p:spPr>
            <a:xfrm>
              <a:off x="11454495" y="8274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t1100"/>
            <p:cNvSpPr/>
            <p:nvPr/>
          </p:nvSpPr>
          <p:spPr>
            <a:xfrm>
              <a:off x="11015249" y="8105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t1101"/>
            <p:cNvSpPr/>
            <p:nvPr/>
          </p:nvSpPr>
          <p:spPr>
            <a:xfrm>
              <a:off x="11477246" y="7635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pt1102"/>
            <p:cNvSpPr/>
            <p:nvPr/>
          </p:nvSpPr>
          <p:spPr>
            <a:xfrm>
              <a:off x="11015249" y="7654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pt1103"/>
            <p:cNvSpPr/>
            <p:nvPr/>
          </p:nvSpPr>
          <p:spPr>
            <a:xfrm>
              <a:off x="11370868" y="7348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pt1104"/>
            <p:cNvSpPr/>
            <p:nvPr/>
          </p:nvSpPr>
          <p:spPr>
            <a:xfrm>
              <a:off x="11015249" y="7799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pt1105"/>
            <p:cNvSpPr/>
            <p:nvPr/>
          </p:nvSpPr>
          <p:spPr>
            <a:xfrm>
              <a:off x="11508401" y="7505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t1106"/>
            <p:cNvSpPr/>
            <p:nvPr/>
          </p:nvSpPr>
          <p:spPr>
            <a:xfrm>
              <a:off x="11015249" y="7991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t1107"/>
            <p:cNvSpPr/>
            <p:nvPr/>
          </p:nvSpPr>
          <p:spPr>
            <a:xfrm>
              <a:off x="11467203" y="7964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t1108"/>
            <p:cNvSpPr/>
            <p:nvPr/>
          </p:nvSpPr>
          <p:spPr>
            <a:xfrm>
              <a:off x="11015249" y="8304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t1109"/>
            <p:cNvSpPr/>
            <p:nvPr/>
          </p:nvSpPr>
          <p:spPr>
            <a:xfrm>
              <a:off x="11390750" y="8353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t1110"/>
            <p:cNvSpPr/>
            <p:nvPr/>
          </p:nvSpPr>
          <p:spPr>
            <a:xfrm>
              <a:off x="11015249" y="8011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t1111"/>
            <p:cNvSpPr/>
            <p:nvPr/>
          </p:nvSpPr>
          <p:spPr>
            <a:xfrm>
              <a:off x="11461874" y="7878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pt1112"/>
            <p:cNvSpPr/>
            <p:nvPr/>
          </p:nvSpPr>
          <p:spPr>
            <a:xfrm>
              <a:off x="11015249" y="7901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pt1113"/>
            <p:cNvSpPr/>
            <p:nvPr/>
          </p:nvSpPr>
          <p:spPr>
            <a:xfrm>
              <a:off x="11416986" y="7713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t1114"/>
            <p:cNvSpPr/>
            <p:nvPr/>
          </p:nvSpPr>
          <p:spPr>
            <a:xfrm>
              <a:off x="11015249" y="7700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t1115"/>
            <p:cNvSpPr/>
            <p:nvPr/>
          </p:nvSpPr>
          <p:spPr>
            <a:xfrm>
              <a:off x="11165080" y="7859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t1116"/>
            <p:cNvSpPr/>
            <p:nvPr/>
          </p:nvSpPr>
          <p:spPr>
            <a:xfrm>
              <a:off x="11015249" y="7702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pt1117"/>
            <p:cNvSpPr/>
            <p:nvPr/>
          </p:nvSpPr>
          <p:spPr>
            <a:xfrm>
              <a:off x="11465768" y="7382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t1118"/>
            <p:cNvSpPr/>
            <p:nvPr/>
          </p:nvSpPr>
          <p:spPr>
            <a:xfrm>
              <a:off x="11015249" y="8101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t1119"/>
            <p:cNvSpPr/>
            <p:nvPr/>
          </p:nvSpPr>
          <p:spPr>
            <a:xfrm>
              <a:off x="11461669" y="7820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t1120"/>
            <p:cNvSpPr/>
            <p:nvPr/>
          </p:nvSpPr>
          <p:spPr>
            <a:xfrm>
              <a:off x="11015249" y="7986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t1121"/>
            <p:cNvSpPr/>
            <p:nvPr/>
          </p:nvSpPr>
          <p:spPr>
            <a:xfrm>
              <a:off x="11317781" y="7803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t1122"/>
            <p:cNvSpPr/>
            <p:nvPr/>
          </p:nvSpPr>
          <p:spPr>
            <a:xfrm>
              <a:off x="11015249" y="7938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t1123"/>
            <p:cNvSpPr/>
            <p:nvPr/>
          </p:nvSpPr>
          <p:spPr>
            <a:xfrm>
              <a:off x="11512911" y="7659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t1124"/>
            <p:cNvSpPr/>
            <p:nvPr/>
          </p:nvSpPr>
          <p:spPr>
            <a:xfrm>
              <a:off x="11015249" y="8157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pt1125"/>
            <p:cNvSpPr/>
            <p:nvPr/>
          </p:nvSpPr>
          <p:spPr>
            <a:xfrm>
              <a:off x="11322290" y="7971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pt1126"/>
            <p:cNvSpPr/>
            <p:nvPr/>
          </p:nvSpPr>
          <p:spPr>
            <a:xfrm>
              <a:off x="11015249" y="772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pt1127"/>
            <p:cNvSpPr/>
            <p:nvPr/>
          </p:nvSpPr>
          <p:spPr>
            <a:xfrm>
              <a:off x="11487699" y="7720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t1128"/>
            <p:cNvSpPr/>
            <p:nvPr/>
          </p:nvSpPr>
          <p:spPr>
            <a:xfrm>
              <a:off x="11015249" y="7899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t1129"/>
            <p:cNvSpPr/>
            <p:nvPr/>
          </p:nvSpPr>
          <p:spPr>
            <a:xfrm>
              <a:off x="11473147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l1130"/>
            <p:cNvSpPr/>
            <p:nvPr/>
          </p:nvSpPr>
          <p:spPr>
            <a:xfrm>
              <a:off x="11040075" y="7939715"/>
              <a:ext cx="562636" cy="349187"/>
            </a:xfrm>
            <a:custGeom>
              <a:avLst/>
              <a:gdLst/>
              <a:ahLst/>
              <a:cxnLst/>
              <a:rect l="0" t="0" r="0" b="0"/>
              <a:pathLst>
                <a:path w="562636" h="349187">
                  <a:moveTo>
                    <a:pt x="0" y="349187"/>
                  </a:moveTo>
                  <a:lnTo>
                    <a:pt x="5626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l1131"/>
            <p:cNvSpPr/>
            <p:nvPr/>
          </p:nvSpPr>
          <p:spPr>
            <a:xfrm>
              <a:off x="11040075" y="7655240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l1132"/>
            <p:cNvSpPr/>
            <p:nvPr/>
          </p:nvSpPr>
          <p:spPr>
            <a:xfrm>
              <a:off x="11040075" y="7490947"/>
              <a:ext cx="460767" cy="371124"/>
            </a:xfrm>
            <a:custGeom>
              <a:avLst/>
              <a:gdLst/>
              <a:ahLst/>
              <a:cxnLst/>
              <a:rect l="0" t="0" r="0" b="0"/>
              <a:pathLst>
                <a:path w="460767" h="371124">
                  <a:moveTo>
                    <a:pt x="0" y="371124"/>
                  </a:moveTo>
                  <a:lnTo>
                    <a:pt x="4607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pl1133"/>
            <p:cNvSpPr/>
            <p:nvPr/>
          </p:nvSpPr>
          <p:spPr>
            <a:xfrm>
              <a:off x="11040075" y="7786372"/>
              <a:ext cx="382879" cy="324711"/>
            </a:xfrm>
            <a:custGeom>
              <a:avLst/>
              <a:gdLst/>
              <a:ahLst/>
              <a:cxnLst/>
              <a:rect l="0" t="0" r="0" b="0"/>
              <a:pathLst>
                <a:path w="382879" h="324711">
                  <a:moveTo>
                    <a:pt x="0" y="324711"/>
                  </a:moveTo>
                  <a:lnTo>
                    <a:pt x="38287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pl1134"/>
            <p:cNvSpPr/>
            <p:nvPr/>
          </p:nvSpPr>
          <p:spPr>
            <a:xfrm>
              <a:off x="11040075" y="7580561"/>
              <a:ext cx="390463" cy="75956"/>
            </a:xfrm>
            <a:custGeom>
              <a:avLst/>
              <a:gdLst/>
              <a:ahLst/>
              <a:cxnLst/>
              <a:rect l="0" t="0" r="0" b="0"/>
              <a:pathLst>
                <a:path w="390463" h="75956">
                  <a:moveTo>
                    <a:pt x="0" y="75956"/>
                  </a:moveTo>
                  <a:lnTo>
                    <a:pt x="3904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pl1135"/>
            <p:cNvSpPr/>
            <p:nvPr/>
          </p:nvSpPr>
          <p:spPr>
            <a:xfrm>
              <a:off x="11040075" y="8065627"/>
              <a:ext cx="441705" cy="55432"/>
            </a:xfrm>
            <a:custGeom>
              <a:avLst/>
              <a:gdLst/>
              <a:ahLst/>
              <a:cxnLst/>
              <a:rect l="0" t="0" r="0" b="0"/>
              <a:pathLst>
                <a:path w="441705" h="55432">
                  <a:moveTo>
                    <a:pt x="0" y="0"/>
                  </a:moveTo>
                  <a:lnTo>
                    <a:pt x="441705" y="554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pl1136"/>
            <p:cNvSpPr/>
            <p:nvPr/>
          </p:nvSpPr>
          <p:spPr>
            <a:xfrm>
              <a:off x="11040075" y="8313955"/>
              <a:ext cx="480444" cy="221504"/>
            </a:xfrm>
            <a:custGeom>
              <a:avLst/>
              <a:gdLst/>
              <a:ahLst/>
              <a:cxnLst/>
              <a:rect l="0" t="0" r="0" b="0"/>
              <a:pathLst>
                <a:path w="480444" h="221504">
                  <a:moveTo>
                    <a:pt x="0" y="0"/>
                  </a:moveTo>
                  <a:lnTo>
                    <a:pt x="480444" y="22150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pl1137"/>
            <p:cNvSpPr/>
            <p:nvPr/>
          </p:nvSpPr>
          <p:spPr>
            <a:xfrm>
              <a:off x="11040075" y="8198310"/>
              <a:ext cx="172377" cy="124621"/>
            </a:xfrm>
            <a:custGeom>
              <a:avLst/>
              <a:gdLst/>
              <a:ahLst/>
              <a:cxnLst/>
              <a:rect l="0" t="0" r="0" b="0"/>
              <a:pathLst>
                <a:path w="172377" h="124621">
                  <a:moveTo>
                    <a:pt x="0" y="124621"/>
                  </a:moveTo>
                  <a:lnTo>
                    <a:pt x="1723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l1138"/>
            <p:cNvSpPr/>
            <p:nvPr/>
          </p:nvSpPr>
          <p:spPr>
            <a:xfrm>
              <a:off x="11040075" y="7868024"/>
              <a:ext cx="958224" cy="83735"/>
            </a:xfrm>
            <a:custGeom>
              <a:avLst/>
              <a:gdLst/>
              <a:ahLst/>
              <a:cxnLst/>
              <a:rect l="0" t="0" r="0" b="0"/>
              <a:pathLst>
                <a:path w="958224" h="83735">
                  <a:moveTo>
                    <a:pt x="0" y="0"/>
                  </a:moveTo>
                  <a:lnTo>
                    <a:pt x="958224" y="837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l1139"/>
            <p:cNvSpPr/>
            <p:nvPr/>
          </p:nvSpPr>
          <p:spPr>
            <a:xfrm>
              <a:off x="11040075" y="8071941"/>
              <a:ext cx="362588" cy="241213"/>
            </a:xfrm>
            <a:custGeom>
              <a:avLst/>
              <a:gdLst/>
              <a:ahLst/>
              <a:cxnLst/>
              <a:rect l="0" t="0" r="0" b="0"/>
              <a:pathLst>
                <a:path w="362588" h="241213">
                  <a:moveTo>
                    <a:pt x="0" y="241213"/>
                  </a:moveTo>
                  <a:lnTo>
                    <a:pt x="36258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l1140"/>
            <p:cNvSpPr/>
            <p:nvPr/>
          </p:nvSpPr>
          <p:spPr>
            <a:xfrm>
              <a:off x="11040075" y="8031666"/>
              <a:ext cx="234483" cy="128457"/>
            </a:xfrm>
            <a:custGeom>
              <a:avLst/>
              <a:gdLst/>
              <a:ahLst/>
              <a:cxnLst/>
              <a:rect l="0" t="0" r="0" b="0"/>
              <a:pathLst>
                <a:path w="234483" h="128457">
                  <a:moveTo>
                    <a:pt x="0" y="128457"/>
                  </a:moveTo>
                  <a:lnTo>
                    <a:pt x="234483" y="0"/>
                  </a:lnTo>
                  <a:lnTo>
                    <a:pt x="2344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l1141"/>
            <p:cNvSpPr/>
            <p:nvPr/>
          </p:nvSpPr>
          <p:spPr>
            <a:xfrm>
              <a:off x="11040075" y="8069819"/>
              <a:ext cx="225054" cy="148082"/>
            </a:xfrm>
            <a:custGeom>
              <a:avLst/>
              <a:gdLst/>
              <a:ahLst/>
              <a:cxnLst/>
              <a:rect l="0" t="0" r="0" b="0"/>
              <a:pathLst>
                <a:path w="225054" h="148082">
                  <a:moveTo>
                    <a:pt x="0" y="0"/>
                  </a:moveTo>
                  <a:lnTo>
                    <a:pt x="225054" y="148082"/>
                  </a:lnTo>
                  <a:lnTo>
                    <a:pt x="225054" y="1480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pl1142"/>
            <p:cNvSpPr/>
            <p:nvPr/>
          </p:nvSpPr>
          <p:spPr>
            <a:xfrm>
              <a:off x="11040075" y="8227610"/>
              <a:ext cx="190005" cy="64386"/>
            </a:xfrm>
            <a:custGeom>
              <a:avLst/>
              <a:gdLst/>
              <a:ahLst/>
              <a:cxnLst/>
              <a:rect l="0" t="0" r="0" b="0"/>
              <a:pathLst>
                <a:path w="190005" h="64386">
                  <a:moveTo>
                    <a:pt x="0" y="64386"/>
                  </a:moveTo>
                  <a:lnTo>
                    <a:pt x="190005" y="0"/>
                  </a:lnTo>
                  <a:lnTo>
                    <a:pt x="190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pl1143"/>
            <p:cNvSpPr/>
            <p:nvPr/>
          </p:nvSpPr>
          <p:spPr>
            <a:xfrm>
              <a:off x="11040075" y="7454039"/>
              <a:ext cx="466711" cy="262855"/>
            </a:xfrm>
            <a:custGeom>
              <a:avLst/>
              <a:gdLst/>
              <a:ahLst/>
              <a:cxnLst/>
              <a:rect l="0" t="0" r="0" b="0"/>
              <a:pathLst>
                <a:path w="466711" h="262855">
                  <a:moveTo>
                    <a:pt x="0" y="262855"/>
                  </a:moveTo>
                  <a:lnTo>
                    <a:pt x="4667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pl1144"/>
            <p:cNvSpPr/>
            <p:nvPr/>
          </p:nvSpPr>
          <p:spPr>
            <a:xfrm>
              <a:off x="11040075" y="8054947"/>
              <a:ext cx="592767" cy="254481"/>
            </a:xfrm>
            <a:custGeom>
              <a:avLst/>
              <a:gdLst/>
              <a:ahLst/>
              <a:cxnLst/>
              <a:rect l="0" t="0" r="0" b="0"/>
              <a:pathLst>
                <a:path w="592767" h="254481">
                  <a:moveTo>
                    <a:pt x="0" y="254481"/>
                  </a:moveTo>
                  <a:lnTo>
                    <a:pt x="5927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pl1145"/>
            <p:cNvSpPr/>
            <p:nvPr/>
          </p:nvSpPr>
          <p:spPr>
            <a:xfrm>
              <a:off x="11040075" y="805283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l1146"/>
            <p:cNvSpPr/>
            <p:nvPr/>
          </p:nvSpPr>
          <p:spPr>
            <a:xfrm>
              <a:off x="11040075" y="775574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l1147"/>
            <p:cNvSpPr/>
            <p:nvPr/>
          </p:nvSpPr>
          <p:spPr>
            <a:xfrm>
              <a:off x="11040075" y="7975666"/>
              <a:ext cx="150651" cy="31866"/>
            </a:xfrm>
            <a:custGeom>
              <a:avLst/>
              <a:gdLst/>
              <a:ahLst/>
              <a:cxnLst/>
              <a:rect l="0" t="0" r="0" b="0"/>
              <a:pathLst>
                <a:path w="150651" h="31866">
                  <a:moveTo>
                    <a:pt x="0" y="31866"/>
                  </a:moveTo>
                  <a:lnTo>
                    <a:pt x="1506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l1148"/>
            <p:cNvSpPr/>
            <p:nvPr/>
          </p:nvSpPr>
          <p:spPr>
            <a:xfrm>
              <a:off x="11040075" y="8092517"/>
              <a:ext cx="143682" cy="98706"/>
            </a:xfrm>
            <a:custGeom>
              <a:avLst/>
              <a:gdLst/>
              <a:ahLst/>
              <a:cxnLst/>
              <a:rect l="0" t="0" r="0" b="0"/>
              <a:pathLst>
                <a:path w="143682" h="98706">
                  <a:moveTo>
                    <a:pt x="0" y="98706"/>
                  </a:moveTo>
                  <a:lnTo>
                    <a:pt x="14368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l1149"/>
            <p:cNvSpPr/>
            <p:nvPr/>
          </p:nvSpPr>
          <p:spPr>
            <a:xfrm>
              <a:off x="11040075" y="7911715"/>
              <a:ext cx="299458" cy="306230"/>
            </a:xfrm>
            <a:custGeom>
              <a:avLst/>
              <a:gdLst/>
              <a:ahLst/>
              <a:cxnLst/>
              <a:rect l="0" t="0" r="0" b="0"/>
              <a:pathLst>
                <a:path w="299458" h="306230">
                  <a:moveTo>
                    <a:pt x="0" y="306230"/>
                  </a:moveTo>
                  <a:lnTo>
                    <a:pt x="29945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l1150"/>
            <p:cNvSpPr/>
            <p:nvPr/>
          </p:nvSpPr>
          <p:spPr>
            <a:xfrm>
              <a:off x="11040075" y="7439319"/>
              <a:ext cx="140198" cy="215982"/>
            </a:xfrm>
            <a:custGeom>
              <a:avLst/>
              <a:gdLst/>
              <a:ahLst/>
              <a:cxnLst/>
              <a:rect l="0" t="0" r="0" b="0"/>
              <a:pathLst>
                <a:path w="140198" h="215982">
                  <a:moveTo>
                    <a:pt x="0" y="0"/>
                  </a:moveTo>
                  <a:lnTo>
                    <a:pt x="140198" y="2159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l1151"/>
            <p:cNvSpPr/>
            <p:nvPr/>
          </p:nvSpPr>
          <p:spPr>
            <a:xfrm>
              <a:off x="11040075" y="8052092"/>
              <a:ext cx="147371" cy="51696"/>
            </a:xfrm>
            <a:custGeom>
              <a:avLst/>
              <a:gdLst/>
              <a:ahLst/>
              <a:cxnLst/>
              <a:rect l="0" t="0" r="0" b="0"/>
              <a:pathLst>
                <a:path w="147371" h="51696">
                  <a:moveTo>
                    <a:pt x="0" y="0"/>
                  </a:moveTo>
                  <a:lnTo>
                    <a:pt x="147371" y="516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pl1152"/>
            <p:cNvSpPr/>
            <p:nvPr/>
          </p:nvSpPr>
          <p:spPr>
            <a:xfrm>
              <a:off x="11040075" y="8010693"/>
              <a:ext cx="279576" cy="22778"/>
            </a:xfrm>
            <a:custGeom>
              <a:avLst/>
              <a:gdLst/>
              <a:ahLst/>
              <a:cxnLst/>
              <a:rect l="0" t="0" r="0" b="0"/>
              <a:pathLst>
                <a:path w="279576" h="22778">
                  <a:moveTo>
                    <a:pt x="0" y="0"/>
                  </a:moveTo>
                  <a:lnTo>
                    <a:pt x="279576" y="2277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pl1153"/>
            <p:cNvSpPr/>
            <p:nvPr/>
          </p:nvSpPr>
          <p:spPr>
            <a:xfrm>
              <a:off x="11040075" y="7525483"/>
              <a:ext cx="303352" cy="390347"/>
            </a:xfrm>
            <a:custGeom>
              <a:avLst/>
              <a:gdLst/>
              <a:ahLst/>
              <a:cxnLst/>
              <a:rect l="0" t="0" r="0" b="0"/>
              <a:pathLst>
                <a:path w="303352" h="390347">
                  <a:moveTo>
                    <a:pt x="0" y="390347"/>
                  </a:moveTo>
                  <a:lnTo>
                    <a:pt x="3033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l1154"/>
            <p:cNvSpPr/>
            <p:nvPr/>
          </p:nvSpPr>
          <p:spPr>
            <a:xfrm>
              <a:off x="11040075" y="7884749"/>
              <a:ext cx="566531" cy="392046"/>
            </a:xfrm>
            <a:custGeom>
              <a:avLst/>
              <a:gdLst/>
              <a:ahLst/>
              <a:cxnLst/>
              <a:rect l="0" t="0" r="0" b="0"/>
              <a:pathLst>
                <a:path w="566531" h="392046">
                  <a:moveTo>
                    <a:pt x="0" y="392046"/>
                  </a:moveTo>
                  <a:lnTo>
                    <a:pt x="56653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l1155"/>
            <p:cNvSpPr/>
            <p:nvPr/>
          </p:nvSpPr>
          <p:spPr>
            <a:xfrm>
              <a:off x="11040075" y="8002191"/>
              <a:ext cx="471016" cy="329733"/>
            </a:xfrm>
            <a:custGeom>
              <a:avLst/>
              <a:gdLst/>
              <a:ahLst/>
              <a:cxnLst/>
              <a:rect l="0" t="0" r="0" b="0"/>
              <a:pathLst>
                <a:path w="471016" h="329733">
                  <a:moveTo>
                    <a:pt x="0" y="329733"/>
                  </a:moveTo>
                  <a:lnTo>
                    <a:pt x="47101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l1156"/>
            <p:cNvSpPr/>
            <p:nvPr/>
          </p:nvSpPr>
          <p:spPr>
            <a:xfrm>
              <a:off x="11040075" y="7786311"/>
              <a:ext cx="401736" cy="44051"/>
            </a:xfrm>
            <a:custGeom>
              <a:avLst/>
              <a:gdLst/>
              <a:ahLst/>
              <a:cxnLst/>
              <a:rect l="0" t="0" r="0" b="0"/>
              <a:pathLst>
                <a:path w="401736" h="44051">
                  <a:moveTo>
                    <a:pt x="0" y="0"/>
                  </a:moveTo>
                  <a:lnTo>
                    <a:pt x="401736" y="440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pl1157"/>
            <p:cNvSpPr/>
            <p:nvPr/>
          </p:nvSpPr>
          <p:spPr>
            <a:xfrm>
              <a:off x="11040075" y="753040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l1158"/>
            <p:cNvSpPr/>
            <p:nvPr/>
          </p:nvSpPr>
          <p:spPr>
            <a:xfrm>
              <a:off x="11040075" y="770269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l1159"/>
            <p:cNvSpPr/>
            <p:nvPr/>
          </p:nvSpPr>
          <p:spPr>
            <a:xfrm>
              <a:off x="11040075" y="8177711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l1160"/>
            <p:cNvSpPr/>
            <p:nvPr/>
          </p:nvSpPr>
          <p:spPr>
            <a:xfrm>
              <a:off x="11040075" y="8311957"/>
              <a:ext cx="498481" cy="128784"/>
            </a:xfrm>
            <a:custGeom>
              <a:avLst/>
              <a:gdLst/>
              <a:ahLst/>
              <a:cxnLst/>
              <a:rect l="0" t="0" r="0" b="0"/>
              <a:pathLst>
                <a:path w="498481" h="128784">
                  <a:moveTo>
                    <a:pt x="0" y="0"/>
                  </a:moveTo>
                  <a:lnTo>
                    <a:pt x="498481" y="12878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l1161"/>
            <p:cNvSpPr/>
            <p:nvPr/>
          </p:nvSpPr>
          <p:spPr>
            <a:xfrm>
              <a:off x="11040075" y="8250251"/>
              <a:ext cx="447444" cy="55268"/>
            </a:xfrm>
            <a:custGeom>
              <a:avLst/>
              <a:gdLst/>
              <a:ahLst/>
              <a:cxnLst/>
              <a:rect l="0" t="0" r="0" b="0"/>
              <a:pathLst>
                <a:path w="447444" h="55268">
                  <a:moveTo>
                    <a:pt x="0" y="0"/>
                  </a:moveTo>
                  <a:lnTo>
                    <a:pt x="447444" y="552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l1162"/>
            <p:cNvSpPr/>
            <p:nvPr/>
          </p:nvSpPr>
          <p:spPr>
            <a:xfrm>
              <a:off x="11040075" y="8220205"/>
              <a:ext cx="436581" cy="96120"/>
            </a:xfrm>
            <a:custGeom>
              <a:avLst/>
              <a:gdLst/>
              <a:ahLst/>
              <a:cxnLst/>
              <a:rect l="0" t="0" r="0" b="0"/>
              <a:pathLst>
                <a:path w="436581" h="96120">
                  <a:moveTo>
                    <a:pt x="0" y="0"/>
                  </a:moveTo>
                  <a:lnTo>
                    <a:pt x="436581" y="961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l1163"/>
            <p:cNvSpPr/>
            <p:nvPr/>
          </p:nvSpPr>
          <p:spPr>
            <a:xfrm>
              <a:off x="11040075" y="8230775"/>
              <a:ext cx="436376" cy="81786"/>
            </a:xfrm>
            <a:custGeom>
              <a:avLst/>
              <a:gdLst/>
              <a:ahLst/>
              <a:cxnLst/>
              <a:rect l="0" t="0" r="0" b="0"/>
              <a:pathLst>
                <a:path w="436376" h="81786">
                  <a:moveTo>
                    <a:pt x="0" y="0"/>
                  </a:moveTo>
                  <a:lnTo>
                    <a:pt x="436376" y="817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l1164"/>
            <p:cNvSpPr/>
            <p:nvPr/>
          </p:nvSpPr>
          <p:spPr>
            <a:xfrm>
              <a:off x="11040075" y="8288153"/>
              <a:ext cx="439246" cy="10842"/>
            </a:xfrm>
            <a:custGeom>
              <a:avLst/>
              <a:gdLst/>
              <a:ahLst/>
              <a:cxnLst/>
              <a:rect l="0" t="0" r="0" b="0"/>
              <a:pathLst>
                <a:path w="439246" h="10842">
                  <a:moveTo>
                    <a:pt x="0" y="0"/>
                  </a:moveTo>
                  <a:lnTo>
                    <a:pt x="439246" y="1084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pl1165"/>
            <p:cNvSpPr/>
            <p:nvPr/>
          </p:nvSpPr>
          <p:spPr>
            <a:xfrm>
              <a:off x="11040075" y="7659835"/>
              <a:ext cx="461997" cy="470964"/>
            </a:xfrm>
            <a:custGeom>
              <a:avLst/>
              <a:gdLst/>
              <a:ahLst/>
              <a:cxnLst/>
              <a:rect l="0" t="0" r="0" b="0"/>
              <a:pathLst>
                <a:path w="461997" h="470964">
                  <a:moveTo>
                    <a:pt x="0" y="470964"/>
                  </a:moveTo>
                  <a:lnTo>
                    <a:pt x="4619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pl1166"/>
            <p:cNvSpPr/>
            <p:nvPr/>
          </p:nvSpPr>
          <p:spPr>
            <a:xfrm>
              <a:off x="11040075" y="7373567"/>
              <a:ext cx="355619" cy="305418"/>
            </a:xfrm>
            <a:custGeom>
              <a:avLst/>
              <a:gdLst/>
              <a:ahLst/>
              <a:cxnLst/>
              <a:rect l="0" t="0" r="0" b="0"/>
              <a:pathLst>
                <a:path w="355619" h="305418">
                  <a:moveTo>
                    <a:pt x="0" y="305418"/>
                  </a:moveTo>
                  <a:lnTo>
                    <a:pt x="3556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pl1167"/>
            <p:cNvSpPr/>
            <p:nvPr/>
          </p:nvSpPr>
          <p:spPr>
            <a:xfrm>
              <a:off x="11040075" y="7530186"/>
              <a:ext cx="493152" cy="294019"/>
            </a:xfrm>
            <a:custGeom>
              <a:avLst/>
              <a:gdLst/>
              <a:ahLst/>
              <a:cxnLst/>
              <a:rect l="0" t="0" r="0" b="0"/>
              <a:pathLst>
                <a:path w="493152" h="294019">
                  <a:moveTo>
                    <a:pt x="0" y="294019"/>
                  </a:moveTo>
                  <a:lnTo>
                    <a:pt x="49315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pl1168"/>
            <p:cNvSpPr/>
            <p:nvPr/>
          </p:nvSpPr>
          <p:spPr>
            <a:xfrm>
              <a:off x="11040075" y="7989341"/>
              <a:ext cx="451954" cy="27075"/>
            </a:xfrm>
            <a:custGeom>
              <a:avLst/>
              <a:gdLst/>
              <a:ahLst/>
              <a:cxnLst/>
              <a:rect l="0" t="0" r="0" b="0"/>
              <a:pathLst>
                <a:path w="451954" h="27075">
                  <a:moveTo>
                    <a:pt x="0" y="27075"/>
                  </a:moveTo>
                  <a:lnTo>
                    <a:pt x="45195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pl1169"/>
            <p:cNvSpPr/>
            <p:nvPr/>
          </p:nvSpPr>
          <p:spPr>
            <a:xfrm>
              <a:off x="11040075" y="8328862"/>
              <a:ext cx="375501" cy="49617"/>
            </a:xfrm>
            <a:custGeom>
              <a:avLst/>
              <a:gdLst/>
              <a:ahLst/>
              <a:cxnLst/>
              <a:rect l="0" t="0" r="0" b="0"/>
              <a:pathLst>
                <a:path w="375501" h="49617">
                  <a:moveTo>
                    <a:pt x="0" y="0"/>
                  </a:moveTo>
                  <a:lnTo>
                    <a:pt x="375501" y="4961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l1170"/>
            <p:cNvSpPr/>
            <p:nvPr/>
          </p:nvSpPr>
          <p:spPr>
            <a:xfrm>
              <a:off x="11040075" y="7902968"/>
              <a:ext cx="446624" cy="133829"/>
            </a:xfrm>
            <a:custGeom>
              <a:avLst/>
              <a:gdLst/>
              <a:ahLst/>
              <a:cxnLst/>
              <a:rect l="0" t="0" r="0" b="0"/>
              <a:pathLst>
                <a:path w="446624" h="133829">
                  <a:moveTo>
                    <a:pt x="0" y="133829"/>
                  </a:moveTo>
                  <a:lnTo>
                    <a:pt x="44662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l1171"/>
            <p:cNvSpPr/>
            <p:nvPr/>
          </p:nvSpPr>
          <p:spPr>
            <a:xfrm>
              <a:off x="11040075" y="7738748"/>
              <a:ext cx="401736" cy="187660"/>
            </a:xfrm>
            <a:custGeom>
              <a:avLst/>
              <a:gdLst/>
              <a:ahLst/>
              <a:cxnLst/>
              <a:rect l="0" t="0" r="0" b="0"/>
              <a:pathLst>
                <a:path w="401736" h="187660">
                  <a:moveTo>
                    <a:pt x="0" y="187660"/>
                  </a:moveTo>
                  <a:lnTo>
                    <a:pt x="40173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pl1172"/>
            <p:cNvSpPr/>
            <p:nvPr/>
          </p:nvSpPr>
          <p:spPr>
            <a:xfrm>
              <a:off x="11040075" y="7725144"/>
              <a:ext cx="149831" cy="158702"/>
            </a:xfrm>
            <a:custGeom>
              <a:avLst/>
              <a:gdLst/>
              <a:ahLst/>
              <a:cxnLst/>
              <a:rect l="0" t="0" r="0" b="0"/>
              <a:pathLst>
                <a:path w="149831" h="158702">
                  <a:moveTo>
                    <a:pt x="0" y="0"/>
                  </a:moveTo>
                  <a:lnTo>
                    <a:pt x="149831" y="1587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pl1173"/>
            <p:cNvSpPr/>
            <p:nvPr/>
          </p:nvSpPr>
          <p:spPr>
            <a:xfrm>
              <a:off x="11040075" y="7407262"/>
              <a:ext cx="450519" cy="320516"/>
            </a:xfrm>
            <a:custGeom>
              <a:avLst/>
              <a:gdLst/>
              <a:ahLst/>
              <a:cxnLst/>
              <a:rect l="0" t="0" r="0" b="0"/>
              <a:pathLst>
                <a:path w="450519" h="320516">
                  <a:moveTo>
                    <a:pt x="0" y="320516"/>
                  </a:moveTo>
                  <a:lnTo>
                    <a:pt x="4505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pl1174"/>
            <p:cNvSpPr/>
            <p:nvPr/>
          </p:nvSpPr>
          <p:spPr>
            <a:xfrm>
              <a:off x="11040075" y="7845075"/>
              <a:ext cx="446419" cy="281453"/>
            </a:xfrm>
            <a:custGeom>
              <a:avLst/>
              <a:gdLst/>
              <a:ahLst/>
              <a:cxnLst/>
              <a:rect l="0" t="0" r="0" b="0"/>
              <a:pathLst>
                <a:path w="446419" h="281453">
                  <a:moveTo>
                    <a:pt x="0" y="281453"/>
                  </a:moveTo>
                  <a:lnTo>
                    <a:pt x="4464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pl1175"/>
            <p:cNvSpPr/>
            <p:nvPr/>
          </p:nvSpPr>
          <p:spPr>
            <a:xfrm>
              <a:off x="11040075" y="7827983"/>
              <a:ext cx="302532" cy="183420"/>
            </a:xfrm>
            <a:custGeom>
              <a:avLst/>
              <a:gdLst/>
              <a:ahLst/>
              <a:cxnLst/>
              <a:rect l="0" t="0" r="0" b="0"/>
              <a:pathLst>
                <a:path w="302532" h="183420">
                  <a:moveTo>
                    <a:pt x="0" y="183420"/>
                  </a:moveTo>
                  <a:lnTo>
                    <a:pt x="3025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pl1176"/>
            <p:cNvSpPr/>
            <p:nvPr/>
          </p:nvSpPr>
          <p:spPr>
            <a:xfrm>
              <a:off x="11040075" y="7684723"/>
              <a:ext cx="497661" cy="278729"/>
            </a:xfrm>
            <a:custGeom>
              <a:avLst/>
              <a:gdLst/>
              <a:ahLst/>
              <a:cxnLst/>
              <a:rect l="0" t="0" r="0" b="0"/>
              <a:pathLst>
                <a:path w="497661" h="278729">
                  <a:moveTo>
                    <a:pt x="0" y="278729"/>
                  </a:moveTo>
                  <a:lnTo>
                    <a:pt x="4976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pl1177"/>
            <p:cNvSpPr/>
            <p:nvPr/>
          </p:nvSpPr>
          <p:spPr>
            <a:xfrm>
              <a:off x="11040075" y="7996273"/>
              <a:ext cx="307041" cy="186044"/>
            </a:xfrm>
            <a:custGeom>
              <a:avLst/>
              <a:gdLst/>
              <a:ahLst/>
              <a:cxnLst/>
              <a:rect l="0" t="0" r="0" b="0"/>
              <a:pathLst>
                <a:path w="307041" h="186044">
                  <a:moveTo>
                    <a:pt x="0" y="186044"/>
                  </a:moveTo>
                  <a:lnTo>
                    <a:pt x="30704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l1178"/>
            <p:cNvSpPr/>
            <p:nvPr/>
          </p:nvSpPr>
          <p:spPr>
            <a:xfrm>
              <a:off x="11040075" y="7744904"/>
              <a:ext cx="472450" cy="5983"/>
            </a:xfrm>
            <a:custGeom>
              <a:avLst/>
              <a:gdLst/>
              <a:ahLst/>
              <a:cxnLst/>
              <a:rect l="0" t="0" r="0" b="0"/>
              <a:pathLst>
                <a:path w="472450" h="5983">
                  <a:moveTo>
                    <a:pt x="0" y="5983"/>
                  </a:moveTo>
                  <a:lnTo>
                    <a:pt x="47245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l1179"/>
            <p:cNvSpPr/>
            <p:nvPr/>
          </p:nvSpPr>
          <p:spPr>
            <a:xfrm>
              <a:off x="11040075" y="7308803"/>
              <a:ext cx="457898" cy="615344"/>
            </a:xfrm>
            <a:custGeom>
              <a:avLst/>
              <a:gdLst/>
              <a:ahLst/>
              <a:cxnLst/>
              <a:rect l="0" t="0" r="0" b="0"/>
              <a:pathLst>
                <a:path w="457898" h="615344">
                  <a:moveTo>
                    <a:pt x="0" y="615344"/>
                  </a:moveTo>
                  <a:lnTo>
                    <a:pt x="45789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l1180"/>
            <p:cNvSpPr/>
            <p:nvPr/>
          </p:nvSpPr>
          <p:spPr>
            <a:xfrm>
              <a:off x="11040075" y="7732680"/>
              <a:ext cx="958224" cy="285491"/>
            </a:xfrm>
            <a:custGeom>
              <a:avLst/>
              <a:gdLst/>
              <a:ahLst/>
              <a:cxnLst/>
              <a:rect l="0" t="0" r="0" b="0"/>
              <a:pathLst>
                <a:path w="958224" h="285491">
                  <a:moveTo>
                    <a:pt x="0" y="285491"/>
                  </a:moveTo>
                  <a:lnTo>
                    <a:pt x="9679" y="282608"/>
                  </a:lnTo>
                  <a:lnTo>
                    <a:pt x="19358" y="279724"/>
                  </a:lnTo>
                  <a:lnTo>
                    <a:pt x="29037" y="276840"/>
                  </a:lnTo>
                  <a:lnTo>
                    <a:pt x="38716" y="273956"/>
                  </a:lnTo>
                  <a:lnTo>
                    <a:pt x="48395" y="271073"/>
                  </a:lnTo>
                  <a:lnTo>
                    <a:pt x="58074" y="268189"/>
                  </a:lnTo>
                  <a:lnTo>
                    <a:pt x="67753" y="265305"/>
                  </a:lnTo>
                  <a:lnTo>
                    <a:pt x="77432" y="262421"/>
                  </a:lnTo>
                  <a:lnTo>
                    <a:pt x="87111" y="259538"/>
                  </a:lnTo>
                  <a:lnTo>
                    <a:pt x="96790" y="256654"/>
                  </a:lnTo>
                  <a:lnTo>
                    <a:pt x="106469" y="253770"/>
                  </a:lnTo>
                  <a:lnTo>
                    <a:pt x="116148" y="250886"/>
                  </a:lnTo>
                  <a:lnTo>
                    <a:pt x="125827" y="248003"/>
                  </a:lnTo>
                  <a:lnTo>
                    <a:pt x="135506" y="245119"/>
                  </a:lnTo>
                  <a:lnTo>
                    <a:pt x="145185" y="242235"/>
                  </a:lnTo>
                  <a:lnTo>
                    <a:pt x="154864" y="239351"/>
                  </a:lnTo>
                  <a:lnTo>
                    <a:pt x="164543" y="236468"/>
                  </a:lnTo>
                  <a:lnTo>
                    <a:pt x="174222" y="233584"/>
                  </a:lnTo>
                  <a:lnTo>
                    <a:pt x="183901" y="230700"/>
                  </a:lnTo>
                  <a:lnTo>
                    <a:pt x="193580" y="227816"/>
                  </a:lnTo>
                  <a:lnTo>
                    <a:pt x="203259" y="224933"/>
                  </a:lnTo>
                  <a:lnTo>
                    <a:pt x="212938" y="222049"/>
                  </a:lnTo>
                  <a:lnTo>
                    <a:pt x="222617" y="219165"/>
                  </a:lnTo>
                  <a:lnTo>
                    <a:pt x="232296" y="216281"/>
                  </a:lnTo>
                  <a:lnTo>
                    <a:pt x="241975" y="213398"/>
                  </a:lnTo>
                  <a:lnTo>
                    <a:pt x="251654" y="210514"/>
                  </a:lnTo>
                  <a:lnTo>
                    <a:pt x="261334" y="207630"/>
                  </a:lnTo>
                  <a:lnTo>
                    <a:pt x="271013" y="204746"/>
                  </a:lnTo>
                  <a:lnTo>
                    <a:pt x="280692" y="201862"/>
                  </a:lnTo>
                  <a:lnTo>
                    <a:pt x="290371" y="198979"/>
                  </a:lnTo>
                  <a:lnTo>
                    <a:pt x="300050" y="196095"/>
                  </a:lnTo>
                  <a:lnTo>
                    <a:pt x="309729" y="193211"/>
                  </a:lnTo>
                  <a:lnTo>
                    <a:pt x="319408" y="190327"/>
                  </a:lnTo>
                  <a:lnTo>
                    <a:pt x="329087" y="187444"/>
                  </a:lnTo>
                  <a:lnTo>
                    <a:pt x="338766" y="184560"/>
                  </a:lnTo>
                  <a:lnTo>
                    <a:pt x="348445" y="181676"/>
                  </a:lnTo>
                  <a:lnTo>
                    <a:pt x="358124" y="178792"/>
                  </a:lnTo>
                  <a:lnTo>
                    <a:pt x="367803" y="175909"/>
                  </a:lnTo>
                  <a:lnTo>
                    <a:pt x="377482" y="173025"/>
                  </a:lnTo>
                  <a:lnTo>
                    <a:pt x="387161" y="170141"/>
                  </a:lnTo>
                  <a:lnTo>
                    <a:pt x="396840" y="167257"/>
                  </a:lnTo>
                  <a:lnTo>
                    <a:pt x="406519" y="164374"/>
                  </a:lnTo>
                  <a:lnTo>
                    <a:pt x="416198" y="161490"/>
                  </a:lnTo>
                  <a:lnTo>
                    <a:pt x="425877" y="158606"/>
                  </a:lnTo>
                  <a:lnTo>
                    <a:pt x="435556" y="155722"/>
                  </a:lnTo>
                  <a:lnTo>
                    <a:pt x="445235" y="152839"/>
                  </a:lnTo>
                  <a:lnTo>
                    <a:pt x="454914" y="149955"/>
                  </a:lnTo>
                  <a:lnTo>
                    <a:pt x="464593" y="147071"/>
                  </a:lnTo>
                  <a:lnTo>
                    <a:pt x="474272" y="144187"/>
                  </a:lnTo>
                  <a:lnTo>
                    <a:pt x="483951" y="141304"/>
                  </a:lnTo>
                  <a:lnTo>
                    <a:pt x="493630" y="138420"/>
                  </a:lnTo>
                  <a:lnTo>
                    <a:pt x="503309" y="135536"/>
                  </a:lnTo>
                  <a:lnTo>
                    <a:pt x="512988" y="132652"/>
                  </a:lnTo>
                  <a:lnTo>
                    <a:pt x="522668" y="129769"/>
                  </a:lnTo>
                  <a:lnTo>
                    <a:pt x="532347" y="126885"/>
                  </a:lnTo>
                  <a:lnTo>
                    <a:pt x="542026" y="124001"/>
                  </a:lnTo>
                  <a:lnTo>
                    <a:pt x="551705" y="121117"/>
                  </a:lnTo>
                  <a:lnTo>
                    <a:pt x="561384" y="118234"/>
                  </a:lnTo>
                  <a:lnTo>
                    <a:pt x="571063" y="115350"/>
                  </a:lnTo>
                  <a:lnTo>
                    <a:pt x="580742" y="112466"/>
                  </a:lnTo>
                  <a:lnTo>
                    <a:pt x="590421" y="109582"/>
                  </a:lnTo>
                  <a:lnTo>
                    <a:pt x="600100" y="106699"/>
                  </a:lnTo>
                  <a:lnTo>
                    <a:pt x="609779" y="103815"/>
                  </a:lnTo>
                  <a:lnTo>
                    <a:pt x="619458" y="100931"/>
                  </a:lnTo>
                  <a:lnTo>
                    <a:pt x="629137" y="98047"/>
                  </a:lnTo>
                  <a:lnTo>
                    <a:pt x="638816" y="95163"/>
                  </a:lnTo>
                  <a:lnTo>
                    <a:pt x="648495" y="92280"/>
                  </a:lnTo>
                  <a:lnTo>
                    <a:pt x="658174" y="89396"/>
                  </a:lnTo>
                  <a:lnTo>
                    <a:pt x="667853" y="86512"/>
                  </a:lnTo>
                  <a:lnTo>
                    <a:pt x="677532" y="83628"/>
                  </a:lnTo>
                  <a:lnTo>
                    <a:pt x="687211" y="80745"/>
                  </a:lnTo>
                  <a:lnTo>
                    <a:pt x="696890" y="77861"/>
                  </a:lnTo>
                  <a:lnTo>
                    <a:pt x="706569" y="74977"/>
                  </a:lnTo>
                  <a:lnTo>
                    <a:pt x="716248" y="72093"/>
                  </a:lnTo>
                  <a:lnTo>
                    <a:pt x="725927" y="69210"/>
                  </a:lnTo>
                  <a:lnTo>
                    <a:pt x="735606" y="66326"/>
                  </a:lnTo>
                  <a:lnTo>
                    <a:pt x="745285" y="63442"/>
                  </a:lnTo>
                  <a:lnTo>
                    <a:pt x="754964" y="60558"/>
                  </a:lnTo>
                  <a:lnTo>
                    <a:pt x="764643" y="57675"/>
                  </a:lnTo>
                  <a:lnTo>
                    <a:pt x="774322" y="54791"/>
                  </a:lnTo>
                  <a:lnTo>
                    <a:pt x="784002" y="51907"/>
                  </a:lnTo>
                  <a:lnTo>
                    <a:pt x="793681" y="49023"/>
                  </a:lnTo>
                  <a:lnTo>
                    <a:pt x="803360" y="46140"/>
                  </a:lnTo>
                  <a:lnTo>
                    <a:pt x="813039" y="43256"/>
                  </a:lnTo>
                  <a:lnTo>
                    <a:pt x="822718" y="40372"/>
                  </a:lnTo>
                  <a:lnTo>
                    <a:pt x="832397" y="37488"/>
                  </a:lnTo>
                  <a:lnTo>
                    <a:pt x="842076" y="34605"/>
                  </a:lnTo>
                  <a:lnTo>
                    <a:pt x="851755" y="31721"/>
                  </a:lnTo>
                  <a:lnTo>
                    <a:pt x="861434" y="28837"/>
                  </a:lnTo>
                  <a:lnTo>
                    <a:pt x="871113" y="25953"/>
                  </a:lnTo>
                  <a:lnTo>
                    <a:pt x="880792" y="23070"/>
                  </a:lnTo>
                  <a:lnTo>
                    <a:pt x="890471" y="20186"/>
                  </a:lnTo>
                  <a:lnTo>
                    <a:pt x="900150" y="17302"/>
                  </a:lnTo>
                  <a:lnTo>
                    <a:pt x="909829" y="14418"/>
                  </a:lnTo>
                  <a:lnTo>
                    <a:pt x="919508" y="11535"/>
                  </a:lnTo>
                  <a:lnTo>
                    <a:pt x="929187" y="8651"/>
                  </a:lnTo>
                  <a:lnTo>
                    <a:pt x="938866" y="5767"/>
                  </a:lnTo>
                  <a:lnTo>
                    <a:pt x="948545" y="2883"/>
                  </a:lnTo>
                  <a:lnTo>
                    <a:pt x="958224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tx1181"/>
            <p:cNvSpPr/>
            <p:nvPr/>
          </p:nvSpPr>
          <p:spPr>
            <a:xfrm>
              <a:off x="10983943" y="7268574"/>
              <a:ext cx="1014356" cy="16955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0.106 Z/year</a:t>
              </a:r>
            </a:p>
          </p:txBody>
        </p:sp>
        <p:sp>
          <p:nvSpPr>
            <p:cNvPr id="1182" name="rc1182"/>
            <p:cNvSpPr/>
            <p:nvPr/>
          </p:nvSpPr>
          <p:spPr>
            <a:xfrm>
              <a:off x="10992163" y="7247470"/>
              <a:ext cx="10540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tx1183"/>
            <p:cNvSpPr/>
            <p:nvPr/>
          </p:nvSpPr>
          <p:spPr>
            <a:xfrm>
              <a:off x="10830161" y="8469982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184" name="tx1184"/>
            <p:cNvSpPr/>
            <p:nvPr/>
          </p:nvSpPr>
          <p:spPr>
            <a:xfrm>
              <a:off x="10867378" y="8258472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85" name="tx1185"/>
            <p:cNvSpPr/>
            <p:nvPr/>
          </p:nvSpPr>
          <p:spPr>
            <a:xfrm>
              <a:off x="10867378" y="8049691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186" name="tx1186"/>
            <p:cNvSpPr/>
            <p:nvPr/>
          </p:nvSpPr>
          <p:spPr>
            <a:xfrm>
              <a:off x="10867378" y="7839545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187" name="tx1187"/>
            <p:cNvSpPr/>
            <p:nvPr/>
          </p:nvSpPr>
          <p:spPr>
            <a:xfrm>
              <a:off x="10867378" y="7627981"/>
              <a:ext cx="62155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188" name="tx1188"/>
            <p:cNvSpPr/>
            <p:nvPr/>
          </p:nvSpPr>
          <p:spPr>
            <a:xfrm>
              <a:off x="10867378" y="7419582"/>
              <a:ext cx="62155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189" name="tx1189"/>
            <p:cNvSpPr/>
            <p:nvPr/>
          </p:nvSpPr>
          <p:spPr>
            <a:xfrm>
              <a:off x="10867378" y="7209164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90" name="pl1190"/>
            <p:cNvSpPr/>
            <p:nvPr/>
          </p:nvSpPr>
          <p:spPr>
            <a:xfrm>
              <a:off x="10957369" y="851030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pl1191"/>
            <p:cNvSpPr/>
            <p:nvPr/>
          </p:nvSpPr>
          <p:spPr>
            <a:xfrm>
              <a:off x="10957369" y="830016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pl1192"/>
            <p:cNvSpPr/>
            <p:nvPr/>
          </p:nvSpPr>
          <p:spPr>
            <a:xfrm>
              <a:off x="10957369" y="809001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pl1193"/>
            <p:cNvSpPr/>
            <p:nvPr/>
          </p:nvSpPr>
          <p:spPr>
            <a:xfrm>
              <a:off x="10957369" y="787987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pl1194"/>
            <p:cNvSpPr/>
            <p:nvPr/>
          </p:nvSpPr>
          <p:spPr>
            <a:xfrm>
              <a:off x="10957369" y="766972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pl1195"/>
            <p:cNvSpPr/>
            <p:nvPr/>
          </p:nvSpPr>
          <p:spPr>
            <a:xfrm>
              <a:off x="10957369" y="745958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pl1196"/>
            <p:cNvSpPr/>
            <p:nvPr/>
          </p:nvSpPr>
          <p:spPr>
            <a:xfrm>
              <a:off x="10957369" y="724943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pl1197"/>
            <p:cNvSpPr/>
            <p:nvPr/>
          </p:nvSpPr>
          <p:spPr>
            <a:xfrm>
              <a:off x="11040075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l1198"/>
            <p:cNvSpPr/>
            <p:nvPr/>
          </p:nvSpPr>
          <p:spPr>
            <a:xfrm>
              <a:off x="11414397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l1199"/>
            <p:cNvSpPr/>
            <p:nvPr/>
          </p:nvSpPr>
          <p:spPr>
            <a:xfrm>
              <a:off x="11788720" y="859679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tx1200"/>
            <p:cNvSpPr/>
            <p:nvPr/>
          </p:nvSpPr>
          <p:spPr>
            <a:xfrm>
              <a:off x="11008997" y="8657731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01" name="tx1201"/>
            <p:cNvSpPr/>
            <p:nvPr/>
          </p:nvSpPr>
          <p:spPr>
            <a:xfrm>
              <a:off x="11383319" y="8659149"/>
              <a:ext cx="62155" cy="802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02" name="tx1202"/>
            <p:cNvSpPr/>
            <p:nvPr/>
          </p:nvSpPr>
          <p:spPr>
            <a:xfrm>
              <a:off x="11726564" y="8657731"/>
              <a:ext cx="12431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03" name="tx1203"/>
            <p:cNvSpPr/>
            <p:nvPr/>
          </p:nvSpPr>
          <p:spPr>
            <a:xfrm>
              <a:off x="10898006" y="8805174"/>
              <a:ext cx="1242361" cy="10334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204" name="tx1204"/>
            <p:cNvSpPr/>
            <p:nvPr/>
          </p:nvSpPr>
          <p:spPr>
            <a:xfrm rot="-5400000">
              <a:off x="10082636" y="7856579"/>
              <a:ext cx="1226399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Cortical Amyloid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178</Words>
  <Application>Microsoft Office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8</cp:revision>
  <dcterms:created xsi:type="dcterms:W3CDTF">2015-07-14T21:05:00Z</dcterms:created>
  <dcterms:modified xsi:type="dcterms:W3CDTF">2026-05-13T18:55:13Z</dcterms:modified>
</cp:coreProperties>
</file>